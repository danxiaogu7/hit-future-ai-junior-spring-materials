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 id="2147487643" r:id="rId2"/>
    <p:sldMasterId id="2147487908" r:id="rId3"/>
    <p:sldMasterId id="2147488044" r:id="rId4"/>
    <p:sldMasterId id="2147488070" r:id="rId5"/>
  </p:sldMasterIdLst>
  <p:notesMasterIdLst>
    <p:notesMasterId r:id="rId67"/>
  </p:notesMasterIdLst>
  <p:handoutMasterIdLst>
    <p:handoutMasterId r:id="rId68"/>
  </p:handoutMasterIdLst>
  <p:sldIdLst>
    <p:sldId id="1099" r:id="rId6"/>
    <p:sldId id="1100" r:id="rId7"/>
    <p:sldId id="1149" r:id="rId8"/>
    <p:sldId id="1134" r:id="rId9"/>
    <p:sldId id="992" r:id="rId10"/>
    <p:sldId id="1021" r:id="rId11"/>
    <p:sldId id="993" r:id="rId12"/>
    <p:sldId id="1115" r:id="rId13"/>
    <p:sldId id="736" r:id="rId14"/>
    <p:sldId id="1150" r:id="rId15"/>
    <p:sldId id="1023" r:id="rId16"/>
    <p:sldId id="994" r:id="rId17"/>
    <p:sldId id="996" r:id="rId18"/>
    <p:sldId id="1024" r:id="rId19"/>
    <p:sldId id="1121" r:id="rId20"/>
    <p:sldId id="1130" r:id="rId21"/>
    <p:sldId id="1131" r:id="rId22"/>
    <p:sldId id="1191" r:id="rId23"/>
    <p:sldId id="998" r:id="rId24"/>
    <p:sldId id="999" r:id="rId25"/>
    <p:sldId id="1000" r:id="rId26"/>
    <p:sldId id="1001" r:id="rId27"/>
    <p:sldId id="1003" r:id="rId28"/>
    <p:sldId id="2743" r:id="rId29"/>
    <p:sldId id="1144" r:id="rId30"/>
    <p:sldId id="1005" r:id="rId31"/>
    <p:sldId id="1123" r:id="rId32"/>
    <p:sldId id="1124" r:id="rId33"/>
    <p:sldId id="1025" r:id="rId34"/>
    <p:sldId id="771" r:id="rId35"/>
    <p:sldId id="1007" r:id="rId36"/>
    <p:sldId id="1008" r:id="rId37"/>
    <p:sldId id="1118" r:id="rId38"/>
    <p:sldId id="1010" r:id="rId39"/>
    <p:sldId id="1011" r:id="rId40"/>
    <p:sldId id="1012" r:id="rId41"/>
    <p:sldId id="1013" r:id="rId42"/>
    <p:sldId id="1014" r:id="rId43"/>
    <p:sldId id="1126" r:id="rId44"/>
    <p:sldId id="1133" r:id="rId45"/>
    <p:sldId id="1135" r:id="rId46"/>
    <p:sldId id="1151" r:id="rId47"/>
    <p:sldId id="1138" r:id="rId48"/>
    <p:sldId id="1127" r:id="rId49"/>
    <p:sldId id="1143" r:id="rId50"/>
    <p:sldId id="1490" r:id="rId51"/>
    <p:sldId id="1152" r:id="rId52"/>
    <p:sldId id="1491" r:id="rId53"/>
    <p:sldId id="2733" r:id="rId54"/>
    <p:sldId id="2734" r:id="rId55"/>
    <p:sldId id="1492" r:id="rId56"/>
    <p:sldId id="2735" r:id="rId57"/>
    <p:sldId id="2746" r:id="rId58"/>
    <p:sldId id="2747" r:id="rId59"/>
    <p:sldId id="2744" r:id="rId60"/>
    <p:sldId id="2737" r:id="rId61"/>
    <p:sldId id="2738" r:id="rId62"/>
    <p:sldId id="2736" r:id="rId63"/>
    <p:sldId id="2739" r:id="rId64"/>
    <p:sldId id="2748" r:id="rId65"/>
    <p:sldId id="1148" r:id="rId66"/>
  </p:sldIdLst>
  <p:sldSz cx="9144000" cy="5143500" type="screen16x9"/>
  <p:notesSz cx="6761163" cy="9942513"/>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FF"/>
    <a:srgbClr val="FFCCCC"/>
    <a:srgbClr val="008000"/>
    <a:srgbClr val="FF9999"/>
    <a:srgbClr val="FF7B77"/>
    <a:srgbClr val="FF0066"/>
    <a:srgbClr val="B7B7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73" autoAdjust="0"/>
    <p:restoredTop sz="71675" autoAdjust="0"/>
  </p:normalViewPr>
  <p:slideViewPr>
    <p:cSldViewPr>
      <p:cViewPr varScale="1">
        <p:scale>
          <a:sx n="69" d="100"/>
          <a:sy n="69" d="100"/>
        </p:scale>
        <p:origin x="1435" y="4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4549"/>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handoutMaster" Target="handoutMasters/handoutMaster1.xml"/><Relationship Id="rId7" Type="http://schemas.openxmlformats.org/officeDocument/2006/relationships/slide" Target="slides/slide2.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87074" name="Rectangle 2"/>
          <p:cNvSpPr>
            <a:spLocks noGrp="1" noChangeArrowheads="1"/>
          </p:cNvSpPr>
          <p:nvPr>
            <p:ph type="hdr" sz="quarter"/>
          </p:nvPr>
        </p:nvSpPr>
        <p:spPr bwMode="auto">
          <a:xfrm>
            <a:off x="0" y="0"/>
            <a:ext cx="2930039" cy="496586"/>
          </a:xfrm>
          <a:prstGeom prst="rect">
            <a:avLst/>
          </a:prstGeom>
          <a:noFill/>
          <a:ln>
            <a:noFill/>
          </a:ln>
          <a:effectLst/>
        </p:spPr>
        <p:txBody>
          <a:bodyPr vert="horz" wrap="square" lIns="88087" tIns="44044" rIns="88087" bIns="44044" numCol="1" anchor="t" anchorCtr="0" compatLnSpc="1"/>
          <a:lstStyle>
            <a:lvl1pPr eaLnBrk="0" hangingPunct="0">
              <a:buFontTx/>
              <a:buNone/>
              <a:defRPr sz="1200">
                <a:latin typeface="Tahoma" panose="020B0604030504040204" pitchFamily="34" charset="0"/>
                <a:ea typeface="宋体" panose="02010600030101010101" pitchFamily="2" charset="-122"/>
              </a:defRPr>
            </a:lvl1pPr>
          </a:lstStyle>
          <a:p>
            <a:pPr>
              <a:defRPr/>
            </a:pPr>
            <a:endParaRPr lang="zh-CN" altLang="en-US"/>
          </a:p>
        </p:txBody>
      </p:sp>
      <p:sp>
        <p:nvSpPr>
          <p:cNvPr id="387075" name="Rectangle 3"/>
          <p:cNvSpPr>
            <a:spLocks noGrp="1" noChangeArrowheads="1"/>
          </p:cNvSpPr>
          <p:nvPr>
            <p:ph type="dt" sz="quarter" idx="1"/>
          </p:nvPr>
        </p:nvSpPr>
        <p:spPr bwMode="auto">
          <a:xfrm>
            <a:off x="3829613" y="0"/>
            <a:ext cx="2930039" cy="496586"/>
          </a:xfrm>
          <a:prstGeom prst="rect">
            <a:avLst/>
          </a:prstGeom>
          <a:noFill/>
          <a:ln>
            <a:noFill/>
          </a:ln>
          <a:effectLst/>
        </p:spPr>
        <p:txBody>
          <a:bodyPr vert="horz" wrap="square" lIns="88087" tIns="44044" rIns="88087" bIns="44044" numCol="1" anchor="t" anchorCtr="0" compatLnSpc="1"/>
          <a:lstStyle>
            <a:lvl1pPr algn="r" eaLnBrk="0" hangingPunct="0">
              <a:buFontTx/>
              <a:buNone/>
              <a:defRPr sz="1200">
                <a:latin typeface="Tahoma" panose="020B0604030504040204" pitchFamily="34" charset="0"/>
                <a:ea typeface="宋体" panose="02010600030101010101" pitchFamily="2" charset="-122"/>
              </a:defRPr>
            </a:lvl1pPr>
          </a:lstStyle>
          <a:p>
            <a:pPr>
              <a:defRPr/>
            </a:pPr>
            <a:endParaRPr lang="en-US" altLang="zh-CN"/>
          </a:p>
        </p:txBody>
      </p:sp>
      <p:sp>
        <p:nvSpPr>
          <p:cNvPr id="387076" name="Rectangle 4"/>
          <p:cNvSpPr>
            <a:spLocks noGrp="1" noChangeArrowheads="1"/>
          </p:cNvSpPr>
          <p:nvPr>
            <p:ph type="ftr" sz="quarter" idx="2"/>
          </p:nvPr>
        </p:nvSpPr>
        <p:spPr bwMode="auto">
          <a:xfrm>
            <a:off x="0" y="9444385"/>
            <a:ext cx="2930039" cy="496586"/>
          </a:xfrm>
          <a:prstGeom prst="rect">
            <a:avLst/>
          </a:prstGeom>
          <a:noFill/>
          <a:ln>
            <a:noFill/>
          </a:ln>
          <a:effectLst/>
        </p:spPr>
        <p:txBody>
          <a:bodyPr vert="horz" wrap="square" lIns="88087" tIns="44044" rIns="88087" bIns="44044" numCol="1" anchor="b" anchorCtr="0" compatLnSpc="1"/>
          <a:lstStyle>
            <a:lvl1pPr eaLnBrk="0" hangingPunct="0">
              <a:buFontTx/>
              <a:buNone/>
              <a:defRPr sz="1200">
                <a:latin typeface="Tahoma" panose="020B0604030504040204" pitchFamily="34" charset="0"/>
                <a:ea typeface="宋体" panose="02010600030101010101" pitchFamily="2" charset="-122"/>
              </a:defRPr>
            </a:lvl1pPr>
          </a:lstStyle>
          <a:p>
            <a:pPr>
              <a:defRPr/>
            </a:pPr>
            <a:endParaRPr lang="en-US" altLang="zh-CN"/>
          </a:p>
        </p:txBody>
      </p:sp>
      <p:sp>
        <p:nvSpPr>
          <p:cNvPr id="387077" name="Rectangle 5"/>
          <p:cNvSpPr>
            <a:spLocks noGrp="1" noChangeArrowheads="1"/>
          </p:cNvSpPr>
          <p:nvPr>
            <p:ph type="sldNum" sz="quarter" idx="3"/>
          </p:nvPr>
        </p:nvSpPr>
        <p:spPr bwMode="auto">
          <a:xfrm>
            <a:off x="3829613" y="9444385"/>
            <a:ext cx="2930039" cy="496586"/>
          </a:xfrm>
          <a:prstGeom prst="rect">
            <a:avLst/>
          </a:prstGeom>
          <a:noFill/>
          <a:ln>
            <a:noFill/>
          </a:ln>
          <a:effectLst/>
        </p:spPr>
        <p:txBody>
          <a:bodyPr vert="horz" wrap="square" lIns="88087" tIns="44044" rIns="88087" bIns="44044" numCol="1" anchor="b" anchorCtr="0" compatLnSpc="1">
            <a:prstTxWarp prst="textNoShape">
              <a:avLst/>
            </a:prstTxWarp>
          </a:bodyPr>
          <a:lstStyle>
            <a:lvl1pPr algn="r" eaLnBrk="0" hangingPunct="0">
              <a:buFont typeface="Arial" panose="020B0604020202020204" pitchFamily="34" charset="0"/>
              <a:buNone/>
              <a:defRPr sz="1200"/>
            </a:lvl1pPr>
          </a:lstStyle>
          <a:p>
            <a:pPr>
              <a:defRPr/>
            </a:pPr>
            <a:fld id="{2F840432-A894-4AFC-A942-1A33E813B6A4}" type="slidenum">
              <a:rPr lang="zh-CN" altLang="en-US"/>
              <a:pPr>
                <a:defRPr/>
              </a:pPr>
              <a:t>‹#›</a:t>
            </a:fld>
            <a:endParaRPr lang="en-US" altLang="zh-CN"/>
          </a:p>
        </p:txBody>
      </p:sp>
    </p:spTree>
    <p:extLst>
      <p:ext uri="{BB962C8B-B14F-4D97-AF65-F5344CB8AC3E}">
        <p14:creationId xmlns:p14="http://schemas.microsoft.com/office/powerpoint/2010/main" val="18108967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27682" name="Rectangle 2"/>
          <p:cNvSpPr>
            <a:spLocks noGrp="1" noChangeArrowheads="1"/>
          </p:cNvSpPr>
          <p:nvPr>
            <p:ph type="hdr" sz="quarter"/>
          </p:nvPr>
        </p:nvSpPr>
        <p:spPr bwMode="auto">
          <a:xfrm>
            <a:off x="0" y="0"/>
            <a:ext cx="2930039" cy="496586"/>
          </a:xfrm>
          <a:prstGeom prst="rect">
            <a:avLst/>
          </a:prstGeom>
          <a:noFill/>
          <a:ln>
            <a:noFill/>
          </a:ln>
        </p:spPr>
        <p:txBody>
          <a:bodyPr vert="horz" wrap="square" lIns="95415" tIns="47708" rIns="95415" bIns="47708" numCol="1" anchor="t" anchorCtr="0" compatLnSpc="1"/>
          <a:lstStyle>
            <a:lvl1pPr defTabSz="952431" eaLnBrk="1" hangingPunct="1">
              <a:buFontTx/>
              <a:buNone/>
              <a:defRPr sz="1300">
                <a:latin typeface="Tahoma" panose="020B0604030504040204" pitchFamily="34" charset="0"/>
                <a:ea typeface="宋体" panose="02010600030101010101" pitchFamily="2" charset="-122"/>
              </a:defRPr>
            </a:lvl1pPr>
          </a:lstStyle>
          <a:p>
            <a:pPr>
              <a:defRPr/>
            </a:pPr>
            <a:endParaRPr lang="zh-CN" altLang="en-US"/>
          </a:p>
        </p:txBody>
      </p:sp>
      <p:sp>
        <p:nvSpPr>
          <p:cNvPr id="327683" name="Rectangle 3"/>
          <p:cNvSpPr>
            <a:spLocks noGrp="1" noChangeArrowheads="1"/>
          </p:cNvSpPr>
          <p:nvPr>
            <p:ph type="dt" idx="1"/>
          </p:nvPr>
        </p:nvSpPr>
        <p:spPr bwMode="auto">
          <a:xfrm>
            <a:off x="3831125" y="0"/>
            <a:ext cx="2930039" cy="496586"/>
          </a:xfrm>
          <a:prstGeom prst="rect">
            <a:avLst/>
          </a:prstGeom>
          <a:noFill/>
          <a:ln>
            <a:noFill/>
          </a:ln>
        </p:spPr>
        <p:txBody>
          <a:bodyPr vert="horz" wrap="square" lIns="95415" tIns="47708" rIns="95415" bIns="47708" numCol="1" anchor="t" anchorCtr="0" compatLnSpc="1"/>
          <a:lstStyle>
            <a:lvl1pPr algn="r" defTabSz="952431" eaLnBrk="1" hangingPunct="1">
              <a:buFontTx/>
              <a:buNone/>
              <a:defRPr sz="1300">
                <a:latin typeface="Tahoma" panose="020B0604030504040204" pitchFamily="34" charset="0"/>
                <a:ea typeface="宋体" panose="02010600030101010101" pitchFamily="2" charset="-122"/>
              </a:defRPr>
            </a:lvl1pPr>
          </a:lstStyle>
          <a:p>
            <a:pPr>
              <a:defRPr/>
            </a:pPr>
            <a:endParaRPr lang="en-US" altLang="zh-CN"/>
          </a:p>
        </p:txBody>
      </p:sp>
      <p:sp>
        <p:nvSpPr>
          <p:cNvPr id="14340" name="Rectangle 4"/>
          <p:cNvSpPr>
            <a:spLocks noGrp="1" noRot="1" noChangeAspect="1" noChangeArrowheads="1" noTextEdit="1"/>
          </p:cNvSpPr>
          <p:nvPr>
            <p:ph type="sldImg" idx="4294967295"/>
          </p:nvPr>
        </p:nvSpPr>
        <p:spPr bwMode="auto">
          <a:xfrm>
            <a:off x="68263" y="746125"/>
            <a:ext cx="6626225" cy="3727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4294967295"/>
          </p:nvPr>
        </p:nvSpPr>
        <p:spPr bwMode="auto">
          <a:xfrm>
            <a:off x="901085" y="4722192"/>
            <a:ext cx="4958993" cy="4473900"/>
          </a:xfrm>
          <a:prstGeom prst="rect">
            <a:avLst/>
          </a:prstGeom>
          <a:noFill/>
          <a:ln w="9525">
            <a:noFill/>
            <a:miter lim="800000"/>
            <a:headEnd/>
            <a:tailEnd/>
          </a:ln>
        </p:spPr>
        <p:txBody>
          <a:bodyPr vert="horz" wrap="square" lIns="95415" tIns="47708" rIns="95415" bIns="47708"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27686" name="Rectangle 6"/>
          <p:cNvSpPr>
            <a:spLocks noGrp="1" noChangeArrowheads="1"/>
          </p:cNvSpPr>
          <p:nvPr>
            <p:ph type="ftr" sz="quarter" idx="4"/>
          </p:nvPr>
        </p:nvSpPr>
        <p:spPr bwMode="auto">
          <a:xfrm>
            <a:off x="0" y="9445928"/>
            <a:ext cx="2930039" cy="496586"/>
          </a:xfrm>
          <a:prstGeom prst="rect">
            <a:avLst/>
          </a:prstGeom>
          <a:noFill/>
          <a:ln>
            <a:noFill/>
          </a:ln>
        </p:spPr>
        <p:txBody>
          <a:bodyPr vert="horz" wrap="square" lIns="95415" tIns="47708" rIns="95415" bIns="47708" numCol="1" anchor="b" anchorCtr="0" compatLnSpc="1"/>
          <a:lstStyle>
            <a:lvl1pPr defTabSz="952431" eaLnBrk="1" hangingPunct="1">
              <a:buFontTx/>
              <a:buNone/>
              <a:defRPr sz="1300">
                <a:latin typeface="Tahoma" panose="020B0604030504040204" pitchFamily="34" charset="0"/>
                <a:ea typeface="宋体" panose="02010600030101010101" pitchFamily="2" charset="-122"/>
              </a:defRPr>
            </a:lvl1pPr>
          </a:lstStyle>
          <a:p>
            <a:pPr>
              <a:defRPr/>
            </a:pPr>
            <a:endParaRPr lang="en-US" altLang="zh-CN"/>
          </a:p>
        </p:txBody>
      </p:sp>
      <p:sp>
        <p:nvSpPr>
          <p:cNvPr id="327687" name="Rectangle 7"/>
          <p:cNvSpPr>
            <a:spLocks noGrp="1" noChangeArrowheads="1"/>
          </p:cNvSpPr>
          <p:nvPr>
            <p:ph type="sldNum" sz="quarter" idx="5"/>
          </p:nvPr>
        </p:nvSpPr>
        <p:spPr bwMode="auto">
          <a:xfrm>
            <a:off x="3831125" y="9445928"/>
            <a:ext cx="2930039" cy="496586"/>
          </a:xfrm>
          <a:prstGeom prst="rect">
            <a:avLst/>
          </a:prstGeom>
          <a:noFill/>
          <a:ln>
            <a:noFill/>
          </a:ln>
        </p:spPr>
        <p:txBody>
          <a:bodyPr vert="horz" wrap="square" lIns="95415" tIns="47708" rIns="95415" bIns="47708" numCol="1" anchor="b" anchorCtr="0" compatLnSpc="1">
            <a:prstTxWarp prst="textNoShape">
              <a:avLst/>
            </a:prstTxWarp>
          </a:bodyPr>
          <a:lstStyle>
            <a:lvl1pPr algn="r" defTabSz="952431" eaLnBrk="1" hangingPunct="1">
              <a:buFont typeface="Arial" panose="020B0604020202020204" pitchFamily="34" charset="0"/>
              <a:buNone/>
              <a:defRPr sz="1300"/>
            </a:lvl1pPr>
          </a:lstStyle>
          <a:p>
            <a:pPr>
              <a:defRPr/>
            </a:pPr>
            <a:fld id="{357E7C84-7A15-4B1F-B763-F68EF38EB7E3}" type="slidenum">
              <a:rPr lang="zh-CN" altLang="en-US"/>
              <a:pPr>
                <a:defRPr/>
              </a:pPr>
              <a:t>‹#›</a:t>
            </a:fld>
            <a:endParaRPr lang="en-US" altLang="zh-CN"/>
          </a:p>
        </p:txBody>
      </p:sp>
    </p:spTree>
    <p:extLst>
      <p:ext uri="{BB962C8B-B14F-4D97-AF65-F5344CB8AC3E}">
        <p14:creationId xmlns:p14="http://schemas.microsoft.com/office/powerpoint/2010/main" val="160434145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p:cNvSpPr>
            <a:spLocks noGrp="1" noRot="1" noChangeAspect="1" noChangeArrowheads="1" noTextEdit="1"/>
          </p:cNvSpPr>
          <p:nvPr>
            <p:ph type="sldImg" idx="4294967295"/>
          </p:nvPr>
        </p:nvSpPr>
        <p:spPr>
          <a:ln/>
        </p:spPr>
      </p:sp>
      <p:sp>
        <p:nvSpPr>
          <p:cNvPr id="17411" name="备注占位符 2"/>
          <p:cNvSpPr>
            <a:spLocks noGrp="1" noChangeArrowheads="1"/>
          </p:cNvSpPr>
          <p:nvPr>
            <p:ph type="body" idx="4294967295"/>
          </p:nvPr>
        </p:nvSpPr>
        <p:spPr/>
        <p:txBody>
          <a:bodyPr/>
          <a:lstStyle/>
          <a:p>
            <a:endParaRPr lang="en-US" altLang="zh-CN" dirty="0"/>
          </a:p>
        </p:txBody>
      </p:sp>
      <p:sp>
        <p:nvSpPr>
          <p:cNvPr id="1741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3CDC0FFE-58B7-483A-BC1F-CAACB5CA19A1}" type="slidenum">
              <a:rPr lang="zh-CN" altLang="en-US" sz="1300">
                <a:solidFill>
                  <a:srgbClr val="000000"/>
                </a:solidFill>
                <a:latin typeface="Tahoma" panose="020B0604030504040204" pitchFamily="34" charset="0"/>
              </a:rPr>
              <a:pPr>
                <a:spcBef>
                  <a:spcPct val="0"/>
                </a:spcBef>
                <a:buFontTx/>
                <a:buNone/>
              </a:pPr>
              <a:t>1</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364999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A9B3152-2948-45F0-87A8-81C427612FF9}" type="slidenum">
              <a:rPr lang="zh-CN" altLang="en-US" sz="1300">
                <a:solidFill>
                  <a:srgbClr val="000000"/>
                </a:solidFill>
                <a:latin typeface="Tahoma" panose="020B0604030504040204" pitchFamily="34" charset="0"/>
              </a:rPr>
              <a:pPr>
                <a:spcBef>
                  <a:spcPct val="0"/>
                </a:spcBef>
                <a:buFontTx/>
                <a:buNone/>
              </a:pPr>
              <a:t>2</a:t>
            </a:fld>
            <a:endParaRPr lang="zh-CN" altLang="en-US" sz="1300">
              <a:solidFill>
                <a:srgbClr val="000000"/>
              </a:solidFill>
              <a:latin typeface="Tahoma" panose="020B0604030504040204" pitchFamily="34" charset="0"/>
            </a:endParaRPr>
          </a:p>
        </p:txBody>
      </p:sp>
      <p:sp>
        <p:nvSpPr>
          <p:cNvPr id="19459" name="Rectangle 2"/>
          <p:cNvSpPr>
            <a:spLocks noGrp="1" noRot="1" noChangeAspect="1" noChangeArrowheads="1" noTextEdit="1"/>
          </p:cNvSpPr>
          <p:nvPr>
            <p:ph type="sldImg" idx="4294967295"/>
          </p:nvPr>
        </p:nvSpPr>
        <p:spPr>
          <a:ln/>
        </p:spPr>
      </p:sp>
      <p:sp>
        <p:nvSpPr>
          <p:cNvPr id="19460" name="Rectangle 3"/>
          <p:cNvSpPr>
            <a:spLocks noGrp="1" noChangeArrowheads="1"/>
          </p:cNvSpPr>
          <p:nvPr>
            <p:ph type="body" idx="4294967295"/>
          </p:nvPr>
        </p:nvSpPr>
        <p:spPr/>
        <p:txBody>
          <a:bodyPr/>
          <a:lstStyle/>
          <a:p>
            <a:pPr eaLnBrk="1" hangingPunct="1"/>
            <a:endParaRPr lang="zh-CN" altLang="en-US" dirty="0"/>
          </a:p>
        </p:txBody>
      </p:sp>
    </p:spTree>
    <p:extLst>
      <p:ext uri="{BB962C8B-B14F-4D97-AF65-F5344CB8AC3E}">
        <p14:creationId xmlns:p14="http://schemas.microsoft.com/office/powerpoint/2010/main" val="677366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幻灯片图像占位符 1"/>
          <p:cNvSpPr>
            <a:spLocks noGrp="1" noRot="1" noChangeAspect="1" noChangeArrowheads="1" noTextEdit="1"/>
          </p:cNvSpPr>
          <p:nvPr>
            <p:ph type="sldImg" idx="4294967295"/>
          </p:nvPr>
        </p:nvSpPr>
        <p:spPr>
          <a:ln/>
        </p:spPr>
      </p:sp>
      <p:sp>
        <p:nvSpPr>
          <p:cNvPr id="21507" name="备注占位符 2"/>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2150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2DBA6E4D-3681-4925-977C-FC55145DD4AC}" type="slidenum">
              <a:rPr lang="zh-CN" altLang="en-US" sz="1300">
                <a:solidFill>
                  <a:srgbClr val="000000"/>
                </a:solidFill>
                <a:latin typeface="Tahoma" panose="020B0604030504040204" pitchFamily="34" charset="0"/>
              </a:rPr>
              <a:pPr>
                <a:spcBef>
                  <a:spcPct val="0"/>
                </a:spcBef>
                <a:buFontTx/>
                <a:buNone/>
              </a:pPr>
              <a:t>3</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25072975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0913">
              <a:defRPr>
                <a:solidFill>
                  <a:schemeClr val="tx1"/>
                </a:solidFill>
                <a:latin typeface="Tahoma" panose="020B0604030504040204" pitchFamily="34" charset="0"/>
                <a:ea typeface="宋体" panose="02010600030101010101" pitchFamily="2" charset="-122"/>
              </a:defRPr>
            </a:lvl1pPr>
            <a:lvl2pPr marL="742950" indent="-285750" defTabSz="950913">
              <a:defRPr>
                <a:solidFill>
                  <a:schemeClr val="tx1"/>
                </a:solidFill>
                <a:latin typeface="Tahoma" panose="020B0604030504040204" pitchFamily="34" charset="0"/>
                <a:ea typeface="宋体" panose="02010600030101010101" pitchFamily="2" charset="-122"/>
              </a:defRPr>
            </a:lvl2pPr>
            <a:lvl3pPr marL="1143000" indent="-228600" defTabSz="950913">
              <a:defRPr>
                <a:solidFill>
                  <a:schemeClr val="tx1"/>
                </a:solidFill>
                <a:latin typeface="Tahoma" panose="020B0604030504040204" pitchFamily="34" charset="0"/>
                <a:ea typeface="宋体" panose="02010600030101010101" pitchFamily="2" charset="-122"/>
              </a:defRPr>
            </a:lvl3pPr>
            <a:lvl4pPr marL="1600200" indent="-228600" defTabSz="950913">
              <a:defRPr>
                <a:solidFill>
                  <a:schemeClr val="tx1"/>
                </a:solidFill>
                <a:latin typeface="Tahoma" panose="020B0604030504040204" pitchFamily="34" charset="0"/>
                <a:ea typeface="宋体" panose="02010600030101010101" pitchFamily="2" charset="-122"/>
              </a:defRPr>
            </a:lvl4pPr>
            <a:lvl5pPr marL="2057400" indent="-228600" defTabSz="950913">
              <a:defRPr>
                <a:solidFill>
                  <a:schemeClr val="tx1"/>
                </a:solidFill>
                <a:latin typeface="Tahoma" panose="020B0604030504040204" pitchFamily="34" charset="0"/>
                <a:ea typeface="宋体" panose="02010600030101010101" pitchFamily="2" charset="-122"/>
              </a:defRPr>
            </a:lvl5pPr>
            <a:lvl6pPr marL="25146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defTabSz="95091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A066AE3C-C276-474C-B77C-EC062491D75C}" type="slidenum">
              <a:rPr lang="zh-CN" altLang="en-US" smtClean="0"/>
              <a:pPr/>
              <a:t>4</a:t>
            </a:fld>
            <a:endParaRPr lang="en-US" altLang="zh-CN"/>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175826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ChangeArrowheads="1" noTextEdit="1"/>
          </p:cNvSpPr>
          <p:nvPr>
            <p:ph type="sldImg" idx="4294967295"/>
          </p:nvPr>
        </p:nvSpPr>
        <p:spPr>
          <a:ln/>
        </p:spPr>
      </p:sp>
      <p:sp>
        <p:nvSpPr>
          <p:cNvPr id="23555" name="备注占位符 2"/>
          <p:cNvSpPr>
            <a:spLocks noGrp="1" noChangeArrowheads="1"/>
          </p:cNvSpPr>
          <p:nvPr>
            <p:ph type="body" idx="4294967295"/>
          </p:nvPr>
        </p:nvSpPr>
        <p:spPr/>
        <p:txBody>
          <a:bodyPr/>
          <a:lstStyle/>
          <a:p>
            <a:endParaRPr lang="zh-CN" altLang="en-US"/>
          </a:p>
        </p:txBody>
      </p:sp>
      <p:sp>
        <p:nvSpPr>
          <p:cNvPr id="2355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BD371E88-3044-4DEF-8061-81E0B850BC2C}" type="slidenum">
              <a:rPr lang="zh-CN" altLang="en-US" sz="1300">
                <a:latin typeface="Tahoma" panose="020B0604030504040204" pitchFamily="34" charset="0"/>
              </a:rPr>
              <a:pPr>
                <a:spcBef>
                  <a:spcPct val="0"/>
                </a:spcBef>
                <a:buFontTx/>
                <a:buNone/>
              </a:pPr>
              <a:t>5</a:t>
            </a:fld>
            <a:endParaRPr lang="zh-CN" altLang="en-US" sz="1300">
              <a:latin typeface="Tahoma" panose="020B0604030504040204" pitchFamily="34" charset="0"/>
            </a:endParaRPr>
          </a:p>
        </p:txBody>
      </p:sp>
    </p:spTree>
    <p:extLst>
      <p:ext uri="{BB962C8B-B14F-4D97-AF65-F5344CB8AC3E}">
        <p14:creationId xmlns:p14="http://schemas.microsoft.com/office/powerpoint/2010/main" val="7802715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ChangeArrowheads="1" noTextEdit="1"/>
          </p:cNvSpPr>
          <p:nvPr>
            <p:ph type="sldImg" idx="4294967295"/>
          </p:nvPr>
        </p:nvSpPr>
        <p:spPr>
          <a:ln/>
        </p:spPr>
      </p:sp>
      <p:sp>
        <p:nvSpPr>
          <p:cNvPr id="25603" name="备注占位符 2"/>
          <p:cNvSpPr>
            <a:spLocks noGrp="1" noChangeArrowheads="1"/>
          </p:cNvSpPr>
          <p:nvPr>
            <p:ph type="body" idx="4294967295"/>
          </p:nvPr>
        </p:nvSpPr>
        <p:spPr/>
        <p:txBody>
          <a:bodyPr/>
          <a:lstStyle/>
          <a:p>
            <a:endParaRPr lang="zh-CN" altLang="en-US"/>
          </a:p>
        </p:txBody>
      </p:sp>
      <p:sp>
        <p:nvSpPr>
          <p:cNvPr id="2560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E5503505-4878-4030-B56F-2065574FB6BD}" type="slidenum">
              <a:rPr lang="zh-CN" altLang="en-US" sz="1300">
                <a:latin typeface="Tahoma" panose="020B0604030504040204" pitchFamily="34" charset="0"/>
              </a:rPr>
              <a:pPr>
                <a:spcBef>
                  <a:spcPct val="0"/>
                </a:spcBef>
                <a:buFontTx/>
                <a:buNone/>
              </a:pPr>
              <a:t>6</a:t>
            </a:fld>
            <a:endParaRPr lang="zh-CN" altLang="en-US" sz="1300">
              <a:latin typeface="Tahoma" panose="020B0604030504040204" pitchFamily="34" charset="0"/>
            </a:endParaRPr>
          </a:p>
        </p:txBody>
      </p:sp>
    </p:spTree>
    <p:extLst>
      <p:ext uri="{BB962C8B-B14F-4D97-AF65-F5344CB8AC3E}">
        <p14:creationId xmlns:p14="http://schemas.microsoft.com/office/powerpoint/2010/main" val="3439261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ChangeArrowheads="1" noTextEdit="1"/>
          </p:cNvSpPr>
          <p:nvPr>
            <p:ph type="sldImg" idx="4294967295"/>
          </p:nvPr>
        </p:nvSpPr>
        <p:spPr>
          <a:ln/>
        </p:spPr>
      </p:sp>
      <p:sp>
        <p:nvSpPr>
          <p:cNvPr id="27651" name="备注占位符 2"/>
          <p:cNvSpPr>
            <a:spLocks noGrp="1" noChangeArrowheads="1"/>
          </p:cNvSpPr>
          <p:nvPr>
            <p:ph type="body" idx="4294967295"/>
          </p:nvPr>
        </p:nvSpPr>
        <p:spPr/>
        <p:txBody>
          <a:bodyPr/>
          <a:lstStyle/>
          <a:p>
            <a:endParaRPr lang="zh-CN" altLang="en-US" dirty="0"/>
          </a:p>
        </p:txBody>
      </p:sp>
      <p:sp>
        <p:nvSpPr>
          <p:cNvPr id="276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30ECEFC0-B19A-406D-9E24-4BDB78886BFE}" type="slidenum">
              <a:rPr lang="zh-CN" altLang="en-US" sz="1300">
                <a:latin typeface="Tahoma" panose="020B0604030504040204" pitchFamily="34" charset="0"/>
              </a:rPr>
              <a:pPr>
                <a:spcBef>
                  <a:spcPct val="0"/>
                </a:spcBef>
                <a:buFontTx/>
                <a:buNone/>
              </a:pPr>
              <a:t>7</a:t>
            </a:fld>
            <a:endParaRPr lang="zh-CN" altLang="en-US" sz="1300">
              <a:latin typeface="Tahoma" panose="020B0604030504040204" pitchFamily="34" charset="0"/>
            </a:endParaRPr>
          </a:p>
        </p:txBody>
      </p:sp>
    </p:spTree>
    <p:extLst>
      <p:ext uri="{BB962C8B-B14F-4D97-AF65-F5344CB8AC3E}">
        <p14:creationId xmlns:p14="http://schemas.microsoft.com/office/powerpoint/2010/main" val="4210446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6F80149-371B-4E4D-B384-3212CE87311A}" type="slidenum">
              <a:rPr lang="zh-CN" altLang="en-US" sz="1300">
                <a:solidFill>
                  <a:srgbClr val="000000"/>
                </a:solidFill>
                <a:latin typeface="Tahoma" panose="020B0604030504040204" pitchFamily="34" charset="0"/>
              </a:rPr>
              <a:pPr>
                <a:spcBef>
                  <a:spcPct val="0"/>
                </a:spcBef>
                <a:buFontTx/>
                <a:buNone/>
              </a:pPr>
              <a:t>8</a:t>
            </a:fld>
            <a:endParaRPr lang="zh-CN" altLang="en-US" sz="1300">
              <a:solidFill>
                <a:srgbClr val="000000"/>
              </a:solidFill>
              <a:latin typeface="Tahoma" panose="020B0604030504040204" pitchFamily="34" charset="0"/>
            </a:endParaRPr>
          </a:p>
        </p:txBody>
      </p:sp>
      <p:sp>
        <p:nvSpPr>
          <p:cNvPr id="29699" name="Rectangle 2"/>
          <p:cNvSpPr>
            <a:spLocks noGrp="1" noRot="1" noChangeAspect="1" noChangeArrowheads="1" noTextEdit="1"/>
          </p:cNvSpPr>
          <p:nvPr>
            <p:ph type="sldImg" idx="4294967295"/>
          </p:nvPr>
        </p:nvSpPr>
        <p:spPr>
          <a:ln/>
        </p:spPr>
      </p:sp>
      <p:sp>
        <p:nvSpPr>
          <p:cNvPr id="29700" name="Rectangle 3"/>
          <p:cNvSpPr>
            <a:spLocks noGrp="1" noChangeArrowheads="1"/>
          </p:cNvSpPr>
          <p:nvPr>
            <p:ph type="body" idx="4294967295"/>
          </p:nvPr>
        </p:nvSpPr>
        <p:spPr/>
        <p:txBody>
          <a:bodyPr/>
          <a:lstStyle/>
          <a:p>
            <a:pPr eaLnBrk="1" hangingPunct="1">
              <a:lnSpc>
                <a:spcPct val="120000"/>
              </a:lnSpc>
            </a:pPr>
            <a:endParaRPr lang="en-US" altLang="zh-CN" dirty="0"/>
          </a:p>
        </p:txBody>
      </p:sp>
    </p:spTree>
    <p:extLst>
      <p:ext uri="{BB962C8B-B14F-4D97-AF65-F5344CB8AC3E}">
        <p14:creationId xmlns:p14="http://schemas.microsoft.com/office/powerpoint/2010/main" val="712787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EA57059C-8E4B-452B-9AC4-10BA137EB1C2}" type="slidenum">
              <a:rPr lang="zh-CN" altLang="en-US" sz="1300">
                <a:latin typeface="Tahoma" panose="020B0604030504040204" pitchFamily="34" charset="0"/>
              </a:rPr>
              <a:pPr>
                <a:spcBef>
                  <a:spcPct val="0"/>
                </a:spcBef>
                <a:buFontTx/>
                <a:buNone/>
              </a:pPr>
              <a:t>9</a:t>
            </a:fld>
            <a:endParaRPr lang="zh-CN" altLang="en-US" sz="1300">
              <a:latin typeface="Tahoma" panose="020B0604030504040204" pitchFamily="34" charset="0"/>
            </a:endParaRPr>
          </a:p>
        </p:txBody>
      </p:sp>
      <p:sp>
        <p:nvSpPr>
          <p:cNvPr id="31747" name="Rectangle 2"/>
          <p:cNvSpPr>
            <a:spLocks noGrp="1" noRot="1" noChangeAspect="1" noChangeArrowheads="1" noTextEdit="1"/>
          </p:cNvSpPr>
          <p:nvPr>
            <p:ph type="sldImg" idx="4294967295"/>
          </p:nvPr>
        </p:nvSpPr>
        <p:spPr>
          <a:ln/>
        </p:spPr>
      </p:sp>
      <p:sp>
        <p:nvSpPr>
          <p:cNvPr id="31748" name="Rectangle 3"/>
          <p:cNvSpPr>
            <a:spLocks noGrp="1" noChangeArrowheads="1"/>
          </p:cNvSpPr>
          <p:nvPr>
            <p:ph type="body" idx="4294967295"/>
          </p:nvPr>
        </p:nvSpPr>
        <p:spPr/>
        <p:txBody>
          <a:bodyPr/>
          <a:lstStyle/>
          <a:p>
            <a:pPr eaLnBrk="1" hangingPunct="1"/>
            <a:endParaRPr lang="zh-CN" altLang="en-US" dirty="0"/>
          </a:p>
        </p:txBody>
      </p:sp>
    </p:spTree>
    <p:extLst>
      <p:ext uri="{BB962C8B-B14F-4D97-AF65-F5344CB8AC3E}">
        <p14:creationId xmlns:p14="http://schemas.microsoft.com/office/powerpoint/2010/main" val="2465641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337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defRPr>
                <a:solidFill>
                  <a:schemeClr val="tx1"/>
                </a:solidFill>
                <a:latin typeface="Tahoma" panose="020B0604030504040204" pitchFamily="34" charset="0"/>
                <a:ea typeface="宋体" panose="02010600030101010101" pitchFamily="2" charset="-122"/>
              </a:defRPr>
            </a:lvl1pPr>
            <a:lvl2pPr marL="741912" indent="-284527" defTabSz="951483">
              <a:defRPr>
                <a:solidFill>
                  <a:schemeClr val="tx1"/>
                </a:solidFill>
                <a:latin typeface="Tahoma" panose="020B0604030504040204" pitchFamily="34" charset="0"/>
                <a:ea typeface="宋体" panose="02010600030101010101" pitchFamily="2" charset="-122"/>
              </a:defRPr>
            </a:lvl2pPr>
            <a:lvl3pPr marL="1142698" indent="-227928" defTabSz="951483">
              <a:defRPr>
                <a:solidFill>
                  <a:schemeClr val="tx1"/>
                </a:solidFill>
                <a:latin typeface="Tahoma" panose="020B0604030504040204" pitchFamily="34" charset="0"/>
                <a:ea typeface="宋体" panose="02010600030101010101" pitchFamily="2" charset="-122"/>
              </a:defRPr>
            </a:lvl3pPr>
            <a:lvl4pPr marL="1600082" indent="-227928" defTabSz="951483">
              <a:defRPr>
                <a:solidFill>
                  <a:schemeClr val="tx1"/>
                </a:solidFill>
                <a:latin typeface="Tahoma" panose="020B0604030504040204" pitchFamily="34" charset="0"/>
                <a:ea typeface="宋体" panose="02010600030101010101" pitchFamily="2" charset="-122"/>
              </a:defRPr>
            </a:lvl4pPr>
            <a:lvl5pPr marL="2055937" indent="-227928" defTabSz="951483">
              <a:defRPr>
                <a:solidFill>
                  <a:schemeClr val="tx1"/>
                </a:solidFill>
                <a:latin typeface="Tahoma" panose="020B0604030504040204" pitchFamily="34" charset="0"/>
                <a:ea typeface="宋体" panose="02010600030101010101" pitchFamily="2" charset="-122"/>
              </a:defRPr>
            </a:lvl5pPr>
            <a:lvl6pPr marL="2496495" indent="-227928" defTabSz="95148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37053" indent="-227928" defTabSz="95148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377611" indent="-227928" defTabSz="95148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18169" indent="-227928" defTabSz="95148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28BE4631-5B25-4A0C-B0D1-F25BC2DE2C61}" type="slidenum">
              <a:rPr lang="zh-CN" altLang="en-US" smtClean="0">
                <a:solidFill>
                  <a:srgbClr val="000000"/>
                </a:solidFill>
              </a:rPr>
              <a:pPr/>
              <a:t>10</a:t>
            </a:fld>
            <a:endParaRPr lang="en-US" altLang="zh-CN">
              <a:solidFill>
                <a:srgbClr val="000000"/>
              </a:solidFill>
            </a:endParaRPr>
          </a:p>
        </p:txBody>
      </p:sp>
    </p:spTree>
    <p:extLst>
      <p:ext uri="{BB962C8B-B14F-4D97-AF65-F5344CB8AC3E}">
        <p14:creationId xmlns:p14="http://schemas.microsoft.com/office/powerpoint/2010/main" val="715064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ChangeArrowheads="1" noTextEdit="1"/>
          </p:cNvSpPr>
          <p:nvPr>
            <p:ph type="sldImg" idx="4294967295"/>
          </p:nvPr>
        </p:nvSpPr>
        <p:spPr>
          <a:ln/>
        </p:spPr>
      </p:sp>
      <p:sp>
        <p:nvSpPr>
          <p:cNvPr id="41987" name="备注占位符 2"/>
          <p:cNvSpPr>
            <a:spLocks noGrp="1" noChangeArrowheads="1"/>
          </p:cNvSpPr>
          <p:nvPr>
            <p:ph type="body" idx="4294967295"/>
          </p:nvPr>
        </p:nvSpPr>
        <p:spPr/>
        <p:txBody>
          <a:bodyPr/>
          <a:lstStyle/>
          <a:p>
            <a:pPr eaLnBrk="1" hangingPunct="1"/>
            <a:endParaRPr lang="en-US" altLang="zh-CN" dirty="0"/>
          </a:p>
        </p:txBody>
      </p:sp>
      <p:sp>
        <p:nvSpPr>
          <p:cNvPr id="4198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B0424F76-FD58-455E-9E91-2BB6452060EE}" type="slidenum">
              <a:rPr lang="zh-CN" altLang="en-US" sz="1300">
                <a:latin typeface="Tahoma" panose="020B0604030504040204" pitchFamily="34" charset="0"/>
              </a:rPr>
              <a:pPr>
                <a:spcBef>
                  <a:spcPct val="0"/>
                </a:spcBef>
                <a:buFontTx/>
                <a:buNone/>
              </a:pPr>
              <a:t>11</a:t>
            </a:fld>
            <a:endParaRPr lang="zh-CN" altLang="en-US" sz="1300">
              <a:latin typeface="Tahoma" panose="020B0604030504040204" pitchFamily="34" charset="0"/>
            </a:endParaRPr>
          </a:p>
        </p:txBody>
      </p:sp>
    </p:spTree>
    <p:extLst>
      <p:ext uri="{BB962C8B-B14F-4D97-AF65-F5344CB8AC3E}">
        <p14:creationId xmlns:p14="http://schemas.microsoft.com/office/powerpoint/2010/main" val="23143002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ChangeArrowheads="1" noTextEdit="1"/>
          </p:cNvSpPr>
          <p:nvPr>
            <p:ph type="sldImg" idx="4294967295"/>
          </p:nvPr>
        </p:nvSpPr>
        <p:spPr>
          <a:ln/>
        </p:spPr>
      </p:sp>
      <p:sp>
        <p:nvSpPr>
          <p:cNvPr id="35843" name="备注占位符 2"/>
          <p:cNvSpPr>
            <a:spLocks noGrp="1" noChangeArrowheads="1"/>
          </p:cNvSpPr>
          <p:nvPr>
            <p:ph type="body" idx="4294967295"/>
          </p:nvPr>
        </p:nvSpPr>
        <p:spPr/>
        <p:txBody>
          <a:bodyPr/>
          <a:lstStyle/>
          <a:p>
            <a:pPr marL="0" lvl="1"/>
            <a:endParaRPr lang="zh-CN" altLang="en-US" dirty="0"/>
          </a:p>
        </p:txBody>
      </p:sp>
      <p:sp>
        <p:nvSpPr>
          <p:cNvPr id="3584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80D25A47-82BB-4788-A442-385FBFC9C00B}" type="slidenum">
              <a:rPr lang="zh-CN" altLang="en-US" sz="1300">
                <a:latin typeface="Tahoma" panose="020B0604030504040204" pitchFamily="34" charset="0"/>
              </a:rPr>
              <a:pPr>
                <a:spcBef>
                  <a:spcPct val="0"/>
                </a:spcBef>
                <a:buFontTx/>
                <a:buNone/>
              </a:pPr>
              <a:t>12</a:t>
            </a:fld>
            <a:endParaRPr lang="zh-CN" altLang="en-US" sz="1300">
              <a:latin typeface="Tahoma" panose="020B0604030504040204" pitchFamily="34" charset="0"/>
            </a:endParaRPr>
          </a:p>
        </p:txBody>
      </p:sp>
    </p:spTree>
    <p:extLst>
      <p:ext uri="{BB962C8B-B14F-4D97-AF65-F5344CB8AC3E}">
        <p14:creationId xmlns:p14="http://schemas.microsoft.com/office/powerpoint/2010/main" val="28803373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1633245F-714D-4768-BDE2-BC59F49DB8AF}" type="slidenum">
              <a:rPr lang="zh-CN" altLang="en-US" sz="1300">
                <a:latin typeface="Tahoma" panose="020B0604030504040204" pitchFamily="34" charset="0"/>
              </a:rPr>
              <a:pPr>
                <a:spcBef>
                  <a:spcPct val="0"/>
                </a:spcBef>
                <a:buFontTx/>
                <a:buNone/>
              </a:pPr>
              <a:t>13</a:t>
            </a:fld>
            <a:endParaRPr lang="zh-CN" altLang="en-US" sz="1300">
              <a:latin typeface="Tahoma" panose="020B0604030504040204" pitchFamily="34" charset="0"/>
            </a:endParaRPr>
          </a:p>
        </p:txBody>
      </p:sp>
      <p:sp>
        <p:nvSpPr>
          <p:cNvPr id="39939" name="Rectangle 2"/>
          <p:cNvSpPr>
            <a:spLocks noGrp="1" noRot="1" noChangeAspect="1" noChangeArrowheads="1" noTextEdit="1"/>
          </p:cNvSpPr>
          <p:nvPr>
            <p:ph type="sldImg" idx="4294967295"/>
          </p:nvPr>
        </p:nvSpPr>
        <p:spPr>
          <a:ln/>
        </p:spPr>
      </p:sp>
      <p:sp>
        <p:nvSpPr>
          <p:cNvPr id="39940" name="Rectangle 3"/>
          <p:cNvSpPr>
            <a:spLocks noGrp="1" noChangeArrowheads="1"/>
          </p:cNvSpPr>
          <p:nvPr>
            <p:ph type="body" idx="4294967295"/>
          </p:nvPr>
        </p:nvSpPr>
        <p:spPr/>
        <p:txBody>
          <a:bodyPr/>
          <a:lstStyle/>
          <a:p>
            <a:pPr eaLnBrk="1" hangingPunct="1"/>
            <a:endParaRPr lang="zh-CN" altLang="en-US" dirty="0"/>
          </a:p>
        </p:txBody>
      </p:sp>
    </p:spTree>
    <p:extLst>
      <p:ext uri="{BB962C8B-B14F-4D97-AF65-F5344CB8AC3E}">
        <p14:creationId xmlns:p14="http://schemas.microsoft.com/office/powerpoint/2010/main" val="744280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幻灯片图像占位符 1"/>
          <p:cNvSpPr>
            <a:spLocks noGrp="1" noRot="1" noChangeAspect="1" noChangeArrowheads="1" noTextEdit="1"/>
          </p:cNvSpPr>
          <p:nvPr>
            <p:ph type="sldImg" idx="4294967295"/>
          </p:nvPr>
        </p:nvSpPr>
        <p:spPr>
          <a:ln/>
        </p:spPr>
      </p:sp>
      <p:sp>
        <p:nvSpPr>
          <p:cNvPr id="44035" name="备注占位符 2"/>
          <p:cNvSpPr>
            <a:spLocks noGrp="1" noChangeArrowheads="1"/>
          </p:cNvSpPr>
          <p:nvPr>
            <p:ph type="body" idx="4294967295"/>
          </p:nvPr>
        </p:nvSpPr>
        <p:spPr/>
        <p:txBody>
          <a:bodyPr/>
          <a:lstStyle/>
          <a:p>
            <a:endParaRPr lang="zh-CN" altLang="en-US" dirty="0"/>
          </a:p>
        </p:txBody>
      </p:sp>
      <p:sp>
        <p:nvSpPr>
          <p:cNvPr id="4403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33C3B3FC-4AAD-4490-A39A-F6A2C5F9EC0D}" type="slidenum">
              <a:rPr lang="zh-CN" altLang="en-US" sz="1300">
                <a:latin typeface="Tahoma" panose="020B0604030504040204" pitchFamily="34" charset="0"/>
              </a:rPr>
              <a:pPr>
                <a:spcBef>
                  <a:spcPct val="0"/>
                </a:spcBef>
                <a:buFontTx/>
                <a:buNone/>
              </a:pPr>
              <a:t>14</a:t>
            </a:fld>
            <a:endParaRPr lang="zh-CN" altLang="en-US" sz="1300">
              <a:latin typeface="Tahoma" panose="020B0604030504040204" pitchFamily="34" charset="0"/>
            </a:endParaRPr>
          </a:p>
        </p:txBody>
      </p:sp>
    </p:spTree>
    <p:extLst>
      <p:ext uri="{BB962C8B-B14F-4D97-AF65-F5344CB8AC3E}">
        <p14:creationId xmlns:p14="http://schemas.microsoft.com/office/powerpoint/2010/main" val="1805715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幻灯片图像占位符 1"/>
          <p:cNvSpPr>
            <a:spLocks noGrp="1" noRot="1" noChangeAspect="1" noChangeArrowheads="1" noTextEdit="1"/>
          </p:cNvSpPr>
          <p:nvPr>
            <p:ph type="sldImg" idx="4294967295"/>
          </p:nvPr>
        </p:nvSpPr>
        <p:spPr>
          <a:ln/>
        </p:spPr>
      </p:sp>
      <p:sp>
        <p:nvSpPr>
          <p:cNvPr id="46083" name="备注占位符 2"/>
          <p:cNvSpPr>
            <a:spLocks noGrp="1" noChangeArrowheads="1"/>
          </p:cNvSpPr>
          <p:nvPr>
            <p:ph type="body" idx="4294967295"/>
          </p:nvPr>
        </p:nvSpPr>
        <p:spPr/>
        <p:txBody>
          <a:bodyPr/>
          <a:lstStyle/>
          <a:p>
            <a:endParaRPr lang="en-US" altLang="zh-CN" dirty="0"/>
          </a:p>
        </p:txBody>
      </p:sp>
      <p:sp>
        <p:nvSpPr>
          <p:cNvPr id="4608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74AB3447-42BF-4224-A7F1-65C02811139A}" type="slidenum">
              <a:rPr lang="zh-CN" altLang="en-US" sz="1300">
                <a:solidFill>
                  <a:srgbClr val="000000"/>
                </a:solidFill>
                <a:latin typeface="Tahoma" panose="020B0604030504040204" pitchFamily="34" charset="0"/>
              </a:rPr>
              <a:pPr>
                <a:spcBef>
                  <a:spcPct val="0"/>
                </a:spcBef>
                <a:buFontTx/>
                <a:buNone/>
              </a:pPr>
              <a:t>15</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15863603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ChangeArrowheads="1" noTextEdit="1"/>
          </p:cNvSpPr>
          <p:nvPr>
            <p:ph type="sldImg" idx="4294967295"/>
          </p:nvPr>
        </p:nvSpPr>
        <p:spPr>
          <a:ln/>
        </p:spPr>
      </p:sp>
      <p:sp>
        <p:nvSpPr>
          <p:cNvPr id="48131" name="备注占位符 2"/>
          <p:cNvSpPr>
            <a:spLocks noGrp="1" noChangeArrowheads="1"/>
          </p:cNvSpPr>
          <p:nvPr>
            <p:ph type="body" idx="4294967295"/>
          </p:nvPr>
        </p:nvSpPr>
        <p:spPr/>
        <p:txBody>
          <a:bodyPr/>
          <a:lstStyle/>
          <a:p>
            <a:pPr eaLnBrk="1" hangingPunct="1"/>
            <a:endParaRPr lang="en-US" altLang="zh-CN" dirty="0"/>
          </a:p>
        </p:txBody>
      </p:sp>
      <p:sp>
        <p:nvSpPr>
          <p:cNvPr id="4813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D11E7953-19A3-4024-B44E-2E4D5A7FCB33}" type="slidenum">
              <a:rPr lang="zh-CN" altLang="en-US" sz="1300">
                <a:solidFill>
                  <a:srgbClr val="000000"/>
                </a:solidFill>
                <a:latin typeface="Tahoma" panose="020B0604030504040204" pitchFamily="34" charset="0"/>
              </a:rPr>
              <a:pPr>
                <a:spcBef>
                  <a:spcPct val="0"/>
                </a:spcBef>
                <a:buFontTx/>
                <a:buNone/>
              </a:pPr>
              <a:t>16</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16181999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p:spPr>
      </p:sp>
      <p:sp>
        <p:nvSpPr>
          <p:cNvPr id="50179" name="备注占位符 2"/>
          <p:cNvSpPr>
            <a:spLocks noGrp="1" noChangeArrowheads="1"/>
          </p:cNvSpPr>
          <p:nvPr>
            <p:ph type="body" idx="4294967295"/>
          </p:nvPr>
        </p:nvSpPr>
        <p:spPr/>
        <p:txBody>
          <a:bodyPr/>
          <a:lstStyle/>
          <a:p>
            <a:endParaRPr lang="zh-CN" altLang="en-US" dirty="0"/>
          </a:p>
        </p:txBody>
      </p:sp>
      <p:sp>
        <p:nvSpPr>
          <p:cNvPr id="5018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867D6030-D9DD-4474-8336-DA3415B18569}" type="slidenum">
              <a:rPr lang="zh-CN" altLang="en-US" sz="1300">
                <a:solidFill>
                  <a:srgbClr val="000000"/>
                </a:solidFill>
                <a:latin typeface="Tahoma" panose="020B0604030504040204" pitchFamily="34" charset="0"/>
              </a:rPr>
              <a:pPr>
                <a:spcBef>
                  <a:spcPct val="0"/>
                </a:spcBef>
                <a:buFontTx/>
                <a:buNone/>
              </a:pPr>
              <a:t>17</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23077574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ChangeArrowheads="1" noTextEdit="1"/>
          </p:cNvSpPr>
          <p:nvPr>
            <p:ph type="sldImg" idx="4294967295"/>
          </p:nvPr>
        </p:nvSpPr>
        <p:spPr>
          <a:ln/>
        </p:spPr>
      </p:sp>
      <p:sp>
        <p:nvSpPr>
          <p:cNvPr id="52227" name="备注占位符 2"/>
          <p:cNvSpPr>
            <a:spLocks noGrp="1" noChangeArrowheads="1"/>
          </p:cNvSpPr>
          <p:nvPr>
            <p:ph type="body" idx="4294967295"/>
          </p:nvPr>
        </p:nvSpPr>
        <p:spPr/>
        <p:txBody>
          <a:bodyPr/>
          <a:lstStyle/>
          <a:p>
            <a:endParaRPr lang="zh-CN" altLang="en-US" dirty="0"/>
          </a:p>
        </p:txBody>
      </p:sp>
      <p:sp>
        <p:nvSpPr>
          <p:cNvPr id="5222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0D12ED3C-B101-4620-B842-99B39E3E70BF}" type="slidenum">
              <a:rPr lang="zh-CN" altLang="en-US" sz="1300">
                <a:latin typeface="Tahoma" panose="020B0604030504040204" pitchFamily="34" charset="0"/>
              </a:rPr>
              <a:pPr>
                <a:spcBef>
                  <a:spcPct val="0"/>
                </a:spcBef>
                <a:buFontTx/>
                <a:buNone/>
              </a:pPr>
              <a:t>19</a:t>
            </a:fld>
            <a:endParaRPr lang="zh-CN" altLang="en-US" sz="1300">
              <a:latin typeface="Tahoma" panose="020B0604030504040204" pitchFamily="34" charset="0"/>
            </a:endParaRPr>
          </a:p>
        </p:txBody>
      </p:sp>
    </p:spTree>
    <p:extLst>
      <p:ext uri="{BB962C8B-B14F-4D97-AF65-F5344CB8AC3E}">
        <p14:creationId xmlns:p14="http://schemas.microsoft.com/office/powerpoint/2010/main" val="9311716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ChangeArrowheads="1" noTextEdit="1"/>
          </p:cNvSpPr>
          <p:nvPr>
            <p:ph type="sldImg" idx="4294967295"/>
          </p:nvPr>
        </p:nvSpPr>
        <p:spPr>
          <a:ln/>
        </p:spPr>
      </p:sp>
      <p:sp>
        <p:nvSpPr>
          <p:cNvPr id="54275" name="备注占位符 2"/>
          <p:cNvSpPr>
            <a:spLocks noGrp="1" noChangeArrowheads="1"/>
          </p:cNvSpPr>
          <p:nvPr>
            <p:ph type="body" idx="4294967295"/>
          </p:nvPr>
        </p:nvSpPr>
        <p:spPr/>
        <p:txBody>
          <a:bodyPr/>
          <a:lstStyle/>
          <a:p>
            <a:endParaRPr lang="zh-CN" altLang="en-US"/>
          </a:p>
        </p:txBody>
      </p:sp>
      <p:sp>
        <p:nvSpPr>
          <p:cNvPr id="5427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583A7D67-44D8-4DEE-8227-890E73B999D0}" type="slidenum">
              <a:rPr lang="zh-CN" altLang="en-US" sz="1300">
                <a:latin typeface="Tahoma" panose="020B0604030504040204" pitchFamily="34" charset="0"/>
              </a:rPr>
              <a:pPr>
                <a:spcBef>
                  <a:spcPct val="0"/>
                </a:spcBef>
                <a:buFontTx/>
                <a:buNone/>
              </a:pPr>
              <a:t>20</a:t>
            </a:fld>
            <a:endParaRPr lang="zh-CN" altLang="en-US" sz="1300">
              <a:latin typeface="Tahoma" panose="020B0604030504040204" pitchFamily="34" charset="0"/>
            </a:endParaRPr>
          </a:p>
        </p:txBody>
      </p:sp>
    </p:spTree>
    <p:extLst>
      <p:ext uri="{BB962C8B-B14F-4D97-AF65-F5344CB8AC3E}">
        <p14:creationId xmlns:p14="http://schemas.microsoft.com/office/powerpoint/2010/main" val="13217063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ChangeArrowheads="1" noTextEdit="1"/>
          </p:cNvSpPr>
          <p:nvPr>
            <p:ph type="sldImg" idx="4294967295"/>
          </p:nvPr>
        </p:nvSpPr>
        <p:spPr>
          <a:ln/>
        </p:spPr>
      </p:sp>
      <p:sp>
        <p:nvSpPr>
          <p:cNvPr id="3" name="备注占位符 2"/>
          <p:cNvSpPr>
            <a:spLocks noGrp="1"/>
          </p:cNvSpPr>
          <p:nvPr>
            <p:ph type="body" idx="1"/>
          </p:nvPr>
        </p:nvSpPr>
        <p:spPr>
          <a:ln/>
        </p:spPr>
        <p:txBody>
          <a:bodyPr/>
          <a:lstStyle/>
          <a:p>
            <a:pPr>
              <a:defRPr/>
            </a:pPr>
            <a:endParaRPr lang="zh-CN" altLang="en-US" noProof="1"/>
          </a:p>
        </p:txBody>
      </p:sp>
      <p:sp>
        <p:nvSpPr>
          <p:cNvPr id="5632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279EE4C5-853B-419E-8ADD-20763D29E123}" type="slidenum">
              <a:rPr lang="zh-CN" altLang="en-US" sz="1300">
                <a:latin typeface="Tahoma" panose="020B0604030504040204" pitchFamily="34" charset="0"/>
              </a:rPr>
              <a:pPr>
                <a:spcBef>
                  <a:spcPct val="0"/>
                </a:spcBef>
                <a:buFontTx/>
                <a:buNone/>
              </a:pPr>
              <a:t>21</a:t>
            </a:fld>
            <a:endParaRPr lang="zh-CN" altLang="en-US" sz="1300">
              <a:latin typeface="Tahoma" panose="020B0604030504040204" pitchFamily="34" charset="0"/>
            </a:endParaRPr>
          </a:p>
        </p:txBody>
      </p:sp>
    </p:spTree>
    <p:extLst>
      <p:ext uri="{BB962C8B-B14F-4D97-AF65-F5344CB8AC3E}">
        <p14:creationId xmlns:p14="http://schemas.microsoft.com/office/powerpoint/2010/main" val="7140458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ChangeArrowheads="1" noTextEdit="1"/>
          </p:cNvSpPr>
          <p:nvPr>
            <p:ph type="sldImg" idx="4294967295"/>
          </p:nvPr>
        </p:nvSpPr>
        <p:spPr>
          <a:ln/>
        </p:spPr>
      </p:sp>
      <p:sp>
        <p:nvSpPr>
          <p:cNvPr id="58371" name="备注占位符 2"/>
          <p:cNvSpPr>
            <a:spLocks noGrp="1" noChangeArrowheads="1"/>
          </p:cNvSpPr>
          <p:nvPr>
            <p:ph type="body" idx="4294967295"/>
          </p:nvPr>
        </p:nvSpPr>
        <p:spPr/>
        <p:txBody>
          <a:bodyPr/>
          <a:lstStyle/>
          <a:p>
            <a:endParaRPr lang="zh-CN" altLang="en-US" dirty="0"/>
          </a:p>
        </p:txBody>
      </p:sp>
      <p:sp>
        <p:nvSpPr>
          <p:cNvPr id="5837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7C22BC2D-6A1B-4AE1-B8C1-55FFCCAB236C}" type="slidenum">
              <a:rPr lang="zh-CN" altLang="en-US" sz="1300">
                <a:latin typeface="Tahoma" panose="020B0604030504040204" pitchFamily="34" charset="0"/>
              </a:rPr>
              <a:pPr>
                <a:spcBef>
                  <a:spcPct val="0"/>
                </a:spcBef>
                <a:buFontTx/>
                <a:buNone/>
              </a:pPr>
              <a:t>22</a:t>
            </a:fld>
            <a:endParaRPr lang="zh-CN" altLang="en-US" sz="1300">
              <a:latin typeface="Tahoma" panose="020B0604030504040204" pitchFamily="34" charset="0"/>
            </a:endParaRPr>
          </a:p>
        </p:txBody>
      </p:sp>
    </p:spTree>
    <p:extLst>
      <p:ext uri="{BB962C8B-B14F-4D97-AF65-F5344CB8AC3E}">
        <p14:creationId xmlns:p14="http://schemas.microsoft.com/office/powerpoint/2010/main" val="27172070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p:cNvSpPr>
            <a:spLocks noGrp="1" noRot="1" noChangeAspect="1" noChangeArrowheads="1" noTextEdit="1"/>
          </p:cNvSpPr>
          <p:nvPr>
            <p:ph type="sldImg" idx="4294967295"/>
          </p:nvPr>
        </p:nvSpPr>
        <p:spPr>
          <a:ln/>
        </p:spPr>
      </p:sp>
      <p:sp>
        <p:nvSpPr>
          <p:cNvPr id="60419" name="备注占位符 2"/>
          <p:cNvSpPr>
            <a:spLocks noGrp="1" noChangeArrowheads="1"/>
          </p:cNvSpPr>
          <p:nvPr>
            <p:ph type="body" idx="4294967295"/>
          </p:nvPr>
        </p:nvSpPr>
        <p:spPr/>
        <p:txBody>
          <a:bodyPr/>
          <a:lstStyle/>
          <a:p>
            <a:endParaRPr lang="zh-CN" altLang="en-US"/>
          </a:p>
        </p:txBody>
      </p:sp>
      <p:sp>
        <p:nvSpPr>
          <p:cNvPr id="60420"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D1446C8B-D542-4756-9481-DC9EA181284A}" type="slidenum">
              <a:rPr lang="zh-CN" altLang="en-US" sz="1300">
                <a:latin typeface="Tahoma" panose="020B0604030504040204" pitchFamily="34" charset="0"/>
              </a:rPr>
              <a:pPr>
                <a:spcBef>
                  <a:spcPct val="0"/>
                </a:spcBef>
                <a:buFontTx/>
                <a:buNone/>
              </a:pPr>
              <a:t>23</a:t>
            </a:fld>
            <a:endParaRPr lang="zh-CN" altLang="en-US" sz="1300">
              <a:latin typeface="Tahoma" panose="020B0604030504040204" pitchFamily="34" charset="0"/>
            </a:endParaRPr>
          </a:p>
        </p:txBody>
      </p:sp>
    </p:spTree>
    <p:extLst>
      <p:ext uri="{BB962C8B-B14F-4D97-AF65-F5344CB8AC3E}">
        <p14:creationId xmlns:p14="http://schemas.microsoft.com/office/powerpoint/2010/main" val="38092402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p:cNvSpPr>
            <a:spLocks noGrp="1" noRot="1" noChangeAspect="1" noChangeArrowheads="1" noTextEdit="1"/>
          </p:cNvSpPr>
          <p:nvPr>
            <p:ph type="sldImg" idx="4294967295"/>
          </p:nvPr>
        </p:nvSpPr>
        <p:spPr>
          <a:ln/>
        </p:spPr>
      </p:sp>
      <p:sp>
        <p:nvSpPr>
          <p:cNvPr id="62467" name="备注占位符 2"/>
          <p:cNvSpPr>
            <a:spLocks noGrp="1" noChangeArrowheads="1"/>
          </p:cNvSpPr>
          <p:nvPr>
            <p:ph type="body" idx="4294967295"/>
          </p:nvPr>
        </p:nvSpPr>
        <p:spPr/>
        <p:txBody>
          <a:bodyPr/>
          <a:lstStyle/>
          <a:p>
            <a:pPr eaLnBrk="1" hangingPunct="1"/>
            <a:endParaRPr lang="en-US" altLang="zh-CN" dirty="0"/>
          </a:p>
        </p:txBody>
      </p:sp>
      <p:sp>
        <p:nvSpPr>
          <p:cNvPr id="62468"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EF50CA4E-CC1F-4F20-B1CC-9ECE9A94BA28}" type="slidenum">
              <a:rPr lang="zh-CN" altLang="en-US" sz="1300">
                <a:solidFill>
                  <a:srgbClr val="000000"/>
                </a:solidFill>
                <a:latin typeface="Tahoma" panose="020B0604030504040204" pitchFamily="34" charset="0"/>
              </a:rPr>
              <a:pPr>
                <a:spcBef>
                  <a:spcPct val="0"/>
                </a:spcBef>
                <a:buFontTx/>
                <a:buNone/>
              </a:pPr>
              <a:t>25</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42928075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ChangeArrowheads="1" noTextEdit="1"/>
          </p:cNvSpPr>
          <p:nvPr>
            <p:ph type="sldImg" idx="4294967295"/>
          </p:nvPr>
        </p:nvSpPr>
        <p:spPr>
          <a:ln/>
        </p:spPr>
      </p:sp>
      <p:sp>
        <p:nvSpPr>
          <p:cNvPr id="64515" name="备注占位符 2"/>
          <p:cNvSpPr>
            <a:spLocks noGrp="1" noChangeArrowheads="1"/>
          </p:cNvSpPr>
          <p:nvPr>
            <p:ph type="body" idx="4294967295"/>
          </p:nvPr>
        </p:nvSpPr>
        <p:spPr/>
        <p:txBody>
          <a:bodyPr/>
          <a:lstStyle/>
          <a:p>
            <a:endParaRPr lang="zh-CN" altLang="en-US"/>
          </a:p>
        </p:txBody>
      </p:sp>
      <p:sp>
        <p:nvSpPr>
          <p:cNvPr id="6451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6B3394FD-13FA-47B4-B65A-87BFCE512A13}" type="slidenum">
              <a:rPr lang="zh-CN" altLang="en-US" sz="1300">
                <a:latin typeface="Tahoma" panose="020B0604030504040204" pitchFamily="34" charset="0"/>
              </a:rPr>
              <a:pPr>
                <a:spcBef>
                  <a:spcPct val="0"/>
                </a:spcBef>
                <a:buFontTx/>
                <a:buNone/>
              </a:pPr>
              <a:t>26</a:t>
            </a:fld>
            <a:endParaRPr lang="zh-CN" altLang="en-US" sz="1300">
              <a:latin typeface="Tahoma" panose="020B0604030504040204" pitchFamily="34" charset="0"/>
            </a:endParaRPr>
          </a:p>
        </p:txBody>
      </p:sp>
    </p:spTree>
    <p:extLst>
      <p:ext uri="{BB962C8B-B14F-4D97-AF65-F5344CB8AC3E}">
        <p14:creationId xmlns:p14="http://schemas.microsoft.com/office/powerpoint/2010/main" val="8485668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idx="4294967295"/>
          </p:nvPr>
        </p:nvSpPr>
        <p:spPr>
          <a:ln/>
        </p:spPr>
      </p:sp>
      <p:sp>
        <p:nvSpPr>
          <p:cNvPr id="66563" name="Rectangle 3"/>
          <p:cNvSpPr>
            <a:spLocks noGrp="1" noChangeArrowheads="1"/>
          </p:cNvSpPr>
          <p:nvPr>
            <p:ph type="body" idx="4294967295"/>
          </p:nvPr>
        </p:nvSpPr>
        <p:spPr/>
        <p:txBody>
          <a:bodyPr/>
          <a:lstStyle/>
          <a:p>
            <a:endParaRPr lang="zh-CN" altLang="en-US"/>
          </a:p>
        </p:txBody>
      </p:sp>
    </p:spTree>
    <p:extLst>
      <p:ext uri="{BB962C8B-B14F-4D97-AF65-F5344CB8AC3E}">
        <p14:creationId xmlns:p14="http://schemas.microsoft.com/office/powerpoint/2010/main" val="1324338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idx="4294967295"/>
          </p:nvPr>
        </p:nvSpPr>
        <p:spPr>
          <a:ln/>
        </p:spPr>
      </p:sp>
      <p:sp>
        <p:nvSpPr>
          <p:cNvPr id="68611" name="Rectangle 3"/>
          <p:cNvSpPr>
            <a:spLocks noGrp="1" noChangeArrowheads="1"/>
          </p:cNvSpPr>
          <p:nvPr>
            <p:ph type="body" idx="4294967295"/>
          </p:nvPr>
        </p:nvSpPr>
        <p:spPr/>
        <p:txBody>
          <a:bodyPr/>
          <a:lstStyle/>
          <a:p>
            <a:endParaRPr lang="zh-CN" altLang="en-US" dirty="0"/>
          </a:p>
        </p:txBody>
      </p:sp>
    </p:spTree>
    <p:extLst>
      <p:ext uri="{BB962C8B-B14F-4D97-AF65-F5344CB8AC3E}">
        <p14:creationId xmlns:p14="http://schemas.microsoft.com/office/powerpoint/2010/main" val="29148920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idx="4294967295"/>
          </p:nvPr>
        </p:nvSpPr>
        <p:spPr>
          <a:ln/>
        </p:spPr>
      </p:sp>
      <p:sp>
        <p:nvSpPr>
          <p:cNvPr id="70659" name="Rectangle 3"/>
          <p:cNvSpPr>
            <a:spLocks noGrp="1" noChangeArrowheads="1"/>
          </p:cNvSpPr>
          <p:nvPr>
            <p:ph type="body" idx="4294967295"/>
          </p:nvPr>
        </p:nvSpPr>
        <p:spPr/>
        <p:txBody>
          <a:bodyPr/>
          <a:lstStyle/>
          <a:p>
            <a:endParaRPr lang="zh-CN" altLang="en-US" dirty="0"/>
          </a:p>
        </p:txBody>
      </p:sp>
    </p:spTree>
    <p:extLst>
      <p:ext uri="{BB962C8B-B14F-4D97-AF65-F5344CB8AC3E}">
        <p14:creationId xmlns:p14="http://schemas.microsoft.com/office/powerpoint/2010/main" val="20539297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Rot="1" noChangeAspect="1" noChangeArrowheads="1" noTextEdit="1"/>
          </p:cNvSpPr>
          <p:nvPr>
            <p:ph type="sldImg" idx="4294967295"/>
          </p:nvPr>
        </p:nvSpPr>
        <p:spPr>
          <a:ln/>
        </p:spPr>
      </p:sp>
      <p:sp>
        <p:nvSpPr>
          <p:cNvPr id="72707" name="Rectangle 3"/>
          <p:cNvSpPr>
            <a:spLocks noGrp="1" noChangeArrowheads="1"/>
          </p:cNvSpPr>
          <p:nvPr>
            <p:ph type="body" idx="4294967295"/>
          </p:nvPr>
        </p:nvSpPr>
        <p:spPr/>
        <p:txBody>
          <a:bodyPr/>
          <a:lstStyle/>
          <a:p>
            <a:endParaRPr lang="en-US" altLang="zh-CN" dirty="0"/>
          </a:p>
        </p:txBody>
      </p:sp>
    </p:spTree>
    <p:extLst>
      <p:ext uri="{BB962C8B-B14F-4D97-AF65-F5344CB8AC3E}">
        <p14:creationId xmlns:p14="http://schemas.microsoft.com/office/powerpoint/2010/main" val="27302116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idx="4294967295"/>
          </p:nvPr>
        </p:nvSpPr>
        <p:spPr>
          <a:ln/>
        </p:spPr>
      </p:sp>
      <p:sp>
        <p:nvSpPr>
          <p:cNvPr id="74755" name="备注占位符 2"/>
          <p:cNvSpPr>
            <a:spLocks noGrp="1" noChangeArrowheads="1"/>
          </p:cNvSpPr>
          <p:nvPr>
            <p:ph type="body" idx="4294967295"/>
          </p:nvPr>
        </p:nvSpPr>
        <p:spPr/>
        <p:txBody>
          <a:bodyPr/>
          <a:lstStyle/>
          <a:p>
            <a:endParaRPr lang="zh-CN" altLang="en-US"/>
          </a:p>
        </p:txBody>
      </p:sp>
      <p:sp>
        <p:nvSpPr>
          <p:cNvPr id="7475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41FCCE9E-6B4F-486E-9702-3A912756C19E}" type="slidenum">
              <a:rPr lang="zh-CN" altLang="en-US" sz="1300">
                <a:latin typeface="Tahoma" panose="020B0604030504040204" pitchFamily="34" charset="0"/>
              </a:rPr>
              <a:pPr>
                <a:spcBef>
                  <a:spcPct val="0"/>
                </a:spcBef>
                <a:buFontTx/>
                <a:buNone/>
              </a:pPr>
              <a:t>31</a:t>
            </a:fld>
            <a:endParaRPr lang="zh-CN" altLang="en-US" sz="1300">
              <a:latin typeface="Tahoma" panose="020B0604030504040204" pitchFamily="34" charset="0"/>
            </a:endParaRPr>
          </a:p>
        </p:txBody>
      </p:sp>
    </p:spTree>
    <p:extLst>
      <p:ext uri="{BB962C8B-B14F-4D97-AF65-F5344CB8AC3E}">
        <p14:creationId xmlns:p14="http://schemas.microsoft.com/office/powerpoint/2010/main" val="7869298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idx="4294967295"/>
          </p:nvPr>
        </p:nvSpPr>
        <p:spPr>
          <a:ln/>
        </p:spPr>
      </p:sp>
      <p:sp>
        <p:nvSpPr>
          <p:cNvPr id="76803" name="Rectangle 3"/>
          <p:cNvSpPr>
            <a:spLocks noGrp="1" noChangeArrowheads="1"/>
          </p:cNvSpPr>
          <p:nvPr>
            <p:ph type="body" idx="4294967295"/>
          </p:nvPr>
        </p:nvSpPr>
        <p:spPr/>
        <p:txBody>
          <a:bodyPr/>
          <a:lstStyle/>
          <a:p>
            <a:endParaRPr lang="zh-CN" altLang="en-US"/>
          </a:p>
        </p:txBody>
      </p:sp>
    </p:spTree>
    <p:extLst>
      <p:ext uri="{BB962C8B-B14F-4D97-AF65-F5344CB8AC3E}">
        <p14:creationId xmlns:p14="http://schemas.microsoft.com/office/powerpoint/2010/main" val="386705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idx="4294967295"/>
          </p:nvPr>
        </p:nvSpPr>
        <p:spPr>
          <a:ln/>
        </p:spPr>
      </p:sp>
      <p:sp>
        <p:nvSpPr>
          <p:cNvPr id="78851" name="Rectangle 3"/>
          <p:cNvSpPr>
            <a:spLocks noGrp="1" noChangeArrowheads="1"/>
          </p:cNvSpPr>
          <p:nvPr>
            <p:ph type="body" idx="4294967295"/>
          </p:nvPr>
        </p:nvSpPr>
        <p:spPr/>
        <p:txBody>
          <a:bodyPr/>
          <a:lstStyle/>
          <a:p>
            <a:endParaRPr lang="zh-CN" altLang="en-US"/>
          </a:p>
        </p:txBody>
      </p:sp>
    </p:spTree>
    <p:extLst>
      <p:ext uri="{BB962C8B-B14F-4D97-AF65-F5344CB8AC3E}">
        <p14:creationId xmlns:p14="http://schemas.microsoft.com/office/powerpoint/2010/main" val="31438549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915DA83C-FC37-48DF-85CA-B46BF779938A}" type="slidenum">
              <a:rPr lang="zh-CN" altLang="en-US" sz="1300">
                <a:latin typeface="Tahoma" panose="020B0604030504040204" pitchFamily="34" charset="0"/>
              </a:rPr>
              <a:pPr>
                <a:spcBef>
                  <a:spcPct val="0"/>
                </a:spcBef>
                <a:buFontTx/>
                <a:buNone/>
              </a:pPr>
              <a:t>34</a:t>
            </a:fld>
            <a:endParaRPr lang="zh-CN" altLang="en-US" sz="1300">
              <a:latin typeface="Tahoma" panose="020B0604030504040204" pitchFamily="34" charset="0"/>
            </a:endParaRPr>
          </a:p>
        </p:txBody>
      </p:sp>
      <p:sp>
        <p:nvSpPr>
          <p:cNvPr id="80899" name="Rectangle 2"/>
          <p:cNvSpPr>
            <a:spLocks noGrp="1" noRot="1" noChangeAspect="1" noChangeArrowheads="1" noTextEdit="1"/>
          </p:cNvSpPr>
          <p:nvPr>
            <p:ph type="sldImg" idx="4294967295"/>
          </p:nvPr>
        </p:nvSpPr>
        <p:spPr>
          <a:ln/>
        </p:spPr>
      </p:sp>
      <p:sp>
        <p:nvSpPr>
          <p:cNvPr id="80900" name="Rectangle 3"/>
          <p:cNvSpPr>
            <a:spLocks noGrp="1" noChangeArrowheads="1"/>
          </p:cNvSpPr>
          <p:nvPr>
            <p:ph type="body" idx="4294967295"/>
          </p:nvPr>
        </p:nvSpPr>
        <p:spPr/>
        <p:txBody>
          <a:bodyPr/>
          <a:lstStyle/>
          <a:p>
            <a:pPr eaLnBrk="1" hangingPunct="1"/>
            <a:endParaRPr lang="en-US" altLang="zh-CN" dirty="0"/>
          </a:p>
        </p:txBody>
      </p:sp>
    </p:spTree>
    <p:extLst>
      <p:ext uri="{BB962C8B-B14F-4D97-AF65-F5344CB8AC3E}">
        <p14:creationId xmlns:p14="http://schemas.microsoft.com/office/powerpoint/2010/main" val="39437559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8B84858A-EAB9-4CF0-B533-E2C544170BC3}" type="slidenum">
              <a:rPr lang="zh-CN" altLang="en-US" sz="1300">
                <a:latin typeface="Tahoma" panose="020B0604030504040204" pitchFamily="34" charset="0"/>
              </a:rPr>
              <a:pPr>
                <a:spcBef>
                  <a:spcPct val="0"/>
                </a:spcBef>
                <a:buFontTx/>
                <a:buNone/>
              </a:pPr>
              <a:t>35</a:t>
            </a:fld>
            <a:endParaRPr lang="zh-CN" altLang="en-US" sz="1300">
              <a:latin typeface="Tahoma" panose="020B0604030504040204" pitchFamily="34" charset="0"/>
            </a:endParaRPr>
          </a:p>
        </p:txBody>
      </p:sp>
      <p:sp>
        <p:nvSpPr>
          <p:cNvPr id="82947" name="Rectangle 2"/>
          <p:cNvSpPr>
            <a:spLocks noGrp="1" noRot="1" noChangeAspect="1" noChangeArrowheads="1" noTextEdit="1"/>
          </p:cNvSpPr>
          <p:nvPr>
            <p:ph type="sldImg" idx="4294967295"/>
          </p:nvPr>
        </p:nvSpPr>
        <p:spPr>
          <a:ln/>
        </p:spPr>
      </p:sp>
      <p:sp>
        <p:nvSpPr>
          <p:cNvPr id="82948" name="Rectangle 3"/>
          <p:cNvSpPr>
            <a:spLocks noGrp="1" noChangeArrowheads="1"/>
          </p:cNvSpPr>
          <p:nvPr>
            <p:ph type="body" idx="4294967295"/>
          </p:nvPr>
        </p:nvSpPr>
        <p:spPr/>
        <p:txBody>
          <a:bodyPr/>
          <a:lstStyle/>
          <a:p>
            <a:pPr eaLnBrk="1" hangingPunct="1"/>
            <a:endParaRPr lang="en-US" altLang="zh-CN" dirty="0"/>
          </a:p>
        </p:txBody>
      </p:sp>
    </p:spTree>
    <p:extLst>
      <p:ext uri="{BB962C8B-B14F-4D97-AF65-F5344CB8AC3E}">
        <p14:creationId xmlns:p14="http://schemas.microsoft.com/office/powerpoint/2010/main" val="33937246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ChangeArrowheads="1" noTextEdit="1"/>
          </p:cNvSpPr>
          <p:nvPr>
            <p:ph type="sldImg" idx="4294967295"/>
          </p:nvPr>
        </p:nvSpPr>
        <p:spPr>
          <a:ln/>
        </p:spPr>
      </p:sp>
      <p:sp>
        <p:nvSpPr>
          <p:cNvPr id="84995" name="备注占位符 2"/>
          <p:cNvSpPr>
            <a:spLocks noGrp="1" noChangeArrowheads="1"/>
          </p:cNvSpPr>
          <p:nvPr>
            <p:ph type="body" idx="4294967295"/>
          </p:nvPr>
        </p:nvSpPr>
        <p:spPr/>
        <p:txBody>
          <a:bodyPr/>
          <a:lstStyle/>
          <a:p>
            <a:endParaRPr lang="zh-CN" altLang="en-US"/>
          </a:p>
        </p:txBody>
      </p:sp>
      <p:sp>
        <p:nvSpPr>
          <p:cNvPr id="84996"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626BBED9-7CA7-438E-96B9-4D0EE756CA38}" type="slidenum">
              <a:rPr lang="zh-CN" altLang="en-US" sz="1300">
                <a:latin typeface="Tahoma" panose="020B0604030504040204" pitchFamily="34" charset="0"/>
              </a:rPr>
              <a:pPr>
                <a:spcBef>
                  <a:spcPct val="0"/>
                </a:spcBef>
                <a:buFontTx/>
                <a:buNone/>
              </a:pPr>
              <a:t>36</a:t>
            </a:fld>
            <a:endParaRPr lang="zh-CN" altLang="en-US" sz="1300">
              <a:latin typeface="Tahoma" panose="020B0604030504040204" pitchFamily="34" charset="0"/>
            </a:endParaRPr>
          </a:p>
        </p:txBody>
      </p:sp>
    </p:spTree>
    <p:extLst>
      <p:ext uri="{BB962C8B-B14F-4D97-AF65-F5344CB8AC3E}">
        <p14:creationId xmlns:p14="http://schemas.microsoft.com/office/powerpoint/2010/main" val="34601620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ChangeArrowheads="1" noTextEdit="1"/>
          </p:cNvSpPr>
          <p:nvPr>
            <p:ph type="sldImg" idx="4294967295"/>
          </p:nvPr>
        </p:nvSpPr>
        <p:spPr>
          <a:ln/>
        </p:spPr>
      </p:sp>
      <p:sp>
        <p:nvSpPr>
          <p:cNvPr id="87043" name="备注占位符 2"/>
          <p:cNvSpPr>
            <a:spLocks noGrp="1" noChangeArrowheads="1"/>
          </p:cNvSpPr>
          <p:nvPr>
            <p:ph type="body" idx="4294967295"/>
          </p:nvPr>
        </p:nvSpPr>
        <p:spPr/>
        <p:txBody>
          <a:bodyPr/>
          <a:lstStyle/>
          <a:p>
            <a:endParaRPr lang="en-US" altLang="zh-CN"/>
          </a:p>
        </p:txBody>
      </p:sp>
      <p:sp>
        <p:nvSpPr>
          <p:cNvPr id="87044"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262AFCF8-4D51-46B7-A822-FF93E4BABB65}" type="slidenum">
              <a:rPr lang="zh-CN" altLang="en-US" sz="1300">
                <a:latin typeface="Tahoma" panose="020B0604030504040204" pitchFamily="34" charset="0"/>
              </a:rPr>
              <a:pPr>
                <a:spcBef>
                  <a:spcPct val="0"/>
                </a:spcBef>
                <a:buFontTx/>
                <a:buNone/>
              </a:pPr>
              <a:t>37</a:t>
            </a:fld>
            <a:endParaRPr lang="zh-CN" altLang="en-US" sz="1300">
              <a:latin typeface="Tahoma" panose="020B0604030504040204" pitchFamily="34" charset="0"/>
            </a:endParaRPr>
          </a:p>
        </p:txBody>
      </p:sp>
    </p:spTree>
    <p:extLst>
      <p:ext uri="{BB962C8B-B14F-4D97-AF65-F5344CB8AC3E}">
        <p14:creationId xmlns:p14="http://schemas.microsoft.com/office/powerpoint/2010/main" val="29411859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BE51A85A-61FF-4414-829F-5AEF60151A69}" type="slidenum">
              <a:rPr lang="zh-CN" altLang="en-US" sz="1300">
                <a:latin typeface="Tahoma" panose="020B0604030504040204" pitchFamily="34" charset="0"/>
              </a:rPr>
              <a:pPr>
                <a:spcBef>
                  <a:spcPct val="0"/>
                </a:spcBef>
                <a:buFontTx/>
                <a:buNone/>
              </a:pPr>
              <a:t>38</a:t>
            </a:fld>
            <a:endParaRPr lang="zh-CN" altLang="en-US" sz="1300">
              <a:latin typeface="Tahoma" panose="020B0604030504040204" pitchFamily="34" charset="0"/>
            </a:endParaRPr>
          </a:p>
        </p:txBody>
      </p:sp>
      <p:sp>
        <p:nvSpPr>
          <p:cNvPr id="89091" name="Rectangle 2"/>
          <p:cNvSpPr>
            <a:spLocks noGrp="1" noRot="1" noChangeAspect="1" noChangeArrowheads="1" noTextEdit="1"/>
          </p:cNvSpPr>
          <p:nvPr>
            <p:ph type="sldImg" idx="4294967295"/>
          </p:nvPr>
        </p:nvSpPr>
        <p:spPr>
          <a:ln/>
        </p:spPr>
      </p:sp>
      <p:sp>
        <p:nvSpPr>
          <p:cNvPr id="89092" name="Rectangle 3"/>
          <p:cNvSpPr>
            <a:spLocks noGrp="1" noChangeArrowheads="1"/>
          </p:cNvSpPr>
          <p:nvPr>
            <p:ph type="body" idx="4294967295"/>
          </p:nvPr>
        </p:nvSpPr>
        <p:spPr/>
        <p:txBody>
          <a:bodyPr/>
          <a:lstStyle/>
          <a:p>
            <a:pPr eaLnBrk="1" hangingPunct="1"/>
            <a:endParaRPr lang="zh-CN" altLang="en-US"/>
          </a:p>
        </p:txBody>
      </p:sp>
    </p:spTree>
    <p:extLst>
      <p:ext uri="{BB962C8B-B14F-4D97-AF65-F5344CB8AC3E}">
        <p14:creationId xmlns:p14="http://schemas.microsoft.com/office/powerpoint/2010/main" val="101517474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ChangeArrowheads="1" noTextEdit="1"/>
          </p:cNvSpPr>
          <p:nvPr>
            <p:ph type="sldImg" idx="4294967295"/>
          </p:nvPr>
        </p:nvSpPr>
        <p:spPr>
          <a:ln/>
        </p:spPr>
      </p:sp>
      <p:sp>
        <p:nvSpPr>
          <p:cNvPr id="94211" name="备注占位符 2"/>
          <p:cNvSpPr>
            <a:spLocks noGrp="1" noChangeArrowheads="1"/>
          </p:cNvSpPr>
          <p:nvPr>
            <p:ph type="body" idx="429496729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a:p>
        </p:txBody>
      </p:sp>
      <p:sp>
        <p:nvSpPr>
          <p:cNvPr id="9421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7829">
              <a:defRPr>
                <a:solidFill>
                  <a:schemeClr val="tx1"/>
                </a:solidFill>
                <a:latin typeface="Tahoma" panose="020B0604030504040204" pitchFamily="34" charset="0"/>
                <a:ea typeface="宋体" panose="02010600030101010101" pitchFamily="2" charset="-122"/>
              </a:defRPr>
            </a:lvl1pPr>
            <a:lvl2pPr marL="715907" indent="-275349" defTabSz="917829">
              <a:defRPr>
                <a:solidFill>
                  <a:schemeClr val="tx1"/>
                </a:solidFill>
                <a:latin typeface="Tahoma" panose="020B0604030504040204" pitchFamily="34" charset="0"/>
                <a:ea typeface="宋体" panose="02010600030101010101" pitchFamily="2" charset="-122"/>
              </a:defRPr>
            </a:lvl2pPr>
            <a:lvl3pPr marL="1101395" indent="-220279" defTabSz="917829">
              <a:defRPr>
                <a:solidFill>
                  <a:schemeClr val="tx1"/>
                </a:solidFill>
                <a:latin typeface="Tahoma" panose="020B0604030504040204" pitchFamily="34" charset="0"/>
                <a:ea typeface="宋体" panose="02010600030101010101" pitchFamily="2" charset="-122"/>
              </a:defRPr>
            </a:lvl3pPr>
            <a:lvl4pPr marL="1541953" indent="-220279" defTabSz="917829">
              <a:defRPr>
                <a:solidFill>
                  <a:schemeClr val="tx1"/>
                </a:solidFill>
                <a:latin typeface="Tahoma" panose="020B0604030504040204" pitchFamily="34" charset="0"/>
                <a:ea typeface="宋体" panose="02010600030101010101" pitchFamily="2" charset="-122"/>
              </a:defRPr>
            </a:lvl4pPr>
            <a:lvl5pPr marL="1982511" indent="-220279" defTabSz="917829">
              <a:defRPr>
                <a:solidFill>
                  <a:schemeClr val="tx1"/>
                </a:solidFill>
                <a:latin typeface="Tahoma" panose="020B0604030504040204" pitchFamily="34" charset="0"/>
                <a:ea typeface="宋体" panose="02010600030101010101" pitchFamily="2" charset="-122"/>
              </a:defRPr>
            </a:lvl5pPr>
            <a:lvl6pPr marL="2423069" indent="-220279" defTabSz="917829"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863626" indent="-220279" defTabSz="917829"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304184" indent="-220279" defTabSz="917829"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744742" indent="-220279" defTabSz="917829"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FDAC0A00-0DE5-443C-AEC2-187C5D383817}" type="slidenum">
              <a:rPr lang="zh-CN" altLang="en-US" smtClean="0">
                <a:solidFill>
                  <a:srgbClr val="000000"/>
                </a:solidFill>
              </a:rPr>
              <a:pPr/>
              <a:t>42</a:t>
            </a:fld>
            <a:endParaRPr lang="zh-CN" altLang="en-US">
              <a:solidFill>
                <a:srgbClr val="000000"/>
              </a:solidFill>
            </a:endParaRPr>
          </a:p>
        </p:txBody>
      </p:sp>
    </p:spTree>
    <p:extLst>
      <p:ext uri="{BB962C8B-B14F-4D97-AF65-F5344CB8AC3E}">
        <p14:creationId xmlns:p14="http://schemas.microsoft.com/office/powerpoint/2010/main" val="23423938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4995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4995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4995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4995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4995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DD863CF6-68DD-4F44-A0F1-F4DD315281CD}" type="slidenum">
              <a:rPr lang="zh-CN" altLang="en-US" sz="1300">
                <a:solidFill>
                  <a:srgbClr val="000000"/>
                </a:solidFill>
                <a:latin typeface="Tahoma" panose="020B0604030504040204" pitchFamily="34" charset="0"/>
              </a:rPr>
              <a:pPr>
                <a:spcBef>
                  <a:spcPct val="0"/>
                </a:spcBef>
                <a:buFontTx/>
                <a:buNone/>
              </a:pPr>
              <a:t>44</a:t>
            </a:fld>
            <a:endParaRPr lang="zh-CN" altLang="en-US" sz="1300">
              <a:solidFill>
                <a:srgbClr val="000000"/>
              </a:solidFill>
              <a:latin typeface="Tahoma" panose="020B0604030504040204" pitchFamily="34" charset="0"/>
            </a:endParaRPr>
          </a:p>
        </p:txBody>
      </p:sp>
      <p:sp>
        <p:nvSpPr>
          <p:cNvPr id="97283" name="Rectangle 2"/>
          <p:cNvSpPr>
            <a:spLocks noGrp="1" noRot="1" noChangeAspect="1" noChangeArrowheads="1" noTextEdit="1"/>
          </p:cNvSpPr>
          <p:nvPr>
            <p:ph type="sldImg" idx="4294967295"/>
          </p:nvPr>
        </p:nvSpPr>
        <p:spPr>
          <a:ln/>
        </p:spPr>
      </p:sp>
      <p:sp>
        <p:nvSpPr>
          <p:cNvPr id="97284" name="Rectangle 3"/>
          <p:cNvSpPr>
            <a:spLocks noGrp="1" noChangeArrowheads="1"/>
          </p:cNvSpPr>
          <p:nvPr>
            <p:ph type="body" idx="4294967295"/>
          </p:nvPr>
        </p:nvSpPr>
        <p:spPr/>
        <p:txBody>
          <a:bodyPr/>
          <a:lstStyle/>
          <a:p>
            <a:pPr eaLnBrk="1" hangingPunct="1"/>
            <a:endParaRPr lang="zh-CN" altLang="en-US" dirty="0"/>
          </a:p>
        </p:txBody>
      </p:sp>
    </p:spTree>
    <p:extLst>
      <p:ext uri="{BB962C8B-B14F-4D97-AF65-F5344CB8AC3E}">
        <p14:creationId xmlns:p14="http://schemas.microsoft.com/office/powerpoint/2010/main" val="37979241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ChangeArrowheads="1" noTextEdit="1"/>
          </p:cNvSpPr>
          <p:nvPr>
            <p:ph type="sldImg" idx="4294967295"/>
          </p:nvPr>
        </p:nvSpPr>
        <p:spPr>
          <a:ln/>
        </p:spPr>
      </p:sp>
      <p:sp>
        <p:nvSpPr>
          <p:cNvPr id="99331" name="备注占位符 2"/>
          <p:cNvSpPr>
            <a:spLocks noGrp="1" noChangeArrowheads="1"/>
          </p:cNvSpPr>
          <p:nvPr>
            <p:ph type="body" idx="4294967295"/>
          </p:nvPr>
        </p:nvSpPr>
        <p:spPr/>
        <p:txBody>
          <a:bodyPr/>
          <a:lstStyle/>
          <a:p>
            <a:endParaRPr lang="zh-CN" altLang="en-US"/>
          </a:p>
        </p:txBody>
      </p:sp>
      <p:sp>
        <p:nvSpPr>
          <p:cNvPr id="9933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1483">
              <a:spcBef>
                <a:spcPct val="30000"/>
              </a:spcBef>
              <a:defRPr sz="1200">
                <a:solidFill>
                  <a:schemeClr val="tx1"/>
                </a:solidFill>
                <a:latin typeface="Arial" panose="020B0604020202020204" pitchFamily="34" charset="0"/>
                <a:ea typeface="宋体" panose="02010600030101010101" pitchFamily="2" charset="-122"/>
              </a:defRPr>
            </a:lvl1pPr>
            <a:lvl2pPr marL="741912" indent="-284527" defTabSz="951483">
              <a:spcBef>
                <a:spcPct val="30000"/>
              </a:spcBef>
              <a:defRPr sz="1200">
                <a:solidFill>
                  <a:schemeClr val="tx1"/>
                </a:solidFill>
                <a:latin typeface="Arial" panose="020B0604020202020204" pitchFamily="34" charset="0"/>
                <a:ea typeface="宋体" panose="02010600030101010101" pitchFamily="2" charset="-122"/>
              </a:defRPr>
            </a:lvl2pPr>
            <a:lvl3pPr marL="1142698" indent="-227928" defTabSz="951483">
              <a:spcBef>
                <a:spcPct val="30000"/>
              </a:spcBef>
              <a:defRPr sz="1200">
                <a:solidFill>
                  <a:schemeClr val="tx1"/>
                </a:solidFill>
                <a:latin typeface="Arial" panose="020B0604020202020204" pitchFamily="34" charset="0"/>
                <a:ea typeface="宋体" panose="02010600030101010101" pitchFamily="2" charset="-122"/>
              </a:defRPr>
            </a:lvl3pPr>
            <a:lvl4pPr marL="1600082" indent="-227928" defTabSz="951483">
              <a:spcBef>
                <a:spcPct val="30000"/>
              </a:spcBef>
              <a:defRPr sz="1200">
                <a:solidFill>
                  <a:schemeClr val="tx1"/>
                </a:solidFill>
                <a:latin typeface="Arial" panose="020B0604020202020204" pitchFamily="34" charset="0"/>
                <a:ea typeface="宋体" panose="02010600030101010101" pitchFamily="2" charset="-122"/>
              </a:defRPr>
            </a:lvl4pPr>
            <a:lvl5pPr marL="2055937" indent="-227928" defTabSz="951483">
              <a:spcBef>
                <a:spcPct val="30000"/>
              </a:spcBef>
              <a:defRPr sz="1200">
                <a:solidFill>
                  <a:schemeClr val="tx1"/>
                </a:solidFill>
                <a:latin typeface="Arial" panose="020B0604020202020204" pitchFamily="34" charset="0"/>
                <a:ea typeface="宋体" panose="02010600030101010101" pitchFamily="2" charset="-122"/>
              </a:defRPr>
            </a:lvl5pPr>
            <a:lvl6pPr marL="2496495"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37053"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377611"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18169" indent="-227928" defTabSz="951483"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buFontTx/>
              <a:buNone/>
            </a:pPr>
            <a:fld id="{5EAC157B-AD26-4008-A865-CF0E527C56A5}" type="slidenum">
              <a:rPr lang="zh-CN" altLang="en-US" sz="1300">
                <a:solidFill>
                  <a:srgbClr val="000000"/>
                </a:solidFill>
                <a:latin typeface="Tahoma" panose="020B0604030504040204" pitchFamily="34" charset="0"/>
              </a:rPr>
              <a:pPr>
                <a:spcBef>
                  <a:spcPct val="0"/>
                </a:spcBef>
                <a:buFontTx/>
                <a:buNone/>
              </a:pPr>
              <a:t>45</a:t>
            </a:fld>
            <a:endParaRPr lang="zh-CN" altLang="en-US" sz="1300">
              <a:solidFill>
                <a:srgbClr val="000000"/>
              </a:solidFill>
              <a:latin typeface="Tahoma" panose="020B0604030504040204" pitchFamily="34" charset="0"/>
            </a:endParaRPr>
          </a:p>
        </p:txBody>
      </p:sp>
    </p:spTree>
    <p:extLst>
      <p:ext uri="{BB962C8B-B14F-4D97-AF65-F5344CB8AC3E}">
        <p14:creationId xmlns:p14="http://schemas.microsoft.com/office/powerpoint/2010/main" val="39326657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57E7C84-7A15-4B1F-B763-F68EF38EB7E3}" type="slidenum">
              <a:rPr lang="zh-CN" altLang="en-US" smtClean="0"/>
              <a:pPr>
                <a:defRPr/>
              </a:pPr>
              <a:t>47</a:t>
            </a:fld>
            <a:endParaRPr lang="en-US" altLang="zh-CN"/>
          </a:p>
        </p:txBody>
      </p:sp>
    </p:spTree>
    <p:extLst>
      <p:ext uri="{BB962C8B-B14F-4D97-AF65-F5344CB8AC3E}">
        <p14:creationId xmlns:p14="http://schemas.microsoft.com/office/powerpoint/2010/main" val="6564032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57E7C84-7A15-4B1F-B763-F68EF38EB7E3}" type="slidenum">
              <a:rPr lang="zh-CN" altLang="en-US" smtClean="0"/>
              <a:pPr>
                <a:defRPr/>
              </a:pPr>
              <a:t>48</a:t>
            </a:fld>
            <a:endParaRPr lang="en-US" altLang="zh-CN"/>
          </a:p>
        </p:txBody>
      </p:sp>
    </p:spTree>
    <p:extLst>
      <p:ext uri="{BB962C8B-B14F-4D97-AF65-F5344CB8AC3E}">
        <p14:creationId xmlns:p14="http://schemas.microsoft.com/office/powerpoint/2010/main" val="25221395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52</a:t>
            </a:fld>
            <a:endParaRPr lang="en-US" altLang="zh-CN"/>
          </a:p>
        </p:txBody>
      </p:sp>
    </p:spTree>
    <p:extLst>
      <p:ext uri="{BB962C8B-B14F-4D97-AF65-F5344CB8AC3E}">
        <p14:creationId xmlns:p14="http://schemas.microsoft.com/office/powerpoint/2010/main" val="339331933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53</a:t>
            </a:fld>
            <a:endParaRPr lang="en-US" altLang="zh-CN"/>
          </a:p>
        </p:txBody>
      </p:sp>
    </p:spTree>
    <p:extLst>
      <p:ext uri="{BB962C8B-B14F-4D97-AF65-F5344CB8AC3E}">
        <p14:creationId xmlns:p14="http://schemas.microsoft.com/office/powerpoint/2010/main" val="36470160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54</a:t>
            </a:fld>
            <a:endParaRPr lang="en-US" altLang="zh-CN"/>
          </a:p>
        </p:txBody>
      </p:sp>
    </p:spTree>
    <p:extLst>
      <p:ext uri="{BB962C8B-B14F-4D97-AF65-F5344CB8AC3E}">
        <p14:creationId xmlns:p14="http://schemas.microsoft.com/office/powerpoint/2010/main" val="34309377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296ACE-C661-4DAF-8E45-F011EE9E6FCE}" type="slidenum">
              <a:rPr lang="en-US" altLang="zh-CN" smtClean="0"/>
              <a:pPr>
                <a:defRPr/>
              </a:pPr>
              <a:t>55</a:t>
            </a:fld>
            <a:endParaRPr lang="en-US" altLang="zh-CN"/>
          </a:p>
        </p:txBody>
      </p:sp>
    </p:spTree>
    <p:extLst>
      <p:ext uri="{BB962C8B-B14F-4D97-AF65-F5344CB8AC3E}">
        <p14:creationId xmlns:p14="http://schemas.microsoft.com/office/powerpoint/2010/main" val="39848872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57E7C84-7A15-4B1F-B763-F68EF38EB7E3}" type="slidenum">
              <a:rPr lang="zh-CN" altLang="en-US" smtClean="0"/>
              <a:pPr>
                <a:defRPr/>
              </a:pPr>
              <a:t>58</a:t>
            </a:fld>
            <a:endParaRPr lang="en-US" altLang="zh-CN"/>
          </a:p>
        </p:txBody>
      </p:sp>
    </p:spTree>
    <p:extLst>
      <p:ext uri="{BB962C8B-B14F-4D97-AF65-F5344CB8AC3E}">
        <p14:creationId xmlns:p14="http://schemas.microsoft.com/office/powerpoint/2010/main" val="33827445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a:ln/>
        </p:spPr>
      </p:sp>
      <p:sp>
        <p:nvSpPr>
          <p:cNvPr id="1187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87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953">
              <a:defRPr>
                <a:solidFill>
                  <a:schemeClr val="tx1"/>
                </a:solidFill>
                <a:latin typeface="Tahoma" panose="020B0604030504040204" pitchFamily="34" charset="0"/>
                <a:ea typeface="宋体" panose="02010600030101010101" pitchFamily="2" charset="-122"/>
              </a:defRPr>
            </a:lvl1pPr>
            <a:lvl2pPr marL="741912" indent="-284527" defTabSz="949953">
              <a:defRPr>
                <a:solidFill>
                  <a:schemeClr val="tx1"/>
                </a:solidFill>
                <a:latin typeface="Tahoma" panose="020B0604030504040204" pitchFamily="34" charset="0"/>
                <a:ea typeface="宋体" panose="02010600030101010101" pitchFamily="2" charset="-122"/>
              </a:defRPr>
            </a:lvl2pPr>
            <a:lvl3pPr marL="1142698" indent="-227928" defTabSz="949953">
              <a:defRPr>
                <a:solidFill>
                  <a:schemeClr val="tx1"/>
                </a:solidFill>
                <a:latin typeface="Tahoma" panose="020B0604030504040204" pitchFamily="34" charset="0"/>
                <a:ea typeface="宋体" panose="02010600030101010101" pitchFamily="2" charset="-122"/>
              </a:defRPr>
            </a:lvl3pPr>
            <a:lvl4pPr marL="1600082" indent="-227928" defTabSz="949953">
              <a:defRPr>
                <a:solidFill>
                  <a:schemeClr val="tx1"/>
                </a:solidFill>
                <a:latin typeface="Tahoma" panose="020B0604030504040204" pitchFamily="34" charset="0"/>
                <a:ea typeface="宋体" panose="02010600030101010101" pitchFamily="2" charset="-122"/>
              </a:defRPr>
            </a:lvl4pPr>
            <a:lvl5pPr marL="2055937" indent="-227928" defTabSz="949953">
              <a:defRPr>
                <a:solidFill>
                  <a:schemeClr val="tx1"/>
                </a:solidFill>
                <a:latin typeface="Tahoma" panose="020B0604030504040204" pitchFamily="34" charset="0"/>
                <a:ea typeface="宋体" panose="02010600030101010101" pitchFamily="2" charset="-122"/>
              </a:defRPr>
            </a:lvl5pPr>
            <a:lvl6pPr marL="2496495" indent="-227928" defTabSz="94995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37053" indent="-227928" defTabSz="94995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377611" indent="-227928" defTabSz="94995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18169" indent="-227928" defTabSz="949953"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4C429C6C-B9E6-4902-BD80-2CEA5D31FBF9}" type="slidenum">
              <a:rPr lang="zh-CN" altLang="en-US" smtClean="0">
                <a:latin typeface="Arial" panose="020B0604020202020204" pitchFamily="34" charset="0"/>
              </a:rPr>
              <a:pPr/>
              <a:t>61</a:t>
            </a:fld>
            <a:endParaRPr lang="zh-CN" altLang="en-US">
              <a:latin typeface="Arial" panose="020B0604020202020204" pitchFamily="34" charset="0"/>
            </a:endParaRPr>
          </a:p>
        </p:txBody>
      </p:sp>
    </p:spTree>
    <p:extLst>
      <p:ext uri="{BB962C8B-B14F-4D97-AF65-F5344CB8AC3E}">
        <p14:creationId xmlns:p14="http://schemas.microsoft.com/office/powerpoint/2010/main" val="2523985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EAC267F-95CA-4433-8E7C-04AB2A9A0145}" type="slidenum">
              <a:rPr lang="zh-CN" altLang="en-US"/>
              <a:pPr>
                <a:defRPr/>
              </a:pPr>
              <a:t>‹#›</a:t>
            </a:fld>
            <a:endParaRPr lang="en-US" altLang="zh-CN"/>
          </a:p>
        </p:txBody>
      </p:sp>
    </p:spTree>
    <p:extLst>
      <p:ext uri="{BB962C8B-B14F-4D97-AF65-F5344CB8AC3E}">
        <p14:creationId xmlns:p14="http://schemas.microsoft.com/office/powerpoint/2010/main" val="4258202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8F96067-C1E2-453D-B922-1F2A7AE32CE1}" type="slidenum">
              <a:rPr lang="zh-CN" altLang="en-US"/>
              <a:pPr>
                <a:defRPr/>
              </a:pPr>
              <a:t>‹#›</a:t>
            </a:fld>
            <a:endParaRPr lang="en-US" altLang="zh-CN"/>
          </a:p>
        </p:txBody>
      </p:sp>
    </p:spTree>
    <p:extLst>
      <p:ext uri="{BB962C8B-B14F-4D97-AF65-F5344CB8AC3E}">
        <p14:creationId xmlns:p14="http://schemas.microsoft.com/office/powerpoint/2010/main" val="2360043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04CD86F8-F8FC-467E-A19A-540163322871}" type="slidenum">
              <a:rPr lang="zh-CN" altLang="en-US"/>
              <a:pPr>
                <a:defRPr/>
              </a:pPr>
              <a:t>‹#›</a:t>
            </a:fld>
            <a:endParaRPr lang="en-US" altLang="zh-CN"/>
          </a:p>
        </p:txBody>
      </p:sp>
    </p:spTree>
    <p:extLst>
      <p:ext uri="{BB962C8B-B14F-4D97-AF65-F5344CB8AC3E}">
        <p14:creationId xmlns:p14="http://schemas.microsoft.com/office/powerpoint/2010/main" val="2007015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98636778-8BFC-41E7-A184-68739D5862EB}" type="slidenum">
              <a:rPr lang="zh-CN" altLang="en-US"/>
              <a:pPr>
                <a:defRPr/>
              </a:pPr>
              <a:t>‹#›</a:t>
            </a:fld>
            <a:endParaRPr lang="en-US" altLang="zh-CN"/>
          </a:p>
        </p:txBody>
      </p:sp>
    </p:spTree>
    <p:extLst>
      <p:ext uri="{BB962C8B-B14F-4D97-AF65-F5344CB8AC3E}">
        <p14:creationId xmlns:p14="http://schemas.microsoft.com/office/powerpoint/2010/main" val="2189607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8AD2975B-3152-41D1-BD73-B0FCEF7FCF75}" type="slidenum">
              <a:rPr lang="zh-CN" altLang="en-US"/>
              <a:pPr>
                <a:defRPr/>
              </a:pPr>
              <a:t>‹#›</a:t>
            </a:fld>
            <a:endParaRPr lang="en-US" altLang="zh-CN"/>
          </a:p>
        </p:txBody>
      </p:sp>
    </p:spTree>
    <p:extLst>
      <p:ext uri="{BB962C8B-B14F-4D97-AF65-F5344CB8AC3E}">
        <p14:creationId xmlns:p14="http://schemas.microsoft.com/office/powerpoint/2010/main" val="303469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2CA5BF2-48D3-4876-8C97-8D9793B6218C}" type="slidenum">
              <a:rPr lang="zh-CN" altLang="en-US"/>
              <a:pPr>
                <a:defRPr/>
              </a:pPr>
              <a:t>‹#›</a:t>
            </a:fld>
            <a:endParaRPr lang="en-US" altLang="zh-CN"/>
          </a:p>
        </p:txBody>
      </p:sp>
    </p:spTree>
    <p:extLst>
      <p:ext uri="{BB962C8B-B14F-4D97-AF65-F5344CB8AC3E}">
        <p14:creationId xmlns:p14="http://schemas.microsoft.com/office/powerpoint/2010/main" val="314346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849180E-31C5-48F4-9214-9ED293083D28}" type="slidenum">
              <a:rPr lang="zh-CN" altLang="en-US"/>
              <a:pPr>
                <a:defRPr/>
              </a:pPr>
              <a:t>‹#›</a:t>
            </a:fld>
            <a:endParaRPr lang="en-US" altLang="zh-CN"/>
          </a:p>
        </p:txBody>
      </p:sp>
    </p:spTree>
    <p:extLst>
      <p:ext uri="{BB962C8B-B14F-4D97-AF65-F5344CB8AC3E}">
        <p14:creationId xmlns:p14="http://schemas.microsoft.com/office/powerpoint/2010/main" val="855000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B87B3A2-8708-448B-B06B-6666E8B14334}" type="slidenum">
              <a:rPr lang="zh-CN" altLang="en-US"/>
              <a:pPr>
                <a:defRPr/>
              </a:pPr>
              <a:t>‹#›</a:t>
            </a:fld>
            <a:endParaRPr lang="en-US" altLang="zh-CN"/>
          </a:p>
        </p:txBody>
      </p:sp>
    </p:spTree>
    <p:extLst>
      <p:ext uri="{BB962C8B-B14F-4D97-AF65-F5344CB8AC3E}">
        <p14:creationId xmlns:p14="http://schemas.microsoft.com/office/powerpoint/2010/main" val="3739192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noProof="1"/>
              <a:t>单击此处编辑母版副标题样式</a:t>
            </a:r>
            <a:endParaRPr lang="en-US" noProof="1"/>
          </a:p>
        </p:txBody>
      </p:sp>
      <p:sp>
        <p:nvSpPr>
          <p:cNvPr id="4" name="Date Placeholder 3"/>
          <p:cNvSpPr>
            <a:spLocks noGrp="1"/>
          </p:cNvSpPr>
          <p:nvPr>
            <p:ph type="dt" sz="half" idx="10"/>
          </p:nvPr>
        </p:nvSpPr>
        <p:spPr/>
        <p:txBody>
          <a:bodyPr rtlCol="0"/>
          <a:lstStyle>
            <a:lvl1pPr>
              <a:defRPr>
                <a:ea typeface="楷体_GB2312" panose="02010609030101010101" pitchFamily="49" charset="-12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panose="02010609030101010101" pitchFamily="49" charset="-12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a:cs typeface="楷体_GB2312"/>
              </a:defRPr>
            </a:lvl1pPr>
          </a:lstStyle>
          <a:p>
            <a:pPr>
              <a:defRPr/>
            </a:pPr>
            <a:fld id="{EA901A90-2172-4A52-A6DA-35A671A7070D}" type="slidenum">
              <a:rPr lang="zh-CN" altLang="en-US"/>
              <a:pPr>
                <a:defRPr/>
              </a:pPr>
              <a:t>‹#›</a:t>
            </a:fld>
            <a:endParaRPr lang="en-US" altLang="zh-CN"/>
          </a:p>
        </p:txBody>
      </p:sp>
    </p:spTree>
    <p:extLst>
      <p:ext uri="{BB962C8B-B14F-4D97-AF65-F5344CB8AC3E}">
        <p14:creationId xmlns:p14="http://schemas.microsoft.com/office/powerpoint/2010/main" val="3206930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panose="02010609030101010101" pitchFamily="49" charset="-122"/>
                <a:cs typeface="楷体_GB2312" panose="02010609030101010101" pitchFamily="49" charset="-12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panose="02010609030101010101" pitchFamily="49" charset="-122"/>
                <a:cs typeface="楷体_GB2312" panose="02010609030101010101" pitchFamily="49" charset="-122"/>
              </a:endParaRPr>
            </a:p>
          </p:txBody>
        </p:sp>
      </p:grpSp>
      <p:sp>
        <p:nvSpPr>
          <p:cNvPr id="3" name="Content Placeholder 2"/>
          <p:cNvSpPr>
            <a:spLocks noGrp="1"/>
          </p:cNvSpPr>
          <p:nvPr>
            <p:ph idx="1"/>
          </p:nvPr>
        </p:nvSpPr>
        <p:spPr>
          <a:xfrm>
            <a:off x="755576" y="1041165"/>
            <a:ext cx="7632848" cy="3225800"/>
          </a:xfrm>
        </p:spPr>
        <p:txBody>
          <a:bodyPr/>
          <a:lstStyle>
            <a:lvl1pPr marL="273050" indent="-273050">
              <a:buClrTx/>
              <a:buFont typeface="Wingdings" panose="05000000000000000000" pitchFamily="2" charset="2"/>
              <a:buChar char="Ø"/>
              <a:defRPr baseline="0">
                <a:solidFill>
                  <a:schemeClr val="tx1"/>
                </a:solidFill>
                <a:latin typeface="+mn-ea"/>
                <a:ea typeface="+mn-ea"/>
              </a:defRPr>
            </a:lvl1pPr>
            <a:lvl2pPr marL="576263" indent="-273050">
              <a:buClrTx/>
              <a:buFont typeface="Wingdings" panose="05000000000000000000" pitchFamily="2" charset="2"/>
              <a:buChar char="Ø"/>
              <a:defRPr baseline="0">
                <a:solidFill>
                  <a:schemeClr val="tx1"/>
                </a:solidFill>
                <a:latin typeface="+mn-ea"/>
                <a:ea typeface="+mn-ea"/>
              </a:defRPr>
            </a:lvl2pPr>
            <a:lvl3pPr marL="855663" indent="-228600">
              <a:buClrTx/>
              <a:buFont typeface="Wingdings" panose="05000000000000000000" pitchFamily="2" charset="2"/>
              <a:buChar char="Ø"/>
              <a:defRPr baseline="0">
                <a:solidFill>
                  <a:schemeClr val="tx1"/>
                </a:solidFill>
                <a:latin typeface="+mn-ea"/>
                <a:ea typeface="+mn-ea"/>
              </a:defRPr>
            </a:lvl3pPr>
            <a:lvl4pPr marL="1143000" indent="-228600">
              <a:buClrTx/>
              <a:buFont typeface="Wingdings" panose="05000000000000000000" pitchFamily="2" charset="2"/>
              <a:buChar char="Ø"/>
              <a:defRPr baseline="0">
                <a:solidFill>
                  <a:schemeClr val="tx1"/>
                </a:solidFill>
                <a:latin typeface="+mn-ea"/>
                <a:ea typeface="+mn-ea"/>
              </a:defRPr>
            </a:lvl4pPr>
            <a:lvl5pPr marL="1462088" indent="-228600">
              <a:buClrTx/>
              <a:buFont typeface="Wingdings" panose="05000000000000000000" pitchFamily="2" charset="2"/>
              <a:buChar char="Ø"/>
              <a:defRPr baseline="0">
                <a:solidFill>
                  <a:schemeClr val="tx1"/>
                </a:solidFill>
                <a:latin typeface="+mn-ea"/>
                <a:ea typeface="+mn-ea"/>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endParaRPr lang="en-US" noProof="1"/>
          </a:p>
        </p:txBody>
      </p:sp>
      <p:sp>
        <p:nvSpPr>
          <p:cNvPr id="7" name="Title 6"/>
          <p:cNvSpPr>
            <a:spLocks noGrp="1"/>
          </p:cNvSpPr>
          <p:nvPr>
            <p:ph type="title"/>
          </p:nvPr>
        </p:nvSpPr>
        <p:spPr>
          <a:xfrm>
            <a:off x="755576" y="267494"/>
            <a:ext cx="7931224" cy="360040"/>
          </a:xfrm>
        </p:spPr>
        <p:txBody>
          <a:bodyPr/>
          <a:lstStyle>
            <a:lvl1pPr algn="l">
              <a:defRPr sz="3000" b="1" baseline="0">
                <a:solidFill>
                  <a:schemeClr val="tx1"/>
                </a:solidFill>
                <a:latin typeface="Times New Roman" panose="02020603050405020304" pitchFamily="18" charset="0"/>
                <a:ea typeface="黑体" panose="02010600030101010101" pitchFamily="49" charset="-122"/>
              </a:defRPr>
            </a:lvl1pPr>
          </a:lstStyle>
          <a:p>
            <a:r>
              <a:rPr lang="zh-CN" altLang="en-US" noProof="1"/>
              <a:t>单击此处编辑母版标题样式</a:t>
            </a:r>
            <a:endParaRPr lang="en-US" noProof="1"/>
          </a:p>
        </p:txBody>
      </p:sp>
      <p:sp>
        <p:nvSpPr>
          <p:cNvPr id="10" name="Slide Number Placeholder 5"/>
          <p:cNvSpPr>
            <a:spLocks noGrp="1"/>
          </p:cNvSpPr>
          <p:nvPr>
            <p:ph type="sldNum" sz="quarter" idx="12"/>
          </p:nvPr>
        </p:nvSpPr>
        <p:spPr>
          <a:xfrm>
            <a:off x="8686799" y="4948014"/>
            <a:ext cx="403389" cy="169209"/>
          </a:xfrm>
        </p:spPr>
        <p:txBody>
          <a:bodyPr/>
          <a:lstStyle>
            <a:lvl1pPr algn="r">
              <a:defRPr>
                <a:solidFill>
                  <a:schemeClr val="tx1"/>
                </a:solidFill>
                <a:ea typeface="楷体_GB2312"/>
                <a:cs typeface="楷体_GB2312"/>
              </a:defRPr>
            </a:lvl1pPr>
          </a:lstStyle>
          <a:p>
            <a:pPr>
              <a:defRPr/>
            </a:pPr>
            <a:fld id="{76D20AB1-C80E-44EB-B890-88EEF3B3DC08}" type="slidenum">
              <a:rPr lang="zh-CN" altLang="en-US" smtClean="0"/>
              <a:pPr>
                <a:defRPr/>
              </a:pPr>
              <a:t>‹#›</a:t>
            </a:fld>
            <a:endParaRPr lang="en-US" altLang="zh-CN"/>
          </a:p>
        </p:txBody>
      </p:sp>
    </p:spTree>
    <p:extLst>
      <p:ext uri="{BB962C8B-B14F-4D97-AF65-F5344CB8AC3E}">
        <p14:creationId xmlns:p14="http://schemas.microsoft.com/office/powerpoint/2010/main" val="158312972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F499886B-2D72-4F6F-926C-CF3750C5A2C1}" type="datetime1">
              <a:rPr lang="zh-CN" altLang="en-US" smtClean="0"/>
              <a:t>2024/3/5</a:t>
            </a:fld>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a:ln/>
        </p:spPr>
        <p:txBody>
          <a:bodyPr/>
          <a:lstStyle>
            <a:lvl1pPr>
              <a:defRPr/>
            </a:lvl1pPr>
          </a:lstStyle>
          <a:p>
            <a:pPr>
              <a:defRPr/>
            </a:pPr>
            <a:fld id="{DE03A640-DE24-46E6-800A-740A6D4CAF16}" type="slidenum">
              <a:rPr lang="zh-CN" altLang="en-US"/>
              <a:pPr>
                <a:defRPr/>
              </a:pPr>
              <a:t>‹#›</a:t>
            </a:fld>
            <a:endParaRPr lang="en-US" altLang="zh-CN"/>
          </a:p>
        </p:txBody>
      </p:sp>
    </p:spTree>
    <p:extLst>
      <p:ext uri="{BB962C8B-B14F-4D97-AF65-F5344CB8AC3E}">
        <p14:creationId xmlns:p14="http://schemas.microsoft.com/office/powerpoint/2010/main" val="1313647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a:cs typeface="楷体_GB2312"/>
              </a:defRPr>
            </a:lvl1pPr>
          </a:lstStyle>
          <a:p>
            <a:pPr>
              <a:defRPr/>
            </a:pPr>
            <a:fld id="{5259C735-FDAA-4D5B-B578-8806C72A472E}" type="slidenum">
              <a:rPr lang="zh-CN" altLang="en-US"/>
              <a:pPr>
                <a:defRPr/>
              </a:pPr>
              <a:t>‹#›</a:t>
            </a:fld>
            <a:endParaRPr lang="en-US" altLang="zh-CN"/>
          </a:p>
        </p:txBody>
      </p:sp>
    </p:spTree>
    <p:extLst>
      <p:ext uri="{BB962C8B-B14F-4D97-AF65-F5344CB8AC3E}">
        <p14:creationId xmlns:p14="http://schemas.microsoft.com/office/powerpoint/2010/main" val="410118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ea typeface="楷体_GB2312"/>
                <a:cs typeface="楷体_GB2312"/>
              </a:defRPr>
            </a:lvl1pPr>
          </a:lstStyle>
          <a:p>
            <a:pPr>
              <a:defRPr/>
            </a:pPr>
            <a:fld id="{04EEF93E-4C11-48D9-AE96-246764784287}" type="slidenum">
              <a:rPr lang="zh-CN" altLang="en-US"/>
              <a:pPr>
                <a:defRPr/>
              </a:pPr>
              <a:t>‹#›</a:t>
            </a:fld>
            <a:endParaRPr lang="en-US" altLang="zh-CN"/>
          </a:p>
        </p:txBody>
      </p:sp>
    </p:spTree>
    <p:extLst>
      <p:ext uri="{BB962C8B-B14F-4D97-AF65-F5344CB8AC3E}">
        <p14:creationId xmlns:p14="http://schemas.microsoft.com/office/powerpoint/2010/main" val="26273306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fld id="{F499886B-2D72-4F6F-926C-CF3750C5A2C1}" type="datetime1">
              <a:rPr lang="zh-CN" altLang="en-US" smtClean="0"/>
              <a:t>2024/3/5</a:t>
            </a:fld>
            <a:endParaRPr lang="en-US" altLang="zh-CN"/>
          </a:p>
        </p:txBody>
      </p:sp>
      <p:sp>
        <p:nvSpPr>
          <p:cNvPr id="3" name="Rectangle 12"/>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2"/>
          </p:nvPr>
        </p:nvSpPr>
        <p:spPr>
          <a:ln/>
        </p:spPr>
        <p:txBody>
          <a:bodyPr/>
          <a:lstStyle>
            <a:lvl1pPr>
              <a:defRPr/>
            </a:lvl1pPr>
          </a:lstStyle>
          <a:p>
            <a:pPr>
              <a:defRPr/>
            </a:pPr>
            <a:fld id="{DE03A640-DE24-46E6-800A-740A6D4CAF16}" type="slidenum">
              <a:rPr lang="zh-CN" altLang="en-US"/>
              <a:pPr>
                <a:defRPr/>
              </a:pPr>
              <a:t>‹#›</a:t>
            </a:fld>
            <a:endParaRPr lang="en-US" altLang="zh-CN"/>
          </a:p>
        </p:txBody>
      </p:sp>
    </p:spTree>
    <p:extLst>
      <p:ext uri="{BB962C8B-B14F-4D97-AF65-F5344CB8AC3E}">
        <p14:creationId xmlns:p14="http://schemas.microsoft.com/office/powerpoint/2010/main" val="31449714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pitchFamily="49" charset="-122"/>
              </a:defRPr>
            </a:lvl1pPr>
          </a:lstStyle>
          <a:p>
            <a:pPr>
              <a:defRPr/>
            </a:pPr>
            <a:fld id="{B7FE6453-7C56-41E6-AA92-CF0B566BEE4D}" type="slidenum">
              <a:rPr lang="zh-CN" altLang="en-US"/>
              <a:pPr>
                <a:defRPr/>
              </a:pPr>
              <a:t>‹#›</a:t>
            </a:fld>
            <a:endParaRPr lang="en-US" altLang="zh-CN"/>
          </a:p>
        </p:txBody>
      </p:sp>
    </p:spTree>
    <p:extLst>
      <p:ext uri="{BB962C8B-B14F-4D97-AF65-F5344CB8AC3E}">
        <p14:creationId xmlns:p14="http://schemas.microsoft.com/office/powerpoint/2010/main" val="13586293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ea typeface="楷体_GB2312" pitchFamily="49" charset="-122"/>
              </a:defRPr>
            </a:lvl1pPr>
          </a:lstStyle>
          <a:p>
            <a:pPr>
              <a:defRPr/>
            </a:pPr>
            <a:fld id="{F9AD9B07-FD48-44D6-9FDB-1A4CB9F20CD3}" type="slidenum">
              <a:rPr lang="zh-CN" altLang="en-US"/>
              <a:pPr>
                <a:defRPr/>
              </a:pPr>
              <a:t>‹#›</a:t>
            </a:fld>
            <a:endParaRPr lang="en-US" altLang="zh-CN"/>
          </a:p>
        </p:txBody>
      </p:sp>
    </p:spTree>
    <p:extLst>
      <p:ext uri="{BB962C8B-B14F-4D97-AF65-F5344CB8AC3E}">
        <p14:creationId xmlns:p14="http://schemas.microsoft.com/office/powerpoint/2010/main" val="13729675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00152"/>
            <a:ext cx="7772400" cy="1335081"/>
          </a:xfrm>
        </p:spPr>
        <p:txBody>
          <a:bodyPr anchor="b">
            <a:normAutofit/>
          </a:bodyPr>
          <a:lstStyle>
            <a:lvl1pPr>
              <a:defRPr sz="440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667001"/>
            <a:ext cx="6400800" cy="11049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5"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ea typeface="楷体_GB2312"/>
                <a:cs typeface="楷体_GB2312"/>
              </a:defRPr>
            </a:lvl1pPr>
          </a:lstStyle>
          <a:p>
            <a:pPr>
              <a:defRPr/>
            </a:pPr>
            <a:fld id="{882148DD-990F-4276-960B-11F39A9BE856}" type="slidenum">
              <a:rPr lang="zh-CN" altLang="en-US"/>
              <a:pPr>
                <a:defRPr/>
              </a:pPr>
              <a:t>‹#›</a:t>
            </a:fld>
            <a:endParaRPr lang="en-US" altLang="zh-CN"/>
          </a:p>
        </p:txBody>
      </p:sp>
    </p:spTree>
    <p:extLst>
      <p:ext uri="{BB962C8B-B14F-4D97-AF65-F5344CB8AC3E}">
        <p14:creationId xmlns:p14="http://schemas.microsoft.com/office/powerpoint/2010/main" val="16664332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4" name="组合 5"/>
          <p:cNvGrpSpPr>
            <a:grpSpLocks/>
          </p:cNvGrpSpPr>
          <p:nvPr userDrawn="1"/>
        </p:nvGrpSpPr>
        <p:grpSpPr bwMode="auto">
          <a:xfrm>
            <a:off x="0" y="195263"/>
            <a:ext cx="755650" cy="431800"/>
            <a:chOff x="-786" y="195486"/>
            <a:chExt cx="756363" cy="432048"/>
          </a:xfrm>
        </p:grpSpPr>
        <p:sp>
          <p:nvSpPr>
            <p:cNvPr id="5" name="五边形 4"/>
            <p:cNvSpPr/>
            <p:nvPr/>
          </p:nvSpPr>
          <p:spPr>
            <a:xfrm>
              <a:off x="-786" y="195486"/>
              <a:ext cx="756363" cy="432048"/>
            </a:xfrm>
            <a:prstGeom prst="homePlate">
              <a:avLst/>
            </a:prstGeom>
            <a:solidFill>
              <a:schemeClr val="bg2">
                <a:lumMod val="50000"/>
              </a:schemeClr>
            </a:solidFill>
            <a:ln w="25400" cap="flat" cmpd="sng" algn="ctr">
              <a:noFill/>
              <a:prstDash val="solid"/>
            </a:ln>
            <a:effectLst/>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sp>
          <p:nvSpPr>
            <p:cNvPr id="6" name="五边形 5"/>
            <p:cNvSpPr>
              <a:spLocks noChangeArrowheads="1"/>
            </p:cNvSpPr>
            <p:nvPr/>
          </p:nvSpPr>
          <p:spPr bwMode="auto">
            <a:xfrm>
              <a:off x="-786" y="197074"/>
              <a:ext cx="756363" cy="88951"/>
            </a:xfrm>
            <a:prstGeom prst="homePlate">
              <a:avLst>
                <a:gd name="adj" fmla="val 49995"/>
              </a:avLst>
            </a:prstGeom>
            <a:solidFill>
              <a:schemeClr val="bg1">
                <a:alpha val="30196"/>
              </a:schemeClr>
            </a:solidFill>
            <a:ln>
              <a:noFill/>
            </a:ln>
          </p:spPr>
          <p:txBody>
            <a:bodyPr anchor="ct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gn="ctr" eaLnBrk="1" hangingPunct="1">
                <a:defRPr/>
              </a:pPr>
              <a:endParaRPr lang="zh-CN" altLang="en-US">
                <a:solidFill>
                  <a:srgbClr val="FFFFFF"/>
                </a:solidFill>
                <a:latin typeface="Calibri" panose="020F0502020204030204" pitchFamily="34" charset="0"/>
                <a:ea typeface="楷体_GB2312"/>
                <a:cs typeface="楷体_GB2312"/>
              </a:endParaRPr>
            </a:p>
          </p:txBody>
        </p:sp>
      </p:grpSp>
      <p:sp>
        <p:nvSpPr>
          <p:cNvPr id="3" name="Content Placeholder 2"/>
          <p:cNvSpPr>
            <a:spLocks noGrp="1"/>
          </p:cNvSpPr>
          <p:nvPr>
            <p:ph idx="1"/>
          </p:nvPr>
        </p:nvSpPr>
        <p:spPr/>
        <p:txBody>
          <a:bodyPr/>
          <a:lstStyle>
            <a:lvl1pPr>
              <a:defRPr baseline="0">
                <a:latin typeface="Times New Roman" panose="02020603050405020304" pitchFamily="18" charset="0"/>
              </a:defRPr>
            </a:lvl1pPr>
            <a:lvl2pPr>
              <a:defRPr baseline="0">
                <a:latin typeface="Times New Roman" panose="02020603050405020304" pitchFamily="18" charset="0"/>
              </a:defRPr>
            </a:lvl2pPr>
            <a:lvl3pPr>
              <a:defRPr baseline="0">
                <a:latin typeface="Times New Roman" panose="02020603050405020304" pitchFamily="18" charset="0"/>
              </a:defRPr>
            </a:lvl3pPr>
            <a:lvl4pPr>
              <a:defRPr baseline="0">
                <a:latin typeface="Times New Roman" panose="02020603050405020304" pitchFamily="18" charset="0"/>
              </a:defRPr>
            </a:lvl4pPr>
            <a:lvl5pPr>
              <a:defRPr baseline="0">
                <a:latin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Title 6"/>
          <p:cNvSpPr>
            <a:spLocks noGrp="1"/>
          </p:cNvSpPr>
          <p:nvPr>
            <p:ph type="title"/>
          </p:nvPr>
        </p:nvSpPr>
        <p:spPr>
          <a:xfrm>
            <a:off x="755576" y="267494"/>
            <a:ext cx="7931224" cy="360040"/>
          </a:xfrm>
        </p:spPr>
        <p:txBody>
          <a:bodyPr/>
          <a:lstStyle>
            <a:lvl1pPr algn="l">
              <a:defRPr b="1" baseline="0">
                <a:latin typeface="Times New Roman" panose="02020603050405020304" pitchFamily="18" charset="0"/>
                <a:ea typeface="黑体" panose="02010609060101010101" pitchFamily="49" charset="-122"/>
              </a:defRPr>
            </a:lvl1pPr>
          </a:lstStyle>
          <a:p>
            <a:r>
              <a:rPr lang="zh-CN" altLang="en-US" dirty="0"/>
              <a:t>单击此处编辑母版标题样式</a:t>
            </a:r>
            <a:endParaRPr lang="en-US" dirty="0"/>
          </a:p>
        </p:txBody>
      </p:sp>
      <p:sp>
        <p:nvSpPr>
          <p:cNvPr id="8" name="Date Placeholder 3"/>
          <p:cNvSpPr>
            <a:spLocks noGrp="1"/>
          </p:cNvSpPr>
          <p:nvPr>
            <p:ph type="dt" sz="half" idx="10"/>
          </p:nvPr>
        </p:nvSpPr>
        <p:spPr/>
        <p:txBody>
          <a:bodyPr rtlCol="0"/>
          <a:lstStyle>
            <a:lvl1pPr>
              <a:defRPr>
                <a:ea typeface="楷体_GB2312"/>
              </a:defRPr>
            </a:lvl1pPr>
          </a:lstStyle>
          <a:p>
            <a:pPr>
              <a:defRPr/>
            </a:pPr>
            <a:endParaRPr lang="en-US" altLang="zh-CN"/>
          </a:p>
        </p:txBody>
      </p:sp>
      <p:sp>
        <p:nvSpPr>
          <p:cNvPr id="9" name="Footer Placeholder 4"/>
          <p:cNvSpPr>
            <a:spLocks noGrp="1"/>
          </p:cNvSpPr>
          <p:nvPr>
            <p:ph type="ftr" sz="quarter" idx="11"/>
          </p:nvPr>
        </p:nvSpPr>
        <p:spPr/>
        <p:txBody>
          <a:bodyPr rtlCol="0"/>
          <a:lstStyle>
            <a:lvl1pPr>
              <a:defRPr>
                <a:ea typeface="楷体_GB2312"/>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ea typeface="楷体_GB2312"/>
                <a:cs typeface="楷体_GB2312"/>
              </a:defRPr>
            </a:lvl1pPr>
          </a:lstStyle>
          <a:p>
            <a:pPr>
              <a:defRPr/>
            </a:pPr>
            <a:fld id="{EF2D5D9E-7C7F-4C55-AAD5-352CF135A10C}" type="slidenum">
              <a:rPr lang="zh-CN" altLang="en-US"/>
              <a:pPr>
                <a:defRPr/>
              </a:pPr>
              <a:t>‹#›</a:t>
            </a:fld>
            <a:endParaRPr lang="en-US" altLang="zh-CN"/>
          </a:p>
        </p:txBody>
      </p:sp>
    </p:spTree>
    <p:extLst>
      <p:ext uri="{BB962C8B-B14F-4D97-AF65-F5344CB8AC3E}">
        <p14:creationId xmlns:p14="http://schemas.microsoft.com/office/powerpoint/2010/main" val="1750672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4294967295"/>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17860" name="Rectangle 4"/>
          <p:cNvSpPr>
            <a:spLocks noGrp="1" noChangeArrowheads="1"/>
          </p:cNvSpPr>
          <p:nvPr>
            <p:ph type="dt" sz="half" idx="2"/>
          </p:nvPr>
        </p:nvSpPr>
        <p:spPr bwMode="auto">
          <a:xfrm>
            <a:off x="457200" y="4684713"/>
            <a:ext cx="2133600" cy="357187"/>
          </a:xfrm>
          <a:prstGeom prst="rect">
            <a:avLst/>
          </a:prstGeom>
          <a:noFill/>
          <a:ln w="9525">
            <a:noFill/>
            <a:miter lim="800000"/>
          </a:ln>
          <a:effectLst/>
        </p:spPr>
        <p:txBody>
          <a:bodyPr vert="horz" wrap="square" lIns="91440" tIns="45720" rIns="91440" bIns="45720" numCol="1" anchor="t" anchorCtr="0" compatLnSpc="1"/>
          <a:lstStyle>
            <a:lvl1pPr eaLnBrk="1" hangingPunct="1">
              <a:buFontTx/>
              <a:buNone/>
              <a:defRPr sz="1400">
                <a:latin typeface="Arial" panose="020B0604020202020204" pitchFamily="34" charset="0"/>
                <a:ea typeface="宋体" panose="02010600030101010101" pitchFamily="2" charset="-122"/>
              </a:defRPr>
            </a:lvl1pPr>
          </a:lstStyle>
          <a:p>
            <a:pPr>
              <a:defRPr/>
            </a:pPr>
            <a:endParaRPr lang="en-US" altLang="zh-CN"/>
          </a:p>
        </p:txBody>
      </p:sp>
      <p:sp>
        <p:nvSpPr>
          <p:cNvPr id="1017861" name="Rectangle 5"/>
          <p:cNvSpPr>
            <a:spLocks noGrp="1" noChangeArrowheads="1"/>
          </p:cNvSpPr>
          <p:nvPr>
            <p:ph type="ftr" sz="quarter" idx="3"/>
          </p:nvPr>
        </p:nvSpPr>
        <p:spPr bwMode="auto">
          <a:xfrm>
            <a:off x="3124200" y="4684713"/>
            <a:ext cx="2895600" cy="357187"/>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400">
                <a:latin typeface="Arial" panose="020B0604020202020204" pitchFamily="34" charset="0"/>
                <a:ea typeface="宋体" panose="02010600030101010101" pitchFamily="2" charset="-122"/>
              </a:defRPr>
            </a:lvl1pPr>
          </a:lstStyle>
          <a:p>
            <a:pPr>
              <a:defRPr/>
            </a:pPr>
            <a:endParaRPr lang="en-US" altLang="zh-CN"/>
          </a:p>
        </p:txBody>
      </p:sp>
      <p:sp>
        <p:nvSpPr>
          <p:cNvPr id="1017862" name="Rectangle 6"/>
          <p:cNvSpPr>
            <a:spLocks noGrp="1" noChangeArrowheads="1"/>
          </p:cNvSpPr>
          <p:nvPr>
            <p:ph type="sldNum" sz="quarter" idx="4"/>
          </p:nvPr>
        </p:nvSpPr>
        <p:spPr bwMode="auto">
          <a:xfrm>
            <a:off x="6553200" y="4684713"/>
            <a:ext cx="2133600" cy="357187"/>
          </a:xfrm>
          <a:prstGeom prst="rect">
            <a:avLst/>
          </a:prstGeom>
          <a:noFill/>
          <a:ln w="9525">
            <a:noFill/>
            <a:miter lim="800000"/>
          </a:ln>
          <a:effec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a:latin typeface="Arial" panose="020B0604020202020204" pitchFamily="34" charset="0"/>
              </a:defRPr>
            </a:lvl1pPr>
          </a:lstStyle>
          <a:p>
            <a:pPr>
              <a:defRPr/>
            </a:pPr>
            <a:fld id="{DB574B48-52AE-4C72-8DAE-E0B86AFFF2A0}"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8162" r:id="rId1"/>
    <p:sldLayoutId id="2147488164" r:id="rId2"/>
    <p:sldLayoutId id="2147488166" r:id="rId3"/>
    <p:sldLayoutId id="2147488167" r:id="rId4"/>
    <p:sldLayoutId id="2147488168" r:id="rId5"/>
    <p:sldLayoutId id="2147488169" r:id="rId6"/>
    <p:sldLayoutId id="2147488171" r:id="rId7"/>
    <p:sldLayoutId id="2147488172" r:id="rId8"/>
  </p:sldLayoutIdLst>
  <p:txStyles>
    <p:titleStyle>
      <a:lvl1pPr algn="ctr" rtl="0" eaLnBrk="0" fontAlgn="base" hangingPunct="0">
        <a:spcBef>
          <a:spcPct val="0"/>
        </a:spcBef>
        <a:spcAft>
          <a:spcPct val="0"/>
        </a:spcAft>
        <a:defRPr sz="4400">
          <a:solidFill>
            <a:schemeClr val="tx2"/>
          </a:solidFill>
          <a:latin typeface="+mj-lt"/>
          <a:ea typeface="宋体" panose="02010600030101010101" pitchFamily="2" charset="-122"/>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宋体" panose="02010600030101010101" pitchFamily="2" charset="-122"/>
          <a:cs typeface="+mn-cs"/>
        </a:defRPr>
      </a:lvl1pPr>
      <a:lvl2pPr marL="742950" indent="-285750" algn="l" rtl="0" eaLnBrk="0" fontAlgn="base" hangingPunct="0">
        <a:spcBef>
          <a:spcPct val="20000"/>
        </a:spcBef>
        <a:spcAft>
          <a:spcPct val="0"/>
        </a:spcAft>
        <a:buChar char="–"/>
        <a:defRPr sz="2800">
          <a:solidFill>
            <a:schemeClr val="tx1"/>
          </a:solidFill>
          <a:latin typeface="+mn-lt"/>
          <a:ea typeface="宋体" panose="0201060003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noChangeArrowheads="1"/>
          </p:cNvSpPr>
          <p:nvPr>
            <p:ph type="title" idx="4294967295"/>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lstStyle>
            <a:lvl1pPr algn="r" eaLnBrk="1" hangingPunct="1">
              <a:buFontTx/>
              <a:buNone/>
              <a:defRPr sz="1000">
                <a:solidFill>
                  <a:srgbClr val="073E87"/>
                </a:solidFill>
                <a:latin typeface="Tahoma" panose="020B0604030504040204" pitchFamily="34" charset="0"/>
                <a:ea typeface="宋体" panose="02010600030101010101" pitchFamily="2" charset="-122"/>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lstStyle>
            <a:lvl1pPr eaLnBrk="1" hangingPunct="1">
              <a:buFontTx/>
              <a:buNone/>
              <a:defRPr sz="1000">
                <a:solidFill>
                  <a:srgbClr val="073E87"/>
                </a:solidFill>
                <a:latin typeface="Tahoma" panose="020B0604030504040204" pitchFamily="34" charset="0"/>
                <a:ea typeface="宋体" panose="02010600030101010101" pitchFamily="2" charset="-122"/>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buFont typeface="Arial" panose="020B0604020202020204" pitchFamily="34" charset="0"/>
              <a:buNone/>
              <a:defRPr sz="1000">
                <a:solidFill>
                  <a:srgbClr val="073E87"/>
                </a:solidFill>
              </a:defRPr>
            </a:lvl1pPr>
          </a:lstStyle>
          <a:p>
            <a:pPr>
              <a:defRPr/>
            </a:pPr>
            <a:fld id="{FC78940A-E596-49F4-AC30-7BE184416B77}" type="slidenum">
              <a:rPr lang="zh-CN" altLang="en-US"/>
              <a:pPr>
                <a:defRPr/>
              </a:pPr>
              <a:t>‹#›</a:t>
            </a:fld>
            <a:endParaRPr lang="en-US" altLang="zh-CN"/>
          </a:p>
        </p:txBody>
      </p:sp>
      <p:sp>
        <p:nvSpPr>
          <p:cNvPr id="2054" name="Text Placeholder 2"/>
          <p:cNvSpPr>
            <a:spLocks noGrp="1" noChangeArrowheads="1"/>
          </p:cNvSpPr>
          <p:nvPr>
            <p:ph type="body" idx="4294967295"/>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8173" r:id="rId1"/>
    <p:sldLayoutId id="2147488174" r:id="rId2"/>
    <p:sldLayoutId id="2147488181" r:id="rId3"/>
  </p:sldLayoutIdLst>
  <p:txStyles>
    <p:titleStyle>
      <a:lvl1pPr algn="l" rtl="0" eaLnBrk="0" fontAlgn="base" hangingPunct="0">
        <a:spcBef>
          <a:spcPct val="0"/>
        </a:spcBef>
        <a:spcAft>
          <a:spcPct val="0"/>
        </a:spcAft>
        <a:defRPr sz="4000" kern="1200">
          <a:solidFill>
            <a:srgbClr val="FFFFFF"/>
          </a:solidFill>
          <a:latin typeface="+mj-lt"/>
          <a:ea typeface="黑体" panose="0201060003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003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pPr>
              <a:defRPr/>
            </a:pPr>
            <a:fld id="{0E71D1BC-CFEA-4C3A-9DE2-22670196FCF1}" type="slidenum">
              <a:rPr lang="zh-CN" altLang="en-US"/>
              <a:pPr>
                <a:defRPr/>
              </a:pPr>
              <a:t>‹#›</a:t>
            </a:fld>
            <a:endParaRPr lang="en-US" altLang="zh-CN"/>
          </a:p>
        </p:txBody>
      </p:sp>
      <p:sp>
        <p:nvSpPr>
          <p:cNvPr id="3078"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8175" r:id="rId1"/>
    <p:sldLayoutId id="2147488176" r:id="rId2"/>
    <p:sldLayoutId id="2147488182" r:id="rId3"/>
  </p:sldLayoutIdLst>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latin typeface="Tahoma" pitchFamily="34" charset="0"/>
                <a:ea typeface="宋体" pitchFamily="2" charset="-122"/>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latin typeface="Tahoma" pitchFamily="34" charset="0"/>
                <a:ea typeface="宋体" pitchFamily="2" charset="-122"/>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pPr>
              <a:defRPr/>
            </a:pPr>
            <a:fld id="{AECDB291-D45E-4736-873A-E448F0066CB6}" type="slidenum">
              <a:rPr lang="zh-CN" altLang="en-US"/>
              <a:pPr>
                <a:defRPr/>
              </a:pPr>
              <a:t>‹#›</a:t>
            </a:fld>
            <a:endParaRPr lang="en-US" altLang="zh-CN"/>
          </a:p>
        </p:txBody>
      </p:sp>
      <p:sp>
        <p:nvSpPr>
          <p:cNvPr id="4102"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8177" r:id="rId1"/>
    <p:sldLayoutId id="2147488178" r:id="rId2"/>
  </p:sldLayoutIdLst>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900113" y="268288"/>
            <a:ext cx="778668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 name="Date Placeholder 3"/>
          <p:cNvSpPr>
            <a:spLocks noGrp="1"/>
          </p:cNvSpPr>
          <p:nvPr>
            <p:ph type="dt" sz="half" idx="2"/>
          </p:nvPr>
        </p:nvSpPr>
        <p:spPr>
          <a:xfrm>
            <a:off x="5164138" y="4687888"/>
            <a:ext cx="3786187" cy="273050"/>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073E87"/>
                </a:solidFill>
              </a:defRPr>
            </a:lvl1pPr>
          </a:lstStyle>
          <a:p>
            <a:pPr>
              <a:defRPr/>
            </a:pPr>
            <a:endParaRPr lang="en-US" altLang="zh-CN"/>
          </a:p>
        </p:txBody>
      </p:sp>
      <p:sp>
        <p:nvSpPr>
          <p:cNvPr id="5" name="Footer Placeholder 4"/>
          <p:cNvSpPr>
            <a:spLocks noGrp="1"/>
          </p:cNvSpPr>
          <p:nvPr>
            <p:ph type="ftr" sz="quarter" idx="3"/>
          </p:nvPr>
        </p:nvSpPr>
        <p:spPr>
          <a:xfrm>
            <a:off x="193675" y="4687888"/>
            <a:ext cx="3786188" cy="273050"/>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073E87"/>
                </a:solidFill>
              </a:defRPr>
            </a:lvl1pPr>
          </a:lstStyle>
          <a:p>
            <a:pPr>
              <a:defRPr/>
            </a:pPr>
            <a:endParaRPr lang="en-US" altLang="zh-CN"/>
          </a:p>
        </p:txBody>
      </p:sp>
      <p:sp>
        <p:nvSpPr>
          <p:cNvPr id="6" name="Slide Number Placeholder 5"/>
          <p:cNvSpPr>
            <a:spLocks noGrp="1"/>
          </p:cNvSpPr>
          <p:nvPr>
            <p:ph type="sldNum" sz="quarter" idx="4"/>
          </p:nvPr>
        </p:nvSpPr>
        <p:spPr>
          <a:xfrm>
            <a:off x="3990975" y="4687888"/>
            <a:ext cx="1162050" cy="273050"/>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073E87"/>
                </a:solidFill>
              </a:defRPr>
            </a:lvl1pPr>
          </a:lstStyle>
          <a:p>
            <a:pPr>
              <a:defRPr/>
            </a:pPr>
            <a:fld id="{BD8D622A-8715-4B7E-AC6E-22CB2D225A73}" type="slidenum">
              <a:rPr lang="zh-CN" altLang="en-US"/>
              <a:pPr>
                <a:defRPr/>
              </a:pPr>
              <a:t>‹#›</a:t>
            </a:fld>
            <a:endParaRPr lang="en-US" altLang="zh-CN"/>
          </a:p>
        </p:txBody>
      </p:sp>
      <p:sp>
        <p:nvSpPr>
          <p:cNvPr id="5126" name="Text Placeholder 2"/>
          <p:cNvSpPr>
            <a:spLocks noGrp="1"/>
          </p:cNvSpPr>
          <p:nvPr>
            <p:ph type="body" idx="1"/>
          </p:nvPr>
        </p:nvSpPr>
        <p:spPr bwMode="auto">
          <a:xfrm>
            <a:off x="228600" y="1368425"/>
            <a:ext cx="5927725"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lt1" tx1="dk1" bg2="lt2" tx2="dk2" accent1="accent1" accent2="accent2" accent3="accent3" accent4="accent4" accent5="accent5" accent6="accent6" hlink="hlink" folHlink="folHlink"/>
  <p:sldLayoutIdLst>
    <p:sldLayoutId id="2147488179" r:id="rId1"/>
    <p:sldLayoutId id="2147488180" r:id="rId2"/>
  </p:sldLayoutIdLst>
  <p:txStyles>
    <p:titleStyle>
      <a:lvl1pPr algn="l" rtl="0" eaLnBrk="0" fontAlgn="base" hangingPunct="0">
        <a:spcBef>
          <a:spcPct val="0"/>
        </a:spcBef>
        <a:spcAft>
          <a:spcPct val="0"/>
        </a:spcAft>
        <a:defRPr sz="4000" kern="1200">
          <a:solidFill>
            <a:srgbClr val="FFFFFF"/>
          </a:solidFill>
          <a:latin typeface="+mj-lt"/>
          <a:ea typeface="黑体" panose="02010609060101010101" pitchFamily="49" charset="-122"/>
          <a:cs typeface="+mj-cs"/>
        </a:defRPr>
      </a:lvl1pPr>
      <a:lvl2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2pPr>
      <a:lvl3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3pPr>
      <a:lvl4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4pPr>
      <a:lvl5pPr algn="l" rtl="0" eaLnBrk="0" fontAlgn="base" hangingPunct="0">
        <a:spcBef>
          <a:spcPct val="0"/>
        </a:spcBef>
        <a:spcAft>
          <a:spcPct val="0"/>
        </a:spcAft>
        <a:defRPr sz="4000">
          <a:solidFill>
            <a:srgbClr val="FFFFFF"/>
          </a:solidFill>
          <a:latin typeface="Candara" panose="020E0502030303020204" pitchFamily="34" charset="0"/>
          <a:ea typeface="黑体" panose="02010609060101010101" pitchFamily="49" charset="-122"/>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3050" indent="-273050" algn="l" rtl="0" eaLnBrk="0" fontAlgn="base" hangingPunct="0">
        <a:spcBef>
          <a:spcPct val="20000"/>
        </a:spcBef>
        <a:spcAft>
          <a:spcPct val="0"/>
        </a:spcAft>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263" indent="-273050" algn="l" rtl="0" eaLnBrk="0" fontAlgn="base" hangingPunct="0">
        <a:spcBef>
          <a:spcPct val="20000"/>
        </a:spcBef>
        <a:spcAft>
          <a:spcPct val="0"/>
        </a:spcAft>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663"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rtl="0" eaLnBrk="0" fontAlgn="base" hangingPunct="0">
        <a:spcBef>
          <a:spcPct val="20000"/>
        </a:spcBef>
        <a:spcAft>
          <a:spcPct val="0"/>
        </a:spcAft>
        <a:buClr>
          <a:schemeClr val="accent1"/>
        </a:buClr>
        <a:buSzPct val="100000"/>
        <a:buFont typeface="Symbol" panose="05050102010706020507" pitchFamily="18" charset="2"/>
        <a:buChar char=""/>
        <a:defRPr sz="2000" kern="1200">
          <a:solidFill>
            <a:schemeClr val="tx2"/>
          </a:solidFill>
          <a:latin typeface="+mn-lt"/>
          <a:ea typeface="+mn-ea"/>
          <a:cs typeface="+mn-cs"/>
        </a:defRPr>
      </a:lvl4pPr>
      <a:lvl5pPr marL="1462088" indent="-228600" algn="l" rtl="0" eaLnBrk="0" fontAlgn="base" hangingPunct="0">
        <a:spcBef>
          <a:spcPct val="20000"/>
        </a:spcBef>
        <a:spcAft>
          <a:spcPct val="0"/>
        </a:spcAft>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5.tmp"/><Relationship Id="rId5" Type="http://schemas.openxmlformats.org/officeDocument/2006/relationships/tags" Target="../tags/tag5.xml"/><Relationship Id="rId10" Type="http://schemas.openxmlformats.org/officeDocument/2006/relationships/slideLayout" Target="../slideLayouts/slideLayout11.xml"/><Relationship Id="rId4" Type="http://schemas.openxmlformats.org/officeDocument/2006/relationships/tags" Target="../tags/tag4.xml"/><Relationship Id="rId9" Type="http://schemas.openxmlformats.org/officeDocument/2006/relationships/tags" Target="../tags/tag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0.xml"/><Relationship Id="rId1" Type="http://schemas.openxmlformats.org/officeDocument/2006/relationships/vmlDrawing" Target="../drawings/vmlDrawing2.vml"/><Relationship Id="rId5" Type="http://schemas.openxmlformats.org/officeDocument/2006/relationships/image" Target="../media/image9.emf"/><Relationship Id="rId4" Type="http://schemas.openxmlformats.org/officeDocument/2006/relationships/oleObject" Target="../embeddings/oleObject2.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内容占位符 2"/>
          <p:cNvSpPr>
            <a:spLocks noGrp="1"/>
          </p:cNvSpPr>
          <p:nvPr>
            <p:ph idx="1"/>
          </p:nvPr>
        </p:nvSpPr>
        <p:spPr>
          <a:xfrm>
            <a:off x="550863" y="714375"/>
            <a:ext cx="1628775" cy="2701925"/>
          </a:xfrm>
          <a:solidFill>
            <a:schemeClr val="accent5">
              <a:lumMod val="60000"/>
              <a:lumOff val="40000"/>
            </a:schemeClr>
          </a:solidFill>
          <a:ln w="12700">
            <a:solidFill>
              <a:schemeClr val="tx1"/>
            </a:solidFill>
          </a:ln>
        </p:spPr>
        <p:txBody>
          <a:bodyPr anchor="ctr"/>
          <a:lstStyle/>
          <a:p>
            <a:pPr marL="0" indent="0" eaLnBrk="1" hangingPunct="1">
              <a:lnSpc>
                <a:spcPts val="2000"/>
              </a:lnSpc>
              <a:buClrTx/>
              <a:buFont typeface="Symbol" panose="05050102010706020507" pitchFamily="18" charset="2"/>
              <a:buNone/>
              <a:defRPr/>
            </a:pPr>
            <a:r>
              <a:rPr lang="zh-CN" altLang="en-US" sz="2500" b="1" dirty="0">
                <a:solidFill>
                  <a:schemeClr val="tx1"/>
                </a:solidFill>
                <a:latin typeface="Times New Roman" panose="02020603050405020304" pitchFamily="18" charset="0"/>
                <a:cs typeface="Times New Roman" panose="02020603050405020304" pitchFamily="18" charset="0"/>
              </a:rPr>
              <a:t>文法：</a:t>
            </a:r>
            <a:endParaRPr lang="en-US" altLang="zh-CN" b="1" dirty="0">
              <a:solidFill>
                <a:schemeClr val="tx1"/>
              </a:solidFill>
              <a:latin typeface="Times New Roman" panose="02020603050405020304" pitchFamily="18" charset="0"/>
              <a:cs typeface="Times New Roman" panose="02020603050405020304" pitchFamily="18" charset="0"/>
            </a:endParaRP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(0)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i="1" dirty="0">
                <a:latin typeface="Times New Roman" panose="02020603050405020304" pitchFamily="18" charset="0"/>
                <a:ea typeface="宋体" pitchFamily="2" charset="-122"/>
                <a:cs typeface="Times New Roman" panose="02020603050405020304" pitchFamily="18" charset="0"/>
              </a:rPr>
              <a:t> </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(1)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(2)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(3)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(4)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(5)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(6)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id</a:t>
            </a:r>
          </a:p>
        </p:txBody>
      </p:sp>
      <p:sp>
        <p:nvSpPr>
          <p:cNvPr id="16387" name="标题 1"/>
          <p:cNvSpPr txBox="1">
            <a:spLocks noChangeArrowheads="1"/>
          </p:cNvSpPr>
          <p:nvPr/>
        </p:nvSpPr>
        <p:spPr bwMode="auto">
          <a:xfrm>
            <a:off x="798513" y="787400"/>
            <a:ext cx="79311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endParaRPr lang="zh-CN" altLang="en-US" sz="2800" b="1">
              <a:solidFill>
                <a:srgbClr val="000000"/>
              </a:solidFill>
              <a:latin typeface="微软雅黑" panose="020B0503020204020204" pitchFamily="34" charset="-122"/>
              <a:ea typeface="微软雅黑" panose="020B0503020204020204" pitchFamily="34" charset="-122"/>
            </a:endParaRPr>
          </a:p>
        </p:txBody>
      </p:sp>
      <p:sp>
        <p:nvSpPr>
          <p:cNvPr id="16388" name="标题 1"/>
          <p:cNvSpPr>
            <a:spLocks noGrp="1" noChangeArrowheads="1"/>
          </p:cNvSpPr>
          <p:nvPr>
            <p:ph type="title"/>
          </p:nvPr>
        </p:nvSpPr>
        <p:spPr>
          <a:xfrm>
            <a:off x="755650" y="268288"/>
            <a:ext cx="6173788" cy="358775"/>
          </a:xfrm>
        </p:spPr>
        <p:txBody>
          <a:bodyPr/>
          <a:lstStyle/>
          <a:p>
            <a:pPr eaLnBrk="1" hangingPunct="1"/>
            <a:r>
              <a:rPr lang="en-US" altLang="zh-CN" sz="3000">
                <a:solidFill>
                  <a:schemeClr val="tx1"/>
                </a:solidFill>
                <a:latin typeface="微软雅黑" panose="020B0503020204020204" pitchFamily="34" charset="-122"/>
                <a:ea typeface="微软雅黑" panose="020B0503020204020204" pitchFamily="34" charset="-122"/>
              </a:rPr>
              <a:t>4.4.2 SLR </a:t>
            </a:r>
            <a:r>
              <a:rPr lang="zh-CN" altLang="en-US" sz="3000">
                <a:solidFill>
                  <a:schemeClr val="tx1"/>
                </a:solidFill>
                <a:latin typeface="微软雅黑" panose="020B0503020204020204" pitchFamily="34" charset="-122"/>
                <a:ea typeface="微软雅黑" panose="020B0503020204020204" pitchFamily="34" charset="-122"/>
              </a:rPr>
              <a:t>分析</a:t>
            </a:r>
          </a:p>
        </p:txBody>
      </p:sp>
      <p:graphicFrame>
        <p:nvGraphicFramePr>
          <p:cNvPr id="64" name="Group 18"/>
          <p:cNvGraphicFramePr>
            <a:graphicFrameLocks noGrp="1"/>
          </p:cNvGraphicFramePr>
          <p:nvPr/>
        </p:nvGraphicFramePr>
        <p:xfrm>
          <a:off x="142875" y="3522663"/>
          <a:ext cx="2089150" cy="1493836"/>
        </p:xfrm>
        <a:graphic>
          <a:graphicData uri="http://schemas.openxmlformats.org/drawingml/2006/table">
            <a:tbl>
              <a:tblPr/>
              <a:tblGrid>
                <a:gridCol w="360363">
                  <a:extLst>
                    <a:ext uri="{9D8B030D-6E8A-4147-A177-3AD203B41FA5}">
                      <a16:colId xmlns:a16="http://schemas.microsoft.com/office/drawing/2014/main" val="20000"/>
                    </a:ext>
                  </a:extLst>
                </a:gridCol>
                <a:gridCol w="1728787">
                  <a:extLst>
                    <a:ext uri="{9D8B030D-6E8A-4147-A177-3AD203B41FA5}">
                      <a16:colId xmlns:a16="http://schemas.microsoft.com/office/drawing/2014/main" val="20001"/>
                    </a:ext>
                  </a:extLst>
                </a:gridCol>
              </a:tblGrid>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3" name="组合 2"/>
          <p:cNvGrpSpPr>
            <a:grpSpLocks/>
          </p:cNvGrpSpPr>
          <p:nvPr/>
        </p:nvGrpSpPr>
        <p:grpSpPr bwMode="auto">
          <a:xfrm>
            <a:off x="2312988" y="571500"/>
            <a:ext cx="6654800" cy="4445000"/>
            <a:chOff x="2312988" y="571500"/>
            <a:chExt cx="6654800" cy="4445000"/>
          </a:xfrm>
        </p:grpSpPr>
        <p:sp>
          <p:nvSpPr>
            <p:cNvPr id="63" name="任意多边形 62"/>
            <p:cNvSpPr/>
            <p:nvPr/>
          </p:nvSpPr>
          <p:spPr>
            <a:xfrm>
              <a:off x="2679700" y="909638"/>
              <a:ext cx="6288088" cy="4106862"/>
            </a:xfrm>
            <a:custGeom>
              <a:avLst/>
              <a:gdLst>
                <a:gd name="connsiteX0" fmla="*/ 5697416 w 8383465"/>
                <a:gd name="connsiteY0" fmla="*/ 2930 h 5489330"/>
                <a:gd name="connsiteX1" fmla="*/ 6770077 w 8383465"/>
                <a:gd name="connsiteY1" fmla="*/ 20515 h 5489330"/>
                <a:gd name="connsiteX2" fmla="*/ 7429500 w 8383465"/>
                <a:gd name="connsiteY2" fmla="*/ 126023 h 5489330"/>
                <a:gd name="connsiteX3" fmla="*/ 8018585 w 8383465"/>
                <a:gd name="connsiteY3" fmla="*/ 574430 h 5489330"/>
                <a:gd name="connsiteX4" fmla="*/ 8326316 w 8383465"/>
                <a:gd name="connsiteY4" fmla="*/ 1471246 h 5489330"/>
                <a:gd name="connsiteX5" fmla="*/ 8317523 w 8383465"/>
                <a:gd name="connsiteY5" fmla="*/ 3968261 h 5489330"/>
                <a:gd name="connsiteX6" fmla="*/ 7930662 w 8383465"/>
                <a:gd name="connsiteY6" fmla="*/ 5146430 h 5489330"/>
                <a:gd name="connsiteX7" fmla="*/ 6761285 w 8383465"/>
                <a:gd name="connsiteY7" fmla="*/ 5427784 h 5489330"/>
                <a:gd name="connsiteX8" fmla="*/ 2233246 w 8383465"/>
                <a:gd name="connsiteY8" fmla="*/ 5462953 h 5489330"/>
                <a:gd name="connsiteX9" fmla="*/ 826477 w 8383465"/>
                <a:gd name="connsiteY9" fmla="*/ 5269523 h 5489330"/>
                <a:gd name="connsiteX10" fmla="*/ 0 w 8383465"/>
                <a:gd name="connsiteY10" fmla="*/ 4205653 h 5489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83465" h="5489330">
                  <a:moveTo>
                    <a:pt x="5697416" y="2930"/>
                  </a:moveTo>
                  <a:cubicBezTo>
                    <a:pt x="6089406" y="1465"/>
                    <a:pt x="6481396" y="0"/>
                    <a:pt x="6770077" y="20515"/>
                  </a:cubicBezTo>
                  <a:cubicBezTo>
                    <a:pt x="7058758" y="41031"/>
                    <a:pt x="7221415" y="33704"/>
                    <a:pt x="7429500" y="126023"/>
                  </a:cubicBezTo>
                  <a:cubicBezTo>
                    <a:pt x="7637585" y="218342"/>
                    <a:pt x="7869116" y="350226"/>
                    <a:pt x="8018585" y="574430"/>
                  </a:cubicBezTo>
                  <a:cubicBezTo>
                    <a:pt x="8168054" y="798634"/>
                    <a:pt x="8276493" y="905607"/>
                    <a:pt x="8326316" y="1471246"/>
                  </a:cubicBezTo>
                  <a:cubicBezTo>
                    <a:pt x="8376139" y="2036885"/>
                    <a:pt x="8383465" y="3355730"/>
                    <a:pt x="8317523" y="3968261"/>
                  </a:cubicBezTo>
                  <a:cubicBezTo>
                    <a:pt x="8251581" y="4580792"/>
                    <a:pt x="8190035" y="4903176"/>
                    <a:pt x="7930662" y="5146430"/>
                  </a:cubicBezTo>
                  <a:cubicBezTo>
                    <a:pt x="7671289" y="5389684"/>
                    <a:pt x="7710854" y="5375030"/>
                    <a:pt x="6761285" y="5427784"/>
                  </a:cubicBezTo>
                  <a:cubicBezTo>
                    <a:pt x="5811716" y="5480538"/>
                    <a:pt x="3222381" y="5489330"/>
                    <a:pt x="2233246" y="5462953"/>
                  </a:cubicBezTo>
                  <a:cubicBezTo>
                    <a:pt x="1244111" y="5436576"/>
                    <a:pt x="1198685" y="5479073"/>
                    <a:pt x="826477" y="5269523"/>
                  </a:cubicBezTo>
                  <a:cubicBezTo>
                    <a:pt x="454269" y="5059973"/>
                    <a:pt x="227134" y="4632813"/>
                    <a:pt x="0" y="4205653"/>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a:solidFill>
                  <a:prstClr val="black"/>
                </a:solidFill>
              </a:endParaRPr>
            </a:p>
          </p:txBody>
        </p:sp>
        <p:sp>
          <p:nvSpPr>
            <p:cNvPr id="16409" name="Freeform 27"/>
            <p:cNvSpPr>
              <a:spLocks noChangeArrowheads="1"/>
            </p:cNvSpPr>
            <p:nvPr/>
          </p:nvSpPr>
          <p:spPr bwMode="auto">
            <a:xfrm>
              <a:off x="4915478" y="2074040"/>
              <a:ext cx="373552" cy="1070357"/>
            </a:xfrm>
            <a:custGeom>
              <a:avLst/>
              <a:gdLst>
                <a:gd name="T0" fmla="*/ 0 w 160"/>
                <a:gd name="T1" fmla="*/ 2147483646 h 1008"/>
                <a:gd name="T2" fmla="*/ 2147483646 w 160"/>
                <a:gd name="T3" fmla="*/ 2147483646 h 1008"/>
                <a:gd name="T4" fmla="*/ 2147483646 w 160"/>
                <a:gd name="T5" fmla="*/ 2147483646 h 1008"/>
                <a:gd name="T6" fmla="*/ 0 w 160"/>
                <a:gd name="T7" fmla="*/ 0 h 1008"/>
                <a:gd name="T8" fmla="*/ 0 60000 65536"/>
                <a:gd name="T9" fmla="*/ 0 60000 65536"/>
                <a:gd name="T10" fmla="*/ 0 60000 65536"/>
                <a:gd name="T11" fmla="*/ 0 60000 65536"/>
                <a:gd name="T12" fmla="*/ 0 w 160"/>
                <a:gd name="T13" fmla="*/ 0 h 1008"/>
                <a:gd name="T14" fmla="*/ 160 w 160"/>
                <a:gd name="T15" fmla="*/ 1008 h 1008"/>
              </a:gdLst>
              <a:ahLst/>
              <a:cxnLst>
                <a:cxn ang="T8">
                  <a:pos x="T0" y="T1"/>
                </a:cxn>
                <a:cxn ang="T9">
                  <a:pos x="T2" y="T3"/>
                </a:cxn>
                <a:cxn ang="T10">
                  <a:pos x="T4" y="T5"/>
                </a:cxn>
                <a:cxn ang="T11">
                  <a:pos x="T6" y="T7"/>
                </a:cxn>
              </a:cxnLst>
              <a:rect l="T12" t="T13" r="T14" b="T15"/>
              <a:pathLst>
                <a:path w="160" h="1008">
                  <a:moveTo>
                    <a:pt x="0" y="1008"/>
                  </a:moveTo>
                  <a:cubicBezTo>
                    <a:pt x="36" y="988"/>
                    <a:pt x="72" y="968"/>
                    <a:pt x="96" y="864"/>
                  </a:cubicBezTo>
                  <a:cubicBezTo>
                    <a:pt x="120" y="760"/>
                    <a:pt x="160" y="528"/>
                    <a:pt x="144" y="384"/>
                  </a:cubicBezTo>
                  <a:cubicBezTo>
                    <a:pt x="128" y="240"/>
                    <a:pt x="64" y="120"/>
                    <a:pt x="0"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10" name="Line 35"/>
            <p:cNvSpPr>
              <a:spLocks noChangeShapeType="1"/>
            </p:cNvSpPr>
            <p:nvPr/>
          </p:nvSpPr>
          <p:spPr bwMode="auto">
            <a:xfrm flipV="1">
              <a:off x="6821073" y="1643822"/>
              <a:ext cx="457154" cy="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1" name="Line 43"/>
            <p:cNvSpPr>
              <a:spLocks noChangeShapeType="1"/>
            </p:cNvSpPr>
            <p:nvPr/>
          </p:nvSpPr>
          <p:spPr bwMode="auto">
            <a:xfrm>
              <a:off x="6780691" y="2715663"/>
              <a:ext cx="50400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2" name="Line 9"/>
            <p:cNvSpPr>
              <a:spLocks noChangeShapeType="1"/>
            </p:cNvSpPr>
            <p:nvPr/>
          </p:nvSpPr>
          <p:spPr bwMode="auto">
            <a:xfrm flipV="1">
              <a:off x="3350237" y="2430179"/>
              <a:ext cx="52889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3" name="Line 3"/>
            <p:cNvSpPr>
              <a:spLocks noChangeShapeType="1"/>
            </p:cNvSpPr>
            <p:nvPr/>
          </p:nvSpPr>
          <p:spPr bwMode="auto">
            <a:xfrm flipV="1">
              <a:off x="3288410" y="989468"/>
              <a:ext cx="590721"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4" name="Freeform 55"/>
            <p:cNvSpPr>
              <a:spLocks noChangeArrowheads="1"/>
            </p:cNvSpPr>
            <p:nvPr/>
          </p:nvSpPr>
          <p:spPr bwMode="auto">
            <a:xfrm>
              <a:off x="2965736" y="3416984"/>
              <a:ext cx="3428417" cy="1442354"/>
            </a:xfrm>
            <a:custGeom>
              <a:avLst/>
              <a:gdLst>
                <a:gd name="T0" fmla="*/ 2147483646 w 2912"/>
                <a:gd name="T1" fmla="*/ 0 h 1760"/>
                <a:gd name="T2" fmla="*/ 2147483646 w 2912"/>
                <a:gd name="T3" fmla="*/ 2147483646 h 1760"/>
                <a:gd name="T4" fmla="*/ 2147483646 w 2912"/>
                <a:gd name="T5" fmla="*/ 2147483646 h 1760"/>
                <a:gd name="T6" fmla="*/ 2147483646 w 2912"/>
                <a:gd name="T7" fmla="*/ 2147483646 h 1760"/>
                <a:gd name="T8" fmla="*/ 2147483646 w 2912"/>
                <a:gd name="T9" fmla="*/ 2147483646 h 1760"/>
                <a:gd name="T10" fmla="*/ 2147483646 w 2912"/>
                <a:gd name="T11" fmla="*/ 2147483646 h 1760"/>
                <a:gd name="T12" fmla="*/ 2147483646 w 2912"/>
                <a:gd name="T13" fmla="*/ 2147483646 h 1760"/>
                <a:gd name="T14" fmla="*/ 0 w 2912"/>
                <a:gd name="T15" fmla="*/ 2147483646 h 1760"/>
                <a:gd name="T16" fmla="*/ 0 60000 65536"/>
                <a:gd name="T17" fmla="*/ 0 60000 65536"/>
                <a:gd name="T18" fmla="*/ 0 60000 65536"/>
                <a:gd name="T19" fmla="*/ 0 60000 65536"/>
                <a:gd name="T20" fmla="*/ 0 60000 65536"/>
                <a:gd name="T21" fmla="*/ 0 60000 65536"/>
                <a:gd name="T22" fmla="*/ 0 60000 65536"/>
                <a:gd name="T23" fmla="*/ 0 60000 65536"/>
                <a:gd name="T24" fmla="*/ 0 w 2912"/>
                <a:gd name="T25" fmla="*/ 0 h 1760"/>
                <a:gd name="T26" fmla="*/ 2912 w 2912"/>
                <a:gd name="T27" fmla="*/ 1760 h 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12" h="1760">
                  <a:moveTo>
                    <a:pt x="2880" y="0"/>
                  </a:moveTo>
                  <a:cubicBezTo>
                    <a:pt x="2896" y="280"/>
                    <a:pt x="2912" y="560"/>
                    <a:pt x="2832" y="816"/>
                  </a:cubicBezTo>
                  <a:cubicBezTo>
                    <a:pt x="2752" y="1072"/>
                    <a:pt x="2544" y="1384"/>
                    <a:pt x="2400" y="1536"/>
                  </a:cubicBezTo>
                  <a:cubicBezTo>
                    <a:pt x="2256" y="1688"/>
                    <a:pt x="2232" y="1696"/>
                    <a:pt x="1968" y="1728"/>
                  </a:cubicBezTo>
                  <a:cubicBezTo>
                    <a:pt x="1704" y="1760"/>
                    <a:pt x="1064" y="1752"/>
                    <a:pt x="816" y="1728"/>
                  </a:cubicBezTo>
                  <a:cubicBezTo>
                    <a:pt x="568" y="1704"/>
                    <a:pt x="592" y="1672"/>
                    <a:pt x="480" y="1584"/>
                  </a:cubicBezTo>
                  <a:cubicBezTo>
                    <a:pt x="368" y="1496"/>
                    <a:pt x="224" y="1336"/>
                    <a:pt x="144" y="1200"/>
                  </a:cubicBezTo>
                  <a:cubicBezTo>
                    <a:pt x="64" y="1064"/>
                    <a:pt x="8" y="856"/>
                    <a:pt x="0" y="7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15" name="Line 53"/>
            <p:cNvSpPr>
              <a:spLocks noChangeShapeType="1"/>
            </p:cNvSpPr>
            <p:nvPr/>
          </p:nvSpPr>
          <p:spPr bwMode="auto">
            <a:xfrm>
              <a:off x="8035963" y="3658209"/>
              <a:ext cx="0" cy="57170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6" name="Line 15"/>
            <p:cNvSpPr>
              <a:spLocks noChangeShapeType="1"/>
            </p:cNvSpPr>
            <p:nvPr/>
          </p:nvSpPr>
          <p:spPr bwMode="auto">
            <a:xfrm flipH="1">
              <a:off x="2626432" y="2817870"/>
              <a:ext cx="0" cy="64533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16417" name="Line 6"/>
            <p:cNvSpPr>
              <a:spLocks noChangeShapeType="1"/>
            </p:cNvSpPr>
            <p:nvPr/>
          </p:nvSpPr>
          <p:spPr bwMode="auto">
            <a:xfrm>
              <a:off x="3278820" y="1709823"/>
              <a:ext cx="6003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18" name="Text Box 2"/>
            <p:cNvSpPr txBox="1">
              <a:spLocks noChangeArrowheads="1"/>
            </p:cNvSpPr>
            <p:nvPr/>
          </p:nvSpPr>
          <p:spPr bwMode="auto">
            <a:xfrm>
              <a:off x="2322513" y="766763"/>
              <a:ext cx="1050925" cy="204311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I</a:t>
              </a:r>
              <a:r>
                <a:rPr lang="en-US" altLang="zh-CN" sz="1600" b="1" i="1" baseline="-25000">
                  <a:solidFill>
                    <a:srgbClr val="000000"/>
                  </a:solidFill>
                  <a:latin typeface="Times New Roman" panose="02020603050405020304" pitchFamily="18" charset="0"/>
                </a:rPr>
                <a:t>0</a:t>
              </a:r>
              <a:r>
                <a:rPr lang="en-US" altLang="zh-CN" sz="1600" b="1">
                  <a:solidFill>
                    <a:srgbClr val="000000"/>
                  </a:solidFill>
                  <a:latin typeface="Times New Roman" panose="02020603050405020304" pitchFamily="18" charset="0"/>
                </a:rPr>
                <a: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a:t>
              </a:r>
              <a:r>
                <a:rPr lang="en-US" altLang="zh-CN" sz="1600" b="1" i="1">
                  <a:solidFill>
                    <a:srgbClr val="000000"/>
                  </a:solidFill>
                  <a:latin typeface="Times New Roman" panose="02020603050405020304" pitchFamily="18" charset="0"/>
                  <a:cs typeface="Times New Roman" panose="02020603050405020304" pitchFamily="18" charset="0"/>
                </a:rPr>
                <a:t>′ </a:t>
              </a:r>
              <a:r>
                <a:rPr lang="en-US" altLang="zh-CN" sz="1600" b="1" i="1">
                  <a:solidFill>
                    <a:srgbClr val="000000"/>
                  </a:solidFill>
                  <a:latin typeface="Times New Roman" panose="02020603050405020304" pitchFamily="18" charset="0"/>
                </a:rPr>
                <a:t>→</a:t>
              </a:r>
              <a:r>
                <a:rPr lang="en-US" altLang="zh-CN" sz="1600" b="1">
                  <a:solidFill>
                    <a:srgbClr val="000000"/>
                  </a:solidFill>
                  <a:latin typeface="Times New Roman" panose="02020603050405020304" pitchFamily="18" charset="0"/>
                </a:rPr>
                <a:t> </a:t>
              </a:r>
              <a:r>
                <a:rPr lang="en-US" altLang="zh-CN" sz="1600" b="1" i="1">
                  <a:solidFill>
                    <a:srgbClr val="000000"/>
                  </a:solidFill>
                  <a:latin typeface="Times New Roman" panose="02020603050405020304" pitchFamily="18" charset="0"/>
                </a:rPr>
                <a:t>· E </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 · E+T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 · 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T→ · T*F</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T→ · F</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F→ · </a:t>
              </a:r>
              <a:r>
                <a:rPr lang="en-US" altLang="zh-CN" sz="1600" b="1">
                  <a:solidFill>
                    <a:srgbClr val="000000"/>
                  </a:solidFill>
                  <a:latin typeface="Times New Roman" panose="02020603050405020304" pitchFamily="18" charset="0"/>
                </a:rPr>
                <a:t>(</a:t>
              </a:r>
              <a:r>
                <a:rPr lang="en-US" altLang="zh-CN" sz="1600" b="1" i="1">
                  <a:solidFill>
                    <a:srgbClr val="000000"/>
                  </a:solidFill>
                  <a:latin typeface="Times New Roman" panose="02020603050405020304" pitchFamily="18" charset="0"/>
                </a:rPr>
                <a:t>E</a:t>
              </a:r>
              <a:r>
                <a:rPr lang="en-US" altLang="zh-CN" sz="1600" b="1">
                  <a:solidFill>
                    <a:srgbClr val="000000"/>
                  </a:solidFill>
                  <a:latin typeface="Times New Roman" panose="02020603050405020304" pitchFamily="18" charset="0"/>
                </a:rPr>
                <a: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F→ · </a:t>
              </a:r>
              <a:r>
                <a:rPr lang="en-US" altLang="zh-CN" sz="1600" b="1">
                  <a:solidFill>
                    <a:srgbClr val="000000"/>
                  </a:solidFill>
                  <a:latin typeface="Times New Roman" panose="02020603050405020304" pitchFamily="18" charset="0"/>
                </a:rPr>
                <a:t>id</a:t>
              </a:r>
            </a:p>
          </p:txBody>
        </p:sp>
        <p:sp>
          <p:nvSpPr>
            <p:cNvPr id="16419" name="Text Box 4"/>
            <p:cNvSpPr txBox="1">
              <a:spLocks noChangeArrowheads="1"/>
            </p:cNvSpPr>
            <p:nvPr/>
          </p:nvSpPr>
          <p:spPr bwMode="auto">
            <a:xfrm>
              <a:off x="3397785" y="642043"/>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E</a:t>
              </a:r>
            </a:p>
          </p:txBody>
        </p:sp>
        <p:sp>
          <p:nvSpPr>
            <p:cNvPr id="16420" name="Text Box 5"/>
            <p:cNvSpPr txBox="1">
              <a:spLocks noChangeArrowheads="1"/>
            </p:cNvSpPr>
            <p:nvPr/>
          </p:nvSpPr>
          <p:spPr bwMode="auto">
            <a:xfrm>
              <a:off x="3878263" y="746125"/>
              <a:ext cx="1035050" cy="74771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700"/>
                </a:lnSpc>
                <a:spcBef>
                  <a:spcPct val="0"/>
                </a:spcBef>
                <a:buClr>
                  <a:srgbClr val="073E87"/>
                </a:buClr>
                <a:buSzPct val="75000"/>
                <a:buFont typeface="Arial" panose="020B0604020202020204" pitchFamily="34" charset="0"/>
                <a:buNone/>
              </a:pPr>
              <a:r>
                <a:rPr lang="en-US" altLang="zh-CN" sz="1600" b="1" i="1" dirty="0">
                  <a:solidFill>
                    <a:schemeClr val="tx1"/>
                  </a:solidFill>
                  <a:latin typeface="Times New Roman" panose="02020603050405020304" pitchFamily="18" charset="0"/>
                </a:rPr>
                <a:t>I</a:t>
              </a:r>
              <a:r>
                <a:rPr lang="en-US" altLang="zh-CN" sz="1600" b="1" i="1" baseline="-25000" dirty="0">
                  <a:solidFill>
                    <a:schemeClr val="tx1"/>
                  </a:solidFill>
                  <a:latin typeface="Times New Roman" panose="02020603050405020304" pitchFamily="18" charset="0"/>
                </a:rPr>
                <a:t>1</a:t>
              </a:r>
              <a:r>
                <a:rPr lang="en-US" altLang="zh-CN" sz="1600" b="1" dirty="0">
                  <a:solidFill>
                    <a:schemeClr val="tx1"/>
                  </a:solidFill>
                  <a:latin typeface="Times New Roman" panose="02020603050405020304" pitchFamily="18" charset="0"/>
                </a:rPr>
                <a:t>:</a:t>
              </a:r>
            </a:p>
            <a:p>
              <a:pPr>
                <a:lnSpc>
                  <a:spcPts val="1700"/>
                </a:lnSpc>
                <a:spcBef>
                  <a:spcPct val="0"/>
                </a:spcBef>
                <a:buClr>
                  <a:srgbClr val="073E87"/>
                </a:buClr>
                <a:buSzPct val="75000"/>
                <a:buFont typeface="Arial" panose="020B0604020202020204" pitchFamily="34" charset="0"/>
                <a:buNone/>
              </a:pPr>
              <a:r>
                <a:rPr lang="en-US" altLang="zh-CN" sz="1600" b="1" i="1" dirty="0">
                  <a:solidFill>
                    <a:schemeClr val="tx1"/>
                  </a:solidFill>
                  <a:latin typeface="Times New Roman" panose="02020603050405020304" pitchFamily="18" charset="0"/>
                </a:rPr>
                <a:t>E</a:t>
              </a:r>
              <a:r>
                <a:rPr lang="en-US" altLang="zh-CN" sz="1600" b="1" i="1" dirty="0">
                  <a:solidFill>
                    <a:schemeClr val="tx1"/>
                  </a:solidFill>
                  <a:latin typeface="Times New Roman" panose="02020603050405020304" pitchFamily="18" charset="0"/>
                  <a:cs typeface="Times New Roman" panose="02020603050405020304" pitchFamily="18" charset="0"/>
                </a:rPr>
                <a:t>′ </a:t>
              </a:r>
              <a:r>
                <a:rPr lang="en-US" altLang="zh-CN" sz="1600" b="1" i="1" dirty="0">
                  <a:solidFill>
                    <a:schemeClr val="tx1"/>
                  </a:solidFill>
                  <a:latin typeface="Times New Roman" panose="02020603050405020304" pitchFamily="18" charset="0"/>
                </a:rPr>
                <a:t>→E · </a:t>
              </a:r>
            </a:p>
            <a:p>
              <a:pPr>
                <a:lnSpc>
                  <a:spcPts val="1700"/>
                </a:lnSpc>
                <a:spcBef>
                  <a:spcPct val="0"/>
                </a:spcBef>
                <a:buClr>
                  <a:srgbClr val="073E87"/>
                </a:buClr>
                <a:buSzPct val="75000"/>
                <a:buFont typeface="Arial" panose="020B0604020202020204" pitchFamily="34" charset="0"/>
                <a:buNone/>
              </a:pPr>
              <a:r>
                <a:rPr lang="en-US" altLang="zh-CN" sz="1600" b="1" i="1" dirty="0">
                  <a:solidFill>
                    <a:schemeClr val="tx1"/>
                  </a:solidFill>
                  <a:latin typeface="Times New Roman" panose="02020603050405020304" pitchFamily="18" charset="0"/>
                </a:rPr>
                <a:t>E→E· +T</a:t>
              </a:r>
            </a:p>
          </p:txBody>
        </p:sp>
        <p:sp>
          <p:nvSpPr>
            <p:cNvPr id="16421" name="Text Box 7"/>
            <p:cNvSpPr txBox="1">
              <a:spLocks noChangeArrowheads="1"/>
            </p:cNvSpPr>
            <p:nvPr/>
          </p:nvSpPr>
          <p:spPr bwMode="auto">
            <a:xfrm>
              <a:off x="3397784" y="1346387"/>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T</a:t>
              </a:r>
            </a:p>
          </p:txBody>
        </p:sp>
        <p:sp>
          <p:nvSpPr>
            <p:cNvPr id="80" name="Text Box 8"/>
            <p:cNvSpPr txBox="1">
              <a:spLocks noChangeArrowheads="1"/>
            </p:cNvSpPr>
            <p:nvPr/>
          </p:nvSpPr>
          <p:spPr bwMode="auto">
            <a:xfrm>
              <a:off x="3878263" y="1538288"/>
              <a:ext cx="1025525" cy="7477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2</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FF0000"/>
                  </a:solidFill>
                  <a:latin typeface="Times New Roman" panose="02020603050405020304" pitchFamily="18" charset="0"/>
                </a:rPr>
                <a:t>E→T</a:t>
              </a:r>
              <a:r>
                <a:rPr lang="en-US" altLang="zh-CN" sz="1600" b="1" i="1">
                  <a:solidFill>
                    <a:srgbClr val="000000"/>
                  </a:solidFill>
                  <a:latin typeface="Times New Roman" panose="02020603050405020304" pitchFamily="18" charset="0"/>
                  <a:cs typeface="Times New Roman" panose="02020603050405020304" pitchFamily="18" charset="0"/>
                </a:rPr>
                <a:t> </a:t>
              </a:r>
              <a:r>
                <a:rPr lang="en-US" altLang="zh-CN" sz="1600" b="1" i="1">
                  <a:solidFill>
                    <a:srgbClr val="FF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a:t>
              </a:r>
              <a:endParaRPr kumimoji="1" lang="en-US" altLang="zh-CN" sz="1600" b="1" i="1">
                <a:solidFill>
                  <a:srgbClr val="FF0000"/>
                </a:solidFill>
                <a:latin typeface="Times New Roman" panose="02020603050405020304" pitchFamily="18" charset="0"/>
              </a:endParaRPr>
            </a:p>
            <a:p>
              <a:pPr>
                <a:lnSpc>
                  <a:spcPts val="1700"/>
                </a:lnSpc>
                <a:buClr>
                  <a:srgbClr val="073E87"/>
                </a:buClr>
                <a:buSzPct val="75000"/>
                <a:defRPr/>
              </a:pPr>
              <a:r>
                <a:rPr kumimoji="1" lang="en-US" altLang="zh-CN" sz="1600" b="1" i="1">
                  <a:solidFill>
                    <a:srgbClr val="FF0000"/>
                  </a:solidFill>
                  <a:latin typeface="Times New Roman" panose="02020603050405020304" pitchFamily="18" charset="0"/>
                </a:rPr>
                <a:t>T→T </a:t>
              </a:r>
              <a:r>
                <a:rPr lang="en-US" altLang="zh-CN" sz="1600" b="1" i="1">
                  <a:solidFill>
                    <a:srgbClr val="FF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a:solidFill>
                    <a:srgbClr val="FF0000"/>
                  </a:solidFill>
                  <a:latin typeface="Times New Roman" panose="02020603050405020304" pitchFamily="18" charset="0"/>
                </a:rPr>
                <a:t>*</a:t>
              </a:r>
              <a:r>
                <a:rPr kumimoji="1" lang="en-US" altLang="zh-CN" sz="1600" b="1" i="1">
                  <a:solidFill>
                    <a:srgbClr val="FF0000"/>
                  </a:solidFill>
                  <a:latin typeface="Times New Roman" panose="02020603050405020304" pitchFamily="18" charset="0"/>
                </a:rPr>
                <a:t>F</a:t>
              </a:r>
            </a:p>
          </p:txBody>
        </p:sp>
        <p:sp>
          <p:nvSpPr>
            <p:cNvPr id="16423" name="Text Box 10"/>
            <p:cNvSpPr txBox="1">
              <a:spLocks noChangeArrowheads="1"/>
            </p:cNvSpPr>
            <p:nvPr/>
          </p:nvSpPr>
          <p:spPr bwMode="auto">
            <a:xfrm>
              <a:off x="3578715" y="2645320"/>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82" name="Text Box 11"/>
            <p:cNvSpPr txBox="1">
              <a:spLocks noChangeArrowheads="1"/>
            </p:cNvSpPr>
            <p:nvPr/>
          </p:nvSpPr>
          <p:spPr bwMode="auto">
            <a:xfrm>
              <a:off x="3878263" y="2335213"/>
              <a:ext cx="1035050" cy="5270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3</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T→F</a:t>
              </a:r>
              <a:r>
                <a:rPr lang="en-US" altLang="zh-CN" sz="1600" b="1" i="1">
                  <a:solidFill>
                    <a:srgbClr val="000000"/>
                  </a:solidFill>
                  <a:latin typeface="Times New Roman" panose="02020603050405020304" pitchFamily="18" charset="0"/>
                  <a:cs typeface="Times New Roman" panose="02020603050405020304" pitchFamily="18" charset="0"/>
                </a:rPr>
                <a:t> · </a:t>
              </a:r>
              <a:endParaRPr kumimoji="1" lang="en-US" altLang="zh-CN" sz="1600" b="1" i="1">
                <a:solidFill>
                  <a:srgbClr val="000000"/>
                </a:solidFill>
                <a:latin typeface="Times New Roman" panose="02020603050405020304" pitchFamily="18" charset="0"/>
              </a:endParaRPr>
            </a:p>
          </p:txBody>
        </p:sp>
        <p:sp>
          <p:nvSpPr>
            <p:cNvPr id="16425" name="Freeform 12"/>
            <p:cNvSpPr>
              <a:spLocks noChangeArrowheads="1"/>
            </p:cNvSpPr>
            <p:nvPr/>
          </p:nvSpPr>
          <p:spPr bwMode="auto">
            <a:xfrm>
              <a:off x="3159467" y="2844070"/>
              <a:ext cx="699119" cy="577401"/>
            </a:xfrm>
            <a:custGeom>
              <a:avLst/>
              <a:gdLst>
                <a:gd name="T0" fmla="*/ 2147483646 w 736"/>
                <a:gd name="T1" fmla="*/ 0 h 768"/>
                <a:gd name="T2" fmla="*/ 2147483646 w 736"/>
                <a:gd name="T3" fmla="*/ 2147483646 h 768"/>
                <a:gd name="T4" fmla="*/ 2147483646 w 736"/>
                <a:gd name="T5" fmla="*/ 2147483646 h 768"/>
                <a:gd name="T6" fmla="*/ 2147483646 w 736"/>
                <a:gd name="T7" fmla="*/ 2147483646 h 768"/>
                <a:gd name="T8" fmla="*/ 2147483646 w 736"/>
                <a:gd name="T9" fmla="*/ 2147483646 h 768"/>
                <a:gd name="T10" fmla="*/ 0 60000 65536"/>
                <a:gd name="T11" fmla="*/ 0 60000 65536"/>
                <a:gd name="T12" fmla="*/ 0 60000 65536"/>
                <a:gd name="T13" fmla="*/ 0 60000 65536"/>
                <a:gd name="T14" fmla="*/ 0 60000 65536"/>
                <a:gd name="T15" fmla="*/ 0 w 736"/>
                <a:gd name="T16" fmla="*/ 0 h 768"/>
                <a:gd name="T17" fmla="*/ 736 w 736"/>
                <a:gd name="T18" fmla="*/ 768 h 768"/>
              </a:gdLst>
              <a:ahLst/>
              <a:cxnLst>
                <a:cxn ang="T10">
                  <a:pos x="T0" y="T1"/>
                </a:cxn>
                <a:cxn ang="T11">
                  <a:pos x="T2" y="T3"/>
                </a:cxn>
                <a:cxn ang="T12">
                  <a:pos x="T4" y="T5"/>
                </a:cxn>
                <a:cxn ang="T13">
                  <a:pos x="T6" y="T7"/>
                </a:cxn>
                <a:cxn ang="T14">
                  <a:pos x="T8" y="T9"/>
                </a:cxn>
              </a:cxnLst>
              <a:rect l="T15" t="T16" r="T17" b="T18"/>
              <a:pathLst>
                <a:path w="736" h="768">
                  <a:moveTo>
                    <a:pt x="16" y="0"/>
                  </a:moveTo>
                  <a:cubicBezTo>
                    <a:pt x="8" y="144"/>
                    <a:pt x="0" y="288"/>
                    <a:pt x="16" y="384"/>
                  </a:cubicBezTo>
                  <a:cubicBezTo>
                    <a:pt x="32" y="480"/>
                    <a:pt x="64" y="528"/>
                    <a:pt x="112" y="576"/>
                  </a:cubicBezTo>
                  <a:cubicBezTo>
                    <a:pt x="160" y="624"/>
                    <a:pt x="200" y="640"/>
                    <a:pt x="304" y="672"/>
                  </a:cubicBezTo>
                  <a:cubicBezTo>
                    <a:pt x="408" y="704"/>
                    <a:pt x="572" y="736"/>
                    <a:pt x="736" y="7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26" name="Text Box 13"/>
            <p:cNvSpPr txBox="1">
              <a:spLocks noChangeArrowheads="1"/>
            </p:cNvSpPr>
            <p:nvPr/>
          </p:nvSpPr>
          <p:spPr bwMode="auto">
            <a:xfrm>
              <a:off x="3160434" y="2774528"/>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85" name="Text Box 14"/>
            <p:cNvSpPr txBox="1">
              <a:spLocks noChangeArrowheads="1"/>
            </p:cNvSpPr>
            <p:nvPr/>
          </p:nvSpPr>
          <p:spPr bwMode="auto">
            <a:xfrm>
              <a:off x="3878263" y="2928938"/>
              <a:ext cx="1077912" cy="18367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4</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F→</a:t>
              </a:r>
              <a:r>
                <a:rPr kumimoji="1" lang="en-US" altLang="zh-CN" sz="1600" b="1">
                  <a:solidFill>
                    <a:srgbClr val="000000"/>
                  </a:solidFill>
                  <a:latin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E </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E→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E+T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E→</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i="1">
                  <a:solidFill>
                    <a:srgbClr val="000000"/>
                  </a:solidFill>
                  <a:latin typeface="Times New Roman" panose="02020603050405020304" pitchFamily="18" charset="0"/>
                </a:rPr>
                <a:t>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T→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T*F</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T→</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i="1">
                  <a:solidFill>
                    <a:srgbClr val="000000"/>
                  </a:solidFill>
                  <a:latin typeface="Times New Roman" panose="02020603050405020304" pitchFamily="18" charset="0"/>
                </a:rPr>
                <a:t>F</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id</a:t>
              </a:r>
            </a:p>
          </p:txBody>
        </p:sp>
        <p:sp>
          <p:nvSpPr>
            <p:cNvPr id="16428" name="Text Box 16"/>
            <p:cNvSpPr txBox="1">
              <a:spLocks noChangeArrowheads="1"/>
            </p:cNvSpPr>
            <p:nvPr/>
          </p:nvSpPr>
          <p:spPr bwMode="auto">
            <a:xfrm>
              <a:off x="2613246" y="2894577"/>
              <a:ext cx="533347"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87" name="Text Box 17"/>
            <p:cNvSpPr txBox="1">
              <a:spLocks noChangeArrowheads="1"/>
            </p:cNvSpPr>
            <p:nvPr/>
          </p:nvSpPr>
          <p:spPr bwMode="auto">
            <a:xfrm>
              <a:off x="2312988" y="3467100"/>
              <a:ext cx="800100" cy="58578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5</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 </a:t>
              </a:r>
              <a:r>
                <a:rPr kumimoji="1" lang="en-US" altLang="zh-CN" sz="1600" b="1">
                  <a:solidFill>
                    <a:srgbClr val="000000"/>
                  </a:solidFill>
                  <a:latin typeface="Times New Roman" panose="02020603050405020304" pitchFamily="18" charset="0"/>
                </a:rPr>
                <a:t>id</a:t>
              </a:r>
              <a:r>
                <a:rPr lang="en-US" altLang="zh-CN" sz="1600" b="1" i="1">
                  <a:solidFill>
                    <a:srgbClr val="000000"/>
                  </a:solidFill>
                  <a:latin typeface="Times New Roman" panose="02020603050405020304" pitchFamily="18" charset="0"/>
                  <a:cs typeface="Times New Roman" panose="02020603050405020304" pitchFamily="18" charset="0"/>
                </a:rPr>
                <a:t>· </a:t>
              </a:r>
              <a:endParaRPr kumimoji="1" lang="en-US" altLang="zh-CN" sz="1600" b="1" i="1">
                <a:solidFill>
                  <a:srgbClr val="000000"/>
                </a:solidFill>
                <a:latin typeface="Times New Roman" panose="02020603050405020304" pitchFamily="18" charset="0"/>
              </a:endParaRPr>
            </a:p>
          </p:txBody>
        </p:sp>
        <p:sp>
          <p:nvSpPr>
            <p:cNvPr id="16430" name="Line 18"/>
            <p:cNvSpPr>
              <a:spLocks noChangeShapeType="1"/>
            </p:cNvSpPr>
            <p:nvPr/>
          </p:nvSpPr>
          <p:spPr bwMode="auto">
            <a:xfrm>
              <a:off x="4921788" y="1000675"/>
              <a:ext cx="838116"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31" name="Text Box 19"/>
            <p:cNvSpPr txBox="1">
              <a:spLocks noChangeArrowheads="1"/>
            </p:cNvSpPr>
            <p:nvPr/>
          </p:nvSpPr>
          <p:spPr bwMode="auto">
            <a:xfrm>
              <a:off x="4901021" y="654024"/>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90" name="Text Box 20"/>
            <p:cNvSpPr txBox="1">
              <a:spLocks noChangeArrowheads="1"/>
            </p:cNvSpPr>
            <p:nvPr/>
          </p:nvSpPr>
          <p:spPr bwMode="auto">
            <a:xfrm>
              <a:off x="5759450" y="714375"/>
              <a:ext cx="1200150" cy="15700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6</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E→ E+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T*F</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i="1">
                  <a:solidFill>
                    <a:srgbClr val="000000"/>
                  </a:solidFill>
                  <a:latin typeface="Times New Roman" panose="02020603050405020304" pitchFamily="18" charset="0"/>
                </a:rPr>
                <a:t>F</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id</a:t>
              </a:r>
            </a:p>
          </p:txBody>
        </p:sp>
        <p:sp>
          <p:nvSpPr>
            <p:cNvPr id="16433" name="Line 21"/>
            <p:cNvSpPr>
              <a:spLocks noChangeShapeType="1"/>
            </p:cNvSpPr>
            <p:nvPr/>
          </p:nvSpPr>
          <p:spPr bwMode="auto">
            <a:xfrm>
              <a:off x="4921947" y="1886707"/>
              <a:ext cx="838116" cy="68604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34" name="Text Box 22"/>
            <p:cNvSpPr txBox="1">
              <a:spLocks noChangeArrowheads="1"/>
            </p:cNvSpPr>
            <p:nvPr/>
          </p:nvSpPr>
          <p:spPr bwMode="auto">
            <a:xfrm>
              <a:off x="4823672" y="1636944"/>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93" name="Text Box 23"/>
            <p:cNvSpPr txBox="1">
              <a:spLocks noChangeArrowheads="1"/>
            </p:cNvSpPr>
            <p:nvPr/>
          </p:nvSpPr>
          <p:spPr bwMode="auto">
            <a:xfrm>
              <a:off x="5759450" y="2413000"/>
              <a:ext cx="1050925" cy="10763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7</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T→T*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F</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id</a:t>
              </a:r>
            </a:p>
          </p:txBody>
        </p:sp>
        <p:sp>
          <p:nvSpPr>
            <p:cNvPr id="16436" name="Line 24"/>
            <p:cNvSpPr>
              <a:spLocks noChangeShapeType="1"/>
            </p:cNvSpPr>
            <p:nvPr/>
          </p:nvSpPr>
          <p:spPr bwMode="auto">
            <a:xfrm flipV="1">
              <a:off x="4968764" y="3858991"/>
              <a:ext cx="2280575" cy="107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37" name="Text Box 25"/>
            <p:cNvSpPr txBox="1">
              <a:spLocks noChangeArrowheads="1"/>
            </p:cNvSpPr>
            <p:nvPr/>
          </p:nvSpPr>
          <p:spPr bwMode="auto">
            <a:xfrm>
              <a:off x="4921947" y="3508556"/>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E</a:t>
              </a:r>
            </a:p>
          </p:txBody>
        </p:sp>
        <p:sp>
          <p:nvSpPr>
            <p:cNvPr id="96" name="Text Box 26"/>
            <p:cNvSpPr txBox="1">
              <a:spLocks noChangeArrowheads="1"/>
            </p:cNvSpPr>
            <p:nvPr/>
          </p:nvSpPr>
          <p:spPr bwMode="auto">
            <a:xfrm>
              <a:off x="7289800" y="3149600"/>
              <a:ext cx="1141413" cy="8318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I</a:t>
              </a:r>
              <a:r>
                <a:rPr kumimoji="1" lang="en-US" altLang="zh-CN" sz="1600" b="1" i="1" baseline="-25000" dirty="0">
                  <a:solidFill>
                    <a:srgbClr val="000000"/>
                  </a:solidFill>
                  <a:latin typeface="Times New Roman" panose="02020603050405020304" pitchFamily="18" charset="0"/>
                </a:rPr>
                <a:t>8</a:t>
              </a:r>
              <a:r>
                <a:rPr kumimoji="1" lang="en-US" altLang="zh-CN" sz="1600" b="1" dirty="0">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F→ </a:t>
              </a:r>
              <a:r>
                <a:rPr kumimoji="1" lang="en-US" altLang="zh-CN" sz="1600" b="1" dirty="0">
                  <a:solidFill>
                    <a:srgbClr val="000000"/>
                  </a:solidFill>
                  <a:latin typeface="Times New Roman" panose="02020603050405020304" pitchFamily="18" charset="0"/>
                </a:rPr>
                <a:t>(</a:t>
              </a:r>
              <a:r>
                <a:rPr kumimoji="1" lang="en-US" altLang="zh-CN" sz="1600" b="1" i="1" dirty="0">
                  <a:solidFill>
                    <a:srgbClr val="000000"/>
                  </a:solidFill>
                  <a:latin typeface="Times New Roman" panose="02020603050405020304" pitchFamily="18" charset="0"/>
                </a:rPr>
                <a:t>E</a:t>
              </a:r>
              <a:r>
                <a:rPr lang="en-US" altLang="zh-CN" sz="1600" b="1" i="1" dirty="0">
                  <a:solidFill>
                    <a:srgbClr val="000000"/>
                  </a:solidFill>
                  <a:latin typeface="Times New Roman" panose="02020603050405020304" pitchFamily="18" charset="0"/>
                  <a:cs typeface="Times New Roman" panose="02020603050405020304" pitchFamily="18" charset="0"/>
                </a:rPr>
                <a:t> · </a:t>
              </a:r>
              <a:r>
                <a:rPr kumimoji="1" lang="en-US" altLang="zh-CN" sz="1600" b="1" dirty="0">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E→E</a:t>
              </a:r>
              <a:r>
                <a:rPr lang="en-US" altLang="zh-CN" sz="1600" b="1" i="1" dirty="0">
                  <a:solidFill>
                    <a:srgbClr val="000000"/>
                  </a:solidFill>
                  <a:latin typeface="Times New Roman" panose="02020603050405020304" pitchFamily="18" charset="0"/>
                  <a:cs typeface="Times New Roman" panose="02020603050405020304" pitchFamily="18" charset="0"/>
                </a:rPr>
                <a:t> · </a:t>
              </a:r>
              <a:r>
                <a:rPr kumimoji="1" lang="en-US" altLang="zh-CN" sz="1600" b="1" i="1" dirty="0">
                  <a:solidFill>
                    <a:srgbClr val="000000"/>
                  </a:solidFill>
                  <a:latin typeface="Times New Roman" panose="02020603050405020304" pitchFamily="18" charset="0"/>
                </a:rPr>
                <a:t>+T</a:t>
              </a:r>
            </a:p>
          </p:txBody>
        </p:sp>
        <p:sp>
          <p:nvSpPr>
            <p:cNvPr id="16439" name="Text Box 28"/>
            <p:cNvSpPr txBox="1">
              <a:spLocks noChangeArrowheads="1"/>
            </p:cNvSpPr>
            <p:nvPr/>
          </p:nvSpPr>
          <p:spPr bwMode="auto">
            <a:xfrm>
              <a:off x="4874707" y="2749316"/>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T</a:t>
              </a:r>
            </a:p>
          </p:txBody>
        </p:sp>
        <p:sp>
          <p:nvSpPr>
            <p:cNvPr id="16440" name="Freeform 29"/>
            <p:cNvSpPr>
              <a:spLocks noChangeArrowheads="1"/>
            </p:cNvSpPr>
            <p:nvPr/>
          </p:nvSpPr>
          <p:spPr bwMode="auto">
            <a:xfrm>
              <a:off x="3534877" y="2578831"/>
              <a:ext cx="344253" cy="571703"/>
            </a:xfrm>
            <a:custGeom>
              <a:avLst/>
              <a:gdLst>
                <a:gd name="T0" fmla="*/ 2147483646 w 112"/>
                <a:gd name="T1" fmla="*/ 2147483646 h 480"/>
                <a:gd name="T2" fmla="*/ 2147483646 w 112"/>
                <a:gd name="T3" fmla="*/ 2147483646 h 480"/>
                <a:gd name="T4" fmla="*/ 2147483646 w 112"/>
                <a:gd name="T5" fmla="*/ 2147483646 h 480"/>
                <a:gd name="T6" fmla="*/ 2147483646 w 112"/>
                <a:gd name="T7" fmla="*/ 0 h 480"/>
                <a:gd name="T8" fmla="*/ 0 60000 65536"/>
                <a:gd name="T9" fmla="*/ 0 60000 65536"/>
                <a:gd name="T10" fmla="*/ 0 60000 65536"/>
                <a:gd name="T11" fmla="*/ 0 60000 65536"/>
                <a:gd name="T12" fmla="*/ 0 w 112"/>
                <a:gd name="T13" fmla="*/ 0 h 480"/>
                <a:gd name="T14" fmla="*/ 112 w 112"/>
                <a:gd name="T15" fmla="*/ 480 h 480"/>
              </a:gdLst>
              <a:ahLst/>
              <a:cxnLst>
                <a:cxn ang="T8">
                  <a:pos x="T0" y="T1"/>
                </a:cxn>
                <a:cxn ang="T9">
                  <a:pos x="T2" y="T3"/>
                </a:cxn>
                <a:cxn ang="T10">
                  <a:pos x="T4" y="T5"/>
                </a:cxn>
                <a:cxn ang="T11">
                  <a:pos x="T6" y="T7"/>
                </a:cxn>
              </a:cxnLst>
              <a:rect l="T12" t="T13" r="T14" b="T15"/>
              <a:pathLst>
                <a:path w="112" h="480">
                  <a:moveTo>
                    <a:pt x="112" y="480"/>
                  </a:moveTo>
                  <a:cubicBezTo>
                    <a:pt x="72" y="436"/>
                    <a:pt x="32" y="392"/>
                    <a:pt x="16" y="336"/>
                  </a:cubicBezTo>
                  <a:cubicBezTo>
                    <a:pt x="0" y="280"/>
                    <a:pt x="0" y="200"/>
                    <a:pt x="16" y="144"/>
                  </a:cubicBezTo>
                  <a:cubicBezTo>
                    <a:pt x="32" y="88"/>
                    <a:pt x="72" y="44"/>
                    <a:pt x="112"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41" name="Text Box 30"/>
            <p:cNvSpPr txBox="1">
              <a:spLocks noChangeArrowheads="1"/>
            </p:cNvSpPr>
            <p:nvPr/>
          </p:nvSpPr>
          <p:spPr bwMode="auto">
            <a:xfrm>
              <a:off x="3350237" y="2072561"/>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16442" name="Freeform 31"/>
            <p:cNvSpPr>
              <a:spLocks noChangeArrowheads="1"/>
            </p:cNvSpPr>
            <p:nvPr/>
          </p:nvSpPr>
          <p:spPr bwMode="auto">
            <a:xfrm>
              <a:off x="3574360" y="4103560"/>
              <a:ext cx="330167" cy="571703"/>
            </a:xfrm>
            <a:custGeom>
              <a:avLst/>
              <a:gdLst>
                <a:gd name="T0" fmla="*/ 2147483646 w 208"/>
                <a:gd name="T1" fmla="*/ 2147483646 h 480"/>
                <a:gd name="T2" fmla="*/ 0 w 208"/>
                <a:gd name="T3" fmla="*/ 2147483646 h 480"/>
                <a:gd name="T4" fmla="*/ 2147483646 w 208"/>
                <a:gd name="T5" fmla="*/ 0 h 480"/>
                <a:gd name="T6" fmla="*/ 0 60000 65536"/>
                <a:gd name="T7" fmla="*/ 0 60000 65536"/>
                <a:gd name="T8" fmla="*/ 0 60000 65536"/>
                <a:gd name="T9" fmla="*/ 0 w 208"/>
                <a:gd name="T10" fmla="*/ 0 h 480"/>
                <a:gd name="T11" fmla="*/ 208 w 208"/>
                <a:gd name="T12" fmla="*/ 480 h 480"/>
              </a:gdLst>
              <a:ahLst/>
              <a:cxnLst>
                <a:cxn ang="T6">
                  <a:pos x="T0" y="T1"/>
                </a:cxn>
                <a:cxn ang="T7">
                  <a:pos x="T2" y="T3"/>
                </a:cxn>
                <a:cxn ang="T8">
                  <a:pos x="T4" y="T5"/>
                </a:cxn>
              </a:cxnLst>
              <a:rect l="T9" t="T10" r="T11" b="T12"/>
              <a:pathLst>
                <a:path w="208" h="480">
                  <a:moveTo>
                    <a:pt x="192" y="480"/>
                  </a:moveTo>
                  <a:cubicBezTo>
                    <a:pt x="96" y="400"/>
                    <a:pt x="0" y="320"/>
                    <a:pt x="0" y="240"/>
                  </a:cubicBezTo>
                  <a:cubicBezTo>
                    <a:pt x="0" y="160"/>
                    <a:pt x="208" y="40"/>
                    <a:pt x="192"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43" name="Text Box 32"/>
            <p:cNvSpPr txBox="1">
              <a:spLocks noChangeArrowheads="1"/>
            </p:cNvSpPr>
            <p:nvPr/>
          </p:nvSpPr>
          <p:spPr bwMode="auto">
            <a:xfrm>
              <a:off x="3621226" y="4203021"/>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16444" name="Line 33"/>
            <p:cNvSpPr>
              <a:spLocks noChangeShapeType="1"/>
            </p:cNvSpPr>
            <p:nvPr/>
          </p:nvSpPr>
          <p:spPr bwMode="auto">
            <a:xfrm flipH="1">
              <a:off x="3124102" y="3882967"/>
              <a:ext cx="75502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45" name="Text Box 34"/>
            <p:cNvSpPr txBox="1">
              <a:spLocks noChangeArrowheads="1"/>
            </p:cNvSpPr>
            <p:nvPr/>
          </p:nvSpPr>
          <p:spPr bwMode="auto">
            <a:xfrm>
              <a:off x="3500461" y="3500458"/>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16446" name="Text Box 36"/>
            <p:cNvSpPr txBox="1">
              <a:spLocks noChangeArrowheads="1"/>
            </p:cNvSpPr>
            <p:nvPr/>
          </p:nvSpPr>
          <p:spPr bwMode="auto">
            <a:xfrm>
              <a:off x="6942472" y="1296638"/>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T</a:t>
              </a:r>
            </a:p>
          </p:txBody>
        </p:sp>
        <p:sp>
          <p:nvSpPr>
            <p:cNvPr id="105" name="Text Box 37"/>
            <p:cNvSpPr txBox="1">
              <a:spLocks noChangeArrowheads="1"/>
            </p:cNvSpPr>
            <p:nvPr/>
          </p:nvSpPr>
          <p:spPr bwMode="auto">
            <a:xfrm>
              <a:off x="7273925" y="1333500"/>
              <a:ext cx="1019175" cy="8318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I</a:t>
              </a:r>
              <a:r>
                <a:rPr kumimoji="1" lang="en-US" altLang="zh-CN" sz="1600" b="1" i="1" baseline="-25000" dirty="0">
                  <a:solidFill>
                    <a:srgbClr val="000000"/>
                  </a:solidFill>
                  <a:latin typeface="Times New Roman" panose="02020603050405020304" pitchFamily="18" charset="0"/>
                </a:rPr>
                <a:t>9</a:t>
              </a:r>
              <a:r>
                <a:rPr kumimoji="1" lang="en-US" altLang="zh-CN" sz="1600" b="1" dirty="0">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dirty="0">
                  <a:solidFill>
                    <a:srgbClr val="FF0000"/>
                  </a:solidFill>
                  <a:latin typeface="Times New Roman" panose="02020603050405020304" pitchFamily="18" charset="0"/>
                </a:rPr>
                <a:t>E→E+T</a:t>
              </a:r>
              <a:r>
                <a:rPr lang="en-US" altLang="zh-CN" sz="1600" b="1" i="1" dirty="0">
                  <a:solidFill>
                    <a:srgbClr val="000000"/>
                  </a:solidFill>
                  <a:latin typeface="Times New Roman" panose="02020603050405020304" pitchFamily="18" charset="0"/>
                  <a:cs typeface="Times New Roman" panose="02020603050405020304" pitchFamily="18" charset="0"/>
                </a:rPr>
                <a:t> </a:t>
              </a:r>
              <a:r>
                <a:rPr lang="en-US" altLang="zh-CN" sz="1600" b="1" i="1" dirty="0">
                  <a:solidFill>
                    <a:srgbClr val="FF0000"/>
                  </a:solidFill>
                  <a:latin typeface="Times New Roman" panose="02020603050405020304" pitchFamily="18" charset="0"/>
                  <a:cs typeface="Times New Roman" panose="02020603050405020304" pitchFamily="18" charset="0"/>
                </a:rPr>
                <a:t>·</a:t>
              </a:r>
              <a:r>
                <a:rPr lang="en-US" altLang="zh-CN" sz="1600" b="1" i="1" dirty="0">
                  <a:solidFill>
                    <a:srgbClr val="000000"/>
                  </a:solidFill>
                  <a:latin typeface="Times New Roman" panose="02020603050405020304" pitchFamily="18" charset="0"/>
                  <a:cs typeface="Times New Roman" panose="02020603050405020304" pitchFamily="18" charset="0"/>
                </a:rPr>
                <a:t> </a:t>
              </a:r>
              <a:endParaRPr kumimoji="1" lang="en-US" altLang="zh-CN" sz="1600" b="1" i="1" dirty="0">
                <a:solidFill>
                  <a:srgbClr val="FF0000"/>
                </a:solidFill>
                <a:latin typeface="Times New Roman" panose="02020603050405020304" pitchFamily="18" charset="0"/>
              </a:endParaRPr>
            </a:p>
            <a:p>
              <a:pPr>
                <a:buClr>
                  <a:srgbClr val="073E87"/>
                </a:buClr>
                <a:buSzPct val="75000"/>
                <a:buFont typeface="Monotype Sorts"/>
                <a:buNone/>
                <a:defRPr/>
              </a:pPr>
              <a:r>
                <a:rPr kumimoji="1" lang="en-US" altLang="zh-CN" sz="1600" b="1" i="1" dirty="0">
                  <a:solidFill>
                    <a:srgbClr val="FF0000"/>
                  </a:solidFill>
                  <a:latin typeface="Times New Roman" panose="02020603050405020304" pitchFamily="18" charset="0"/>
                </a:rPr>
                <a:t>T→T</a:t>
              </a:r>
              <a:r>
                <a:rPr lang="en-US" altLang="zh-CN" sz="1600" b="1" i="1" dirty="0">
                  <a:solidFill>
                    <a:srgbClr val="FF0000"/>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rPr>
                <a:t>*</a:t>
              </a:r>
              <a:r>
                <a:rPr kumimoji="1" lang="en-US" altLang="zh-CN" sz="1600" b="1" i="1" dirty="0">
                  <a:solidFill>
                    <a:srgbClr val="FF0000"/>
                  </a:solidFill>
                  <a:latin typeface="Times New Roman" panose="02020603050405020304" pitchFamily="18" charset="0"/>
                </a:rPr>
                <a:t>F</a:t>
              </a:r>
            </a:p>
          </p:txBody>
        </p:sp>
        <p:sp>
          <p:nvSpPr>
            <p:cNvPr id="16448" name="Freeform 38"/>
            <p:cNvSpPr>
              <a:spLocks noChangeArrowheads="1"/>
            </p:cNvSpPr>
            <p:nvPr/>
          </p:nvSpPr>
          <p:spPr bwMode="auto">
            <a:xfrm>
              <a:off x="4921947" y="1143633"/>
              <a:ext cx="838116" cy="1543598"/>
            </a:xfrm>
            <a:custGeom>
              <a:avLst/>
              <a:gdLst>
                <a:gd name="T0" fmla="*/ 2147483646 w 528"/>
                <a:gd name="T1" fmla="*/ 0 h 1296"/>
                <a:gd name="T2" fmla="*/ 2147483646 w 528"/>
                <a:gd name="T3" fmla="*/ 2147483646 h 1296"/>
                <a:gd name="T4" fmla="*/ 2147483646 w 528"/>
                <a:gd name="T5" fmla="*/ 2147483646 h 1296"/>
                <a:gd name="T6" fmla="*/ 0 w 528"/>
                <a:gd name="T7" fmla="*/ 2147483646 h 1296"/>
                <a:gd name="T8" fmla="*/ 0 60000 65536"/>
                <a:gd name="T9" fmla="*/ 0 60000 65536"/>
                <a:gd name="T10" fmla="*/ 0 60000 65536"/>
                <a:gd name="T11" fmla="*/ 0 60000 65536"/>
                <a:gd name="T12" fmla="*/ 0 w 528"/>
                <a:gd name="T13" fmla="*/ 0 h 1296"/>
                <a:gd name="T14" fmla="*/ 528 w 528"/>
                <a:gd name="T15" fmla="*/ 1296 h 1296"/>
              </a:gdLst>
              <a:ahLst/>
              <a:cxnLst>
                <a:cxn ang="T8">
                  <a:pos x="T0" y="T1"/>
                </a:cxn>
                <a:cxn ang="T9">
                  <a:pos x="T2" y="T3"/>
                </a:cxn>
                <a:cxn ang="T10">
                  <a:pos x="T4" y="T5"/>
                </a:cxn>
                <a:cxn ang="T11">
                  <a:pos x="T6" y="T7"/>
                </a:cxn>
              </a:cxnLst>
              <a:rect l="T12" t="T13" r="T14" b="T15"/>
              <a:pathLst>
                <a:path w="528" h="1296">
                  <a:moveTo>
                    <a:pt x="528" y="0"/>
                  </a:moveTo>
                  <a:cubicBezTo>
                    <a:pt x="464" y="36"/>
                    <a:pt x="400" y="72"/>
                    <a:pt x="336" y="240"/>
                  </a:cubicBezTo>
                  <a:cubicBezTo>
                    <a:pt x="272" y="408"/>
                    <a:pt x="200" y="832"/>
                    <a:pt x="144" y="1008"/>
                  </a:cubicBezTo>
                  <a:cubicBezTo>
                    <a:pt x="88" y="1184"/>
                    <a:pt x="44" y="1240"/>
                    <a:pt x="0" y="1296"/>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49" name="Text Box 39"/>
            <p:cNvSpPr txBox="1">
              <a:spLocks noChangeArrowheads="1"/>
            </p:cNvSpPr>
            <p:nvPr/>
          </p:nvSpPr>
          <p:spPr bwMode="auto">
            <a:xfrm>
              <a:off x="5485604" y="1183749"/>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16450" name="Freeform 40"/>
            <p:cNvSpPr>
              <a:spLocks noChangeArrowheads="1"/>
            </p:cNvSpPr>
            <p:nvPr/>
          </p:nvSpPr>
          <p:spPr bwMode="auto">
            <a:xfrm>
              <a:off x="4966466" y="1643822"/>
              <a:ext cx="793597" cy="1857854"/>
            </a:xfrm>
            <a:custGeom>
              <a:avLst/>
              <a:gdLst>
                <a:gd name="T0" fmla="*/ 2147483646 w 528"/>
                <a:gd name="T1" fmla="*/ 0 h 1488"/>
                <a:gd name="T2" fmla="*/ 2147483646 w 528"/>
                <a:gd name="T3" fmla="*/ 2147483646 h 1488"/>
                <a:gd name="T4" fmla="*/ 2147483646 w 528"/>
                <a:gd name="T5" fmla="*/ 2147483646 h 1488"/>
                <a:gd name="T6" fmla="*/ 0 w 528"/>
                <a:gd name="T7" fmla="*/ 2147483646 h 1488"/>
                <a:gd name="T8" fmla="*/ 0 60000 65536"/>
                <a:gd name="T9" fmla="*/ 0 60000 65536"/>
                <a:gd name="T10" fmla="*/ 0 60000 65536"/>
                <a:gd name="T11" fmla="*/ 0 60000 65536"/>
                <a:gd name="T12" fmla="*/ 0 w 528"/>
                <a:gd name="T13" fmla="*/ 0 h 1488"/>
                <a:gd name="T14" fmla="*/ 528 w 528"/>
                <a:gd name="T15" fmla="*/ 1488 h 1488"/>
              </a:gdLst>
              <a:ahLst/>
              <a:cxnLst>
                <a:cxn ang="T8">
                  <a:pos x="T0" y="T1"/>
                </a:cxn>
                <a:cxn ang="T9">
                  <a:pos x="T2" y="T3"/>
                </a:cxn>
                <a:cxn ang="T10">
                  <a:pos x="T4" y="T5"/>
                </a:cxn>
                <a:cxn ang="T11">
                  <a:pos x="T6" y="T7"/>
                </a:cxn>
              </a:cxnLst>
              <a:rect l="T12" t="T13" r="T14" b="T15"/>
              <a:pathLst>
                <a:path w="528" h="1488">
                  <a:moveTo>
                    <a:pt x="528" y="0"/>
                  </a:moveTo>
                  <a:cubicBezTo>
                    <a:pt x="504" y="48"/>
                    <a:pt x="480" y="96"/>
                    <a:pt x="432" y="288"/>
                  </a:cubicBezTo>
                  <a:cubicBezTo>
                    <a:pt x="384" y="480"/>
                    <a:pt x="312" y="952"/>
                    <a:pt x="240" y="1152"/>
                  </a:cubicBezTo>
                  <a:cubicBezTo>
                    <a:pt x="168" y="1352"/>
                    <a:pt x="84" y="1420"/>
                    <a:pt x="0" y="148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51" name="Text Box 41"/>
            <p:cNvSpPr txBox="1">
              <a:spLocks noChangeArrowheads="1"/>
            </p:cNvSpPr>
            <p:nvPr/>
          </p:nvSpPr>
          <p:spPr bwMode="auto">
            <a:xfrm>
              <a:off x="5539044" y="1879441"/>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16452" name="Text Box 42"/>
            <p:cNvSpPr txBox="1">
              <a:spLocks noChangeArrowheads="1"/>
            </p:cNvSpPr>
            <p:nvPr/>
          </p:nvSpPr>
          <p:spPr bwMode="auto">
            <a:xfrm>
              <a:off x="6358461" y="3428617"/>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16453" name="Text Box 44"/>
            <p:cNvSpPr txBox="1">
              <a:spLocks noChangeArrowheads="1"/>
            </p:cNvSpPr>
            <p:nvPr/>
          </p:nvSpPr>
          <p:spPr bwMode="auto">
            <a:xfrm>
              <a:off x="6857345" y="2347649"/>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112" name="Text Box 45"/>
            <p:cNvSpPr txBox="1">
              <a:spLocks noChangeArrowheads="1"/>
            </p:cNvSpPr>
            <p:nvPr/>
          </p:nvSpPr>
          <p:spPr bwMode="auto">
            <a:xfrm>
              <a:off x="7273925" y="2274888"/>
              <a:ext cx="1019175" cy="5842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10</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T→T*F</a:t>
              </a:r>
              <a:r>
                <a:rPr lang="en-US" altLang="zh-CN" sz="1600" b="1" i="1">
                  <a:solidFill>
                    <a:srgbClr val="000000"/>
                  </a:solidFill>
                  <a:latin typeface="Times New Roman" panose="02020603050405020304" pitchFamily="18" charset="0"/>
                  <a:cs typeface="Times New Roman" panose="02020603050405020304" pitchFamily="18" charset="0"/>
                </a:rPr>
                <a:t> · </a:t>
              </a:r>
              <a:endParaRPr kumimoji="1" lang="en-US" altLang="zh-CN" sz="1600" b="1" i="1">
                <a:solidFill>
                  <a:srgbClr val="000000"/>
                </a:solidFill>
                <a:latin typeface="Times New Roman" panose="02020603050405020304" pitchFamily="18" charset="0"/>
              </a:endParaRPr>
            </a:p>
          </p:txBody>
        </p:sp>
        <p:sp>
          <p:nvSpPr>
            <p:cNvPr id="16455" name="Text Box 46"/>
            <p:cNvSpPr txBox="1">
              <a:spLocks noChangeArrowheads="1"/>
            </p:cNvSpPr>
            <p:nvPr/>
          </p:nvSpPr>
          <p:spPr bwMode="auto">
            <a:xfrm>
              <a:off x="5930092" y="3402956"/>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16456" name="Text Box 47"/>
            <p:cNvSpPr txBox="1">
              <a:spLocks noChangeArrowheads="1"/>
            </p:cNvSpPr>
            <p:nvPr/>
          </p:nvSpPr>
          <p:spPr bwMode="auto">
            <a:xfrm>
              <a:off x="7682689" y="3888277"/>
              <a:ext cx="380962" cy="36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1800" b="1">
                  <a:solidFill>
                    <a:srgbClr val="000000"/>
                  </a:solidFill>
                  <a:latin typeface="Times New Roman" panose="02020603050405020304" pitchFamily="18" charset="0"/>
                </a:rPr>
                <a:t>)</a:t>
              </a:r>
            </a:p>
          </p:txBody>
        </p:sp>
        <p:sp>
          <p:nvSpPr>
            <p:cNvPr id="115" name="Text Box 48"/>
            <p:cNvSpPr txBox="1">
              <a:spLocks noChangeArrowheads="1"/>
            </p:cNvSpPr>
            <p:nvPr/>
          </p:nvSpPr>
          <p:spPr bwMode="auto">
            <a:xfrm>
              <a:off x="7281863" y="4230688"/>
              <a:ext cx="1000125" cy="5842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11</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 </a:t>
              </a:r>
              <a:endParaRPr kumimoji="1" lang="en-US" altLang="zh-CN" sz="1600" b="1" i="1">
                <a:solidFill>
                  <a:srgbClr val="000000"/>
                </a:solidFill>
                <a:latin typeface="Times New Roman" panose="02020603050405020304" pitchFamily="18" charset="0"/>
              </a:endParaRPr>
            </a:p>
          </p:txBody>
        </p:sp>
        <p:sp>
          <p:nvSpPr>
            <p:cNvPr id="16458" name="Text Box 49"/>
            <p:cNvSpPr txBox="1">
              <a:spLocks noChangeArrowheads="1"/>
            </p:cNvSpPr>
            <p:nvPr/>
          </p:nvSpPr>
          <p:spPr bwMode="auto">
            <a:xfrm>
              <a:off x="8402676" y="3221535"/>
              <a:ext cx="380962"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16459" name="Line 50"/>
            <p:cNvSpPr>
              <a:spLocks noChangeShapeType="1"/>
            </p:cNvSpPr>
            <p:nvPr/>
          </p:nvSpPr>
          <p:spPr bwMode="auto">
            <a:xfrm flipH="1">
              <a:off x="6833483" y="1929667"/>
              <a:ext cx="439826" cy="62527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460" name="Text Box 51"/>
            <p:cNvSpPr txBox="1">
              <a:spLocks noChangeArrowheads="1"/>
            </p:cNvSpPr>
            <p:nvPr/>
          </p:nvSpPr>
          <p:spPr bwMode="auto">
            <a:xfrm>
              <a:off x="7009729" y="1702502"/>
              <a:ext cx="457154"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16461" name="Freeform 52"/>
            <p:cNvSpPr>
              <a:spLocks noChangeArrowheads="1"/>
            </p:cNvSpPr>
            <p:nvPr/>
          </p:nvSpPr>
          <p:spPr bwMode="auto">
            <a:xfrm>
              <a:off x="6969956" y="1096057"/>
              <a:ext cx="1758944" cy="2286589"/>
            </a:xfrm>
            <a:custGeom>
              <a:avLst/>
              <a:gdLst>
                <a:gd name="T0" fmla="*/ 2147483646 w 1712"/>
                <a:gd name="T1" fmla="*/ 2147483646 h 2352"/>
                <a:gd name="T2" fmla="*/ 2147483646 w 1712"/>
                <a:gd name="T3" fmla="*/ 2147483646 h 2352"/>
                <a:gd name="T4" fmla="*/ 2147483646 w 1712"/>
                <a:gd name="T5" fmla="*/ 2147483646 h 2352"/>
                <a:gd name="T6" fmla="*/ 2147483646 w 1712"/>
                <a:gd name="T7" fmla="*/ 2147483646 h 2352"/>
                <a:gd name="T8" fmla="*/ 2147483646 w 1712"/>
                <a:gd name="T9" fmla="*/ 2147483646 h 2352"/>
                <a:gd name="T10" fmla="*/ 0 w 1712"/>
                <a:gd name="T11" fmla="*/ 0 h 2352"/>
                <a:gd name="T12" fmla="*/ 0 60000 65536"/>
                <a:gd name="T13" fmla="*/ 0 60000 65536"/>
                <a:gd name="T14" fmla="*/ 0 60000 65536"/>
                <a:gd name="T15" fmla="*/ 0 60000 65536"/>
                <a:gd name="T16" fmla="*/ 0 60000 65536"/>
                <a:gd name="T17" fmla="*/ 0 60000 65536"/>
                <a:gd name="T18" fmla="*/ 0 w 1712"/>
                <a:gd name="T19" fmla="*/ 0 h 2352"/>
                <a:gd name="T20" fmla="*/ 1712 w 1712"/>
                <a:gd name="T21" fmla="*/ 2352 h 2352"/>
              </a:gdLst>
              <a:ahLst/>
              <a:cxnLst>
                <a:cxn ang="T12">
                  <a:pos x="T0" y="T1"/>
                </a:cxn>
                <a:cxn ang="T13">
                  <a:pos x="T2" y="T3"/>
                </a:cxn>
                <a:cxn ang="T14">
                  <a:pos x="T4" y="T5"/>
                </a:cxn>
                <a:cxn ang="T15">
                  <a:pos x="T6" y="T7"/>
                </a:cxn>
                <a:cxn ang="T16">
                  <a:pos x="T8" y="T9"/>
                </a:cxn>
                <a:cxn ang="T17">
                  <a:pos x="T10" y="T11"/>
                </a:cxn>
              </a:cxnLst>
              <a:rect l="T18" t="T19" r="T20" b="T21"/>
              <a:pathLst>
                <a:path w="1712" h="2352">
                  <a:moveTo>
                    <a:pt x="1440" y="2352"/>
                  </a:moveTo>
                  <a:cubicBezTo>
                    <a:pt x="1516" y="2060"/>
                    <a:pt x="1592" y="1768"/>
                    <a:pt x="1632" y="1488"/>
                  </a:cubicBezTo>
                  <a:cubicBezTo>
                    <a:pt x="1672" y="1208"/>
                    <a:pt x="1712" y="888"/>
                    <a:pt x="1680" y="672"/>
                  </a:cubicBezTo>
                  <a:cubicBezTo>
                    <a:pt x="1648" y="456"/>
                    <a:pt x="1536" y="296"/>
                    <a:pt x="1440" y="192"/>
                  </a:cubicBezTo>
                  <a:cubicBezTo>
                    <a:pt x="1344" y="88"/>
                    <a:pt x="1344" y="80"/>
                    <a:pt x="1104" y="48"/>
                  </a:cubicBezTo>
                  <a:cubicBezTo>
                    <a:pt x="864" y="16"/>
                    <a:pt x="152" y="0"/>
                    <a:pt x="0"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62" name="Freeform 54"/>
            <p:cNvSpPr>
              <a:spLocks noChangeArrowheads="1"/>
            </p:cNvSpPr>
            <p:nvPr/>
          </p:nvSpPr>
          <p:spPr bwMode="auto">
            <a:xfrm>
              <a:off x="4985874" y="3475793"/>
              <a:ext cx="971377" cy="845200"/>
            </a:xfrm>
            <a:custGeom>
              <a:avLst/>
              <a:gdLst>
                <a:gd name="T0" fmla="*/ 2147483646 w 640"/>
                <a:gd name="T1" fmla="*/ 0 h 1104"/>
                <a:gd name="T2" fmla="*/ 2147483646 w 640"/>
                <a:gd name="T3" fmla="*/ 2147483646 h 1104"/>
                <a:gd name="T4" fmla="*/ 2147483646 w 640"/>
                <a:gd name="T5" fmla="*/ 2147483646 h 1104"/>
                <a:gd name="T6" fmla="*/ 0 w 640"/>
                <a:gd name="T7" fmla="*/ 2147483646 h 1104"/>
                <a:gd name="T8" fmla="*/ 0 60000 65536"/>
                <a:gd name="T9" fmla="*/ 0 60000 65536"/>
                <a:gd name="T10" fmla="*/ 0 60000 65536"/>
                <a:gd name="T11" fmla="*/ 0 60000 65536"/>
                <a:gd name="T12" fmla="*/ 0 w 640"/>
                <a:gd name="T13" fmla="*/ 0 h 1104"/>
                <a:gd name="T14" fmla="*/ 640 w 640"/>
                <a:gd name="T15" fmla="*/ 1104 h 1104"/>
              </a:gdLst>
              <a:ahLst/>
              <a:cxnLst>
                <a:cxn ang="T8">
                  <a:pos x="T0" y="T1"/>
                </a:cxn>
                <a:cxn ang="T9">
                  <a:pos x="T2" y="T3"/>
                </a:cxn>
                <a:cxn ang="T10">
                  <a:pos x="T4" y="T5"/>
                </a:cxn>
                <a:cxn ang="T11">
                  <a:pos x="T6" y="T7"/>
                </a:cxn>
              </a:cxnLst>
              <a:rect l="T12" t="T13" r="T14" b="T15"/>
              <a:pathLst>
                <a:path w="640" h="1104">
                  <a:moveTo>
                    <a:pt x="624" y="0"/>
                  </a:moveTo>
                  <a:cubicBezTo>
                    <a:pt x="632" y="144"/>
                    <a:pt x="640" y="288"/>
                    <a:pt x="624" y="384"/>
                  </a:cubicBezTo>
                  <a:cubicBezTo>
                    <a:pt x="608" y="480"/>
                    <a:pt x="632" y="456"/>
                    <a:pt x="528" y="576"/>
                  </a:cubicBezTo>
                  <a:cubicBezTo>
                    <a:pt x="424" y="696"/>
                    <a:pt x="212" y="900"/>
                    <a:pt x="0" y="1104"/>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6463" name="Text Box 56"/>
            <p:cNvSpPr txBox="1">
              <a:spLocks noChangeArrowheads="1"/>
            </p:cNvSpPr>
            <p:nvPr/>
          </p:nvSpPr>
          <p:spPr bwMode="auto">
            <a:xfrm>
              <a:off x="7001688" y="571500"/>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sp>
        <p:nvSpPr>
          <p:cNvPr id="2" name="矩形 1"/>
          <p:cNvSpPr/>
          <p:nvPr/>
        </p:nvSpPr>
        <p:spPr>
          <a:xfrm>
            <a:off x="4046538" y="125413"/>
            <a:ext cx="4125912" cy="461962"/>
          </a:xfrm>
          <a:prstGeom prst="rect">
            <a:avLst/>
          </a:prstGeom>
        </p:spPr>
        <p:txBody>
          <a:bodyPr wrap="none">
            <a:spAutoFit/>
          </a:bodyPr>
          <a:lstStyle/>
          <a:p>
            <a:pPr>
              <a:defRPr/>
            </a:pPr>
            <a:r>
              <a:rPr lang="zh-CN" altLang="en-US" sz="2400" b="1" dirty="0">
                <a:solidFill>
                  <a:srgbClr val="0000FF"/>
                </a:solidFill>
                <a:latin typeface="Times New Roman" panose="02020603050405020304" pitchFamily="18" charset="0"/>
                <a:ea typeface="+mn-ea"/>
                <a:cs typeface="Times New Roman" panose="02020603050405020304" pitchFamily="18" charset="0"/>
              </a:rPr>
              <a:t>例：</a:t>
            </a:r>
            <a:r>
              <a:rPr lang="en-US" altLang="zh-CN" sz="2400" b="1" dirty="0">
                <a:solidFill>
                  <a:srgbClr val="0000FF"/>
                </a:solidFill>
                <a:latin typeface="Times New Roman" panose="02020603050405020304" pitchFamily="18" charset="0"/>
                <a:ea typeface="+mn-ea"/>
                <a:cs typeface="Times New Roman" panose="02020603050405020304" pitchFamily="18" charset="0"/>
              </a:rPr>
              <a:t>LR(0) </a:t>
            </a:r>
            <a:r>
              <a:rPr lang="zh-CN" altLang="en-US" sz="2400" b="1" dirty="0">
                <a:solidFill>
                  <a:srgbClr val="0000FF"/>
                </a:solidFill>
                <a:latin typeface="Times New Roman" panose="02020603050405020304" pitchFamily="18" charset="0"/>
                <a:ea typeface="+mn-ea"/>
                <a:cs typeface="Times New Roman" panose="02020603050405020304" pitchFamily="18" charset="0"/>
              </a:rPr>
              <a:t>分析过程中的冲突</a:t>
            </a:r>
          </a:p>
        </p:txBody>
      </p:sp>
      <p:sp>
        <p:nvSpPr>
          <p:cNvPr id="4" name="灯片编号占位符 3">
            <a:extLst>
              <a:ext uri="{FF2B5EF4-FFF2-40B4-BE49-F238E27FC236}">
                <a16:creationId xmlns:a16="http://schemas.microsoft.com/office/drawing/2014/main" id="{F5521493-E84C-40AE-BE16-13AD1224C4CD}"/>
              </a:ext>
            </a:extLst>
          </p:cNvPr>
          <p:cNvSpPr>
            <a:spLocks noGrp="1"/>
          </p:cNvSpPr>
          <p:nvPr>
            <p:ph type="sldNum" sz="quarter" idx="12"/>
          </p:nvPr>
        </p:nvSpPr>
        <p:spPr/>
        <p:txBody>
          <a:bodyPr/>
          <a:lstStyle/>
          <a:p>
            <a:pPr>
              <a:defRPr/>
            </a:pPr>
            <a:fld id="{76D20AB1-C80E-44EB-B890-88EEF3B3DC08}" type="slidenum">
              <a:rPr lang="zh-CN" altLang="en-US" smtClean="0"/>
              <a:pPr>
                <a:defRPr/>
              </a:pPr>
              <a:t>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1617">
                                            <p:bg/>
                                          </p:spTgt>
                                        </p:tgtEl>
                                        <p:attrNameLst>
                                          <p:attrName>style.visibility</p:attrName>
                                        </p:attrNameLst>
                                      </p:cBhvr>
                                      <p:to>
                                        <p:strVal val="visible"/>
                                      </p:to>
                                    </p:set>
                                    <p:anim calcmode="lin" valueType="num">
                                      <p:cBhvr>
                                        <p:cTn id="17" dur="500" fill="hold"/>
                                        <p:tgtEl>
                                          <p:spTgt spid="111617">
                                            <p:bg/>
                                          </p:spTgt>
                                        </p:tgtEl>
                                        <p:attrNameLst>
                                          <p:attrName>ppt_w</p:attrName>
                                        </p:attrNameLst>
                                      </p:cBhvr>
                                      <p:tavLst>
                                        <p:tav tm="0">
                                          <p:val>
                                            <p:fltVal val="0"/>
                                          </p:val>
                                        </p:tav>
                                        <p:tav tm="100000">
                                          <p:val>
                                            <p:strVal val="#ppt_w"/>
                                          </p:val>
                                        </p:tav>
                                      </p:tavLst>
                                    </p:anim>
                                    <p:anim calcmode="lin" valueType="num">
                                      <p:cBhvr>
                                        <p:cTn id="18" dur="500" fill="hold"/>
                                        <p:tgtEl>
                                          <p:spTgt spid="111617">
                                            <p:bg/>
                                          </p:spTgt>
                                        </p:tgtEl>
                                        <p:attrNameLst>
                                          <p:attrName>ppt_h</p:attrName>
                                        </p:attrNameLst>
                                      </p:cBhvr>
                                      <p:tavLst>
                                        <p:tav tm="0">
                                          <p:val>
                                            <p:fltVal val="0"/>
                                          </p:val>
                                        </p:tav>
                                        <p:tav tm="100000">
                                          <p:val>
                                            <p:strVal val="#ppt_h"/>
                                          </p:val>
                                        </p:tav>
                                      </p:tavLst>
                                    </p:anim>
                                    <p:animEffect transition="in" filter="fade">
                                      <p:cBhvr>
                                        <p:cTn id="19" dur="500"/>
                                        <p:tgtEl>
                                          <p:spTgt spid="111617">
                                            <p:bg/>
                                          </p:spTgt>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11617">
                                            <p:txEl>
                                              <p:pRg st="0" end="0"/>
                                            </p:txEl>
                                          </p:spTgt>
                                        </p:tgtEl>
                                        <p:attrNameLst>
                                          <p:attrName>style.visibility</p:attrName>
                                        </p:attrNameLst>
                                      </p:cBhvr>
                                      <p:to>
                                        <p:strVal val="visible"/>
                                      </p:to>
                                    </p:set>
                                    <p:anim calcmode="lin" valueType="num">
                                      <p:cBhvr>
                                        <p:cTn id="22" dur="500" fill="hold"/>
                                        <p:tgtEl>
                                          <p:spTgt spid="111617">
                                            <p:txEl>
                                              <p:pRg st="0" end="0"/>
                                            </p:txEl>
                                          </p:spTgt>
                                        </p:tgtEl>
                                        <p:attrNameLst>
                                          <p:attrName>ppt_w</p:attrName>
                                        </p:attrNameLst>
                                      </p:cBhvr>
                                      <p:tavLst>
                                        <p:tav tm="0">
                                          <p:val>
                                            <p:fltVal val="0"/>
                                          </p:val>
                                        </p:tav>
                                        <p:tav tm="100000">
                                          <p:val>
                                            <p:strVal val="#ppt_w"/>
                                          </p:val>
                                        </p:tav>
                                      </p:tavLst>
                                    </p:anim>
                                    <p:anim calcmode="lin" valueType="num">
                                      <p:cBhvr>
                                        <p:cTn id="23" dur="500" fill="hold"/>
                                        <p:tgtEl>
                                          <p:spTgt spid="111617">
                                            <p:txEl>
                                              <p:pRg st="0" end="0"/>
                                            </p:txEl>
                                          </p:spTgt>
                                        </p:tgtEl>
                                        <p:attrNameLst>
                                          <p:attrName>ppt_h</p:attrName>
                                        </p:attrNameLst>
                                      </p:cBhvr>
                                      <p:tavLst>
                                        <p:tav tm="0">
                                          <p:val>
                                            <p:fltVal val="0"/>
                                          </p:val>
                                        </p:tav>
                                        <p:tav tm="100000">
                                          <p:val>
                                            <p:strVal val="#ppt_h"/>
                                          </p:val>
                                        </p:tav>
                                      </p:tavLst>
                                    </p:anim>
                                    <p:animEffect transition="in" filter="fade">
                                      <p:cBhvr>
                                        <p:cTn id="24" dur="500"/>
                                        <p:tgtEl>
                                          <p:spTgt spid="111617">
                                            <p:txEl>
                                              <p:pRg st="0" end="0"/>
                                            </p:txEl>
                                          </p:spTgt>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11617">
                                            <p:txEl>
                                              <p:pRg st="1" end="1"/>
                                            </p:txEl>
                                          </p:spTgt>
                                        </p:tgtEl>
                                        <p:attrNameLst>
                                          <p:attrName>style.visibility</p:attrName>
                                        </p:attrNameLst>
                                      </p:cBhvr>
                                      <p:to>
                                        <p:strVal val="visible"/>
                                      </p:to>
                                    </p:set>
                                    <p:anim calcmode="lin" valueType="num">
                                      <p:cBhvr>
                                        <p:cTn id="27" dur="500" fill="hold"/>
                                        <p:tgtEl>
                                          <p:spTgt spid="111617">
                                            <p:txEl>
                                              <p:pRg st="1" end="1"/>
                                            </p:txEl>
                                          </p:spTgt>
                                        </p:tgtEl>
                                        <p:attrNameLst>
                                          <p:attrName>ppt_w</p:attrName>
                                        </p:attrNameLst>
                                      </p:cBhvr>
                                      <p:tavLst>
                                        <p:tav tm="0">
                                          <p:val>
                                            <p:fltVal val="0"/>
                                          </p:val>
                                        </p:tav>
                                        <p:tav tm="100000">
                                          <p:val>
                                            <p:strVal val="#ppt_w"/>
                                          </p:val>
                                        </p:tav>
                                      </p:tavLst>
                                    </p:anim>
                                    <p:anim calcmode="lin" valueType="num">
                                      <p:cBhvr>
                                        <p:cTn id="28" dur="500" fill="hold"/>
                                        <p:tgtEl>
                                          <p:spTgt spid="111617">
                                            <p:txEl>
                                              <p:pRg st="1" end="1"/>
                                            </p:txEl>
                                          </p:spTgt>
                                        </p:tgtEl>
                                        <p:attrNameLst>
                                          <p:attrName>ppt_h</p:attrName>
                                        </p:attrNameLst>
                                      </p:cBhvr>
                                      <p:tavLst>
                                        <p:tav tm="0">
                                          <p:val>
                                            <p:fltVal val="0"/>
                                          </p:val>
                                        </p:tav>
                                        <p:tav tm="100000">
                                          <p:val>
                                            <p:strVal val="#ppt_h"/>
                                          </p:val>
                                        </p:tav>
                                      </p:tavLst>
                                    </p:anim>
                                    <p:animEffect transition="in" filter="fade">
                                      <p:cBhvr>
                                        <p:cTn id="29" dur="500"/>
                                        <p:tgtEl>
                                          <p:spTgt spid="111617">
                                            <p:txEl>
                                              <p:pRg st="1" end="1"/>
                                            </p:txEl>
                                          </p:spTgt>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1617">
                                            <p:txEl>
                                              <p:pRg st="2" end="2"/>
                                            </p:txEl>
                                          </p:spTgt>
                                        </p:tgtEl>
                                        <p:attrNameLst>
                                          <p:attrName>style.visibility</p:attrName>
                                        </p:attrNameLst>
                                      </p:cBhvr>
                                      <p:to>
                                        <p:strVal val="visible"/>
                                      </p:to>
                                    </p:set>
                                    <p:anim calcmode="lin" valueType="num">
                                      <p:cBhvr>
                                        <p:cTn id="32" dur="500" fill="hold"/>
                                        <p:tgtEl>
                                          <p:spTgt spid="111617">
                                            <p:txEl>
                                              <p:pRg st="2" end="2"/>
                                            </p:txEl>
                                          </p:spTgt>
                                        </p:tgtEl>
                                        <p:attrNameLst>
                                          <p:attrName>ppt_w</p:attrName>
                                        </p:attrNameLst>
                                      </p:cBhvr>
                                      <p:tavLst>
                                        <p:tav tm="0">
                                          <p:val>
                                            <p:fltVal val="0"/>
                                          </p:val>
                                        </p:tav>
                                        <p:tav tm="100000">
                                          <p:val>
                                            <p:strVal val="#ppt_w"/>
                                          </p:val>
                                        </p:tav>
                                      </p:tavLst>
                                    </p:anim>
                                    <p:anim calcmode="lin" valueType="num">
                                      <p:cBhvr>
                                        <p:cTn id="33" dur="500" fill="hold"/>
                                        <p:tgtEl>
                                          <p:spTgt spid="111617">
                                            <p:txEl>
                                              <p:pRg st="2" end="2"/>
                                            </p:txEl>
                                          </p:spTgt>
                                        </p:tgtEl>
                                        <p:attrNameLst>
                                          <p:attrName>ppt_h</p:attrName>
                                        </p:attrNameLst>
                                      </p:cBhvr>
                                      <p:tavLst>
                                        <p:tav tm="0">
                                          <p:val>
                                            <p:fltVal val="0"/>
                                          </p:val>
                                        </p:tav>
                                        <p:tav tm="100000">
                                          <p:val>
                                            <p:strVal val="#ppt_h"/>
                                          </p:val>
                                        </p:tav>
                                      </p:tavLst>
                                    </p:anim>
                                    <p:animEffect transition="in" filter="fade">
                                      <p:cBhvr>
                                        <p:cTn id="34" dur="500"/>
                                        <p:tgtEl>
                                          <p:spTgt spid="111617">
                                            <p:txEl>
                                              <p:pRg st="2" end="2"/>
                                            </p:txEl>
                                          </p:spTgt>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11617">
                                            <p:txEl>
                                              <p:pRg st="3" end="3"/>
                                            </p:txEl>
                                          </p:spTgt>
                                        </p:tgtEl>
                                        <p:attrNameLst>
                                          <p:attrName>style.visibility</p:attrName>
                                        </p:attrNameLst>
                                      </p:cBhvr>
                                      <p:to>
                                        <p:strVal val="visible"/>
                                      </p:to>
                                    </p:set>
                                    <p:anim calcmode="lin" valueType="num">
                                      <p:cBhvr>
                                        <p:cTn id="37" dur="500" fill="hold"/>
                                        <p:tgtEl>
                                          <p:spTgt spid="111617">
                                            <p:txEl>
                                              <p:pRg st="3" end="3"/>
                                            </p:txEl>
                                          </p:spTgt>
                                        </p:tgtEl>
                                        <p:attrNameLst>
                                          <p:attrName>ppt_w</p:attrName>
                                        </p:attrNameLst>
                                      </p:cBhvr>
                                      <p:tavLst>
                                        <p:tav tm="0">
                                          <p:val>
                                            <p:fltVal val="0"/>
                                          </p:val>
                                        </p:tav>
                                        <p:tav tm="100000">
                                          <p:val>
                                            <p:strVal val="#ppt_w"/>
                                          </p:val>
                                        </p:tav>
                                      </p:tavLst>
                                    </p:anim>
                                    <p:anim calcmode="lin" valueType="num">
                                      <p:cBhvr>
                                        <p:cTn id="38" dur="500" fill="hold"/>
                                        <p:tgtEl>
                                          <p:spTgt spid="111617">
                                            <p:txEl>
                                              <p:pRg st="3" end="3"/>
                                            </p:txEl>
                                          </p:spTgt>
                                        </p:tgtEl>
                                        <p:attrNameLst>
                                          <p:attrName>ppt_h</p:attrName>
                                        </p:attrNameLst>
                                      </p:cBhvr>
                                      <p:tavLst>
                                        <p:tav tm="0">
                                          <p:val>
                                            <p:fltVal val="0"/>
                                          </p:val>
                                        </p:tav>
                                        <p:tav tm="100000">
                                          <p:val>
                                            <p:strVal val="#ppt_h"/>
                                          </p:val>
                                        </p:tav>
                                      </p:tavLst>
                                    </p:anim>
                                    <p:animEffect transition="in" filter="fade">
                                      <p:cBhvr>
                                        <p:cTn id="39" dur="500"/>
                                        <p:tgtEl>
                                          <p:spTgt spid="111617">
                                            <p:txEl>
                                              <p:pRg st="3" end="3"/>
                                            </p:txEl>
                                          </p:spTgt>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11617">
                                            <p:txEl>
                                              <p:pRg st="4" end="4"/>
                                            </p:txEl>
                                          </p:spTgt>
                                        </p:tgtEl>
                                        <p:attrNameLst>
                                          <p:attrName>style.visibility</p:attrName>
                                        </p:attrNameLst>
                                      </p:cBhvr>
                                      <p:to>
                                        <p:strVal val="visible"/>
                                      </p:to>
                                    </p:set>
                                    <p:anim calcmode="lin" valueType="num">
                                      <p:cBhvr>
                                        <p:cTn id="42" dur="500" fill="hold"/>
                                        <p:tgtEl>
                                          <p:spTgt spid="111617">
                                            <p:txEl>
                                              <p:pRg st="4" end="4"/>
                                            </p:txEl>
                                          </p:spTgt>
                                        </p:tgtEl>
                                        <p:attrNameLst>
                                          <p:attrName>ppt_w</p:attrName>
                                        </p:attrNameLst>
                                      </p:cBhvr>
                                      <p:tavLst>
                                        <p:tav tm="0">
                                          <p:val>
                                            <p:fltVal val="0"/>
                                          </p:val>
                                        </p:tav>
                                        <p:tav tm="100000">
                                          <p:val>
                                            <p:strVal val="#ppt_w"/>
                                          </p:val>
                                        </p:tav>
                                      </p:tavLst>
                                    </p:anim>
                                    <p:anim calcmode="lin" valueType="num">
                                      <p:cBhvr>
                                        <p:cTn id="43" dur="500" fill="hold"/>
                                        <p:tgtEl>
                                          <p:spTgt spid="111617">
                                            <p:txEl>
                                              <p:pRg st="4" end="4"/>
                                            </p:txEl>
                                          </p:spTgt>
                                        </p:tgtEl>
                                        <p:attrNameLst>
                                          <p:attrName>ppt_h</p:attrName>
                                        </p:attrNameLst>
                                      </p:cBhvr>
                                      <p:tavLst>
                                        <p:tav tm="0">
                                          <p:val>
                                            <p:fltVal val="0"/>
                                          </p:val>
                                        </p:tav>
                                        <p:tav tm="100000">
                                          <p:val>
                                            <p:strVal val="#ppt_h"/>
                                          </p:val>
                                        </p:tav>
                                      </p:tavLst>
                                    </p:anim>
                                    <p:animEffect transition="in" filter="fade">
                                      <p:cBhvr>
                                        <p:cTn id="44" dur="500"/>
                                        <p:tgtEl>
                                          <p:spTgt spid="111617">
                                            <p:txEl>
                                              <p:pRg st="4" end="4"/>
                                            </p:txEl>
                                          </p:spTgt>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11617">
                                            <p:txEl>
                                              <p:pRg st="5" end="5"/>
                                            </p:txEl>
                                          </p:spTgt>
                                        </p:tgtEl>
                                        <p:attrNameLst>
                                          <p:attrName>style.visibility</p:attrName>
                                        </p:attrNameLst>
                                      </p:cBhvr>
                                      <p:to>
                                        <p:strVal val="visible"/>
                                      </p:to>
                                    </p:set>
                                    <p:anim calcmode="lin" valueType="num">
                                      <p:cBhvr>
                                        <p:cTn id="47" dur="500" fill="hold"/>
                                        <p:tgtEl>
                                          <p:spTgt spid="111617">
                                            <p:txEl>
                                              <p:pRg st="5" end="5"/>
                                            </p:txEl>
                                          </p:spTgt>
                                        </p:tgtEl>
                                        <p:attrNameLst>
                                          <p:attrName>ppt_w</p:attrName>
                                        </p:attrNameLst>
                                      </p:cBhvr>
                                      <p:tavLst>
                                        <p:tav tm="0">
                                          <p:val>
                                            <p:fltVal val="0"/>
                                          </p:val>
                                        </p:tav>
                                        <p:tav tm="100000">
                                          <p:val>
                                            <p:strVal val="#ppt_w"/>
                                          </p:val>
                                        </p:tav>
                                      </p:tavLst>
                                    </p:anim>
                                    <p:anim calcmode="lin" valueType="num">
                                      <p:cBhvr>
                                        <p:cTn id="48" dur="500" fill="hold"/>
                                        <p:tgtEl>
                                          <p:spTgt spid="111617">
                                            <p:txEl>
                                              <p:pRg st="5" end="5"/>
                                            </p:txEl>
                                          </p:spTgt>
                                        </p:tgtEl>
                                        <p:attrNameLst>
                                          <p:attrName>ppt_h</p:attrName>
                                        </p:attrNameLst>
                                      </p:cBhvr>
                                      <p:tavLst>
                                        <p:tav tm="0">
                                          <p:val>
                                            <p:fltVal val="0"/>
                                          </p:val>
                                        </p:tav>
                                        <p:tav tm="100000">
                                          <p:val>
                                            <p:strVal val="#ppt_h"/>
                                          </p:val>
                                        </p:tav>
                                      </p:tavLst>
                                    </p:anim>
                                    <p:animEffect transition="in" filter="fade">
                                      <p:cBhvr>
                                        <p:cTn id="49" dur="500"/>
                                        <p:tgtEl>
                                          <p:spTgt spid="111617">
                                            <p:txEl>
                                              <p:pRg st="5" end="5"/>
                                            </p:txEl>
                                          </p:spTgt>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11617">
                                            <p:txEl>
                                              <p:pRg st="6" end="6"/>
                                            </p:txEl>
                                          </p:spTgt>
                                        </p:tgtEl>
                                        <p:attrNameLst>
                                          <p:attrName>style.visibility</p:attrName>
                                        </p:attrNameLst>
                                      </p:cBhvr>
                                      <p:to>
                                        <p:strVal val="visible"/>
                                      </p:to>
                                    </p:set>
                                    <p:anim calcmode="lin" valueType="num">
                                      <p:cBhvr>
                                        <p:cTn id="52" dur="500" fill="hold"/>
                                        <p:tgtEl>
                                          <p:spTgt spid="111617">
                                            <p:txEl>
                                              <p:pRg st="6" end="6"/>
                                            </p:txEl>
                                          </p:spTgt>
                                        </p:tgtEl>
                                        <p:attrNameLst>
                                          <p:attrName>ppt_w</p:attrName>
                                        </p:attrNameLst>
                                      </p:cBhvr>
                                      <p:tavLst>
                                        <p:tav tm="0">
                                          <p:val>
                                            <p:fltVal val="0"/>
                                          </p:val>
                                        </p:tav>
                                        <p:tav tm="100000">
                                          <p:val>
                                            <p:strVal val="#ppt_w"/>
                                          </p:val>
                                        </p:tav>
                                      </p:tavLst>
                                    </p:anim>
                                    <p:anim calcmode="lin" valueType="num">
                                      <p:cBhvr>
                                        <p:cTn id="53" dur="500" fill="hold"/>
                                        <p:tgtEl>
                                          <p:spTgt spid="111617">
                                            <p:txEl>
                                              <p:pRg st="6" end="6"/>
                                            </p:txEl>
                                          </p:spTgt>
                                        </p:tgtEl>
                                        <p:attrNameLst>
                                          <p:attrName>ppt_h</p:attrName>
                                        </p:attrNameLst>
                                      </p:cBhvr>
                                      <p:tavLst>
                                        <p:tav tm="0">
                                          <p:val>
                                            <p:fltVal val="0"/>
                                          </p:val>
                                        </p:tav>
                                        <p:tav tm="100000">
                                          <p:val>
                                            <p:strVal val="#ppt_h"/>
                                          </p:val>
                                        </p:tav>
                                      </p:tavLst>
                                    </p:anim>
                                    <p:animEffect transition="in" filter="fade">
                                      <p:cBhvr>
                                        <p:cTn id="54" dur="500"/>
                                        <p:tgtEl>
                                          <p:spTgt spid="111617">
                                            <p:txEl>
                                              <p:pRg st="6" end="6"/>
                                            </p:txEl>
                                          </p:spTgt>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11617">
                                            <p:txEl>
                                              <p:pRg st="7" end="7"/>
                                            </p:txEl>
                                          </p:spTgt>
                                        </p:tgtEl>
                                        <p:attrNameLst>
                                          <p:attrName>style.visibility</p:attrName>
                                        </p:attrNameLst>
                                      </p:cBhvr>
                                      <p:to>
                                        <p:strVal val="visible"/>
                                      </p:to>
                                    </p:set>
                                    <p:anim calcmode="lin" valueType="num">
                                      <p:cBhvr>
                                        <p:cTn id="57" dur="500" fill="hold"/>
                                        <p:tgtEl>
                                          <p:spTgt spid="111617">
                                            <p:txEl>
                                              <p:pRg st="7" end="7"/>
                                            </p:txEl>
                                          </p:spTgt>
                                        </p:tgtEl>
                                        <p:attrNameLst>
                                          <p:attrName>ppt_w</p:attrName>
                                        </p:attrNameLst>
                                      </p:cBhvr>
                                      <p:tavLst>
                                        <p:tav tm="0">
                                          <p:val>
                                            <p:fltVal val="0"/>
                                          </p:val>
                                        </p:tav>
                                        <p:tav tm="100000">
                                          <p:val>
                                            <p:strVal val="#ppt_w"/>
                                          </p:val>
                                        </p:tav>
                                      </p:tavLst>
                                    </p:anim>
                                    <p:anim calcmode="lin" valueType="num">
                                      <p:cBhvr>
                                        <p:cTn id="58" dur="500" fill="hold"/>
                                        <p:tgtEl>
                                          <p:spTgt spid="111617">
                                            <p:txEl>
                                              <p:pRg st="7" end="7"/>
                                            </p:txEl>
                                          </p:spTgt>
                                        </p:tgtEl>
                                        <p:attrNameLst>
                                          <p:attrName>ppt_h</p:attrName>
                                        </p:attrNameLst>
                                      </p:cBhvr>
                                      <p:tavLst>
                                        <p:tav tm="0">
                                          <p:val>
                                            <p:fltVal val="0"/>
                                          </p:val>
                                        </p:tav>
                                        <p:tav tm="100000">
                                          <p:val>
                                            <p:strVal val="#ppt_h"/>
                                          </p:val>
                                        </p:tav>
                                      </p:tavLst>
                                    </p:anim>
                                    <p:animEffect transition="in" filter="fade">
                                      <p:cBhvr>
                                        <p:cTn id="59" dur="500"/>
                                        <p:tgtEl>
                                          <p:spTgt spid="111617">
                                            <p:txEl>
                                              <p:pRg st="7" end="7"/>
                                            </p:txEl>
                                          </p:spTgt>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53" presetClass="entr" presetSubtype="16" fill="hold" nodeType="clickEffect">
                                  <p:stCondLst>
                                    <p:cond delay="0"/>
                                  </p:stCondLst>
                                  <p:childTnLst>
                                    <p:set>
                                      <p:cBhvr>
                                        <p:cTn id="63" dur="1" fill="hold">
                                          <p:stCondLst>
                                            <p:cond delay="0"/>
                                          </p:stCondLst>
                                        </p:cTn>
                                        <p:tgtEl>
                                          <p:spTgt spid="64"/>
                                        </p:tgtEl>
                                        <p:attrNameLst>
                                          <p:attrName>style.visibility</p:attrName>
                                        </p:attrNameLst>
                                      </p:cBhvr>
                                      <p:to>
                                        <p:strVal val="visible"/>
                                      </p:to>
                                    </p:set>
                                    <p:anim calcmode="lin" valueType="num">
                                      <p:cBhvr>
                                        <p:cTn id="64" dur="500" fill="hold"/>
                                        <p:tgtEl>
                                          <p:spTgt spid="64"/>
                                        </p:tgtEl>
                                        <p:attrNameLst>
                                          <p:attrName>ppt_w</p:attrName>
                                        </p:attrNameLst>
                                      </p:cBhvr>
                                      <p:tavLst>
                                        <p:tav tm="0">
                                          <p:val>
                                            <p:fltVal val="0"/>
                                          </p:val>
                                        </p:tav>
                                        <p:tav tm="100000">
                                          <p:val>
                                            <p:strVal val="#ppt_w"/>
                                          </p:val>
                                        </p:tav>
                                      </p:tavLst>
                                    </p:anim>
                                    <p:anim calcmode="lin" valueType="num">
                                      <p:cBhvr>
                                        <p:cTn id="65" dur="500" fill="hold"/>
                                        <p:tgtEl>
                                          <p:spTgt spid="64"/>
                                        </p:tgtEl>
                                        <p:attrNameLst>
                                          <p:attrName>ppt_h</p:attrName>
                                        </p:attrNameLst>
                                      </p:cBhvr>
                                      <p:tavLst>
                                        <p:tav tm="0">
                                          <p:val>
                                            <p:fltVal val="0"/>
                                          </p:val>
                                        </p:tav>
                                        <p:tav tm="100000">
                                          <p:val>
                                            <p:strVal val="#ppt_h"/>
                                          </p:val>
                                        </p:tav>
                                      </p:tavLst>
                                    </p:anim>
                                    <p:animEffect transition="in" filter="fade">
                                      <p:cBhvr>
                                        <p:cTn id="66"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7" grpId="0" build="p" animBg="1"/>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79388" y="1347788"/>
            <a:ext cx="3881437" cy="3671887"/>
          </a:xfrm>
          <a:prstGeom prst="rect">
            <a:avLst/>
          </a:prstGeom>
          <a:solidFill>
            <a:schemeClr val="accent2">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0243" name="Rectangle 3"/>
          <p:cNvSpPr>
            <a:spLocks noGrp="1" noChangeArrowheads="1"/>
          </p:cNvSpPr>
          <p:nvPr>
            <p:ph idx="1"/>
          </p:nvPr>
        </p:nvSpPr>
        <p:spPr>
          <a:xfrm>
            <a:off x="142875" y="914400"/>
            <a:ext cx="8664575" cy="3225800"/>
          </a:xfrm>
        </p:spPr>
        <p:txBody>
          <a:bodyPr/>
          <a:lstStyle/>
          <a:p>
            <a:pPr eaLnBrk="1" hangingPunct="1">
              <a:lnSpc>
                <a:spcPct val="80000"/>
              </a:lnSpc>
              <a:buClrTx/>
              <a:buFont typeface="Wingdings" pitchFamily="2" charset="2"/>
              <a:buChar char="Ø"/>
              <a:defRPr/>
            </a:pPr>
            <a:r>
              <a:rPr lang="en-US" altLang="zh-CN" sz="2500" b="1" i="1" dirty="0">
                <a:solidFill>
                  <a:schemeClr val="tx1"/>
                </a:solidFill>
                <a:ea typeface="宋体" pitchFamily="2" charset="-122"/>
                <a:cs typeface="Times New Roman" pitchFamily="18" charset="0"/>
              </a:rPr>
              <a:t>SLR</a:t>
            </a:r>
            <a:r>
              <a:rPr lang="zh-CN" altLang="en-US" sz="2500" b="1" dirty="0">
                <a:solidFill>
                  <a:schemeClr val="tx1"/>
                </a:solidFill>
                <a:latin typeface="+mn-ea"/>
                <a:cs typeface="Times New Roman" pitchFamily="18" charset="0"/>
              </a:rPr>
              <a:t>分析法的基本思想</a:t>
            </a:r>
          </a:p>
        </p:txBody>
      </p:sp>
      <p:sp>
        <p:nvSpPr>
          <p:cNvPr id="2" name="Rectangle 2"/>
          <p:cNvSpPr>
            <a:spLocks noGrp="1" noChangeArrowheads="1"/>
          </p:cNvSpPr>
          <p:nvPr>
            <p:ph type="title"/>
          </p:nvPr>
        </p:nvSpPr>
        <p:spPr>
          <a:xfrm>
            <a:off x="755650" y="268288"/>
            <a:ext cx="7931150" cy="358775"/>
          </a:xfrm>
        </p:spPr>
        <p:txBody>
          <a:bodyPr/>
          <a:lstStyle/>
          <a:p>
            <a:pPr eaLnBrk="1" hangingPunct="1">
              <a:defRPr/>
            </a:pPr>
            <a:r>
              <a:rPr lang="en-US" altLang="zh-CN" sz="3000" i="1" dirty="0">
                <a:solidFill>
                  <a:schemeClr val="tx1"/>
                </a:solidFill>
                <a:ea typeface="微软雅黑" panose="020B0503020204020204" pitchFamily="34" charset="-122"/>
                <a:cs typeface="Times New Roman" panose="02020603050405020304" pitchFamily="18" charset="0"/>
              </a:rPr>
              <a:t>SLR </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分析</a:t>
            </a:r>
          </a:p>
        </p:txBody>
      </p:sp>
      <p:grpSp>
        <p:nvGrpSpPr>
          <p:cNvPr id="18437" name="Group 4"/>
          <p:cNvGrpSpPr>
            <a:grpSpLocks/>
          </p:cNvGrpSpPr>
          <p:nvPr/>
        </p:nvGrpSpPr>
        <p:grpSpPr bwMode="auto">
          <a:xfrm>
            <a:off x="2074863" y="1930400"/>
            <a:ext cx="1928812" cy="1428750"/>
            <a:chOff x="1519" y="1525"/>
            <a:chExt cx="831" cy="859"/>
          </a:xfrm>
        </p:grpSpPr>
        <p:sp>
          <p:nvSpPr>
            <p:cNvPr id="18445" name="AutoShape 5"/>
            <p:cNvSpPr>
              <a:spLocks/>
            </p:cNvSpPr>
            <p:nvPr/>
          </p:nvSpPr>
          <p:spPr bwMode="auto">
            <a:xfrm>
              <a:off x="1519" y="1525"/>
              <a:ext cx="136" cy="859"/>
            </a:xfrm>
            <a:prstGeom prst="rightBrace">
              <a:avLst>
                <a:gd name="adj1" fmla="val 36113"/>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endParaRPr lang="zh-CN" altLang="en-US" sz="1800">
                <a:solidFill>
                  <a:srgbClr val="000000"/>
                </a:solidFill>
                <a:latin typeface="Times New Roman" panose="02020603050405020304" pitchFamily="18" charset="0"/>
                <a:ea typeface="楷体" panose="02010609060101010101" pitchFamily="49" charset="-122"/>
              </a:endParaRPr>
            </a:p>
          </p:txBody>
        </p:sp>
        <p:sp>
          <p:nvSpPr>
            <p:cNvPr id="18446" name="Rectangle 6"/>
            <p:cNvSpPr>
              <a:spLocks noChangeArrowheads="1"/>
            </p:cNvSpPr>
            <p:nvPr/>
          </p:nvSpPr>
          <p:spPr bwMode="auto">
            <a:xfrm>
              <a:off x="1629" y="1816"/>
              <a:ext cx="721" cy="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m</a:t>
              </a:r>
              <a:r>
                <a:rPr lang="zh-CN" altLang="en-US" sz="20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个移进项目</a:t>
              </a:r>
            </a:p>
          </p:txBody>
        </p:sp>
      </p:grpSp>
      <p:grpSp>
        <p:nvGrpSpPr>
          <p:cNvPr id="18438" name="Group 7"/>
          <p:cNvGrpSpPr>
            <a:grpSpLocks/>
          </p:cNvGrpSpPr>
          <p:nvPr/>
        </p:nvGrpSpPr>
        <p:grpSpPr bwMode="auto">
          <a:xfrm>
            <a:off x="1360488" y="3573463"/>
            <a:ext cx="1908175" cy="1214437"/>
            <a:chOff x="1202" y="2132"/>
            <a:chExt cx="822" cy="663"/>
          </a:xfrm>
        </p:grpSpPr>
        <p:sp>
          <p:nvSpPr>
            <p:cNvPr id="18443" name="AutoShape 8"/>
            <p:cNvSpPr>
              <a:spLocks/>
            </p:cNvSpPr>
            <p:nvPr/>
          </p:nvSpPr>
          <p:spPr bwMode="auto">
            <a:xfrm>
              <a:off x="1202" y="2132"/>
              <a:ext cx="136" cy="663"/>
            </a:xfrm>
            <a:prstGeom prst="rightBrace">
              <a:avLst>
                <a:gd name="adj1" fmla="val 36134"/>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endParaRPr lang="zh-CN" altLang="en-US" sz="1800">
                <a:solidFill>
                  <a:srgbClr val="000000"/>
                </a:solidFill>
                <a:latin typeface="Times New Roman" panose="02020603050405020304" pitchFamily="18" charset="0"/>
                <a:ea typeface="楷体" panose="02010609060101010101" pitchFamily="49" charset="-122"/>
              </a:endParaRPr>
            </a:p>
          </p:txBody>
        </p:sp>
        <p:sp>
          <p:nvSpPr>
            <p:cNvPr id="18444" name="Rectangle 9"/>
            <p:cNvSpPr>
              <a:spLocks noChangeArrowheads="1"/>
            </p:cNvSpPr>
            <p:nvPr/>
          </p:nvSpPr>
          <p:spPr bwMode="auto">
            <a:xfrm>
              <a:off x="1327" y="2343"/>
              <a:ext cx="697"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n</a:t>
              </a:r>
              <a:r>
                <a:rPr lang="zh-CN" altLang="en-US" sz="20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个归约项目</a:t>
              </a:r>
            </a:p>
          </p:txBody>
        </p:sp>
      </p:grpSp>
      <p:sp>
        <p:nvSpPr>
          <p:cNvPr id="18439" name="矩形 3"/>
          <p:cNvSpPr>
            <a:spLocks noChangeArrowheads="1"/>
          </p:cNvSpPr>
          <p:nvPr/>
        </p:nvSpPr>
        <p:spPr bwMode="auto">
          <a:xfrm>
            <a:off x="4178300" y="1354138"/>
            <a:ext cx="4786313" cy="3644900"/>
          </a:xfrm>
          <a:prstGeom prst="rect">
            <a:avLst/>
          </a:prstGeom>
          <a:solidFill>
            <a:srgbClr val="B5CEED"/>
          </a:solidFill>
          <a:ln w="12700">
            <a:solidFill>
              <a:schemeClr val="tx1"/>
            </a:solidFill>
            <a:round/>
            <a:headEnd/>
            <a:tailEnd/>
          </a:ln>
        </p:spPr>
        <p:txBody>
          <a:bodyPr>
            <a:spAutoFit/>
          </a:bodyPr>
          <a:lstStyle>
            <a:lvl1pPr marL="342900" indent="-34290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303213">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Arial" panose="020B0604020202020204" pitchFamily="34" charset="0"/>
              <a:buNone/>
            </a:pPr>
            <a:endParaRPr lang="en-US" altLang="zh-CN" b="1">
              <a:solidFill>
                <a:srgbClr val="000000"/>
              </a:solidFill>
              <a:latin typeface="Times New Roman" panose="02020603050405020304" pitchFamily="18" charset="0"/>
              <a:cs typeface="Times New Roman" panose="02020603050405020304" pitchFamily="18" charset="0"/>
            </a:endParaRPr>
          </a:p>
        </p:txBody>
      </p:sp>
      <p:sp>
        <p:nvSpPr>
          <p:cNvPr id="18440" name="矩形 5"/>
          <p:cNvSpPr>
            <a:spLocks noChangeArrowheads="1"/>
          </p:cNvSpPr>
          <p:nvPr/>
        </p:nvSpPr>
        <p:spPr bwMode="auto">
          <a:xfrm>
            <a:off x="-34925" y="1419225"/>
            <a:ext cx="4572000" cy="351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2500"/>
              </a:lnSpc>
              <a:buClr>
                <a:srgbClr val="31B6FD"/>
              </a:buClr>
              <a:buFont typeface="Symbol" panose="05050102010706020507" pitchFamily="18" charset="2"/>
              <a:buNone/>
            </a:pPr>
            <a:r>
              <a:rPr lang="zh-CN" altLang="en-US" sz="2200" b="1" dirty="0">
                <a:solidFill>
                  <a:srgbClr val="000000"/>
                </a:solidFill>
                <a:latin typeface="Times New Roman" panose="02020603050405020304" pitchFamily="18" charset="0"/>
                <a:ea typeface="华文楷体" panose="02010600040101010101" pitchFamily="2" charset="-122"/>
              </a:rPr>
              <a:t>   已知项目集</a:t>
            </a:r>
            <a:r>
              <a:rPr lang="en-US" altLang="zh-CN" sz="2200" b="1" dirty="0">
                <a:solidFill>
                  <a:srgbClr val="000000"/>
                </a:solidFill>
                <a:latin typeface="Times New Roman" panose="02020603050405020304" pitchFamily="18" charset="0"/>
                <a:cs typeface="Times New Roman" panose="02020603050405020304" pitchFamily="18" charset="0"/>
              </a:rPr>
              <a:t> </a:t>
            </a:r>
            <a:r>
              <a:rPr lang="en-US" altLang="zh-CN" sz="2200" b="1" i="1" dirty="0">
                <a:solidFill>
                  <a:srgbClr val="000000"/>
                </a:solidFill>
                <a:latin typeface="Times New Roman" panose="02020603050405020304" pitchFamily="18" charset="0"/>
                <a:cs typeface="Times New Roman" panose="02020603050405020304" pitchFamily="18" charset="0"/>
              </a:rPr>
              <a:t>I</a:t>
            </a:r>
            <a:r>
              <a:rPr lang="zh-CN" altLang="en-US" sz="2200" b="1" dirty="0">
                <a:solidFill>
                  <a:srgbClr val="000000"/>
                </a:solidFill>
                <a:latin typeface="Times New Roman" panose="02020603050405020304" pitchFamily="18" charset="0"/>
                <a:ea typeface="华文楷体" panose="02010600040101010101" pitchFamily="2" charset="-122"/>
              </a:rPr>
              <a:t>：</a:t>
            </a:r>
            <a:endParaRPr lang="en-US" altLang="zh-CN" sz="2200" b="1" dirty="0">
              <a:solidFill>
                <a:srgbClr val="000000"/>
              </a:solidFill>
              <a:latin typeface="Times New Roman" panose="02020603050405020304" pitchFamily="18" charset="0"/>
            </a:endParaRP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r>
              <a:rPr lang="en-US" altLang="zh-CN" sz="2200" b="1" i="1" dirty="0">
                <a:solidFill>
                  <a:srgbClr val="000000"/>
                </a:solidFill>
                <a:latin typeface="Times New Roman" panose="02020603050405020304" pitchFamily="18" charset="0"/>
              </a:rPr>
              <a:t>A</a:t>
            </a:r>
            <a:r>
              <a:rPr lang="en-US" altLang="zh-CN" sz="2200" b="1" baseline="-25000" dirty="0">
                <a:solidFill>
                  <a:srgbClr val="000000"/>
                </a:solidFill>
                <a:latin typeface="Times New Roman" panose="02020603050405020304" pitchFamily="18" charset="0"/>
              </a:rPr>
              <a:t>1</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α</a:t>
            </a:r>
            <a:r>
              <a:rPr lang="en-US" altLang="zh-CN" sz="2200" b="1" baseline="-25000" dirty="0">
                <a:solidFill>
                  <a:srgbClr val="000000"/>
                </a:solidFill>
                <a:latin typeface="Times New Roman" panose="02020603050405020304" pitchFamily="18" charset="0"/>
              </a:rPr>
              <a:t>1</a:t>
            </a:r>
            <a:r>
              <a:rPr lang="en-US" altLang="zh-CN" sz="2200" b="1" dirty="0">
                <a:solidFill>
                  <a:srgbClr val="000000"/>
                </a:solidFill>
                <a:latin typeface="Times New Roman" panose="02020603050405020304" pitchFamily="18" charset="0"/>
              </a:rPr>
              <a:t>.a</a:t>
            </a:r>
            <a:r>
              <a:rPr lang="en-US" altLang="zh-CN" sz="2200" b="1" baseline="-25000" dirty="0">
                <a:solidFill>
                  <a:srgbClr val="000000"/>
                </a:solidFill>
                <a:latin typeface="Times New Roman" panose="02020603050405020304" pitchFamily="18" charset="0"/>
              </a:rPr>
              <a:t>1</a:t>
            </a:r>
            <a:r>
              <a:rPr lang="en-US" altLang="zh-CN" sz="2200" b="1" i="1" dirty="0">
                <a:solidFill>
                  <a:srgbClr val="000000"/>
                </a:solidFill>
                <a:latin typeface="Times New Roman" panose="02020603050405020304" pitchFamily="18" charset="0"/>
              </a:rPr>
              <a:t>β</a:t>
            </a:r>
            <a:r>
              <a:rPr lang="en-US" altLang="zh-CN" sz="2200" b="1" baseline="-25000" dirty="0">
                <a:solidFill>
                  <a:srgbClr val="000000"/>
                </a:solidFill>
                <a:latin typeface="Times New Roman" panose="02020603050405020304" pitchFamily="18" charset="0"/>
              </a:rPr>
              <a:t>1</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r>
              <a:rPr lang="en-US" altLang="zh-CN" sz="2200" b="1" i="1" dirty="0">
                <a:solidFill>
                  <a:srgbClr val="000000"/>
                </a:solidFill>
                <a:latin typeface="Times New Roman" panose="02020603050405020304" pitchFamily="18" charset="0"/>
              </a:rPr>
              <a:t>A</a:t>
            </a:r>
            <a:r>
              <a:rPr lang="en-US" altLang="zh-CN" sz="2200" b="1" baseline="-25000" dirty="0">
                <a:solidFill>
                  <a:srgbClr val="000000"/>
                </a:solidFill>
                <a:latin typeface="Times New Roman" panose="02020603050405020304" pitchFamily="18" charset="0"/>
              </a:rPr>
              <a:t>2</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α</a:t>
            </a:r>
            <a:r>
              <a:rPr lang="en-US" altLang="zh-CN" sz="2200" b="1" baseline="-25000" dirty="0">
                <a:solidFill>
                  <a:srgbClr val="000000"/>
                </a:solidFill>
                <a:latin typeface="Times New Roman" panose="02020603050405020304" pitchFamily="18" charset="0"/>
              </a:rPr>
              <a:t>2</a:t>
            </a:r>
            <a:r>
              <a:rPr lang="en-US" altLang="zh-CN" sz="2200" b="1" dirty="0">
                <a:solidFill>
                  <a:srgbClr val="000000"/>
                </a:solidFill>
                <a:latin typeface="Times New Roman" panose="02020603050405020304" pitchFamily="18" charset="0"/>
              </a:rPr>
              <a:t>.a</a:t>
            </a:r>
            <a:r>
              <a:rPr lang="en-US" altLang="zh-CN" sz="2200" b="1" baseline="-25000" dirty="0">
                <a:solidFill>
                  <a:srgbClr val="000000"/>
                </a:solidFill>
                <a:latin typeface="Times New Roman" panose="02020603050405020304" pitchFamily="18" charset="0"/>
              </a:rPr>
              <a:t>2</a:t>
            </a:r>
            <a:r>
              <a:rPr lang="en-US" altLang="zh-CN" sz="2200" b="1" i="1" dirty="0">
                <a:solidFill>
                  <a:srgbClr val="000000"/>
                </a:solidFill>
                <a:latin typeface="Times New Roman" panose="02020603050405020304" pitchFamily="18" charset="0"/>
              </a:rPr>
              <a:t>β</a:t>
            </a:r>
            <a:r>
              <a:rPr lang="en-US" altLang="zh-CN" sz="2200" b="1" baseline="-25000" dirty="0">
                <a:solidFill>
                  <a:srgbClr val="000000"/>
                </a:solidFill>
                <a:latin typeface="Times New Roman" panose="02020603050405020304" pitchFamily="18" charset="0"/>
              </a:rPr>
              <a:t>2</a:t>
            </a:r>
            <a:r>
              <a:rPr lang="en-US" altLang="zh-CN" sz="2200" b="1" dirty="0">
                <a:solidFill>
                  <a:srgbClr val="000000"/>
                </a:solidFill>
                <a:latin typeface="Times New Roman" panose="02020603050405020304" pitchFamily="18" charset="0"/>
              </a:rPr>
              <a:t> </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r>
              <a:rPr lang="en-US" altLang="zh-CN" sz="2200" b="1" i="1" dirty="0">
                <a:solidFill>
                  <a:srgbClr val="000000"/>
                </a:solidFill>
                <a:latin typeface="Times New Roman" panose="02020603050405020304" pitchFamily="18" charset="0"/>
              </a:rPr>
              <a:t>A</a:t>
            </a:r>
            <a:r>
              <a:rPr lang="en-US" altLang="zh-CN" sz="2200" b="1" i="1" baseline="-25000" dirty="0">
                <a:solidFill>
                  <a:srgbClr val="000000"/>
                </a:solidFill>
                <a:latin typeface="Times New Roman" panose="02020603050405020304" pitchFamily="18" charset="0"/>
              </a:rPr>
              <a:t>m</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α</a:t>
            </a:r>
            <a:r>
              <a:rPr lang="en-US" altLang="zh-CN" sz="2200" b="1" i="1" baseline="-25000" dirty="0">
                <a:solidFill>
                  <a:srgbClr val="000000"/>
                </a:solidFill>
                <a:latin typeface="Times New Roman" panose="02020603050405020304" pitchFamily="18" charset="0"/>
              </a:rPr>
              <a:t>m</a:t>
            </a:r>
            <a:r>
              <a:rPr lang="en-US" altLang="zh-CN" sz="2200" b="1" dirty="0">
                <a:solidFill>
                  <a:srgbClr val="000000"/>
                </a:solidFill>
                <a:latin typeface="Times New Roman" panose="02020603050405020304" pitchFamily="18" charset="0"/>
              </a:rPr>
              <a:t>.a</a:t>
            </a:r>
            <a:r>
              <a:rPr lang="en-US" altLang="zh-CN" sz="2200" b="1" baseline="-25000" dirty="0">
                <a:solidFill>
                  <a:srgbClr val="000000"/>
                </a:solidFill>
                <a:latin typeface="Times New Roman" panose="02020603050405020304" pitchFamily="18" charset="0"/>
              </a:rPr>
              <a:t>m</a:t>
            </a:r>
            <a:r>
              <a:rPr lang="en-US" altLang="zh-CN" sz="2200" b="1" i="1" dirty="0">
                <a:solidFill>
                  <a:srgbClr val="000000"/>
                </a:solidFill>
                <a:latin typeface="Times New Roman" panose="02020603050405020304" pitchFamily="18" charset="0"/>
              </a:rPr>
              <a:t>β</a:t>
            </a:r>
            <a:r>
              <a:rPr lang="en-US" altLang="zh-CN" sz="2200" b="1" i="1" baseline="-25000" dirty="0">
                <a:solidFill>
                  <a:srgbClr val="000000"/>
                </a:solidFill>
                <a:latin typeface="Times New Roman" panose="02020603050405020304" pitchFamily="18" charset="0"/>
              </a:rPr>
              <a:t>m</a:t>
            </a:r>
            <a:r>
              <a:rPr lang="en-US" altLang="zh-CN" sz="2200" b="1" dirty="0">
                <a:solidFill>
                  <a:srgbClr val="000000"/>
                </a:solidFill>
                <a:latin typeface="Times New Roman" panose="02020603050405020304" pitchFamily="18" charset="0"/>
              </a:rPr>
              <a:t> </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r>
              <a:rPr lang="en-US" altLang="zh-CN" sz="2200" b="1" i="1" dirty="0">
                <a:solidFill>
                  <a:srgbClr val="000000"/>
                </a:solidFill>
                <a:latin typeface="Times New Roman" panose="02020603050405020304" pitchFamily="18" charset="0"/>
              </a:rPr>
              <a:t>B</a:t>
            </a:r>
            <a:r>
              <a:rPr lang="en-US" altLang="zh-CN" sz="2200" b="1" baseline="-25000" dirty="0">
                <a:solidFill>
                  <a:srgbClr val="000000"/>
                </a:solidFill>
                <a:latin typeface="Times New Roman" panose="02020603050405020304" pitchFamily="18" charset="0"/>
              </a:rPr>
              <a:t>1</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γ</a:t>
            </a:r>
            <a:r>
              <a:rPr lang="en-US" altLang="zh-CN" sz="2200" b="1" baseline="-25000" dirty="0">
                <a:solidFill>
                  <a:srgbClr val="000000"/>
                </a:solidFill>
                <a:latin typeface="Times New Roman" panose="02020603050405020304" pitchFamily="18" charset="0"/>
              </a:rPr>
              <a:t>1</a:t>
            </a:r>
            <a:r>
              <a:rPr lang="en-US" altLang="zh-CN" sz="2200" b="1" dirty="0">
                <a:solidFill>
                  <a:srgbClr val="000000"/>
                </a:solidFill>
                <a:latin typeface="Times New Roman" panose="02020603050405020304" pitchFamily="18" charset="0"/>
              </a:rPr>
              <a:t>. </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r>
              <a:rPr lang="en-US" altLang="zh-CN" sz="2200" b="1" i="1" dirty="0">
                <a:solidFill>
                  <a:srgbClr val="000000"/>
                </a:solidFill>
                <a:latin typeface="Times New Roman" panose="02020603050405020304" pitchFamily="18" charset="0"/>
              </a:rPr>
              <a:t>B</a:t>
            </a:r>
            <a:r>
              <a:rPr lang="en-US" altLang="zh-CN" sz="2200" b="1" baseline="-25000" dirty="0">
                <a:solidFill>
                  <a:srgbClr val="000000"/>
                </a:solidFill>
                <a:latin typeface="Times New Roman" panose="02020603050405020304" pitchFamily="18" charset="0"/>
              </a:rPr>
              <a:t>2</a:t>
            </a:r>
            <a:r>
              <a:rPr lang="en-US" altLang="zh-CN" sz="2200" b="1" dirty="0">
                <a:solidFill>
                  <a:srgbClr val="000000"/>
                </a:solidFill>
                <a:latin typeface="Times New Roman" panose="02020603050405020304" pitchFamily="18" charset="0"/>
              </a:rPr>
              <a:t>→</a:t>
            </a:r>
            <a:r>
              <a:rPr lang="en-US" altLang="zh-CN" sz="2200" b="1" i="1" dirty="0">
                <a:solidFill>
                  <a:srgbClr val="000000"/>
                </a:solidFill>
                <a:latin typeface="Times New Roman" panose="02020603050405020304" pitchFamily="18" charset="0"/>
              </a:rPr>
              <a:t>γ</a:t>
            </a:r>
            <a:r>
              <a:rPr lang="en-US" altLang="zh-CN" sz="2200" b="1" baseline="-25000" dirty="0">
                <a:solidFill>
                  <a:srgbClr val="000000"/>
                </a:solidFill>
                <a:latin typeface="Times New Roman" panose="02020603050405020304" pitchFamily="18" charset="0"/>
              </a:rPr>
              <a:t>2</a:t>
            </a:r>
            <a:r>
              <a:rPr lang="en-US" altLang="zh-CN" sz="2200" b="1" dirty="0">
                <a:solidFill>
                  <a:srgbClr val="000000"/>
                </a:solidFill>
                <a:latin typeface="Times New Roman" panose="02020603050405020304" pitchFamily="18" charset="0"/>
              </a:rPr>
              <a:t>. </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p>
          <a:p>
            <a:pPr eaLnBrk="1" hangingPunct="1">
              <a:lnSpc>
                <a:spcPts val="2500"/>
              </a:lnSpc>
              <a:buClr>
                <a:srgbClr val="31B6FD"/>
              </a:buClr>
              <a:buFont typeface="Symbol" panose="05050102010706020507" pitchFamily="18" charset="2"/>
              <a:buNone/>
            </a:pPr>
            <a:r>
              <a:rPr lang="en-US" altLang="zh-CN" sz="2200" b="1" dirty="0">
                <a:solidFill>
                  <a:srgbClr val="000000"/>
                </a:solidFill>
                <a:latin typeface="Times New Roman" panose="02020603050405020304" pitchFamily="18" charset="0"/>
              </a:rPr>
              <a:t>	</a:t>
            </a:r>
            <a:r>
              <a:rPr lang="en-US" altLang="zh-CN" sz="2200" b="1" i="1" dirty="0" err="1">
                <a:solidFill>
                  <a:srgbClr val="000000"/>
                </a:solidFill>
                <a:latin typeface="Times New Roman" panose="02020603050405020304" pitchFamily="18" charset="0"/>
              </a:rPr>
              <a:t>B</a:t>
            </a:r>
            <a:r>
              <a:rPr lang="en-US" altLang="zh-CN" sz="2200" b="1" i="1" baseline="-25000" dirty="0" err="1">
                <a:solidFill>
                  <a:srgbClr val="000000"/>
                </a:solidFill>
                <a:latin typeface="Times New Roman" panose="02020603050405020304" pitchFamily="18" charset="0"/>
              </a:rPr>
              <a:t>n</a:t>
            </a:r>
            <a:r>
              <a:rPr lang="en-US" altLang="zh-CN" sz="2200" b="1" dirty="0" err="1">
                <a:solidFill>
                  <a:srgbClr val="000000"/>
                </a:solidFill>
                <a:latin typeface="Times New Roman" panose="02020603050405020304" pitchFamily="18" charset="0"/>
              </a:rPr>
              <a:t>→</a:t>
            </a:r>
            <a:r>
              <a:rPr lang="en-US" altLang="zh-CN" sz="2200" b="1" i="1" dirty="0" err="1">
                <a:solidFill>
                  <a:srgbClr val="000000"/>
                </a:solidFill>
                <a:latin typeface="Times New Roman" panose="02020603050405020304" pitchFamily="18" charset="0"/>
              </a:rPr>
              <a:t>γ</a:t>
            </a:r>
            <a:r>
              <a:rPr lang="en-US" altLang="zh-CN" sz="2200" b="1" i="1" baseline="-25000" dirty="0" err="1">
                <a:solidFill>
                  <a:srgbClr val="000000"/>
                </a:solidFill>
                <a:latin typeface="Times New Roman" panose="02020603050405020304" pitchFamily="18" charset="0"/>
              </a:rPr>
              <a:t>n</a:t>
            </a:r>
            <a:r>
              <a:rPr lang="en-US" altLang="zh-CN" sz="2200" b="1" dirty="0">
                <a:solidFill>
                  <a:srgbClr val="000000"/>
                </a:solidFill>
                <a:latin typeface="Times New Roman" panose="02020603050405020304" pitchFamily="18" charset="0"/>
              </a:rPr>
              <a:t>.</a:t>
            </a:r>
          </a:p>
        </p:txBody>
      </p:sp>
      <p:sp>
        <p:nvSpPr>
          <p:cNvPr id="18441" name="矩形 6"/>
          <p:cNvSpPr>
            <a:spLocks noChangeArrowheads="1"/>
          </p:cNvSpPr>
          <p:nvPr/>
        </p:nvSpPr>
        <p:spPr bwMode="auto">
          <a:xfrm>
            <a:off x="4178300" y="1393825"/>
            <a:ext cx="4572000" cy="3776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000"/>
              </a:lnSpc>
              <a:spcBef>
                <a:spcPct val="0"/>
              </a:spcBef>
              <a:buClrTx/>
              <a:buSzTx/>
              <a:buFont typeface="Arial" panose="020B0604020202020204" pitchFamily="34" charset="0"/>
              <a:buNone/>
            </a:pPr>
            <a:r>
              <a:rPr lang="zh-CN" altLang="en-US" sz="2200" b="1">
                <a:solidFill>
                  <a:srgbClr val="000000"/>
                </a:solidFill>
                <a:latin typeface="Times New Roman" panose="02020603050405020304" pitchFamily="18" charset="0"/>
                <a:ea typeface="华文楷体" panose="02010600040101010101" pitchFamily="2" charset="-122"/>
              </a:rPr>
              <a:t>     如果集合</a:t>
            </a:r>
            <a:r>
              <a:rPr lang="en-US" altLang="zh-CN" sz="2200" b="1">
                <a:solidFill>
                  <a:srgbClr val="000000"/>
                </a:solidFill>
                <a:latin typeface="Times New Roman" panose="02020603050405020304" pitchFamily="18" charset="0"/>
                <a:cs typeface="Times New Roman" panose="02020603050405020304" pitchFamily="18" charset="0"/>
              </a:rPr>
              <a:t>{a</a:t>
            </a:r>
            <a:r>
              <a:rPr lang="en-US" altLang="zh-CN" sz="2200" b="1" baseline="-25000">
                <a:solidFill>
                  <a:srgbClr val="000000"/>
                </a:solidFill>
                <a:latin typeface="Times New Roman" panose="02020603050405020304" pitchFamily="18" charset="0"/>
                <a:cs typeface="Times New Roman" panose="02020603050405020304" pitchFamily="18" charset="0"/>
              </a:rPr>
              <a:t>1</a:t>
            </a:r>
            <a:r>
              <a:rPr lang="en-US" altLang="zh-CN" sz="2200" b="1">
                <a:solidFill>
                  <a:srgbClr val="000000"/>
                </a:solidFill>
                <a:latin typeface="Times New Roman" panose="02020603050405020304" pitchFamily="18" charset="0"/>
                <a:cs typeface="Times New Roman" panose="02020603050405020304" pitchFamily="18" charset="0"/>
              </a:rPr>
              <a:t>, a</a:t>
            </a:r>
            <a:r>
              <a:rPr lang="en-US" altLang="zh-CN" sz="2200" b="1" baseline="-25000">
                <a:solidFill>
                  <a:srgbClr val="000000"/>
                </a:solidFill>
                <a:latin typeface="Times New Roman" panose="02020603050405020304" pitchFamily="18" charset="0"/>
                <a:cs typeface="Times New Roman" panose="02020603050405020304" pitchFamily="18" charset="0"/>
              </a:rPr>
              <a:t>2</a:t>
            </a:r>
            <a:r>
              <a:rPr lang="en-US" altLang="zh-CN" sz="2200" b="1">
                <a:solidFill>
                  <a:srgbClr val="000000"/>
                </a:solidFill>
                <a:latin typeface="Times New Roman" panose="02020603050405020304" pitchFamily="18" charset="0"/>
                <a:cs typeface="Times New Roman" panose="02020603050405020304" pitchFamily="18" charset="0"/>
              </a:rPr>
              <a:t>, …, a</a:t>
            </a:r>
            <a:r>
              <a:rPr lang="en-US" altLang="zh-CN" sz="2200" b="1" baseline="-25000">
                <a:solidFill>
                  <a:srgbClr val="000000"/>
                </a:solidFill>
                <a:latin typeface="Times New Roman" panose="02020603050405020304" pitchFamily="18" charset="0"/>
                <a:cs typeface="Times New Roman" panose="02020603050405020304" pitchFamily="18" charset="0"/>
              </a:rPr>
              <a:t>m</a:t>
            </a:r>
            <a:r>
              <a:rPr lang="en-US" altLang="zh-CN" sz="2200" b="1">
                <a:solidFill>
                  <a:srgbClr val="000000"/>
                </a:solidFill>
                <a:latin typeface="Times New Roman" panose="02020603050405020304" pitchFamily="18" charset="0"/>
                <a:cs typeface="Times New Roman" panose="02020603050405020304" pitchFamily="18" charset="0"/>
              </a:rPr>
              <a:t>}</a:t>
            </a:r>
            <a:r>
              <a:rPr lang="zh-CN" altLang="en-US" sz="2200" b="1">
                <a:solidFill>
                  <a:srgbClr val="000000"/>
                </a:solidFill>
                <a:latin typeface="Times New Roman" panose="02020603050405020304" pitchFamily="18" charset="0"/>
                <a:ea typeface="华文楷体" panose="02010600040101010101" pitchFamily="2" charset="-122"/>
              </a:rPr>
              <a:t>和</a:t>
            </a:r>
            <a:r>
              <a:rPr lang="en-US" altLang="zh-CN" sz="2200" b="1" i="1">
                <a:solidFill>
                  <a:srgbClr val="000000"/>
                </a:solidFill>
                <a:latin typeface="Times New Roman" panose="02020603050405020304" pitchFamily="18" charset="0"/>
              </a:rPr>
              <a:t>FOLLOW</a:t>
            </a:r>
            <a:r>
              <a:rPr lang="en-US" altLang="zh-CN" sz="2200" b="1">
                <a:solidFill>
                  <a:srgbClr val="000000"/>
                </a:solidFill>
                <a:latin typeface="Times New Roman" panose="02020603050405020304" pitchFamily="18" charset="0"/>
              </a:rPr>
              <a:t>(</a:t>
            </a:r>
            <a:r>
              <a:rPr lang="en-US" altLang="zh-CN" sz="2200" b="1" i="1">
                <a:solidFill>
                  <a:srgbClr val="000000"/>
                </a:solidFill>
                <a:latin typeface="Times New Roman" panose="02020603050405020304" pitchFamily="18" charset="0"/>
              </a:rPr>
              <a:t>B</a:t>
            </a:r>
            <a:r>
              <a:rPr lang="en-US" altLang="zh-CN" sz="2200" b="1" baseline="-25000">
                <a:solidFill>
                  <a:srgbClr val="000000"/>
                </a:solidFill>
                <a:latin typeface="Times New Roman" panose="02020603050405020304" pitchFamily="18" charset="0"/>
              </a:rPr>
              <a:t>1</a:t>
            </a:r>
            <a:r>
              <a:rPr lang="en-US" altLang="zh-CN" sz="2200" b="1">
                <a:solidFill>
                  <a:srgbClr val="000000"/>
                </a:solidFill>
                <a:latin typeface="Times New Roman" panose="02020603050405020304" pitchFamily="18" charset="0"/>
              </a:rPr>
              <a:t>)</a:t>
            </a:r>
            <a:r>
              <a:rPr lang="zh-CN" altLang="en-US" sz="2200" b="1">
                <a:solidFill>
                  <a:srgbClr val="000000"/>
                </a:solidFill>
                <a:latin typeface="Times New Roman" panose="02020603050405020304" pitchFamily="18" charset="0"/>
                <a:ea typeface="华文楷体" panose="02010600040101010101" pitchFamily="2" charset="-122"/>
              </a:rPr>
              <a:t>， </a:t>
            </a:r>
            <a:r>
              <a:rPr lang="en-US" altLang="zh-CN" sz="2200" b="1" i="1">
                <a:solidFill>
                  <a:srgbClr val="000000"/>
                </a:solidFill>
                <a:latin typeface="Times New Roman" panose="02020603050405020304" pitchFamily="18" charset="0"/>
              </a:rPr>
              <a:t>FOLLOW</a:t>
            </a:r>
            <a:r>
              <a:rPr lang="en-US" altLang="zh-CN" sz="2200" b="1">
                <a:solidFill>
                  <a:srgbClr val="000000"/>
                </a:solidFill>
                <a:latin typeface="Times New Roman" panose="02020603050405020304" pitchFamily="18" charset="0"/>
              </a:rPr>
              <a:t>(</a:t>
            </a:r>
            <a:r>
              <a:rPr lang="en-US" altLang="zh-CN" sz="2200" b="1" i="1">
                <a:solidFill>
                  <a:srgbClr val="000000"/>
                </a:solidFill>
                <a:latin typeface="Times New Roman" panose="02020603050405020304" pitchFamily="18" charset="0"/>
              </a:rPr>
              <a:t>B</a:t>
            </a:r>
            <a:r>
              <a:rPr lang="en-US" altLang="zh-CN" sz="2200" b="1" baseline="-25000">
                <a:solidFill>
                  <a:srgbClr val="000000"/>
                </a:solidFill>
                <a:latin typeface="Times New Roman" panose="02020603050405020304" pitchFamily="18" charset="0"/>
              </a:rPr>
              <a:t>2</a:t>
            </a:r>
            <a:r>
              <a:rPr lang="en-US" altLang="zh-CN" sz="2200" b="1">
                <a:solidFill>
                  <a:srgbClr val="000000"/>
                </a:solidFill>
                <a:latin typeface="Times New Roman" panose="02020603050405020304" pitchFamily="18" charset="0"/>
              </a:rPr>
              <a:t>)</a:t>
            </a:r>
            <a:r>
              <a:rPr lang="zh-CN" altLang="en-US" sz="2200" b="1">
                <a:solidFill>
                  <a:srgbClr val="000000"/>
                </a:solidFill>
                <a:latin typeface="Times New Roman" panose="02020603050405020304" pitchFamily="18" charset="0"/>
                <a:ea typeface="华文楷体" panose="02010600040101010101" pitchFamily="2" charset="-122"/>
              </a:rPr>
              <a:t>，</a:t>
            </a:r>
            <a:r>
              <a:rPr lang="en-US" altLang="zh-CN" sz="2200" b="1">
                <a:solidFill>
                  <a:srgbClr val="000000"/>
                </a:solidFill>
                <a:latin typeface="Times New Roman" panose="02020603050405020304" pitchFamily="18" charset="0"/>
              </a:rPr>
              <a:t>…</a:t>
            </a:r>
            <a:r>
              <a:rPr lang="zh-CN" altLang="en-US" sz="2200" b="1">
                <a:solidFill>
                  <a:srgbClr val="000000"/>
                </a:solidFill>
                <a:latin typeface="Times New Roman" panose="02020603050405020304" pitchFamily="18" charset="0"/>
                <a:ea typeface="华文楷体" panose="02010600040101010101" pitchFamily="2" charset="-122"/>
              </a:rPr>
              <a:t>，</a:t>
            </a:r>
            <a:r>
              <a:rPr lang="en-US" altLang="zh-CN" sz="2200" b="1" i="1">
                <a:solidFill>
                  <a:srgbClr val="000000"/>
                </a:solidFill>
                <a:latin typeface="Times New Roman" panose="02020603050405020304" pitchFamily="18" charset="0"/>
              </a:rPr>
              <a:t>FOLLOW</a:t>
            </a:r>
            <a:r>
              <a:rPr lang="en-US" altLang="zh-CN" sz="2200" b="1">
                <a:solidFill>
                  <a:srgbClr val="000000"/>
                </a:solidFill>
                <a:latin typeface="Times New Roman" panose="02020603050405020304" pitchFamily="18" charset="0"/>
              </a:rPr>
              <a:t>(</a:t>
            </a:r>
            <a:r>
              <a:rPr lang="en-US" altLang="zh-CN" sz="2200" b="1" i="1">
                <a:solidFill>
                  <a:srgbClr val="000000"/>
                </a:solidFill>
                <a:latin typeface="Times New Roman" panose="02020603050405020304" pitchFamily="18" charset="0"/>
              </a:rPr>
              <a:t>B</a:t>
            </a:r>
            <a:r>
              <a:rPr lang="en-US" altLang="zh-CN" sz="2200" b="1" i="1" baseline="-25000">
                <a:solidFill>
                  <a:srgbClr val="000000"/>
                </a:solidFill>
                <a:latin typeface="Times New Roman" panose="02020603050405020304" pitchFamily="18" charset="0"/>
              </a:rPr>
              <a:t>n</a:t>
            </a:r>
            <a:r>
              <a:rPr lang="en-US" altLang="zh-CN" sz="2200" b="1">
                <a:solidFill>
                  <a:srgbClr val="000000"/>
                </a:solidFill>
                <a:latin typeface="Times New Roman" panose="02020603050405020304" pitchFamily="18" charset="0"/>
              </a:rPr>
              <a:t>)</a:t>
            </a:r>
            <a:r>
              <a:rPr lang="zh-CN" altLang="en-US" sz="2200" b="1">
                <a:solidFill>
                  <a:srgbClr val="FF0000"/>
                </a:solidFill>
                <a:latin typeface="Times New Roman" panose="02020603050405020304" pitchFamily="18" charset="0"/>
                <a:ea typeface="华文楷体" panose="02010600040101010101" pitchFamily="2" charset="-122"/>
              </a:rPr>
              <a:t>两两不相交</a:t>
            </a:r>
            <a:r>
              <a:rPr lang="zh-CN" altLang="en-US" sz="2200" b="1">
                <a:solidFill>
                  <a:srgbClr val="000000"/>
                </a:solidFill>
                <a:latin typeface="Times New Roman" panose="02020603050405020304" pitchFamily="18" charset="0"/>
                <a:ea typeface="华文楷体" panose="02010600040101010101" pitchFamily="2" charset="-122"/>
              </a:rPr>
              <a:t>，则项目   集</a:t>
            </a:r>
            <a:r>
              <a:rPr lang="en-US" altLang="zh-CN" sz="2200" b="1" i="1">
                <a:solidFill>
                  <a:srgbClr val="000000"/>
                </a:solidFill>
                <a:latin typeface="Times New Roman" panose="02020603050405020304" pitchFamily="18" charset="0"/>
              </a:rPr>
              <a:t>I</a:t>
            </a:r>
            <a:r>
              <a:rPr lang="zh-CN" altLang="en-US" sz="2200" b="1">
                <a:solidFill>
                  <a:srgbClr val="000000"/>
                </a:solidFill>
                <a:latin typeface="Times New Roman" panose="02020603050405020304" pitchFamily="18" charset="0"/>
                <a:ea typeface="华文楷体" panose="02010600040101010101" pitchFamily="2" charset="-122"/>
              </a:rPr>
              <a:t>中的冲突可以按以下原则解决： </a:t>
            </a:r>
            <a:endParaRPr lang="en-US" altLang="zh-CN" sz="2200" b="1">
              <a:solidFill>
                <a:srgbClr val="000000"/>
              </a:solidFill>
              <a:latin typeface="Times New Roman" panose="02020603050405020304" pitchFamily="18" charset="0"/>
            </a:endParaRPr>
          </a:p>
          <a:p>
            <a:pPr eaLnBrk="1" hangingPunct="1">
              <a:lnSpc>
                <a:spcPts val="3000"/>
              </a:lnSpc>
              <a:spcBef>
                <a:spcPct val="0"/>
              </a:spcBef>
              <a:buClrTx/>
              <a:buSzTx/>
              <a:buFont typeface="Arial" panose="020B0604020202020204" pitchFamily="34" charset="0"/>
              <a:buNone/>
            </a:pPr>
            <a:r>
              <a:rPr lang="en-US" altLang="zh-CN" sz="2200" b="1">
                <a:solidFill>
                  <a:srgbClr val="000000"/>
                </a:solidFill>
                <a:latin typeface="Times New Roman" panose="02020603050405020304" pitchFamily="18" charset="0"/>
              </a:rPr>
              <a:t>     </a:t>
            </a:r>
            <a:r>
              <a:rPr lang="zh-CN" altLang="en-US" sz="2200" b="1">
                <a:solidFill>
                  <a:srgbClr val="000000"/>
                </a:solidFill>
                <a:latin typeface="Times New Roman" panose="02020603050405020304" pitchFamily="18" charset="0"/>
                <a:ea typeface="华文楷体" panose="02010600040101010101" pitchFamily="2" charset="-122"/>
              </a:rPr>
              <a:t>设</a:t>
            </a:r>
            <a:r>
              <a:rPr lang="en-US" altLang="zh-CN" sz="2200" b="1">
                <a:solidFill>
                  <a:srgbClr val="000000"/>
                </a:solidFill>
                <a:latin typeface="Times New Roman" panose="02020603050405020304" pitchFamily="18" charset="0"/>
              </a:rPr>
              <a:t>a</a:t>
            </a:r>
            <a:r>
              <a:rPr lang="zh-CN" altLang="en-US" sz="2200" b="1">
                <a:solidFill>
                  <a:srgbClr val="000000"/>
                </a:solidFill>
                <a:latin typeface="Times New Roman" panose="02020603050405020304" pitchFamily="18" charset="0"/>
                <a:ea typeface="华文楷体" panose="02010600040101010101" pitchFamily="2" charset="-122"/>
              </a:rPr>
              <a:t>是下</a:t>
            </a:r>
            <a:r>
              <a:rPr lang="zh-CN" altLang="en-US" sz="2200" b="1">
                <a:solidFill>
                  <a:srgbClr val="FF0000"/>
                </a:solidFill>
                <a:latin typeface="Times New Roman" panose="02020603050405020304" pitchFamily="18" charset="0"/>
                <a:ea typeface="华文楷体" panose="02010600040101010101" pitchFamily="2" charset="-122"/>
              </a:rPr>
              <a:t>一个输入符号</a:t>
            </a:r>
            <a:endParaRPr lang="en-US" altLang="zh-CN" sz="2200" b="1">
              <a:solidFill>
                <a:srgbClr val="FF0000"/>
              </a:solidFill>
              <a:latin typeface="Times New Roman" panose="02020603050405020304" pitchFamily="18" charset="0"/>
            </a:endParaRPr>
          </a:p>
          <a:p>
            <a:pPr eaLnBrk="1" hangingPunct="1">
              <a:spcBef>
                <a:spcPct val="30000"/>
              </a:spcBef>
              <a:buClrTx/>
              <a:buSzTx/>
              <a:buFont typeface="Arial" panose="020B0604020202020204" pitchFamily="34" charset="0"/>
              <a:buNone/>
            </a:pPr>
            <a:endParaRPr lang="en-US" altLang="zh-CN" sz="2200" b="1">
              <a:solidFill>
                <a:srgbClr val="000000"/>
              </a:solidFill>
              <a:latin typeface="Times New Roman" panose="02020603050405020304" pitchFamily="18" charset="0"/>
            </a:endParaRPr>
          </a:p>
          <a:p>
            <a:pPr eaLnBrk="1" hangingPunct="1">
              <a:spcBef>
                <a:spcPct val="30000"/>
              </a:spcBef>
              <a:buClrTx/>
              <a:buSzTx/>
              <a:buFont typeface="Arial" panose="020B0604020202020204" pitchFamily="34" charset="0"/>
              <a:buNone/>
            </a:pPr>
            <a:endParaRPr lang="en-US" altLang="zh-CN" sz="2200" b="1">
              <a:solidFill>
                <a:srgbClr val="000000"/>
              </a:solidFill>
              <a:latin typeface="Times New Roman" panose="02020603050405020304" pitchFamily="18" charset="0"/>
            </a:endParaRPr>
          </a:p>
          <a:p>
            <a:pPr eaLnBrk="1" hangingPunct="1">
              <a:spcBef>
                <a:spcPct val="30000"/>
              </a:spcBef>
              <a:buClrTx/>
              <a:buSzTx/>
              <a:buFont typeface="Arial" panose="020B0604020202020204" pitchFamily="34" charset="0"/>
              <a:buNone/>
            </a:pPr>
            <a:endParaRPr lang="en-US" altLang="zh-CN" sz="2200" b="1">
              <a:solidFill>
                <a:srgbClr val="000000"/>
              </a:solidFill>
              <a:latin typeface="Times New Roman" panose="02020603050405020304" pitchFamily="18" charset="0"/>
            </a:endParaRPr>
          </a:p>
          <a:p>
            <a:pPr eaLnBrk="1" hangingPunct="1">
              <a:spcBef>
                <a:spcPct val="30000"/>
              </a:spcBef>
              <a:buClrTx/>
              <a:buSzTx/>
              <a:buFont typeface="Arial" panose="020B0604020202020204" pitchFamily="34" charset="0"/>
              <a:buNone/>
            </a:pPr>
            <a:endParaRPr lang="en-US" altLang="zh-CN" sz="2200" b="1">
              <a:solidFill>
                <a:srgbClr val="000000"/>
              </a:solidFill>
              <a:latin typeface="Times New Roman" panose="02020603050405020304" pitchFamily="18" charset="0"/>
            </a:endParaRPr>
          </a:p>
        </p:txBody>
      </p:sp>
      <p:sp>
        <p:nvSpPr>
          <p:cNvPr id="18442" name="矩形 8"/>
          <p:cNvSpPr>
            <a:spLocks noChangeArrowheads="1"/>
          </p:cNvSpPr>
          <p:nvPr/>
        </p:nvSpPr>
        <p:spPr bwMode="auto">
          <a:xfrm>
            <a:off x="3924300" y="3252788"/>
            <a:ext cx="5060950" cy="176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576263" indent="-2730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lvl="1" eaLnBrk="1" hangingPunct="1">
              <a:lnSpc>
                <a:spcPts val="3000"/>
              </a:lnSpc>
              <a:buClrTx/>
              <a:buFont typeface="Wingdings" panose="05000000000000000000" pitchFamily="2" charset="2"/>
              <a:buChar char="Ø"/>
            </a:pPr>
            <a:r>
              <a:rPr lang="zh-CN" altLang="en-US" b="1">
                <a:solidFill>
                  <a:srgbClr val="000000"/>
                </a:solidFill>
                <a:latin typeface="Times New Roman" panose="02020603050405020304" pitchFamily="18" charset="0"/>
                <a:ea typeface="华文楷体" panose="02010600040101010101" pitchFamily="2" charset="-122"/>
              </a:rPr>
              <a:t>若</a:t>
            </a:r>
            <a:r>
              <a:rPr lang="en-US" altLang="zh-CN" b="1">
                <a:solidFill>
                  <a:srgbClr val="000000"/>
                </a:solidFill>
                <a:latin typeface="Times New Roman" panose="02020603050405020304" pitchFamily="18" charset="0"/>
                <a:cs typeface="Times New Roman" panose="02020603050405020304" pitchFamily="18" charset="0"/>
              </a:rPr>
              <a:t>a∈{ a</a:t>
            </a:r>
            <a:r>
              <a:rPr lang="en-US" altLang="zh-CN" b="1" baseline="-25000">
                <a:solidFill>
                  <a:srgbClr val="000000"/>
                </a:solidFill>
                <a:latin typeface="Times New Roman" panose="02020603050405020304" pitchFamily="18" charset="0"/>
                <a:cs typeface="Times New Roman" panose="02020603050405020304" pitchFamily="18" charset="0"/>
              </a:rPr>
              <a:t>1</a:t>
            </a:r>
            <a:r>
              <a:rPr lang="en-US" altLang="zh-CN" b="1">
                <a:solidFill>
                  <a:srgbClr val="000000"/>
                </a:solidFill>
                <a:latin typeface="Times New Roman" panose="02020603050405020304" pitchFamily="18" charset="0"/>
                <a:cs typeface="Times New Roman" panose="02020603050405020304" pitchFamily="18" charset="0"/>
              </a:rPr>
              <a:t>, a</a:t>
            </a:r>
            <a:r>
              <a:rPr lang="en-US" altLang="zh-CN" b="1" baseline="-25000">
                <a:solidFill>
                  <a:srgbClr val="000000"/>
                </a:solidFill>
                <a:latin typeface="Times New Roman" panose="02020603050405020304" pitchFamily="18" charset="0"/>
                <a:cs typeface="Times New Roman" panose="02020603050405020304" pitchFamily="18" charset="0"/>
              </a:rPr>
              <a:t>2</a:t>
            </a:r>
            <a:r>
              <a:rPr lang="en-US" altLang="zh-CN" b="1">
                <a:solidFill>
                  <a:srgbClr val="000000"/>
                </a:solidFill>
                <a:latin typeface="Times New Roman" panose="02020603050405020304" pitchFamily="18" charset="0"/>
                <a:cs typeface="Times New Roman" panose="02020603050405020304" pitchFamily="18" charset="0"/>
              </a:rPr>
              <a:t>, …, a</a:t>
            </a:r>
            <a:r>
              <a:rPr lang="en-US" altLang="zh-CN" b="1" baseline="-25000">
                <a:solidFill>
                  <a:srgbClr val="000000"/>
                </a:solidFill>
                <a:latin typeface="Times New Roman" panose="02020603050405020304" pitchFamily="18" charset="0"/>
                <a:cs typeface="Times New Roman" panose="02020603050405020304" pitchFamily="18" charset="0"/>
              </a:rPr>
              <a:t>m</a:t>
            </a:r>
            <a:r>
              <a:rPr lang="en-US" altLang="zh-CN" b="1">
                <a:solidFill>
                  <a:srgbClr val="000000"/>
                </a:solidFill>
                <a:latin typeface="Times New Roman" panose="02020603050405020304" pitchFamily="18" charset="0"/>
                <a:cs typeface="Times New Roman" panose="02020603050405020304" pitchFamily="18" charset="0"/>
              </a:rPr>
              <a:t> }</a:t>
            </a:r>
            <a:r>
              <a:rPr lang="zh-CN" altLang="en-US" b="1">
                <a:solidFill>
                  <a:srgbClr val="000000"/>
                </a:solidFill>
                <a:latin typeface="Times New Roman" panose="02020603050405020304" pitchFamily="18" charset="0"/>
                <a:ea typeface="华文楷体" panose="02010600040101010101" pitchFamily="2" charset="-122"/>
              </a:rPr>
              <a:t>，则</a:t>
            </a:r>
            <a:r>
              <a:rPr lang="zh-CN" altLang="en-US" b="1">
                <a:solidFill>
                  <a:srgbClr val="FF0000"/>
                </a:solidFill>
                <a:latin typeface="Times New Roman" panose="02020603050405020304" pitchFamily="18" charset="0"/>
                <a:ea typeface="华文楷体" panose="02010600040101010101" pitchFamily="2" charset="-122"/>
              </a:rPr>
              <a:t>移进</a:t>
            </a:r>
            <a:r>
              <a:rPr lang="en-US" altLang="zh-CN" b="1">
                <a:solidFill>
                  <a:srgbClr val="000000"/>
                </a:solidFill>
                <a:latin typeface="Times New Roman" panose="02020603050405020304" pitchFamily="18" charset="0"/>
              </a:rPr>
              <a:t>a</a:t>
            </a:r>
          </a:p>
          <a:p>
            <a:pPr lvl="1" eaLnBrk="1" hangingPunct="1">
              <a:lnSpc>
                <a:spcPts val="3000"/>
              </a:lnSpc>
              <a:buClrTx/>
              <a:buFont typeface="Wingdings" panose="05000000000000000000" pitchFamily="2" charset="2"/>
              <a:buChar char="Ø"/>
            </a:pPr>
            <a:r>
              <a:rPr lang="zh-CN" altLang="en-US" b="1">
                <a:solidFill>
                  <a:srgbClr val="000000"/>
                </a:solidFill>
                <a:latin typeface="Times New Roman" panose="02020603050405020304" pitchFamily="18" charset="0"/>
                <a:ea typeface="华文楷体" panose="02010600040101010101" pitchFamily="2" charset="-122"/>
              </a:rPr>
              <a:t>若</a:t>
            </a:r>
            <a:r>
              <a:rPr lang="en-US" altLang="zh-CN" b="1">
                <a:solidFill>
                  <a:srgbClr val="000000"/>
                </a:solidFill>
                <a:latin typeface="Times New Roman" panose="02020603050405020304" pitchFamily="18" charset="0"/>
              </a:rPr>
              <a:t>a∈</a:t>
            </a:r>
            <a:r>
              <a:rPr lang="en-US" altLang="zh-CN" b="1" i="1">
                <a:solidFill>
                  <a:srgbClr val="000000"/>
                </a:solidFill>
                <a:latin typeface="Times New Roman" panose="02020603050405020304" pitchFamily="18" charset="0"/>
              </a:rPr>
              <a:t>FOLLOW</a:t>
            </a:r>
            <a:r>
              <a:rPr lang="en-US" altLang="zh-CN" b="1">
                <a:solidFill>
                  <a:srgbClr val="000000"/>
                </a:solidFill>
                <a:latin typeface="Times New Roman" panose="02020603050405020304" pitchFamily="18" charset="0"/>
              </a:rPr>
              <a:t>(</a:t>
            </a:r>
            <a:r>
              <a:rPr lang="en-US" altLang="zh-CN" b="1" i="1">
                <a:solidFill>
                  <a:srgbClr val="000000"/>
                </a:solidFill>
                <a:latin typeface="Times New Roman" panose="02020603050405020304" pitchFamily="18" charset="0"/>
              </a:rPr>
              <a:t>B</a:t>
            </a:r>
            <a:r>
              <a:rPr lang="en-US" altLang="zh-CN" b="1" i="1" baseline="-25000">
                <a:solidFill>
                  <a:srgbClr val="000000"/>
                </a:solidFill>
                <a:latin typeface="Times New Roman" panose="02020603050405020304" pitchFamily="18" charset="0"/>
              </a:rPr>
              <a:t>i</a:t>
            </a:r>
            <a:r>
              <a:rPr lang="en-US" altLang="zh-CN" b="1">
                <a:solidFill>
                  <a:srgbClr val="000000"/>
                </a:solidFill>
                <a:latin typeface="Times New Roman" panose="02020603050405020304" pitchFamily="18" charset="0"/>
              </a:rPr>
              <a:t>)</a:t>
            </a:r>
            <a:r>
              <a:rPr lang="zh-CN" altLang="en-US" b="1">
                <a:solidFill>
                  <a:srgbClr val="000000"/>
                </a:solidFill>
                <a:latin typeface="Times New Roman" panose="02020603050405020304" pitchFamily="18" charset="0"/>
                <a:ea typeface="华文楷体" panose="02010600040101010101" pitchFamily="2" charset="-122"/>
              </a:rPr>
              <a:t>，则用产生式 </a:t>
            </a:r>
            <a:r>
              <a:rPr lang="en-US" altLang="zh-CN" b="1" i="1">
                <a:solidFill>
                  <a:srgbClr val="000000"/>
                </a:solidFill>
                <a:latin typeface="Times New Roman" panose="02020603050405020304" pitchFamily="18" charset="0"/>
              </a:rPr>
              <a:t>B</a:t>
            </a:r>
            <a:r>
              <a:rPr lang="en-US" altLang="zh-CN" b="1" i="1" baseline="-25000">
                <a:solidFill>
                  <a:srgbClr val="000000"/>
                </a:solidFill>
                <a:latin typeface="Times New Roman" panose="02020603050405020304" pitchFamily="18" charset="0"/>
              </a:rPr>
              <a:t>i</a:t>
            </a:r>
            <a:r>
              <a:rPr lang="en-US" altLang="zh-CN" b="1">
                <a:solidFill>
                  <a:srgbClr val="000000"/>
                </a:solidFill>
                <a:latin typeface="Times New Roman" panose="02020603050405020304" pitchFamily="18" charset="0"/>
              </a:rPr>
              <a:t>→</a:t>
            </a:r>
            <a:r>
              <a:rPr lang="en-US" altLang="zh-CN" b="1" i="1">
                <a:solidFill>
                  <a:srgbClr val="000000"/>
                </a:solidFill>
                <a:latin typeface="Times New Roman" panose="02020603050405020304" pitchFamily="18" charset="0"/>
              </a:rPr>
              <a:t>γ</a:t>
            </a:r>
            <a:r>
              <a:rPr lang="en-US" altLang="zh-CN" b="1" i="1" baseline="-25000">
                <a:solidFill>
                  <a:srgbClr val="000000"/>
                </a:solidFill>
                <a:latin typeface="Times New Roman" panose="02020603050405020304" pitchFamily="18" charset="0"/>
              </a:rPr>
              <a:t>i</a:t>
            </a:r>
            <a:r>
              <a:rPr lang="en-US" altLang="zh-CN" b="1" i="1">
                <a:solidFill>
                  <a:srgbClr val="000000"/>
                </a:solidFill>
                <a:latin typeface="Times New Roman" panose="02020603050405020304" pitchFamily="18" charset="0"/>
              </a:rPr>
              <a:t> </a:t>
            </a:r>
            <a:r>
              <a:rPr lang="zh-CN" altLang="en-US" b="1">
                <a:solidFill>
                  <a:srgbClr val="FF0000"/>
                </a:solidFill>
                <a:latin typeface="Times New Roman" panose="02020603050405020304" pitchFamily="18" charset="0"/>
                <a:ea typeface="华文楷体" panose="02010600040101010101" pitchFamily="2" charset="-122"/>
              </a:rPr>
              <a:t>归约</a:t>
            </a:r>
          </a:p>
          <a:p>
            <a:pPr lvl="1" eaLnBrk="1" hangingPunct="1">
              <a:lnSpc>
                <a:spcPts val="3000"/>
              </a:lnSpc>
              <a:buClrTx/>
              <a:buFont typeface="Wingdings" panose="05000000000000000000" pitchFamily="2" charset="2"/>
              <a:buChar char="Ø"/>
            </a:pPr>
            <a:r>
              <a:rPr lang="zh-CN" altLang="en-US" b="1">
                <a:solidFill>
                  <a:srgbClr val="000000"/>
                </a:solidFill>
                <a:latin typeface="Times New Roman" panose="02020603050405020304" pitchFamily="18" charset="0"/>
                <a:ea typeface="华文楷体" panose="02010600040101010101" pitchFamily="2" charset="-122"/>
              </a:rPr>
              <a:t>此外，报错</a:t>
            </a:r>
          </a:p>
        </p:txBody>
      </p:sp>
      <p:sp>
        <p:nvSpPr>
          <p:cNvPr id="3" name="灯片编号占位符 2">
            <a:extLst>
              <a:ext uri="{FF2B5EF4-FFF2-40B4-BE49-F238E27FC236}">
                <a16:creationId xmlns:a16="http://schemas.microsoft.com/office/drawing/2014/main" id="{41B7B566-3F88-4CA8-9366-D4EC1D2881F6}"/>
              </a:ext>
            </a:extLst>
          </p:cNvPr>
          <p:cNvSpPr>
            <a:spLocks noGrp="1"/>
          </p:cNvSpPr>
          <p:nvPr>
            <p:ph type="sldNum" sz="quarter" idx="12"/>
          </p:nvPr>
        </p:nvSpPr>
        <p:spPr/>
        <p:txBody>
          <a:bodyPr/>
          <a:lstStyle/>
          <a:p>
            <a:pPr>
              <a:defRPr/>
            </a:pPr>
            <a:fld id="{76D20AB1-C80E-44EB-B890-88EEF3B3DC08}" type="slidenum">
              <a:rPr lang="zh-CN" altLang="en-US" smtClean="0"/>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内容占位符 2"/>
          <p:cNvSpPr>
            <a:spLocks noGrp="1"/>
          </p:cNvSpPr>
          <p:nvPr>
            <p:ph idx="1"/>
          </p:nvPr>
        </p:nvSpPr>
        <p:spPr>
          <a:xfrm>
            <a:off x="550863" y="714375"/>
            <a:ext cx="1628775" cy="2701925"/>
          </a:xfrm>
          <a:solidFill>
            <a:schemeClr val="accent5">
              <a:lumMod val="60000"/>
              <a:lumOff val="40000"/>
            </a:schemeClr>
          </a:solidFill>
          <a:ln w="12700">
            <a:solidFill>
              <a:schemeClr val="tx1"/>
            </a:solidFill>
          </a:ln>
        </p:spPr>
        <p:txBody>
          <a:bodyPr anchor="ctr"/>
          <a:lstStyle/>
          <a:p>
            <a:pPr marL="0" indent="0" eaLnBrk="1" hangingPunct="1">
              <a:lnSpc>
                <a:spcPts val="2000"/>
              </a:lnSpc>
              <a:buClrTx/>
              <a:buFont typeface="Symbol" panose="05050102010706020507" pitchFamily="18" charset="2"/>
              <a:buNone/>
              <a:defRPr/>
            </a:pPr>
            <a:r>
              <a:rPr lang="zh-CN" altLang="en-US" sz="2500" b="1" dirty="0">
                <a:solidFill>
                  <a:schemeClr val="tx1"/>
                </a:solidFill>
                <a:latin typeface="+mn-ea"/>
              </a:rPr>
              <a:t>文法：</a:t>
            </a:r>
            <a:endParaRPr lang="en-US" altLang="zh-CN" b="1" dirty="0">
              <a:solidFill>
                <a:schemeClr val="tx1"/>
              </a:solidFill>
              <a:latin typeface="+mn-ea"/>
              <a:cs typeface="Times New Roman" pitchFamily="18" charset="0"/>
            </a:endParaRPr>
          </a:p>
          <a:p>
            <a:pPr marL="0" indent="0" eaLnBrk="1" hangingPunct="1">
              <a:lnSpc>
                <a:spcPts val="2000"/>
              </a:lnSpc>
              <a:buClrTx/>
              <a:buFont typeface="Symbol" panose="05050102010706020507" pitchFamily="18" charset="2"/>
              <a:buNone/>
              <a:defRPr/>
            </a:pPr>
            <a:r>
              <a:rPr lang="en-US" altLang="zh-CN" sz="2000" b="1" dirty="0">
                <a:solidFill>
                  <a:schemeClr val="tx1"/>
                </a:solidFill>
                <a:ea typeface="宋体" pitchFamily="2" charset="-122"/>
                <a:cs typeface="Times New Roman" pitchFamily="18" charset="0"/>
              </a:rPr>
              <a:t>(0) </a:t>
            </a:r>
            <a:r>
              <a:rPr lang="en-US" altLang="zh-CN" sz="2000" b="1" i="1" dirty="0">
                <a:solidFill>
                  <a:schemeClr val="tx1"/>
                </a:solidFill>
                <a:ea typeface="宋体" pitchFamily="2" charset="-122"/>
              </a:rPr>
              <a:t>E</a:t>
            </a:r>
            <a:r>
              <a:rPr lang="en-US" altLang="zh-CN" sz="2000" b="1" i="1" dirty="0">
                <a:solidFill>
                  <a:schemeClr val="tx1"/>
                </a:solidFill>
                <a:ea typeface="宋体" pitchFamily="2" charset="-122"/>
                <a:cs typeface="Times New Roman" pitchFamily="18" charset="0"/>
              </a:rPr>
              <a:t>′</a:t>
            </a:r>
            <a:r>
              <a:rPr lang="en-US" altLang="zh-CN" sz="2000" b="1" i="1" dirty="0">
                <a:ea typeface="宋体" pitchFamily="2" charset="-122"/>
                <a:cs typeface="Times New Roman" pitchFamily="18" charset="0"/>
              </a:rPr>
              <a:t> </a:t>
            </a:r>
            <a:r>
              <a:rPr lang="en-US" altLang="zh-CN" sz="2000" b="1" dirty="0">
                <a:solidFill>
                  <a:schemeClr val="tx1"/>
                </a:solidFill>
                <a:ea typeface="宋体" pitchFamily="2" charset="-122"/>
              </a:rPr>
              <a:t>→ </a:t>
            </a:r>
            <a:r>
              <a:rPr lang="en-US" altLang="zh-CN" sz="2000" b="1" i="1" dirty="0">
                <a:solidFill>
                  <a:schemeClr val="tx1"/>
                </a:solidFill>
                <a:ea typeface="宋体" pitchFamily="2" charset="-122"/>
              </a:rPr>
              <a:t>E</a:t>
            </a:r>
            <a:r>
              <a:rPr lang="en-US" altLang="zh-CN" sz="2000" b="1" dirty="0">
                <a:solidFill>
                  <a:schemeClr val="tx1"/>
                </a:solidFill>
                <a:ea typeface="宋体" pitchFamily="2" charset="-122"/>
              </a:rPr>
              <a:t> </a:t>
            </a:r>
          </a:p>
          <a:p>
            <a:pPr marL="0" indent="0" eaLnBrk="1" hangingPunct="1">
              <a:lnSpc>
                <a:spcPts val="2000"/>
              </a:lnSpc>
              <a:buClrTx/>
              <a:buFont typeface="Symbol" panose="05050102010706020507" pitchFamily="18" charset="2"/>
              <a:buNone/>
              <a:defRPr/>
            </a:pPr>
            <a:r>
              <a:rPr lang="en-US" altLang="zh-CN" sz="2000" b="1" dirty="0">
                <a:solidFill>
                  <a:schemeClr val="tx1"/>
                </a:solidFill>
                <a:ea typeface="宋体" pitchFamily="2" charset="-122"/>
              </a:rPr>
              <a:t>(1) </a:t>
            </a:r>
            <a:r>
              <a:rPr lang="en-US" altLang="zh-CN" sz="2000" b="1" i="1" dirty="0">
                <a:solidFill>
                  <a:schemeClr val="tx1"/>
                </a:solidFill>
                <a:ea typeface="宋体" pitchFamily="2" charset="-122"/>
              </a:rPr>
              <a:t>E</a:t>
            </a:r>
            <a:r>
              <a:rPr lang="en-US" altLang="zh-CN" sz="2000" b="1" dirty="0">
                <a:solidFill>
                  <a:schemeClr val="tx1"/>
                </a:solidFill>
                <a:ea typeface="宋体" pitchFamily="2" charset="-122"/>
              </a:rPr>
              <a:t> → </a:t>
            </a:r>
            <a:r>
              <a:rPr lang="en-US" altLang="zh-CN" sz="2000" b="1" i="1" dirty="0">
                <a:solidFill>
                  <a:schemeClr val="tx1"/>
                </a:solidFill>
                <a:ea typeface="宋体" pitchFamily="2" charset="-122"/>
              </a:rPr>
              <a:t>E</a:t>
            </a:r>
            <a:r>
              <a:rPr lang="en-US" altLang="zh-CN" sz="2000" b="1" dirty="0">
                <a:solidFill>
                  <a:schemeClr val="tx1"/>
                </a:solidFill>
                <a:ea typeface="宋体" pitchFamily="2" charset="-122"/>
              </a:rPr>
              <a:t>+</a:t>
            </a:r>
            <a:r>
              <a:rPr lang="en-US" altLang="zh-CN" sz="2000" b="1" i="1" dirty="0">
                <a:solidFill>
                  <a:schemeClr val="tx1"/>
                </a:solidFill>
                <a:ea typeface="宋体" pitchFamily="2" charset="-122"/>
              </a:rPr>
              <a:t>T</a:t>
            </a:r>
          </a:p>
          <a:p>
            <a:pPr marL="0" indent="0" eaLnBrk="1" hangingPunct="1">
              <a:lnSpc>
                <a:spcPts val="2000"/>
              </a:lnSpc>
              <a:buClrTx/>
              <a:buFont typeface="Symbol" panose="05050102010706020507" pitchFamily="18" charset="2"/>
              <a:buNone/>
              <a:defRPr/>
            </a:pPr>
            <a:r>
              <a:rPr lang="en-US" altLang="zh-CN" sz="2000" b="1" dirty="0">
                <a:solidFill>
                  <a:schemeClr val="tx1"/>
                </a:solidFill>
                <a:ea typeface="宋体" pitchFamily="2" charset="-122"/>
              </a:rPr>
              <a:t>(2) </a:t>
            </a:r>
            <a:r>
              <a:rPr lang="en-US" altLang="zh-CN" sz="2000" b="1" i="1" dirty="0">
                <a:solidFill>
                  <a:schemeClr val="tx1"/>
                </a:solidFill>
                <a:ea typeface="宋体" pitchFamily="2" charset="-122"/>
              </a:rPr>
              <a:t>E</a:t>
            </a:r>
            <a:r>
              <a:rPr lang="en-US" altLang="zh-CN" sz="2000" b="1" dirty="0">
                <a:solidFill>
                  <a:schemeClr val="tx1"/>
                </a:solidFill>
                <a:ea typeface="宋体" pitchFamily="2" charset="-122"/>
              </a:rPr>
              <a:t> → </a:t>
            </a:r>
            <a:r>
              <a:rPr lang="en-US" altLang="zh-CN" sz="2000" b="1" i="1" dirty="0">
                <a:solidFill>
                  <a:schemeClr val="tx1"/>
                </a:solidFill>
                <a:ea typeface="宋体" pitchFamily="2" charset="-122"/>
              </a:rPr>
              <a:t>T</a:t>
            </a:r>
          </a:p>
          <a:p>
            <a:pPr marL="0" indent="0" eaLnBrk="1" hangingPunct="1">
              <a:lnSpc>
                <a:spcPts val="2000"/>
              </a:lnSpc>
              <a:buClrTx/>
              <a:buFont typeface="Symbol" panose="05050102010706020507" pitchFamily="18" charset="2"/>
              <a:buNone/>
              <a:defRPr/>
            </a:pPr>
            <a:r>
              <a:rPr lang="en-US" altLang="zh-CN" sz="2000" b="1" dirty="0">
                <a:solidFill>
                  <a:schemeClr val="tx1"/>
                </a:solidFill>
                <a:ea typeface="宋体" pitchFamily="2" charset="-122"/>
              </a:rPr>
              <a:t>(3) </a:t>
            </a:r>
            <a:r>
              <a:rPr lang="en-US" altLang="zh-CN" sz="2000" b="1" i="1" dirty="0">
                <a:solidFill>
                  <a:schemeClr val="tx1"/>
                </a:solidFill>
                <a:ea typeface="宋体" pitchFamily="2" charset="-122"/>
              </a:rPr>
              <a:t>T</a:t>
            </a:r>
            <a:r>
              <a:rPr lang="en-US" altLang="zh-CN" sz="2000" b="1" dirty="0">
                <a:solidFill>
                  <a:schemeClr val="tx1"/>
                </a:solidFill>
                <a:ea typeface="宋体" pitchFamily="2" charset="-122"/>
              </a:rPr>
              <a:t> → </a:t>
            </a:r>
            <a:r>
              <a:rPr lang="en-US" altLang="zh-CN" sz="2000" b="1" i="1" dirty="0">
                <a:solidFill>
                  <a:schemeClr val="tx1"/>
                </a:solidFill>
                <a:ea typeface="宋体" pitchFamily="2" charset="-122"/>
              </a:rPr>
              <a:t>T</a:t>
            </a:r>
            <a:r>
              <a:rPr lang="en-US" altLang="zh-CN" sz="2000" b="1" dirty="0">
                <a:solidFill>
                  <a:schemeClr val="tx1"/>
                </a:solidFill>
                <a:ea typeface="宋体" pitchFamily="2" charset="-122"/>
              </a:rPr>
              <a:t>*</a:t>
            </a:r>
            <a:r>
              <a:rPr lang="en-US" altLang="zh-CN" sz="2000" b="1" i="1" dirty="0">
                <a:solidFill>
                  <a:schemeClr val="tx1"/>
                </a:solidFill>
                <a:ea typeface="宋体" pitchFamily="2" charset="-122"/>
              </a:rPr>
              <a:t>F</a:t>
            </a:r>
          </a:p>
          <a:p>
            <a:pPr marL="0" indent="0" eaLnBrk="1" hangingPunct="1">
              <a:lnSpc>
                <a:spcPts val="2000"/>
              </a:lnSpc>
              <a:buClrTx/>
              <a:buFont typeface="Symbol" panose="05050102010706020507" pitchFamily="18" charset="2"/>
              <a:buNone/>
              <a:defRPr/>
            </a:pPr>
            <a:r>
              <a:rPr lang="en-US" altLang="zh-CN" sz="2000" b="1" dirty="0">
                <a:solidFill>
                  <a:schemeClr val="tx1"/>
                </a:solidFill>
                <a:ea typeface="宋体" pitchFamily="2" charset="-122"/>
              </a:rPr>
              <a:t>(4) </a:t>
            </a:r>
            <a:r>
              <a:rPr lang="en-US" altLang="zh-CN" sz="2000" b="1" i="1" dirty="0">
                <a:solidFill>
                  <a:schemeClr val="tx1"/>
                </a:solidFill>
                <a:ea typeface="宋体" pitchFamily="2" charset="-122"/>
              </a:rPr>
              <a:t>T</a:t>
            </a:r>
            <a:r>
              <a:rPr lang="en-US" altLang="zh-CN" sz="2000" b="1" dirty="0">
                <a:solidFill>
                  <a:schemeClr val="tx1"/>
                </a:solidFill>
                <a:ea typeface="宋体" pitchFamily="2" charset="-122"/>
              </a:rPr>
              <a:t> → </a:t>
            </a:r>
            <a:r>
              <a:rPr lang="en-US" altLang="zh-CN" sz="2000" b="1" i="1" dirty="0">
                <a:solidFill>
                  <a:schemeClr val="tx1"/>
                </a:solidFill>
                <a:ea typeface="宋体" pitchFamily="2" charset="-122"/>
              </a:rPr>
              <a:t>F</a:t>
            </a:r>
          </a:p>
          <a:p>
            <a:pPr marL="0" indent="0" eaLnBrk="1" hangingPunct="1">
              <a:lnSpc>
                <a:spcPts val="2000"/>
              </a:lnSpc>
              <a:buClrTx/>
              <a:buFont typeface="Symbol" panose="05050102010706020507" pitchFamily="18" charset="2"/>
              <a:buNone/>
              <a:defRPr/>
            </a:pPr>
            <a:r>
              <a:rPr lang="en-US" altLang="zh-CN" sz="2000" b="1" dirty="0">
                <a:solidFill>
                  <a:schemeClr val="tx1"/>
                </a:solidFill>
                <a:ea typeface="宋体" pitchFamily="2" charset="-122"/>
              </a:rPr>
              <a:t>(5) </a:t>
            </a:r>
            <a:r>
              <a:rPr lang="en-US" altLang="zh-CN" sz="2000" b="1" i="1" dirty="0">
                <a:solidFill>
                  <a:schemeClr val="tx1"/>
                </a:solidFill>
                <a:ea typeface="宋体" pitchFamily="2" charset="-122"/>
              </a:rPr>
              <a:t>F</a:t>
            </a:r>
            <a:r>
              <a:rPr lang="en-US" altLang="zh-CN" sz="2000" b="1" dirty="0">
                <a:solidFill>
                  <a:schemeClr val="tx1"/>
                </a:solidFill>
                <a:ea typeface="宋体" pitchFamily="2" charset="-122"/>
              </a:rPr>
              <a:t> → (</a:t>
            </a:r>
            <a:r>
              <a:rPr lang="en-US" altLang="zh-CN" sz="2000" b="1" i="1" dirty="0">
                <a:solidFill>
                  <a:schemeClr val="tx1"/>
                </a:solidFill>
                <a:ea typeface="宋体" pitchFamily="2" charset="-122"/>
              </a:rPr>
              <a:t>E</a:t>
            </a:r>
            <a:r>
              <a:rPr lang="en-US" altLang="zh-CN" sz="2000" b="1" dirty="0">
                <a:solidFill>
                  <a:schemeClr val="tx1"/>
                </a:solidFill>
                <a:ea typeface="宋体" pitchFamily="2" charset="-122"/>
              </a:rPr>
              <a:t>)</a:t>
            </a:r>
          </a:p>
          <a:p>
            <a:pPr marL="0" indent="0" eaLnBrk="1" hangingPunct="1">
              <a:lnSpc>
                <a:spcPts val="2000"/>
              </a:lnSpc>
              <a:buClrTx/>
              <a:buFont typeface="Symbol" panose="05050102010706020507" pitchFamily="18" charset="2"/>
              <a:buNone/>
              <a:defRPr/>
            </a:pPr>
            <a:r>
              <a:rPr lang="en-US" altLang="zh-CN" sz="2000" b="1" dirty="0">
                <a:solidFill>
                  <a:schemeClr val="tx1"/>
                </a:solidFill>
                <a:ea typeface="宋体" pitchFamily="2" charset="-122"/>
              </a:rPr>
              <a:t>(6) </a:t>
            </a:r>
            <a:r>
              <a:rPr lang="en-US" altLang="zh-CN" sz="2000" b="1" i="1" dirty="0">
                <a:solidFill>
                  <a:schemeClr val="tx1"/>
                </a:solidFill>
                <a:ea typeface="宋体" pitchFamily="2" charset="-122"/>
              </a:rPr>
              <a:t>F</a:t>
            </a:r>
            <a:r>
              <a:rPr lang="en-US" altLang="zh-CN" sz="2000" b="1" dirty="0">
                <a:solidFill>
                  <a:schemeClr val="tx1"/>
                </a:solidFill>
                <a:ea typeface="宋体" pitchFamily="2" charset="-122"/>
              </a:rPr>
              <a:t> → id</a:t>
            </a:r>
          </a:p>
        </p:txBody>
      </p:sp>
      <p:sp>
        <p:nvSpPr>
          <p:cNvPr id="20483" name="标题 1"/>
          <p:cNvSpPr txBox="1">
            <a:spLocks noChangeArrowheads="1"/>
          </p:cNvSpPr>
          <p:nvPr/>
        </p:nvSpPr>
        <p:spPr bwMode="auto">
          <a:xfrm>
            <a:off x="798513" y="787400"/>
            <a:ext cx="79311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endParaRPr lang="zh-CN" altLang="en-US" sz="2800" b="1">
              <a:solidFill>
                <a:srgbClr val="000000"/>
              </a:solidFill>
              <a:latin typeface="微软雅黑" panose="020B0503020204020204" pitchFamily="34" charset="-122"/>
              <a:ea typeface="微软雅黑" panose="020B0503020204020204" pitchFamily="34" charset="-122"/>
            </a:endParaRPr>
          </a:p>
        </p:txBody>
      </p:sp>
      <p:sp>
        <p:nvSpPr>
          <p:cNvPr id="20484" name="标题 1"/>
          <p:cNvSpPr>
            <a:spLocks noGrp="1" noChangeArrowheads="1"/>
          </p:cNvSpPr>
          <p:nvPr>
            <p:ph type="title"/>
          </p:nvPr>
        </p:nvSpPr>
        <p:spPr>
          <a:xfrm>
            <a:off x="755650" y="268288"/>
            <a:ext cx="6173788"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a:t>
            </a:r>
            <a:r>
              <a:rPr lang="en-US" altLang="zh-CN" sz="3000">
                <a:solidFill>
                  <a:schemeClr val="tx1"/>
                </a:solidFill>
                <a:latin typeface="微软雅黑" panose="020B0503020204020204" pitchFamily="34" charset="-122"/>
                <a:ea typeface="微软雅黑" panose="020B0503020204020204" pitchFamily="34" charset="-122"/>
              </a:rPr>
              <a:t>LR(0) </a:t>
            </a:r>
            <a:r>
              <a:rPr lang="zh-CN" altLang="en-US" sz="3000">
                <a:solidFill>
                  <a:schemeClr val="tx1"/>
                </a:solidFill>
                <a:latin typeface="微软雅黑" panose="020B0503020204020204" pitchFamily="34" charset="-122"/>
                <a:ea typeface="微软雅黑" panose="020B0503020204020204" pitchFamily="34" charset="-122"/>
              </a:rPr>
              <a:t>分析过程中的冲突</a:t>
            </a:r>
          </a:p>
        </p:txBody>
      </p:sp>
      <p:graphicFrame>
        <p:nvGraphicFramePr>
          <p:cNvPr id="64" name="Group 18"/>
          <p:cNvGraphicFramePr>
            <a:graphicFrameLocks noGrp="1"/>
          </p:cNvGraphicFramePr>
          <p:nvPr>
            <p:extLst>
              <p:ext uri="{D42A27DB-BD31-4B8C-83A1-F6EECF244321}">
                <p14:modId xmlns:p14="http://schemas.microsoft.com/office/powerpoint/2010/main" val="2711391935"/>
              </p:ext>
            </p:extLst>
          </p:nvPr>
        </p:nvGraphicFramePr>
        <p:xfrm>
          <a:off x="142875" y="3522663"/>
          <a:ext cx="2089150" cy="1493836"/>
        </p:xfrm>
        <a:graphic>
          <a:graphicData uri="http://schemas.openxmlformats.org/drawingml/2006/table">
            <a:tbl>
              <a:tblPr/>
              <a:tblGrid>
                <a:gridCol w="360363">
                  <a:extLst>
                    <a:ext uri="{9D8B030D-6E8A-4147-A177-3AD203B41FA5}">
                      <a16:colId xmlns:a16="http://schemas.microsoft.com/office/drawing/2014/main" val="20000"/>
                    </a:ext>
                  </a:extLst>
                </a:gridCol>
                <a:gridCol w="1728787">
                  <a:extLst>
                    <a:ext uri="{9D8B030D-6E8A-4147-A177-3AD203B41FA5}">
                      <a16:colId xmlns:a16="http://schemas.microsoft.com/office/drawing/2014/main" val="20001"/>
                    </a:ext>
                  </a:extLst>
                </a:gridCol>
              </a:tblGrid>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20502" name="组合 2"/>
          <p:cNvGrpSpPr>
            <a:grpSpLocks/>
          </p:cNvGrpSpPr>
          <p:nvPr/>
        </p:nvGrpSpPr>
        <p:grpSpPr bwMode="auto">
          <a:xfrm>
            <a:off x="2312988" y="571500"/>
            <a:ext cx="6654800" cy="4445000"/>
            <a:chOff x="2312988" y="571500"/>
            <a:chExt cx="6654800" cy="4445000"/>
          </a:xfrm>
        </p:grpSpPr>
        <p:sp>
          <p:nvSpPr>
            <p:cNvPr id="63" name="任意多边形 62"/>
            <p:cNvSpPr/>
            <p:nvPr/>
          </p:nvSpPr>
          <p:spPr>
            <a:xfrm>
              <a:off x="2679700" y="909638"/>
              <a:ext cx="6288088" cy="4106862"/>
            </a:xfrm>
            <a:custGeom>
              <a:avLst/>
              <a:gdLst>
                <a:gd name="connsiteX0" fmla="*/ 5697416 w 8383465"/>
                <a:gd name="connsiteY0" fmla="*/ 2930 h 5489330"/>
                <a:gd name="connsiteX1" fmla="*/ 6770077 w 8383465"/>
                <a:gd name="connsiteY1" fmla="*/ 20515 h 5489330"/>
                <a:gd name="connsiteX2" fmla="*/ 7429500 w 8383465"/>
                <a:gd name="connsiteY2" fmla="*/ 126023 h 5489330"/>
                <a:gd name="connsiteX3" fmla="*/ 8018585 w 8383465"/>
                <a:gd name="connsiteY3" fmla="*/ 574430 h 5489330"/>
                <a:gd name="connsiteX4" fmla="*/ 8326316 w 8383465"/>
                <a:gd name="connsiteY4" fmla="*/ 1471246 h 5489330"/>
                <a:gd name="connsiteX5" fmla="*/ 8317523 w 8383465"/>
                <a:gd name="connsiteY5" fmla="*/ 3968261 h 5489330"/>
                <a:gd name="connsiteX6" fmla="*/ 7930662 w 8383465"/>
                <a:gd name="connsiteY6" fmla="*/ 5146430 h 5489330"/>
                <a:gd name="connsiteX7" fmla="*/ 6761285 w 8383465"/>
                <a:gd name="connsiteY7" fmla="*/ 5427784 h 5489330"/>
                <a:gd name="connsiteX8" fmla="*/ 2233246 w 8383465"/>
                <a:gd name="connsiteY8" fmla="*/ 5462953 h 5489330"/>
                <a:gd name="connsiteX9" fmla="*/ 826477 w 8383465"/>
                <a:gd name="connsiteY9" fmla="*/ 5269523 h 5489330"/>
                <a:gd name="connsiteX10" fmla="*/ 0 w 8383465"/>
                <a:gd name="connsiteY10" fmla="*/ 4205653 h 5489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83465" h="5489330">
                  <a:moveTo>
                    <a:pt x="5697416" y="2930"/>
                  </a:moveTo>
                  <a:cubicBezTo>
                    <a:pt x="6089406" y="1465"/>
                    <a:pt x="6481396" y="0"/>
                    <a:pt x="6770077" y="20515"/>
                  </a:cubicBezTo>
                  <a:cubicBezTo>
                    <a:pt x="7058758" y="41031"/>
                    <a:pt x="7221415" y="33704"/>
                    <a:pt x="7429500" y="126023"/>
                  </a:cubicBezTo>
                  <a:cubicBezTo>
                    <a:pt x="7637585" y="218342"/>
                    <a:pt x="7869116" y="350226"/>
                    <a:pt x="8018585" y="574430"/>
                  </a:cubicBezTo>
                  <a:cubicBezTo>
                    <a:pt x="8168054" y="798634"/>
                    <a:pt x="8276493" y="905607"/>
                    <a:pt x="8326316" y="1471246"/>
                  </a:cubicBezTo>
                  <a:cubicBezTo>
                    <a:pt x="8376139" y="2036885"/>
                    <a:pt x="8383465" y="3355730"/>
                    <a:pt x="8317523" y="3968261"/>
                  </a:cubicBezTo>
                  <a:cubicBezTo>
                    <a:pt x="8251581" y="4580792"/>
                    <a:pt x="8190035" y="4903176"/>
                    <a:pt x="7930662" y="5146430"/>
                  </a:cubicBezTo>
                  <a:cubicBezTo>
                    <a:pt x="7671289" y="5389684"/>
                    <a:pt x="7710854" y="5375030"/>
                    <a:pt x="6761285" y="5427784"/>
                  </a:cubicBezTo>
                  <a:cubicBezTo>
                    <a:pt x="5811716" y="5480538"/>
                    <a:pt x="3222381" y="5489330"/>
                    <a:pt x="2233246" y="5462953"/>
                  </a:cubicBezTo>
                  <a:cubicBezTo>
                    <a:pt x="1244111" y="5436576"/>
                    <a:pt x="1198685" y="5479073"/>
                    <a:pt x="826477" y="5269523"/>
                  </a:cubicBezTo>
                  <a:cubicBezTo>
                    <a:pt x="454269" y="5059973"/>
                    <a:pt x="227134" y="4632813"/>
                    <a:pt x="0" y="4205653"/>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a:solidFill>
                  <a:prstClr val="black"/>
                </a:solidFill>
              </a:endParaRPr>
            </a:p>
          </p:txBody>
        </p:sp>
        <p:sp>
          <p:nvSpPr>
            <p:cNvPr id="20504" name="Freeform 27"/>
            <p:cNvSpPr>
              <a:spLocks noChangeArrowheads="1"/>
            </p:cNvSpPr>
            <p:nvPr/>
          </p:nvSpPr>
          <p:spPr bwMode="auto">
            <a:xfrm>
              <a:off x="4915478" y="2074040"/>
              <a:ext cx="373552" cy="1070357"/>
            </a:xfrm>
            <a:custGeom>
              <a:avLst/>
              <a:gdLst>
                <a:gd name="T0" fmla="*/ 0 w 160"/>
                <a:gd name="T1" fmla="*/ 2147483646 h 1008"/>
                <a:gd name="T2" fmla="*/ 2147483646 w 160"/>
                <a:gd name="T3" fmla="*/ 2147483646 h 1008"/>
                <a:gd name="T4" fmla="*/ 2147483646 w 160"/>
                <a:gd name="T5" fmla="*/ 2147483646 h 1008"/>
                <a:gd name="T6" fmla="*/ 0 w 160"/>
                <a:gd name="T7" fmla="*/ 0 h 1008"/>
                <a:gd name="T8" fmla="*/ 0 60000 65536"/>
                <a:gd name="T9" fmla="*/ 0 60000 65536"/>
                <a:gd name="T10" fmla="*/ 0 60000 65536"/>
                <a:gd name="T11" fmla="*/ 0 60000 65536"/>
                <a:gd name="T12" fmla="*/ 0 w 160"/>
                <a:gd name="T13" fmla="*/ 0 h 1008"/>
                <a:gd name="T14" fmla="*/ 160 w 160"/>
                <a:gd name="T15" fmla="*/ 1008 h 1008"/>
              </a:gdLst>
              <a:ahLst/>
              <a:cxnLst>
                <a:cxn ang="T8">
                  <a:pos x="T0" y="T1"/>
                </a:cxn>
                <a:cxn ang="T9">
                  <a:pos x="T2" y="T3"/>
                </a:cxn>
                <a:cxn ang="T10">
                  <a:pos x="T4" y="T5"/>
                </a:cxn>
                <a:cxn ang="T11">
                  <a:pos x="T6" y="T7"/>
                </a:cxn>
              </a:cxnLst>
              <a:rect l="T12" t="T13" r="T14" b="T15"/>
              <a:pathLst>
                <a:path w="160" h="1008">
                  <a:moveTo>
                    <a:pt x="0" y="1008"/>
                  </a:moveTo>
                  <a:cubicBezTo>
                    <a:pt x="36" y="988"/>
                    <a:pt x="72" y="968"/>
                    <a:pt x="96" y="864"/>
                  </a:cubicBezTo>
                  <a:cubicBezTo>
                    <a:pt x="120" y="760"/>
                    <a:pt x="160" y="528"/>
                    <a:pt x="144" y="384"/>
                  </a:cubicBezTo>
                  <a:cubicBezTo>
                    <a:pt x="128" y="240"/>
                    <a:pt x="64" y="120"/>
                    <a:pt x="0"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05" name="Line 35"/>
            <p:cNvSpPr>
              <a:spLocks noChangeShapeType="1"/>
            </p:cNvSpPr>
            <p:nvPr/>
          </p:nvSpPr>
          <p:spPr bwMode="auto">
            <a:xfrm flipV="1">
              <a:off x="6821073" y="1643822"/>
              <a:ext cx="457154" cy="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6" name="Line 43"/>
            <p:cNvSpPr>
              <a:spLocks noChangeShapeType="1"/>
            </p:cNvSpPr>
            <p:nvPr/>
          </p:nvSpPr>
          <p:spPr bwMode="auto">
            <a:xfrm>
              <a:off x="6780691" y="2715663"/>
              <a:ext cx="50400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7" name="Line 9"/>
            <p:cNvSpPr>
              <a:spLocks noChangeShapeType="1"/>
            </p:cNvSpPr>
            <p:nvPr/>
          </p:nvSpPr>
          <p:spPr bwMode="auto">
            <a:xfrm flipV="1">
              <a:off x="3350237" y="2430179"/>
              <a:ext cx="52889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8" name="Line 3"/>
            <p:cNvSpPr>
              <a:spLocks noChangeShapeType="1"/>
            </p:cNvSpPr>
            <p:nvPr/>
          </p:nvSpPr>
          <p:spPr bwMode="auto">
            <a:xfrm flipV="1">
              <a:off x="3288410" y="989468"/>
              <a:ext cx="590721"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09" name="Freeform 55"/>
            <p:cNvSpPr>
              <a:spLocks noChangeArrowheads="1"/>
            </p:cNvSpPr>
            <p:nvPr/>
          </p:nvSpPr>
          <p:spPr bwMode="auto">
            <a:xfrm>
              <a:off x="2965736" y="3416984"/>
              <a:ext cx="3428417" cy="1442354"/>
            </a:xfrm>
            <a:custGeom>
              <a:avLst/>
              <a:gdLst>
                <a:gd name="T0" fmla="*/ 2147483646 w 2912"/>
                <a:gd name="T1" fmla="*/ 0 h 1760"/>
                <a:gd name="T2" fmla="*/ 2147483646 w 2912"/>
                <a:gd name="T3" fmla="*/ 2147483646 h 1760"/>
                <a:gd name="T4" fmla="*/ 2147483646 w 2912"/>
                <a:gd name="T5" fmla="*/ 2147483646 h 1760"/>
                <a:gd name="T6" fmla="*/ 2147483646 w 2912"/>
                <a:gd name="T7" fmla="*/ 2147483646 h 1760"/>
                <a:gd name="T8" fmla="*/ 2147483646 w 2912"/>
                <a:gd name="T9" fmla="*/ 2147483646 h 1760"/>
                <a:gd name="T10" fmla="*/ 2147483646 w 2912"/>
                <a:gd name="T11" fmla="*/ 2147483646 h 1760"/>
                <a:gd name="T12" fmla="*/ 2147483646 w 2912"/>
                <a:gd name="T13" fmla="*/ 2147483646 h 1760"/>
                <a:gd name="T14" fmla="*/ 0 w 2912"/>
                <a:gd name="T15" fmla="*/ 2147483646 h 1760"/>
                <a:gd name="T16" fmla="*/ 0 60000 65536"/>
                <a:gd name="T17" fmla="*/ 0 60000 65536"/>
                <a:gd name="T18" fmla="*/ 0 60000 65536"/>
                <a:gd name="T19" fmla="*/ 0 60000 65536"/>
                <a:gd name="T20" fmla="*/ 0 60000 65536"/>
                <a:gd name="T21" fmla="*/ 0 60000 65536"/>
                <a:gd name="T22" fmla="*/ 0 60000 65536"/>
                <a:gd name="T23" fmla="*/ 0 60000 65536"/>
                <a:gd name="T24" fmla="*/ 0 w 2912"/>
                <a:gd name="T25" fmla="*/ 0 h 1760"/>
                <a:gd name="T26" fmla="*/ 2912 w 2912"/>
                <a:gd name="T27" fmla="*/ 1760 h 176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12" h="1760">
                  <a:moveTo>
                    <a:pt x="2880" y="0"/>
                  </a:moveTo>
                  <a:cubicBezTo>
                    <a:pt x="2896" y="280"/>
                    <a:pt x="2912" y="560"/>
                    <a:pt x="2832" y="816"/>
                  </a:cubicBezTo>
                  <a:cubicBezTo>
                    <a:pt x="2752" y="1072"/>
                    <a:pt x="2544" y="1384"/>
                    <a:pt x="2400" y="1536"/>
                  </a:cubicBezTo>
                  <a:cubicBezTo>
                    <a:pt x="2256" y="1688"/>
                    <a:pt x="2232" y="1696"/>
                    <a:pt x="1968" y="1728"/>
                  </a:cubicBezTo>
                  <a:cubicBezTo>
                    <a:pt x="1704" y="1760"/>
                    <a:pt x="1064" y="1752"/>
                    <a:pt x="816" y="1728"/>
                  </a:cubicBezTo>
                  <a:cubicBezTo>
                    <a:pt x="568" y="1704"/>
                    <a:pt x="592" y="1672"/>
                    <a:pt x="480" y="1584"/>
                  </a:cubicBezTo>
                  <a:cubicBezTo>
                    <a:pt x="368" y="1496"/>
                    <a:pt x="224" y="1336"/>
                    <a:pt x="144" y="1200"/>
                  </a:cubicBezTo>
                  <a:cubicBezTo>
                    <a:pt x="64" y="1064"/>
                    <a:pt x="8" y="856"/>
                    <a:pt x="0" y="7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10" name="Line 53"/>
            <p:cNvSpPr>
              <a:spLocks noChangeShapeType="1"/>
            </p:cNvSpPr>
            <p:nvPr/>
          </p:nvSpPr>
          <p:spPr bwMode="auto">
            <a:xfrm>
              <a:off x="8035963" y="3658209"/>
              <a:ext cx="0" cy="57170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1" name="Line 15"/>
            <p:cNvSpPr>
              <a:spLocks noChangeShapeType="1"/>
            </p:cNvSpPr>
            <p:nvPr/>
          </p:nvSpPr>
          <p:spPr bwMode="auto">
            <a:xfrm flipH="1">
              <a:off x="2626432" y="2817870"/>
              <a:ext cx="0" cy="64533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zh-CN" altLang="en-US"/>
            </a:p>
          </p:txBody>
        </p:sp>
        <p:sp>
          <p:nvSpPr>
            <p:cNvPr id="20512" name="Line 6"/>
            <p:cNvSpPr>
              <a:spLocks noChangeShapeType="1"/>
            </p:cNvSpPr>
            <p:nvPr/>
          </p:nvSpPr>
          <p:spPr bwMode="auto">
            <a:xfrm>
              <a:off x="3278820" y="1709823"/>
              <a:ext cx="6003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13" name="Text Box 2"/>
            <p:cNvSpPr txBox="1">
              <a:spLocks noChangeArrowheads="1"/>
            </p:cNvSpPr>
            <p:nvPr/>
          </p:nvSpPr>
          <p:spPr bwMode="auto">
            <a:xfrm>
              <a:off x="2322513" y="766763"/>
              <a:ext cx="1050925" cy="204311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I</a:t>
              </a:r>
              <a:r>
                <a:rPr lang="en-US" altLang="zh-CN" sz="1600" b="1" i="1" baseline="-25000">
                  <a:solidFill>
                    <a:srgbClr val="000000"/>
                  </a:solidFill>
                  <a:latin typeface="Times New Roman" panose="02020603050405020304" pitchFamily="18" charset="0"/>
                </a:rPr>
                <a:t>0</a:t>
              </a:r>
              <a:r>
                <a:rPr lang="en-US" altLang="zh-CN" sz="1600" b="1">
                  <a:solidFill>
                    <a:srgbClr val="000000"/>
                  </a:solidFill>
                  <a:latin typeface="Times New Roman" panose="02020603050405020304" pitchFamily="18" charset="0"/>
                </a:rPr>
                <a: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a:t>
              </a:r>
              <a:r>
                <a:rPr lang="en-US" altLang="zh-CN" sz="1600" b="1" i="1">
                  <a:solidFill>
                    <a:srgbClr val="000000"/>
                  </a:solidFill>
                  <a:latin typeface="Times New Roman" panose="02020603050405020304" pitchFamily="18" charset="0"/>
                  <a:cs typeface="Times New Roman" panose="02020603050405020304" pitchFamily="18" charset="0"/>
                </a:rPr>
                <a:t>′ </a:t>
              </a:r>
              <a:r>
                <a:rPr lang="en-US" altLang="zh-CN" sz="1600" b="1" i="1">
                  <a:solidFill>
                    <a:srgbClr val="000000"/>
                  </a:solidFill>
                  <a:latin typeface="Times New Roman" panose="02020603050405020304" pitchFamily="18" charset="0"/>
                </a:rPr>
                <a:t>→</a:t>
              </a:r>
              <a:r>
                <a:rPr lang="en-US" altLang="zh-CN" sz="1600" b="1">
                  <a:solidFill>
                    <a:srgbClr val="000000"/>
                  </a:solidFill>
                  <a:latin typeface="Times New Roman" panose="02020603050405020304" pitchFamily="18" charset="0"/>
                </a:rPr>
                <a:t> </a:t>
              </a:r>
              <a:r>
                <a:rPr lang="en-US" altLang="zh-CN" sz="1600" b="1" i="1">
                  <a:solidFill>
                    <a:srgbClr val="000000"/>
                  </a:solidFill>
                  <a:latin typeface="Times New Roman" panose="02020603050405020304" pitchFamily="18" charset="0"/>
                </a:rPr>
                <a:t>· E </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 · E+T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 · 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T→ · T*F</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T→ · F</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F→ · </a:t>
              </a:r>
              <a:r>
                <a:rPr lang="en-US" altLang="zh-CN" sz="1600" b="1">
                  <a:solidFill>
                    <a:srgbClr val="000000"/>
                  </a:solidFill>
                  <a:latin typeface="Times New Roman" panose="02020603050405020304" pitchFamily="18" charset="0"/>
                </a:rPr>
                <a:t>(</a:t>
              </a:r>
              <a:r>
                <a:rPr lang="en-US" altLang="zh-CN" sz="1600" b="1" i="1">
                  <a:solidFill>
                    <a:srgbClr val="000000"/>
                  </a:solidFill>
                  <a:latin typeface="Times New Roman" panose="02020603050405020304" pitchFamily="18" charset="0"/>
                </a:rPr>
                <a:t>E</a:t>
              </a:r>
              <a:r>
                <a:rPr lang="en-US" altLang="zh-CN" sz="1600" b="1">
                  <a:solidFill>
                    <a:srgbClr val="000000"/>
                  </a:solidFill>
                  <a:latin typeface="Times New Roman" panose="02020603050405020304" pitchFamily="18" charset="0"/>
                </a:rPr>
                <a:t>)</a:t>
              </a:r>
            </a:p>
            <a:p>
              <a:pPr>
                <a:lnSpc>
                  <a:spcPts val="1925"/>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F→ · </a:t>
              </a:r>
              <a:r>
                <a:rPr lang="en-US" altLang="zh-CN" sz="1600" b="1">
                  <a:solidFill>
                    <a:srgbClr val="000000"/>
                  </a:solidFill>
                  <a:latin typeface="Times New Roman" panose="02020603050405020304" pitchFamily="18" charset="0"/>
                </a:rPr>
                <a:t>id</a:t>
              </a:r>
            </a:p>
          </p:txBody>
        </p:sp>
        <p:sp>
          <p:nvSpPr>
            <p:cNvPr id="20514" name="Text Box 4"/>
            <p:cNvSpPr txBox="1">
              <a:spLocks noChangeArrowheads="1"/>
            </p:cNvSpPr>
            <p:nvPr/>
          </p:nvSpPr>
          <p:spPr bwMode="auto">
            <a:xfrm>
              <a:off x="3397785" y="642043"/>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E</a:t>
              </a:r>
            </a:p>
          </p:txBody>
        </p:sp>
        <p:sp>
          <p:nvSpPr>
            <p:cNvPr id="20515" name="Text Box 5"/>
            <p:cNvSpPr txBox="1">
              <a:spLocks noChangeArrowheads="1"/>
            </p:cNvSpPr>
            <p:nvPr/>
          </p:nvSpPr>
          <p:spPr bwMode="auto">
            <a:xfrm>
              <a:off x="3878263" y="746125"/>
              <a:ext cx="1035050" cy="74771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700"/>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I</a:t>
              </a:r>
              <a:r>
                <a:rPr lang="en-US" altLang="zh-CN" sz="1600" b="1" i="1" baseline="-25000">
                  <a:solidFill>
                    <a:srgbClr val="000000"/>
                  </a:solidFill>
                  <a:latin typeface="Times New Roman" panose="02020603050405020304" pitchFamily="18" charset="0"/>
                </a:rPr>
                <a:t>1</a:t>
              </a:r>
              <a:r>
                <a:rPr lang="en-US" altLang="zh-CN" sz="1600" b="1">
                  <a:solidFill>
                    <a:srgbClr val="000000"/>
                  </a:solidFill>
                  <a:latin typeface="Times New Roman" panose="02020603050405020304" pitchFamily="18" charset="0"/>
                </a:rPr>
                <a:t>:</a:t>
              </a:r>
            </a:p>
            <a:p>
              <a:pPr>
                <a:lnSpc>
                  <a:spcPts val="1700"/>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a:t>
              </a:r>
              <a:r>
                <a:rPr lang="en-US" altLang="zh-CN" sz="1600" b="1" i="1">
                  <a:solidFill>
                    <a:srgbClr val="000000"/>
                  </a:solidFill>
                  <a:latin typeface="Times New Roman" panose="02020603050405020304" pitchFamily="18" charset="0"/>
                  <a:cs typeface="Times New Roman" panose="02020603050405020304" pitchFamily="18" charset="0"/>
                </a:rPr>
                <a:t>′ </a:t>
              </a:r>
              <a:r>
                <a:rPr lang="en-US" altLang="zh-CN" sz="1600" b="1" i="1">
                  <a:solidFill>
                    <a:srgbClr val="000000"/>
                  </a:solidFill>
                  <a:latin typeface="Times New Roman" panose="02020603050405020304" pitchFamily="18" charset="0"/>
                </a:rPr>
                <a:t>→E · </a:t>
              </a:r>
            </a:p>
            <a:p>
              <a:pPr>
                <a:lnSpc>
                  <a:spcPts val="1700"/>
                </a:lnSpc>
                <a:spcBef>
                  <a:spcPct val="0"/>
                </a:spcBef>
                <a:buClr>
                  <a:srgbClr val="073E87"/>
                </a:buClr>
                <a:buSzPct val="75000"/>
                <a:buFont typeface="Arial" panose="020B0604020202020204" pitchFamily="34" charset="0"/>
                <a:buNone/>
              </a:pPr>
              <a:r>
                <a:rPr lang="en-US" altLang="zh-CN" sz="1600" b="1" i="1">
                  <a:solidFill>
                    <a:srgbClr val="000000"/>
                  </a:solidFill>
                  <a:latin typeface="Times New Roman" panose="02020603050405020304" pitchFamily="18" charset="0"/>
                </a:rPr>
                <a:t>E→E· +T</a:t>
              </a:r>
            </a:p>
          </p:txBody>
        </p:sp>
        <p:sp>
          <p:nvSpPr>
            <p:cNvPr id="20516" name="Text Box 7"/>
            <p:cNvSpPr txBox="1">
              <a:spLocks noChangeArrowheads="1"/>
            </p:cNvSpPr>
            <p:nvPr/>
          </p:nvSpPr>
          <p:spPr bwMode="auto">
            <a:xfrm>
              <a:off x="3397784" y="1346387"/>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T</a:t>
              </a:r>
            </a:p>
          </p:txBody>
        </p:sp>
        <p:sp>
          <p:nvSpPr>
            <p:cNvPr id="80" name="Text Box 8"/>
            <p:cNvSpPr txBox="1">
              <a:spLocks noChangeArrowheads="1"/>
            </p:cNvSpPr>
            <p:nvPr/>
          </p:nvSpPr>
          <p:spPr bwMode="auto">
            <a:xfrm>
              <a:off x="3878263" y="1538288"/>
              <a:ext cx="1025525" cy="7477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2</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FF0000"/>
                  </a:solidFill>
                  <a:latin typeface="Times New Roman" panose="02020603050405020304" pitchFamily="18" charset="0"/>
                </a:rPr>
                <a:t>E→T</a:t>
              </a:r>
              <a:r>
                <a:rPr lang="en-US" altLang="zh-CN" sz="1600" b="1" i="1">
                  <a:solidFill>
                    <a:srgbClr val="000000"/>
                  </a:solidFill>
                  <a:latin typeface="Times New Roman" panose="02020603050405020304" pitchFamily="18" charset="0"/>
                  <a:cs typeface="Times New Roman" panose="02020603050405020304" pitchFamily="18" charset="0"/>
                </a:rPr>
                <a:t> </a:t>
              </a:r>
              <a:r>
                <a:rPr lang="en-US" altLang="zh-CN" sz="1600" b="1" i="1">
                  <a:solidFill>
                    <a:srgbClr val="FF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a:t>
              </a:r>
              <a:endParaRPr kumimoji="1" lang="en-US" altLang="zh-CN" sz="1600" b="1" i="1">
                <a:solidFill>
                  <a:srgbClr val="FF0000"/>
                </a:solidFill>
                <a:latin typeface="Times New Roman" panose="02020603050405020304" pitchFamily="18" charset="0"/>
              </a:endParaRPr>
            </a:p>
            <a:p>
              <a:pPr>
                <a:lnSpc>
                  <a:spcPts val="1700"/>
                </a:lnSpc>
                <a:buClr>
                  <a:srgbClr val="073E87"/>
                </a:buClr>
                <a:buSzPct val="75000"/>
                <a:defRPr/>
              </a:pPr>
              <a:r>
                <a:rPr kumimoji="1" lang="en-US" altLang="zh-CN" sz="1600" b="1" i="1">
                  <a:solidFill>
                    <a:srgbClr val="FF0000"/>
                  </a:solidFill>
                  <a:latin typeface="Times New Roman" panose="02020603050405020304" pitchFamily="18" charset="0"/>
                </a:rPr>
                <a:t>T→T </a:t>
              </a:r>
              <a:r>
                <a:rPr lang="en-US" altLang="zh-CN" sz="1600" b="1" i="1">
                  <a:solidFill>
                    <a:srgbClr val="FF0000"/>
                  </a:solidFill>
                  <a:latin typeface="Times New Roman" panose="02020603050405020304" pitchFamily="18" charset="0"/>
                  <a:cs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a:solidFill>
                    <a:srgbClr val="FF0000"/>
                  </a:solidFill>
                  <a:latin typeface="Times New Roman" panose="02020603050405020304" pitchFamily="18" charset="0"/>
                </a:rPr>
                <a:t>*</a:t>
              </a:r>
              <a:r>
                <a:rPr kumimoji="1" lang="en-US" altLang="zh-CN" sz="1600" b="1" i="1">
                  <a:solidFill>
                    <a:srgbClr val="FF0000"/>
                  </a:solidFill>
                  <a:latin typeface="Times New Roman" panose="02020603050405020304" pitchFamily="18" charset="0"/>
                </a:rPr>
                <a:t>F</a:t>
              </a:r>
            </a:p>
          </p:txBody>
        </p:sp>
        <p:sp>
          <p:nvSpPr>
            <p:cNvPr id="20518" name="Text Box 10"/>
            <p:cNvSpPr txBox="1">
              <a:spLocks noChangeArrowheads="1"/>
            </p:cNvSpPr>
            <p:nvPr/>
          </p:nvSpPr>
          <p:spPr bwMode="auto">
            <a:xfrm>
              <a:off x="3578715" y="2645320"/>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82" name="Text Box 11"/>
            <p:cNvSpPr txBox="1">
              <a:spLocks noChangeArrowheads="1"/>
            </p:cNvSpPr>
            <p:nvPr/>
          </p:nvSpPr>
          <p:spPr bwMode="auto">
            <a:xfrm>
              <a:off x="3878263" y="2335213"/>
              <a:ext cx="1035050" cy="5270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3</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T→F</a:t>
              </a:r>
              <a:r>
                <a:rPr lang="en-US" altLang="zh-CN" sz="1600" b="1" i="1">
                  <a:solidFill>
                    <a:srgbClr val="000000"/>
                  </a:solidFill>
                  <a:latin typeface="Times New Roman" panose="02020603050405020304" pitchFamily="18" charset="0"/>
                  <a:cs typeface="Times New Roman" panose="02020603050405020304" pitchFamily="18" charset="0"/>
                </a:rPr>
                <a:t> · </a:t>
              </a:r>
              <a:endParaRPr kumimoji="1" lang="en-US" altLang="zh-CN" sz="1600" b="1" i="1">
                <a:solidFill>
                  <a:srgbClr val="000000"/>
                </a:solidFill>
                <a:latin typeface="Times New Roman" panose="02020603050405020304" pitchFamily="18" charset="0"/>
              </a:endParaRPr>
            </a:p>
          </p:txBody>
        </p:sp>
        <p:sp>
          <p:nvSpPr>
            <p:cNvPr id="20520" name="Freeform 12"/>
            <p:cNvSpPr>
              <a:spLocks noChangeArrowheads="1"/>
            </p:cNvSpPr>
            <p:nvPr/>
          </p:nvSpPr>
          <p:spPr bwMode="auto">
            <a:xfrm>
              <a:off x="3159467" y="2844070"/>
              <a:ext cx="699119" cy="577401"/>
            </a:xfrm>
            <a:custGeom>
              <a:avLst/>
              <a:gdLst>
                <a:gd name="T0" fmla="*/ 2147483646 w 736"/>
                <a:gd name="T1" fmla="*/ 0 h 768"/>
                <a:gd name="T2" fmla="*/ 2147483646 w 736"/>
                <a:gd name="T3" fmla="*/ 2147483646 h 768"/>
                <a:gd name="T4" fmla="*/ 2147483646 w 736"/>
                <a:gd name="T5" fmla="*/ 2147483646 h 768"/>
                <a:gd name="T6" fmla="*/ 2147483646 w 736"/>
                <a:gd name="T7" fmla="*/ 2147483646 h 768"/>
                <a:gd name="T8" fmla="*/ 2147483646 w 736"/>
                <a:gd name="T9" fmla="*/ 2147483646 h 768"/>
                <a:gd name="T10" fmla="*/ 0 60000 65536"/>
                <a:gd name="T11" fmla="*/ 0 60000 65536"/>
                <a:gd name="T12" fmla="*/ 0 60000 65536"/>
                <a:gd name="T13" fmla="*/ 0 60000 65536"/>
                <a:gd name="T14" fmla="*/ 0 60000 65536"/>
                <a:gd name="T15" fmla="*/ 0 w 736"/>
                <a:gd name="T16" fmla="*/ 0 h 768"/>
                <a:gd name="T17" fmla="*/ 736 w 736"/>
                <a:gd name="T18" fmla="*/ 768 h 768"/>
              </a:gdLst>
              <a:ahLst/>
              <a:cxnLst>
                <a:cxn ang="T10">
                  <a:pos x="T0" y="T1"/>
                </a:cxn>
                <a:cxn ang="T11">
                  <a:pos x="T2" y="T3"/>
                </a:cxn>
                <a:cxn ang="T12">
                  <a:pos x="T4" y="T5"/>
                </a:cxn>
                <a:cxn ang="T13">
                  <a:pos x="T6" y="T7"/>
                </a:cxn>
                <a:cxn ang="T14">
                  <a:pos x="T8" y="T9"/>
                </a:cxn>
              </a:cxnLst>
              <a:rect l="T15" t="T16" r="T17" b="T18"/>
              <a:pathLst>
                <a:path w="736" h="768">
                  <a:moveTo>
                    <a:pt x="16" y="0"/>
                  </a:moveTo>
                  <a:cubicBezTo>
                    <a:pt x="8" y="144"/>
                    <a:pt x="0" y="288"/>
                    <a:pt x="16" y="384"/>
                  </a:cubicBezTo>
                  <a:cubicBezTo>
                    <a:pt x="32" y="480"/>
                    <a:pt x="64" y="528"/>
                    <a:pt x="112" y="576"/>
                  </a:cubicBezTo>
                  <a:cubicBezTo>
                    <a:pt x="160" y="624"/>
                    <a:pt x="200" y="640"/>
                    <a:pt x="304" y="672"/>
                  </a:cubicBezTo>
                  <a:cubicBezTo>
                    <a:pt x="408" y="704"/>
                    <a:pt x="572" y="736"/>
                    <a:pt x="736" y="76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21" name="Text Box 13"/>
            <p:cNvSpPr txBox="1">
              <a:spLocks noChangeArrowheads="1"/>
            </p:cNvSpPr>
            <p:nvPr/>
          </p:nvSpPr>
          <p:spPr bwMode="auto">
            <a:xfrm>
              <a:off x="3160434" y="2774528"/>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85" name="Text Box 14"/>
            <p:cNvSpPr txBox="1">
              <a:spLocks noChangeArrowheads="1"/>
            </p:cNvSpPr>
            <p:nvPr/>
          </p:nvSpPr>
          <p:spPr bwMode="auto">
            <a:xfrm>
              <a:off x="3878263" y="2928938"/>
              <a:ext cx="1077912" cy="18367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4</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F→</a:t>
              </a:r>
              <a:r>
                <a:rPr kumimoji="1" lang="en-US" altLang="zh-CN" sz="1600" b="1">
                  <a:solidFill>
                    <a:srgbClr val="000000"/>
                  </a:solidFill>
                  <a:latin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E </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E→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E+T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E→</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i="1">
                  <a:solidFill>
                    <a:srgbClr val="000000"/>
                  </a:solidFill>
                  <a:latin typeface="Times New Roman" panose="02020603050405020304" pitchFamily="18" charset="0"/>
                </a:rPr>
                <a:t>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T→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T*F</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T→</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i="1">
                  <a:solidFill>
                    <a:srgbClr val="000000"/>
                  </a:solidFill>
                  <a:latin typeface="Times New Roman" panose="02020603050405020304" pitchFamily="18" charset="0"/>
                </a:rPr>
                <a:t>F</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p>
            <a:p>
              <a:pPr>
                <a:lnSpc>
                  <a:spcPts val="1700"/>
                </a:lnSpc>
                <a:buClr>
                  <a:srgbClr val="073E87"/>
                </a:buClr>
                <a:buSzPct val="75000"/>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id</a:t>
              </a:r>
            </a:p>
          </p:txBody>
        </p:sp>
        <p:sp>
          <p:nvSpPr>
            <p:cNvPr id="20523" name="Text Box 16"/>
            <p:cNvSpPr txBox="1">
              <a:spLocks noChangeArrowheads="1"/>
            </p:cNvSpPr>
            <p:nvPr/>
          </p:nvSpPr>
          <p:spPr bwMode="auto">
            <a:xfrm>
              <a:off x="2613246" y="2894577"/>
              <a:ext cx="533347"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87" name="Text Box 17"/>
            <p:cNvSpPr txBox="1">
              <a:spLocks noChangeArrowheads="1"/>
            </p:cNvSpPr>
            <p:nvPr/>
          </p:nvSpPr>
          <p:spPr bwMode="auto">
            <a:xfrm>
              <a:off x="2312988" y="3467100"/>
              <a:ext cx="800100" cy="58578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5</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 </a:t>
              </a:r>
              <a:r>
                <a:rPr kumimoji="1" lang="en-US" altLang="zh-CN" sz="1600" b="1">
                  <a:solidFill>
                    <a:srgbClr val="000000"/>
                  </a:solidFill>
                  <a:latin typeface="Times New Roman" panose="02020603050405020304" pitchFamily="18" charset="0"/>
                </a:rPr>
                <a:t>id</a:t>
              </a:r>
              <a:r>
                <a:rPr lang="en-US" altLang="zh-CN" sz="1600" b="1" i="1">
                  <a:solidFill>
                    <a:srgbClr val="000000"/>
                  </a:solidFill>
                  <a:latin typeface="Times New Roman" panose="02020603050405020304" pitchFamily="18" charset="0"/>
                  <a:cs typeface="Times New Roman" panose="02020603050405020304" pitchFamily="18" charset="0"/>
                </a:rPr>
                <a:t>· </a:t>
              </a:r>
              <a:endParaRPr kumimoji="1" lang="en-US" altLang="zh-CN" sz="1600" b="1" i="1">
                <a:solidFill>
                  <a:srgbClr val="000000"/>
                </a:solidFill>
                <a:latin typeface="Times New Roman" panose="02020603050405020304" pitchFamily="18" charset="0"/>
              </a:endParaRPr>
            </a:p>
          </p:txBody>
        </p:sp>
        <p:sp>
          <p:nvSpPr>
            <p:cNvPr id="20525" name="Line 18"/>
            <p:cNvSpPr>
              <a:spLocks noChangeShapeType="1"/>
            </p:cNvSpPr>
            <p:nvPr/>
          </p:nvSpPr>
          <p:spPr bwMode="auto">
            <a:xfrm>
              <a:off x="4921788" y="1000675"/>
              <a:ext cx="838116"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26" name="Text Box 19"/>
            <p:cNvSpPr txBox="1">
              <a:spLocks noChangeArrowheads="1"/>
            </p:cNvSpPr>
            <p:nvPr/>
          </p:nvSpPr>
          <p:spPr bwMode="auto">
            <a:xfrm>
              <a:off x="4901021" y="654024"/>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90" name="Text Box 20"/>
            <p:cNvSpPr txBox="1">
              <a:spLocks noChangeArrowheads="1"/>
            </p:cNvSpPr>
            <p:nvPr/>
          </p:nvSpPr>
          <p:spPr bwMode="auto">
            <a:xfrm>
              <a:off x="5759450" y="714375"/>
              <a:ext cx="1200150" cy="15700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6</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E→ E+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T*F</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i="1">
                  <a:solidFill>
                    <a:srgbClr val="000000"/>
                  </a:solidFill>
                  <a:latin typeface="Times New Roman" panose="02020603050405020304" pitchFamily="18" charset="0"/>
                </a:rPr>
                <a:t>F</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id</a:t>
              </a:r>
            </a:p>
          </p:txBody>
        </p:sp>
        <p:sp>
          <p:nvSpPr>
            <p:cNvPr id="20528" name="Line 21"/>
            <p:cNvSpPr>
              <a:spLocks noChangeShapeType="1"/>
            </p:cNvSpPr>
            <p:nvPr/>
          </p:nvSpPr>
          <p:spPr bwMode="auto">
            <a:xfrm>
              <a:off x="4921947" y="1886707"/>
              <a:ext cx="838116" cy="68604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29" name="Text Box 22"/>
            <p:cNvSpPr txBox="1">
              <a:spLocks noChangeArrowheads="1"/>
            </p:cNvSpPr>
            <p:nvPr/>
          </p:nvSpPr>
          <p:spPr bwMode="auto">
            <a:xfrm>
              <a:off x="4823672" y="1636944"/>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93" name="Text Box 23"/>
            <p:cNvSpPr txBox="1">
              <a:spLocks noChangeArrowheads="1"/>
            </p:cNvSpPr>
            <p:nvPr/>
          </p:nvSpPr>
          <p:spPr bwMode="auto">
            <a:xfrm>
              <a:off x="5759450" y="2413000"/>
              <a:ext cx="1050925" cy="10763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7</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T→T* </a:t>
              </a:r>
              <a:r>
                <a:rPr lang="en-US" altLang="zh-CN" sz="1600" b="1" i="1">
                  <a:solidFill>
                    <a:srgbClr val="000000"/>
                  </a:solidFill>
                  <a:latin typeface="Times New Roman" panose="02020603050405020304" pitchFamily="18" charset="0"/>
                  <a:cs typeface="Times New Roman" panose="02020603050405020304" pitchFamily="18" charset="0"/>
                </a:rPr>
                <a:t>· </a:t>
              </a:r>
              <a:r>
                <a:rPr kumimoji="1" lang="en-US" altLang="zh-CN" sz="1600" b="1" i="1">
                  <a:solidFill>
                    <a:srgbClr val="000000"/>
                  </a:solidFill>
                  <a:latin typeface="Times New Roman" panose="02020603050405020304" pitchFamily="18" charset="0"/>
                </a:rPr>
                <a:t>F</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lang="en-US" altLang="zh-CN" sz="1600" b="1" i="1">
                  <a:solidFill>
                    <a:srgbClr val="000000"/>
                  </a:solidFill>
                  <a:latin typeface="Times New Roman" panose="02020603050405020304" pitchFamily="18" charset="0"/>
                  <a:cs typeface="Times New Roman" panose="02020603050405020304" pitchFamily="18" charset="0"/>
                </a:rPr>
                <a:t> · </a:t>
              </a:r>
              <a:r>
                <a:rPr kumimoji="1" lang="en-US" altLang="zh-CN" sz="1600" b="1">
                  <a:solidFill>
                    <a:srgbClr val="000000"/>
                  </a:solidFill>
                  <a:latin typeface="Times New Roman" panose="02020603050405020304" pitchFamily="18" charset="0"/>
                </a:rPr>
                <a:t>id</a:t>
              </a:r>
            </a:p>
          </p:txBody>
        </p:sp>
        <p:sp>
          <p:nvSpPr>
            <p:cNvPr id="20531" name="Line 24"/>
            <p:cNvSpPr>
              <a:spLocks noChangeShapeType="1"/>
            </p:cNvSpPr>
            <p:nvPr/>
          </p:nvSpPr>
          <p:spPr bwMode="auto">
            <a:xfrm flipV="1">
              <a:off x="4968764" y="3858991"/>
              <a:ext cx="2280575" cy="107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32" name="Text Box 25"/>
            <p:cNvSpPr txBox="1">
              <a:spLocks noChangeArrowheads="1"/>
            </p:cNvSpPr>
            <p:nvPr/>
          </p:nvSpPr>
          <p:spPr bwMode="auto">
            <a:xfrm>
              <a:off x="4921947" y="3508556"/>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E</a:t>
              </a:r>
            </a:p>
          </p:txBody>
        </p:sp>
        <p:sp>
          <p:nvSpPr>
            <p:cNvPr id="96" name="Text Box 26"/>
            <p:cNvSpPr txBox="1">
              <a:spLocks noChangeArrowheads="1"/>
            </p:cNvSpPr>
            <p:nvPr/>
          </p:nvSpPr>
          <p:spPr bwMode="auto">
            <a:xfrm>
              <a:off x="7289800" y="3149600"/>
              <a:ext cx="1141413" cy="8318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I</a:t>
              </a:r>
              <a:r>
                <a:rPr kumimoji="1" lang="en-US" altLang="zh-CN" sz="1600" b="1" i="1" baseline="-25000" dirty="0">
                  <a:solidFill>
                    <a:srgbClr val="000000"/>
                  </a:solidFill>
                  <a:latin typeface="Times New Roman" panose="02020603050405020304" pitchFamily="18" charset="0"/>
                </a:rPr>
                <a:t>8</a:t>
              </a:r>
              <a:r>
                <a:rPr kumimoji="1" lang="en-US" altLang="zh-CN" sz="1600" b="1" dirty="0">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F→ </a:t>
              </a:r>
              <a:r>
                <a:rPr kumimoji="1" lang="en-US" altLang="zh-CN" sz="1600" b="1" dirty="0">
                  <a:solidFill>
                    <a:srgbClr val="000000"/>
                  </a:solidFill>
                  <a:latin typeface="Times New Roman" panose="02020603050405020304" pitchFamily="18" charset="0"/>
                </a:rPr>
                <a:t>(</a:t>
              </a:r>
              <a:r>
                <a:rPr kumimoji="1" lang="en-US" altLang="zh-CN" sz="1600" b="1" i="1" dirty="0">
                  <a:solidFill>
                    <a:srgbClr val="000000"/>
                  </a:solidFill>
                  <a:latin typeface="Times New Roman" panose="02020603050405020304" pitchFamily="18" charset="0"/>
                </a:rPr>
                <a:t>E</a:t>
              </a:r>
              <a:r>
                <a:rPr lang="en-US" altLang="zh-CN" sz="1600" b="1" i="1" dirty="0">
                  <a:solidFill>
                    <a:srgbClr val="000000"/>
                  </a:solidFill>
                  <a:latin typeface="Times New Roman" panose="02020603050405020304" pitchFamily="18" charset="0"/>
                  <a:cs typeface="Times New Roman" panose="02020603050405020304" pitchFamily="18" charset="0"/>
                </a:rPr>
                <a:t> · </a:t>
              </a:r>
              <a:r>
                <a:rPr kumimoji="1" lang="en-US" altLang="zh-CN" sz="1600" b="1" dirty="0">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E→E</a:t>
              </a:r>
              <a:r>
                <a:rPr lang="en-US" altLang="zh-CN" sz="1600" b="1" i="1" dirty="0">
                  <a:solidFill>
                    <a:srgbClr val="000000"/>
                  </a:solidFill>
                  <a:latin typeface="Times New Roman" panose="02020603050405020304" pitchFamily="18" charset="0"/>
                  <a:cs typeface="Times New Roman" panose="02020603050405020304" pitchFamily="18" charset="0"/>
                </a:rPr>
                <a:t> · </a:t>
              </a:r>
              <a:r>
                <a:rPr kumimoji="1" lang="en-US" altLang="zh-CN" sz="1600" b="1" i="1" dirty="0">
                  <a:solidFill>
                    <a:srgbClr val="000000"/>
                  </a:solidFill>
                  <a:latin typeface="Times New Roman" panose="02020603050405020304" pitchFamily="18" charset="0"/>
                </a:rPr>
                <a:t>+T</a:t>
              </a:r>
            </a:p>
          </p:txBody>
        </p:sp>
        <p:sp>
          <p:nvSpPr>
            <p:cNvPr id="20534" name="Text Box 28"/>
            <p:cNvSpPr txBox="1">
              <a:spLocks noChangeArrowheads="1"/>
            </p:cNvSpPr>
            <p:nvPr/>
          </p:nvSpPr>
          <p:spPr bwMode="auto">
            <a:xfrm>
              <a:off x="4874707" y="2749316"/>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T</a:t>
              </a:r>
            </a:p>
          </p:txBody>
        </p:sp>
        <p:sp>
          <p:nvSpPr>
            <p:cNvPr id="20535" name="Freeform 29"/>
            <p:cNvSpPr>
              <a:spLocks noChangeArrowheads="1"/>
            </p:cNvSpPr>
            <p:nvPr/>
          </p:nvSpPr>
          <p:spPr bwMode="auto">
            <a:xfrm>
              <a:off x="3534877" y="2578831"/>
              <a:ext cx="344253" cy="571703"/>
            </a:xfrm>
            <a:custGeom>
              <a:avLst/>
              <a:gdLst>
                <a:gd name="T0" fmla="*/ 2147483646 w 112"/>
                <a:gd name="T1" fmla="*/ 2147483646 h 480"/>
                <a:gd name="T2" fmla="*/ 2147483646 w 112"/>
                <a:gd name="T3" fmla="*/ 2147483646 h 480"/>
                <a:gd name="T4" fmla="*/ 2147483646 w 112"/>
                <a:gd name="T5" fmla="*/ 2147483646 h 480"/>
                <a:gd name="T6" fmla="*/ 2147483646 w 112"/>
                <a:gd name="T7" fmla="*/ 0 h 480"/>
                <a:gd name="T8" fmla="*/ 0 60000 65536"/>
                <a:gd name="T9" fmla="*/ 0 60000 65536"/>
                <a:gd name="T10" fmla="*/ 0 60000 65536"/>
                <a:gd name="T11" fmla="*/ 0 60000 65536"/>
                <a:gd name="T12" fmla="*/ 0 w 112"/>
                <a:gd name="T13" fmla="*/ 0 h 480"/>
                <a:gd name="T14" fmla="*/ 112 w 112"/>
                <a:gd name="T15" fmla="*/ 480 h 480"/>
              </a:gdLst>
              <a:ahLst/>
              <a:cxnLst>
                <a:cxn ang="T8">
                  <a:pos x="T0" y="T1"/>
                </a:cxn>
                <a:cxn ang="T9">
                  <a:pos x="T2" y="T3"/>
                </a:cxn>
                <a:cxn ang="T10">
                  <a:pos x="T4" y="T5"/>
                </a:cxn>
                <a:cxn ang="T11">
                  <a:pos x="T6" y="T7"/>
                </a:cxn>
              </a:cxnLst>
              <a:rect l="T12" t="T13" r="T14" b="T15"/>
              <a:pathLst>
                <a:path w="112" h="480">
                  <a:moveTo>
                    <a:pt x="112" y="480"/>
                  </a:moveTo>
                  <a:cubicBezTo>
                    <a:pt x="72" y="436"/>
                    <a:pt x="32" y="392"/>
                    <a:pt x="16" y="336"/>
                  </a:cubicBezTo>
                  <a:cubicBezTo>
                    <a:pt x="0" y="280"/>
                    <a:pt x="0" y="200"/>
                    <a:pt x="16" y="144"/>
                  </a:cubicBezTo>
                  <a:cubicBezTo>
                    <a:pt x="32" y="88"/>
                    <a:pt x="72" y="44"/>
                    <a:pt x="112"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36" name="Text Box 30"/>
            <p:cNvSpPr txBox="1">
              <a:spLocks noChangeArrowheads="1"/>
            </p:cNvSpPr>
            <p:nvPr/>
          </p:nvSpPr>
          <p:spPr bwMode="auto">
            <a:xfrm>
              <a:off x="3350237" y="2072561"/>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20537" name="Freeform 31"/>
            <p:cNvSpPr>
              <a:spLocks noChangeArrowheads="1"/>
            </p:cNvSpPr>
            <p:nvPr/>
          </p:nvSpPr>
          <p:spPr bwMode="auto">
            <a:xfrm>
              <a:off x="3574360" y="4103560"/>
              <a:ext cx="330167" cy="571703"/>
            </a:xfrm>
            <a:custGeom>
              <a:avLst/>
              <a:gdLst>
                <a:gd name="T0" fmla="*/ 2147483646 w 208"/>
                <a:gd name="T1" fmla="*/ 2147483646 h 480"/>
                <a:gd name="T2" fmla="*/ 0 w 208"/>
                <a:gd name="T3" fmla="*/ 2147483646 h 480"/>
                <a:gd name="T4" fmla="*/ 2147483646 w 208"/>
                <a:gd name="T5" fmla="*/ 0 h 480"/>
                <a:gd name="T6" fmla="*/ 0 60000 65536"/>
                <a:gd name="T7" fmla="*/ 0 60000 65536"/>
                <a:gd name="T8" fmla="*/ 0 60000 65536"/>
                <a:gd name="T9" fmla="*/ 0 w 208"/>
                <a:gd name="T10" fmla="*/ 0 h 480"/>
                <a:gd name="T11" fmla="*/ 208 w 208"/>
                <a:gd name="T12" fmla="*/ 480 h 480"/>
              </a:gdLst>
              <a:ahLst/>
              <a:cxnLst>
                <a:cxn ang="T6">
                  <a:pos x="T0" y="T1"/>
                </a:cxn>
                <a:cxn ang="T7">
                  <a:pos x="T2" y="T3"/>
                </a:cxn>
                <a:cxn ang="T8">
                  <a:pos x="T4" y="T5"/>
                </a:cxn>
              </a:cxnLst>
              <a:rect l="T9" t="T10" r="T11" b="T12"/>
              <a:pathLst>
                <a:path w="208" h="480">
                  <a:moveTo>
                    <a:pt x="192" y="480"/>
                  </a:moveTo>
                  <a:cubicBezTo>
                    <a:pt x="96" y="400"/>
                    <a:pt x="0" y="320"/>
                    <a:pt x="0" y="240"/>
                  </a:cubicBezTo>
                  <a:cubicBezTo>
                    <a:pt x="0" y="160"/>
                    <a:pt x="208" y="40"/>
                    <a:pt x="192"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38" name="Text Box 32"/>
            <p:cNvSpPr txBox="1">
              <a:spLocks noChangeArrowheads="1"/>
            </p:cNvSpPr>
            <p:nvPr/>
          </p:nvSpPr>
          <p:spPr bwMode="auto">
            <a:xfrm>
              <a:off x="3621226" y="4203021"/>
              <a:ext cx="304769"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20539" name="Line 33"/>
            <p:cNvSpPr>
              <a:spLocks noChangeShapeType="1"/>
            </p:cNvSpPr>
            <p:nvPr/>
          </p:nvSpPr>
          <p:spPr bwMode="auto">
            <a:xfrm flipH="1">
              <a:off x="3124102" y="3882967"/>
              <a:ext cx="75502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40" name="Text Box 34"/>
            <p:cNvSpPr txBox="1">
              <a:spLocks noChangeArrowheads="1"/>
            </p:cNvSpPr>
            <p:nvPr/>
          </p:nvSpPr>
          <p:spPr bwMode="auto">
            <a:xfrm>
              <a:off x="3500461" y="3500458"/>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20541" name="Text Box 36"/>
            <p:cNvSpPr txBox="1">
              <a:spLocks noChangeArrowheads="1"/>
            </p:cNvSpPr>
            <p:nvPr/>
          </p:nvSpPr>
          <p:spPr bwMode="auto">
            <a:xfrm>
              <a:off x="6942472" y="1296638"/>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T</a:t>
              </a:r>
            </a:p>
          </p:txBody>
        </p:sp>
        <p:sp>
          <p:nvSpPr>
            <p:cNvPr id="105" name="Text Box 37"/>
            <p:cNvSpPr txBox="1">
              <a:spLocks noChangeArrowheads="1"/>
            </p:cNvSpPr>
            <p:nvPr/>
          </p:nvSpPr>
          <p:spPr bwMode="auto">
            <a:xfrm>
              <a:off x="7273925" y="1333500"/>
              <a:ext cx="1019175" cy="8318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dirty="0">
                  <a:solidFill>
                    <a:srgbClr val="000000"/>
                  </a:solidFill>
                  <a:latin typeface="Times New Roman" panose="02020603050405020304" pitchFamily="18" charset="0"/>
                </a:rPr>
                <a:t>I</a:t>
              </a:r>
              <a:r>
                <a:rPr kumimoji="1" lang="en-US" altLang="zh-CN" sz="1600" b="1" i="1" baseline="-25000" dirty="0">
                  <a:solidFill>
                    <a:srgbClr val="000000"/>
                  </a:solidFill>
                  <a:latin typeface="Times New Roman" panose="02020603050405020304" pitchFamily="18" charset="0"/>
                </a:rPr>
                <a:t>9</a:t>
              </a:r>
              <a:r>
                <a:rPr kumimoji="1" lang="en-US" altLang="zh-CN" sz="1600" b="1" dirty="0">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dirty="0">
                  <a:solidFill>
                    <a:srgbClr val="FF0000"/>
                  </a:solidFill>
                  <a:latin typeface="Times New Roman" panose="02020603050405020304" pitchFamily="18" charset="0"/>
                </a:rPr>
                <a:t>E→E+T</a:t>
              </a:r>
              <a:r>
                <a:rPr lang="en-US" altLang="zh-CN" sz="1600" b="1" i="1" dirty="0">
                  <a:solidFill>
                    <a:srgbClr val="000000"/>
                  </a:solidFill>
                  <a:latin typeface="Times New Roman" panose="02020603050405020304" pitchFamily="18" charset="0"/>
                  <a:cs typeface="Times New Roman" panose="02020603050405020304" pitchFamily="18" charset="0"/>
                </a:rPr>
                <a:t> </a:t>
              </a:r>
              <a:r>
                <a:rPr lang="en-US" altLang="zh-CN" sz="1600" b="1" i="1" dirty="0">
                  <a:solidFill>
                    <a:srgbClr val="FF0000"/>
                  </a:solidFill>
                  <a:latin typeface="Times New Roman" panose="02020603050405020304" pitchFamily="18" charset="0"/>
                  <a:cs typeface="Times New Roman" panose="02020603050405020304" pitchFamily="18" charset="0"/>
                </a:rPr>
                <a:t>·</a:t>
              </a:r>
              <a:r>
                <a:rPr lang="en-US" altLang="zh-CN" sz="1600" b="1" i="1" dirty="0">
                  <a:solidFill>
                    <a:srgbClr val="000000"/>
                  </a:solidFill>
                  <a:latin typeface="Times New Roman" panose="02020603050405020304" pitchFamily="18" charset="0"/>
                  <a:cs typeface="Times New Roman" panose="02020603050405020304" pitchFamily="18" charset="0"/>
                </a:rPr>
                <a:t> </a:t>
              </a:r>
              <a:endParaRPr kumimoji="1" lang="en-US" altLang="zh-CN" sz="1600" b="1" i="1" dirty="0">
                <a:solidFill>
                  <a:srgbClr val="FF0000"/>
                </a:solidFill>
                <a:latin typeface="Times New Roman" panose="02020603050405020304" pitchFamily="18" charset="0"/>
              </a:endParaRPr>
            </a:p>
            <a:p>
              <a:pPr>
                <a:buClr>
                  <a:srgbClr val="073E87"/>
                </a:buClr>
                <a:buSzPct val="75000"/>
                <a:buFont typeface="Monotype Sorts"/>
                <a:buNone/>
                <a:defRPr/>
              </a:pPr>
              <a:r>
                <a:rPr kumimoji="1" lang="en-US" altLang="zh-CN" sz="1600" b="1" i="1" dirty="0">
                  <a:solidFill>
                    <a:srgbClr val="FF0000"/>
                  </a:solidFill>
                  <a:latin typeface="Times New Roman" panose="02020603050405020304" pitchFamily="18" charset="0"/>
                </a:rPr>
                <a:t>T→T</a:t>
              </a:r>
              <a:r>
                <a:rPr lang="en-US" altLang="zh-CN" sz="1600" b="1" i="1" dirty="0">
                  <a:solidFill>
                    <a:srgbClr val="FF0000"/>
                  </a:solidFill>
                  <a:latin typeface="Times New Roman" panose="02020603050405020304" pitchFamily="18" charset="0"/>
                  <a:cs typeface="Times New Roman" panose="02020603050405020304" pitchFamily="18" charset="0"/>
                </a:rPr>
                <a:t> ·</a:t>
              </a:r>
              <a:r>
                <a:rPr kumimoji="1" lang="en-US" altLang="zh-CN" sz="1600" b="1" dirty="0">
                  <a:solidFill>
                    <a:srgbClr val="FF0000"/>
                  </a:solidFill>
                  <a:latin typeface="Times New Roman" panose="02020603050405020304" pitchFamily="18" charset="0"/>
                </a:rPr>
                <a:t>*</a:t>
              </a:r>
              <a:r>
                <a:rPr kumimoji="1" lang="en-US" altLang="zh-CN" sz="1600" b="1" i="1" dirty="0">
                  <a:solidFill>
                    <a:srgbClr val="FF0000"/>
                  </a:solidFill>
                  <a:latin typeface="Times New Roman" panose="02020603050405020304" pitchFamily="18" charset="0"/>
                </a:rPr>
                <a:t>F</a:t>
              </a:r>
            </a:p>
          </p:txBody>
        </p:sp>
        <p:sp>
          <p:nvSpPr>
            <p:cNvPr id="20543" name="Freeform 38"/>
            <p:cNvSpPr>
              <a:spLocks noChangeArrowheads="1"/>
            </p:cNvSpPr>
            <p:nvPr/>
          </p:nvSpPr>
          <p:spPr bwMode="auto">
            <a:xfrm>
              <a:off x="4921947" y="1143633"/>
              <a:ext cx="838116" cy="1543598"/>
            </a:xfrm>
            <a:custGeom>
              <a:avLst/>
              <a:gdLst>
                <a:gd name="T0" fmla="*/ 2147483646 w 528"/>
                <a:gd name="T1" fmla="*/ 0 h 1296"/>
                <a:gd name="T2" fmla="*/ 2147483646 w 528"/>
                <a:gd name="T3" fmla="*/ 2147483646 h 1296"/>
                <a:gd name="T4" fmla="*/ 2147483646 w 528"/>
                <a:gd name="T5" fmla="*/ 2147483646 h 1296"/>
                <a:gd name="T6" fmla="*/ 0 w 528"/>
                <a:gd name="T7" fmla="*/ 2147483646 h 1296"/>
                <a:gd name="T8" fmla="*/ 0 60000 65536"/>
                <a:gd name="T9" fmla="*/ 0 60000 65536"/>
                <a:gd name="T10" fmla="*/ 0 60000 65536"/>
                <a:gd name="T11" fmla="*/ 0 60000 65536"/>
                <a:gd name="T12" fmla="*/ 0 w 528"/>
                <a:gd name="T13" fmla="*/ 0 h 1296"/>
                <a:gd name="T14" fmla="*/ 528 w 528"/>
                <a:gd name="T15" fmla="*/ 1296 h 1296"/>
              </a:gdLst>
              <a:ahLst/>
              <a:cxnLst>
                <a:cxn ang="T8">
                  <a:pos x="T0" y="T1"/>
                </a:cxn>
                <a:cxn ang="T9">
                  <a:pos x="T2" y="T3"/>
                </a:cxn>
                <a:cxn ang="T10">
                  <a:pos x="T4" y="T5"/>
                </a:cxn>
                <a:cxn ang="T11">
                  <a:pos x="T6" y="T7"/>
                </a:cxn>
              </a:cxnLst>
              <a:rect l="T12" t="T13" r="T14" b="T15"/>
              <a:pathLst>
                <a:path w="528" h="1296">
                  <a:moveTo>
                    <a:pt x="528" y="0"/>
                  </a:moveTo>
                  <a:cubicBezTo>
                    <a:pt x="464" y="36"/>
                    <a:pt x="400" y="72"/>
                    <a:pt x="336" y="240"/>
                  </a:cubicBezTo>
                  <a:cubicBezTo>
                    <a:pt x="272" y="408"/>
                    <a:pt x="200" y="832"/>
                    <a:pt x="144" y="1008"/>
                  </a:cubicBezTo>
                  <a:cubicBezTo>
                    <a:pt x="88" y="1184"/>
                    <a:pt x="44" y="1240"/>
                    <a:pt x="0" y="1296"/>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44" name="Text Box 39"/>
            <p:cNvSpPr txBox="1">
              <a:spLocks noChangeArrowheads="1"/>
            </p:cNvSpPr>
            <p:nvPr/>
          </p:nvSpPr>
          <p:spPr bwMode="auto">
            <a:xfrm>
              <a:off x="5485604" y="1183749"/>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20545" name="Freeform 40"/>
            <p:cNvSpPr>
              <a:spLocks noChangeArrowheads="1"/>
            </p:cNvSpPr>
            <p:nvPr/>
          </p:nvSpPr>
          <p:spPr bwMode="auto">
            <a:xfrm>
              <a:off x="4966466" y="1643822"/>
              <a:ext cx="793597" cy="1857854"/>
            </a:xfrm>
            <a:custGeom>
              <a:avLst/>
              <a:gdLst>
                <a:gd name="T0" fmla="*/ 2147483646 w 528"/>
                <a:gd name="T1" fmla="*/ 0 h 1488"/>
                <a:gd name="T2" fmla="*/ 2147483646 w 528"/>
                <a:gd name="T3" fmla="*/ 2147483646 h 1488"/>
                <a:gd name="T4" fmla="*/ 2147483646 w 528"/>
                <a:gd name="T5" fmla="*/ 2147483646 h 1488"/>
                <a:gd name="T6" fmla="*/ 0 w 528"/>
                <a:gd name="T7" fmla="*/ 2147483646 h 1488"/>
                <a:gd name="T8" fmla="*/ 0 60000 65536"/>
                <a:gd name="T9" fmla="*/ 0 60000 65536"/>
                <a:gd name="T10" fmla="*/ 0 60000 65536"/>
                <a:gd name="T11" fmla="*/ 0 60000 65536"/>
                <a:gd name="T12" fmla="*/ 0 w 528"/>
                <a:gd name="T13" fmla="*/ 0 h 1488"/>
                <a:gd name="T14" fmla="*/ 528 w 528"/>
                <a:gd name="T15" fmla="*/ 1488 h 1488"/>
              </a:gdLst>
              <a:ahLst/>
              <a:cxnLst>
                <a:cxn ang="T8">
                  <a:pos x="T0" y="T1"/>
                </a:cxn>
                <a:cxn ang="T9">
                  <a:pos x="T2" y="T3"/>
                </a:cxn>
                <a:cxn ang="T10">
                  <a:pos x="T4" y="T5"/>
                </a:cxn>
                <a:cxn ang="T11">
                  <a:pos x="T6" y="T7"/>
                </a:cxn>
              </a:cxnLst>
              <a:rect l="T12" t="T13" r="T14" b="T15"/>
              <a:pathLst>
                <a:path w="528" h="1488">
                  <a:moveTo>
                    <a:pt x="528" y="0"/>
                  </a:moveTo>
                  <a:cubicBezTo>
                    <a:pt x="504" y="48"/>
                    <a:pt x="480" y="96"/>
                    <a:pt x="432" y="288"/>
                  </a:cubicBezTo>
                  <a:cubicBezTo>
                    <a:pt x="384" y="480"/>
                    <a:pt x="312" y="952"/>
                    <a:pt x="240" y="1152"/>
                  </a:cubicBezTo>
                  <a:cubicBezTo>
                    <a:pt x="168" y="1352"/>
                    <a:pt x="84" y="1420"/>
                    <a:pt x="0" y="1488"/>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46" name="Text Box 41"/>
            <p:cNvSpPr txBox="1">
              <a:spLocks noChangeArrowheads="1"/>
            </p:cNvSpPr>
            <p:nvPr/>
          </p:nvSpPr>
          <p:spPr bwMode="auto">
            <a:xfrm>
              <a:off x="5539044" y="1879441"/>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20547" name="Text Box 42"/>
            <p:cNvSpPr txBox="1">
              <a:spLocks noChangeArrowheads="1"/>
            </p:cNvSpPr>
            <p:nvPr/>
          </p:nvSpPr>
          <p:spPr bwMode="auto">
            <a:xfrm>
              <a:off x="6358461" y="3428617"/>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20548" name="Text Box 44"/>
            <p:cNvSpPr txBox="1">
              <a:spLocks noChangeArrowheads="1"/>
            </p:cNvSpPr>
            <p:nvPr/>
          </p:nvSpPr>
          <p:spPr bwMode="auto">
            <a:xfrm>
              <a:off x="6857345" y="2347649"/>
              <a:ext cx="380962"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F</a:t>
              </a:r>
            </a:p>
          </p:txBody>
        </p:sp>
        <p:sp>
          <p:nvSpPr>
            <p:cNvPr id="112" name="Text Box 45"/>
            <p:cNvSpPr txBox="1">
              <a:spLocks noChangeArrowheads="1"/>
            </p:cNvSpPr>
            <p:nvPr/>
          </p:nvSpPr>
          <p:spPr bwMode="auto">
            <a:xfrm>
              <a:off x="7273925" y="2274888"/>
              <a:ext cx="1019175" cy="5842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10</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T→T*F</a:t>
              </a:r>
              <a:r>
                <a:rPr lang="en-US" altLang="zh-CN" sz="1600" b="1" i="1">
                  <a:solidFill>
                    <a:srgbClr val="000000"/>
                  </a:solidFill>
                  <a:latin typeface="Times New Roman" panose="02020603050405020304" pitchFamily="18" charset="0"/>
                  <a:cs typeface="Times New Roman" panose="02020603050405020304" pitchFamily="18" charset="0"/>
                </a:rPr>
                <a:t> · </a:t>
              </a:r>
              <a:endParaRPr kumimoji="1" lang="en-US" altLang="zh-CN" sz="1600" b="1" i="1">
                <a:solidFill>
                  <a:srgbClr val="000000"/>
                </a:solidFill>
                <a:latin typeface="Times New Roman" panose="02020603050405020304" pitchFamily="18" charset="0"/>
              </a:endParaRPr>
            </a:p>
          </p:txBody>
        </p:sp>
        <p:sp>
          <p:nvSpPr>
            <p:cNvPr id="20550" name="Text Box 46"/>
            <p:cNvSpPr txBox="1">
              <a:spLocks noChangeArrowheads="1"/>
            </p:cNvSpPr>
            <p:nvPr/>
          </p:nvSpPr>
          <p:spPr bwMode="auto">
            <a:xfrm>
              <a:off x="5930092" y="3402956"/>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20551" name="Text Box 47"/>
            <p:cNvSpPr txBox="1">
              <a:spLocks noChangeArrowheads="1"/>
            </p:cNvSpPr>
            <p:nvPr/>
          </p:nvSpPr>
          <p:spPr bwMode="auto">
            <a:xfrm>
              <a:off x="7682689" y="3888277"/>
              <a:ext cx="380962" cy="36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1800" b="1">
                  <a:solidFill>
                    <a:srgbClr val="000000"/>
                  </a:solidFill>
                  <a:latin typeface="Times New Roman" panose="02020603050405020304" pitchFamily="18" charset="0"/>
                </a:rPr>
                <a:t>)</a:t>
              </a:r>
            </a:p>
          </p:txBody>
        </p:sp>
        <p:sp>
          <p:nvSpPr>
            <p:cNvPr id="115" name="Text Box 48"/>
            <p:cNvSpPr txBox="1">
              <a:spLocks noChangeArrowheads="1"/>
            </p:cNvSpPr>
            <p:nvPr/>
          </p:nvSpPr>
          <p:spPr bwMode="auto">
            <a:xfrm>
              <a:off x="7281863" y="4230688"/>
              <a:ext cx="1000125" cy="5842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I</a:t>
              </a:r>
              <a:r>
                <a:rPr kumimoji="1" lang="en-US" altLang="zh-CN" sz="1600" b="1" i="1" baseline="-25000">
                  <a:solidFill>
                    <a:srgbClr val="000000"/>
                  </a:solidFill>
                  <a:latin typeface="Times New Roman" panose="02020603050405020304" pitchFamily="18" charset="0"/>
                </a:rPr>
                <a:t>11</a:t>
              </a:r>
              <a:r>
                <a:rPr kumimoji="1" lang="en-US" altLang="zh-CN" sz="1600" b="1">
                  <a:solidFill>
                    <a:srgbClr val="000000"/>
                  </a:solidFill>
                  <a:latin typeface="Times New Roman" panose="02020603050405020304" pitchFamily="18" charset="0"/>
                </a:rPr>
                <a:t>:</a:t>
              </a:r>
            </a:p>
            <a:p>
              <a:pPr>
                <a:buClr>
                  <a:srgbClr val="073E87"/>
                </a:buClr>
                <a:buSzPct val="75000"/>
                <a:buFont typeface="Monotype Sorts"/>
                <a:buNone/>
                <a:defRPr/>
              </a:pPr>
              <a:r>
                <a:rPr kumimoji="1" lang="en-US" altLang="zh-CN" sz="1600" b="1" i="1">
                  <a:solidFill>
                    <a:srgbClr val="000000"/>
                  </a:solidFill>
                  <a:latin typeface="Times New Roman" panose="02020603050405020304" pitchFamily="18" charset="0"/>
                </a:rPr>
                <a:t>F→</a:t>
              </a:r>
              <a:r>
                <a:rPr kumimoji="1" lang="en-US" altLang="zh-CN" sz="1600" b="1">
                  <a:solidFill>
                    <a:srgbClr val="000000"/>
                  </a:solidFill>
                  <a:latin typeface="Times New Roman" panose="02020603050405020304" pitchFamily="18" charset="0"/>
                </a:rPr>
                <a:t>(</a:t>
              </a:r>
              <a:r>
                <a:rPr kumimoji="1" lang="en-US" altLang="zh-CN" sz="1600" b="1" i="1">
                  <a:solidFill>
                    <a:srgbClr val="000000"/>
                  </a:solidFill>
                  <a:latin typeface="Times New Roman" panose="02020603050405020304" pitchFamily="18" charset="0"/>
                </a:rPr>
                <a:t>E</a:t>
              </a:r>
              <a:r>
                <a:rPr kumimoji="1" lang="en-US" altLang="zh-CN" sz="1600" b="1">
                  <a:solidFill>
                    <a:srgbClr val="000000"/>
                  </a:solidFill>
                  <a:latin typeface="Times New Roman" panose="02020603050405020304" pitchFamily="18" charset="0"/>
                </a:rPr>
                <a:t>)</a:t>
              </a:r>
              <a:r>
                <a:rPr lang="en-US" altLang="zh-CN" sz="1600" b="1" i="1">
                  <a:solidFill>
                    <a:srgbClr val="000000"/>
                  </a:solidFill>
                  <a:latin typeface="Times New Roman" panose="02020603050405020304" pitchFamily="18" charset="0"/>
                  <a:cs typeface="Times New Roman" panose="02020603050405020304" pitchFamily="18" charset="0"/>
                </a:rPr>
                <a:t> · </a:t>
              </a:r>
              <a:endParaRPr kumimoji="1" lang="en-US" altLang="zh-CN" sz="1600" b="1" i="1">
                <a:solidFill>
                  <a:srgbClr val="000000"/>
                </a:solidFill>
                <a:latin typeface="Times New Roman" panose="02020603050405020304" pitchFamily="18" charset="0"/>
              </a:endParaRPr>
            </a:p>
          </p:txBody>
        </p:sp>
        <p:sp>
          <p:nvSpPr>
            <p:cNvPr id="20553" name="Text Box 49"/>
            <p:cNvSpPr txBox="1">
              <a:spLocks noChangeArrowheads="1"/>
            </p:cNvSpPr>
            <p:nvPr/>
          </p:nvSpPr>
          <p:spPr bwMode="auto">
            <a:xfrm>
              <a:off x="8402676" y="3221535"/>
              <a:ext cx="380962"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20554" name="Line 50"/>
            <p:cNvSpPr>
              <a:spLocks noChangeShapeType="1"/>
            </p:cNvSpPr>
            <p:nvPr/>
          </p:nvSpPr>
          <p:spPr bwMode="auto">
            <a:xfrm flipH="1">
              <a:off x="6833483" y="1929667"/>
              <a:ext cx="439826" cy="62527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555" name="Text Box 51"/>
            <p:cNvSpPr txBox="1">
              <a:spLocks noChangeArrowheads="1"/>
            </p:cNvSpPr>
            <p:nvPr/>
          </p:nvSpPr>
          <p:spPr bwMode="auto">
            <a:xfrm>
              <a:off x="7009729" y="1702502"/>
              <a:ext cx="457154" cy="461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20556" name="Freeform 52"/>
            <p:cNvSpPr>
              <a:spLocks noChangeArrowheads="1"/>
            </p:cNvSpPr>
            <p:nvPr/>
          </p:nvSpPr>
          <p:spPr bwMode="auto">
            <a:xfrm>
              <a:off x="6969956" y="1096057"/>
              <a:ext cx="1758944" cy="2286589"/>
            </a:xfrm>
            <a:custGeom>
              <a:avLst/>
              <a:gdLst>
                <a:gd name="T0" fmla="*/ 2147483646 w 1712"/>
                <a:gd name="T1" fmla="*/ 2147483646 h 2352"/>
                <a:gd name="T2" fmla="*/ 2147483646 w 1712"/>
                <a:gd name="T3" fmla="*/ 2147483646 h 2352"/>
                <a:gd name="T4" fmla="*/ 2147483646 w 1712"/>
                <a:gd name="T5" fmla="*/ 2147483646 h 2352"/>
                <a:gd name="T6" fmla="*/ 2147483646 w 1712"/>
                <a:gd name="T7" fmla="*/ 2147483646 h 2352"/>
                <a:gd name="T8" fmla="*/ 2147483646 w 1712"/>
                <a:gd name="T9" fmla="*/ 2147483646 h 2352"/>
                <a:gd name="T10" fmla="*/ 0 w 1712"/>
                <a:gd name="T11" fmla="*/ 0 h 2352"/>
                <a:gd name="T12" fmla="*/ 0 60000 65536"/>
                <a:gd name="T13" fmla="*/ 0 60000 65536"/>
                <a:gd name="T14" fmla="*/ 0 60000 65536"/>
                <a:gd name="T15" fmla="*/ 0 60000 65536"/>
                <a:gd name="T16" fmla="*/ 0 60000 65536"/>
                <a:gd name="T17" fmla="*/ 0 60000 65536"/>
                <a:gd name="T18" fmla="*/ 0 w 1712"/>
                <a:gd name="T19" fmla="*/ 0 h 2352"/>
                <a:gd name="T20" fmla="*/ 1712 w 1712"/>
                <a:gd name="T21" fmla="*/ 2352 h 2352"/>
              </a:gdLst>
              <a:ahLst/>
              <a:cxnLst>
                <a:cxn ang="T12">
                  <a:pos x="T0" y="T1"/>
                </a:cxn>
                <a:cxn ang="T13">
                  <a:pos x="T2" y="T3"/>
                </a:cxn>
                <a:cxn ang="T14">
                  <a:pos x="T4" y="T5"/>
                </a:cxn>
                <a:cxn ang="T15">
                  <a:pos x="T6" y="T7"/>
                </a:cxn>
                <a:cxn ang="T16">
                  <a:pos x="T8" y="T9"/>
                </a:cxn>
                <a:cxn ang="T17">
                  <a:pos x="T10" y="T11"/>
                </a:cxn>
              </a:cxnLst>
              <a:rect l="T18" t="T19" r="T20" b="T21"/>
              <a:pathLst>
                <a:path w="1712" h="2352">
                  <a:moveTo>
                    <a:pt x="1440" y="2352"/>
                  </a:moveTo>
                  <a:cubicBezTo>
                    <a:pt x="1516" y="2060"/>
                    <a:pt x="1592" y="1768"/>
                    <a:pt x="1632" y="1488"/>
                  </a:cubicBezTo>
                  <a:cubicBezTo>
                    <a:pt x="1672" y="1208"/>
                    <a:pt x="1712" y="888"/>
                    <a:pt x="1680" y="672"/>
                  </a:cubicBezTo>
                  <a:cubicBezTo>
                    <a:pt x="1648" y="456"/>
                    <a:pt x="1536" y="296"/>
                    <a:pt x="1440" y="192"/>
                  </a:cubicBezTo>
                  <a:cubicBezTo>
                    <a:pt x="1344" y="88"/>
                    <a:pt x="1344" y="80"/>
                    <a:pt x="1104" y="48"/>
                  </a:cubicBezTo>
                  <a:cubicBezTo>
                    <a:pt x="864" y="16"/>
                    <a:pt x="152" y="0"/>
                    <a:pt x="0" y="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57" name="Freeform 54"/>
            <p:cNvSpPr>
              <a:spLocks noChangeArrowheads="1"/>
            </p:cNvSpPr>
            <p:nvPr/>
          </p:nvSpPr>
          <p:spPr bwMode="auto">
            <a:xfrm>
              <a:off x="4985874" y="3475793"/>
              <a:ext cx="971377" cy="845200"/>
            </a:xfrm>
            <a:custGeom>
              <a:avLst/>
              <a:gdLst>
                <a:gd name="T0" fmla="*/ 2147483646 w 640"/>
                <a:gd name="T1" fmla="*/ 0 h 1104"/>
                <a:gd name="T2" fmla="*/ 2147483646 w 640"/>
                <a:gd name="T3" fmla="*/ 2147483646 h 1104"/>
                <a:gd name="T4" fmla="*/ 2147483646 w 640"/>
                <a:gd name="T5" fmla="*/ 2147483646 h 1104"/>
                <a:gd name="T6" fmla="*/ 0 w 640"/>
                <a:gd name="T7" fmla="*/ 2147483646 h 1104"/>
                <a:gd name="T8" fmla="*/ 0 60000 65536"/>
                <a:gd name="T9" fmla="*/ 0 60000 65536"/>
                <a:gd name="T10" fmla="*/ 0 60000 65536"/>
                <a:gd name="T11" fmla="*/ 0 60000 65536"/>
                <a:gd name="T12" fmla="*/ 0 w 640"/>
                <a:gd name="T13" fmla="*/ 0 h 1104"/>
                <a:gd name="T14" fmla="*/ 640 w 640"/>
                <a:gd name="T15" fmla="*/ 1104 h 1104"/>
              </a:gdLst>
              <a:ahLst/>
              <a:cxnLst>
                <a:cxn ang="T8">
                  <a:pos x="T0" y="T1"/>
                </a:cxn>
                <a:cxn ang="T9">
                  <a:pos x="T2" y="T3"/>
                </a:cxn>
                <a:cxn ang="T10">
                  <a:pos x="T4" y="T5"/>
                </a:cxn>
                <a:cxn ang="T11">
                  <a:pos x="T6" y="T7"/>
                </a:cxn>
              </a:cxnLst>
              <a:rect l="T12" t="T13" r="T14" b="T15"/>
              <a:pathLst>
                <a:path w="640" h="1104">
                  <a:moveTo>
                    <a:pt x="624" y="0"/>
                  </a:moveTo>
                  <a:cubicBezTo>
                    <a:pt x="632" y="144"/>
                    <a:pt x="640" y="288"/>
                    <a:pt x="624" y="384"/>
                  </a:cubicBezTo>
                  <a:cubicBezTo>
                    <a:pt x="608" y="480"/>
                    <a:pt x="632" y="456"/>
                    <a:pt x="528" y="576"/>
                  </a:cubicBezTo>
                  <a:cubicBezTo>
                    <a:pt x="424" y="696"/>
                    <a:pt x="212" y="900"/>
                    <a:pt x="0" y="1104"/>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558" name="Text Box 56"/>
            <p:cNvSpPr txBox="1">
              <a:spLocks noChangeArrowheads="1"/>
            </p:cNvSpPr>
            <p:nvPr/>
          </p:nvSpPr>
          <p:spPr bwMode="auto">
            <a:xfrm>
              <a:off x="7001688" y="571500"/>
              <a:ext cx="457154" cy="400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sp>
        <p:nvSpPr>
          <p:cNvPr id="2" name="灯片编号占位符 1">
            <a:extLst>
              <a:ext uri="{FF2B5EF4-FFF2-40B4-BE49-F238E27FC236}">
                <a16:creationId xmlns:a16="http://schemas.microsoft.com/office/drawing/2014/main" id="{878B0EAA-7DB8-4102-A82C-79AF8611F982}"/>
              </a:ext>
            </a:extLst>
          </p:cNvPr>
          <p:cNvSpPr>
            <a:spLocks noGrp="1"/>
          </p:cNvSpPr>
          <p:nvPr>
            <p:ph type="sldNum" sz="quarter" idx="12"/>
          </p:nvPr>
        </p:nvSpPr>
        <p:spPr/>
        <p:txBody>
          <a:bodyPr/>
          <a:lstStyle/>
          <a:p>
            <a:pPr>
              <a:defRPr/>
            </a:pPr>
            <a:fld id="{76D20AB1-C80E-44EB-B890-88EEF3B3DC08}" type="slidenum">
              <a:rPr lang="zh-CN" altLang="en-US" smtClean="0"/>
              <a:pPr>
                <a:defRPr/>
              </a:pPr>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755650" y="268288"/>
            <a:ext cx="8208963" cy="358775"/>
          </a:xfrm>
        </p:spPr>
        <p:txBody>
          <a:bodyPr/>
          <a:lstStyle/>
          <a:p>
            <a:pPr eaLnBrk="1" hangingPunct="1"/>
            <a:r>
              <a:rPr lang="zh-CN" altLang="en-US" sz="2800" dirty="0">
                <a:latin typeface="微软雅黑" panose="020B0503020204020204" pitchFamily="34" charset="-122"/>
                <a:ea typeface="微软雅黑" panose="020B0503020204020204" pitchFamily="34" charset="-122"/>
              </a:rPr>
              <a:t>表达式文法的</a:t>
            </a:r>
            <a:r>
              <a:rPr lang="en-US" altLang="zh-CN" sz="2800" i="1" dirty="0">
                <a:ea typeface="黑体" panose="02010609060101010101" pitchFamily="49" charset="-122"/>
              </a:rPr>
              <a:t>SLR</a:t>
            </a:r>
            <a:r>
              <a:rPr lang="zh-CN" altLang="en-US" sz="2800" dirty="0">
                <a:latin typeface="微软雅黑" panose="020B0503020204020204" pitchFamily="34" charset="-122"/>
                <a:ea typeface="微软雅黑" panose="020B0503020204020204" pitchFamily="34" charset="-122"/>
              </a:rPr>
              <a:t>分析表</a:t>
            </a:r>
            <a:endParaRPr lang="zh-CN" altLang="zh-CN" sz="2800"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Group 18"/>
          <p:cNvGraphicFramePr>
            <a:graphicFrameLocks noGrp="1"/>
          </p:cNvGraphicFramePr>
          <p:nvPr>
            <p:extLst>
              <p:ext uri="{D42A27DB-BD31-4B8C-83A1-F6EECF244321}">
                <p14:modId xmlns:p14="http://schemas.microsoft.com/office/powerpoint/2010/main" val="3181780274"/>
              </p:ext>
            </p:extLst>
          </p:nvPr>
        </p:nvGraphicFramePr>
        <p:xfrm>
          <a:off x="2555776" y="700088"/>
          <a:ext cx="5977036" cy="4408493"/>
        </p:xfrm>
        <a:graphic>
          <a:graphicData uri="http://schemas.openxmlformats.org/drawingml/2006/table">
            <a:tbl>
              <a:tblPr/>
              <a:tblGrid>
                <a:gridCol w="663708">
                  <a:extLst>
                    <a:ext uri="{9D8B030D-6E8A-4147-A177-3AD203B41FA5}">
                      <a16:colId xmlns:a16="http://schemas.microsoft.com/office/drawing/2014/main" val="20000"/>
                    </a:ext>
                  </a:extLst>
                </a:gridCol>
                <a:gridCol w="608807">
                  <a:extLst>
                    <a:ext uri="{9D8B030D-6E8A-4147-A177-3AD203B41FA5}">
                      <a16:colId xmlns:a16="http://schemas.microsoft.com/office/drawing/2014/main" val="20001"/>
                    </a:ext>
                  </a:extLst>
                </a:gridCol>
                <a:gridCol w="608806">
                  <a:extLst>
                    <a:ext uri="{9D8B030D-6E8A-4147-A177-3AD203B41FA5}">
                      <a16:colId xmlns:a16="http://schemas.microsoft.com/office/drawing/2014/main" val="20002"/>
                    </a:ext>
                  </a:extLst>
                </a:gridCol>
                <a:gridCol w="664929">
                  <a:extLst>
                    <a:ext uri="{9D8B030D-6E8A-4147-A177-3AD203B41FA5}">
                      <a16:colId xmlns:a16="http://schemas.microsoft.com/office/drawing/2014/main" val="20003"/>
                    </a:ext>
                  </a:extLst>
                </a:gridCol>
                <a:gridCol w="774733">
                  <a:extLst>
                    <a:ext uri="{9D8B030D-6E8A-4147-A177-3AD203B41FA5}">
                      <a16:colId xmlns:a16="http://schemas.microsoft.com/office/drawing/2014/main" val="20004"/>
                    </a:ext>
                  </a:extLst>
                </a:gridCol>
                <a:gridCol w="663708">
                  <a:extLst>
                    <a:ext uri="{9D8B030D-6E8A-4147-A177-3AD203B41FA5}">
                      <a16:colId xmlns:a16="http://schemas.microsoft.com/office/drawing/2014/main" val="20005"/>
                    </a:ext>
                  </a:extLst>
                </a:gridCol>
                <a:gridCol w="663708">
                  <a:extLst>
                    <a:ext uri="{9D8B030D-6E8A-4147-A177-3AD203B41FA5}">
                      <a16:colId xmlns:a16="http://schemas.microsoft.com/office/drawing/2014/main" val="20006"/>
                    </a:ext>
                  </a:extLst>
                </a:gridCol>
                <a:gridCol w="442879">
                  <a:extLst>
                    <a:ext uri="{9D8B030D-6E8A-4147-A177-3AD203B41FA5}">
                      <a16:colId xmlns:a16="http://schemas.microsoft.com/office/drawing/2014/main" val="20007"/>
                    </a:ext>
                  </a:extLst>
                </a:gridCol>
                <a:gridCol w="387977">
                  <a:extLst>
                    <a:ext uri="{9D8B030D-6E8A-4147-A177-3AD203B41FA5}">
                      <a16:colId xmlns:a16="http://schemas.microsoft.com/office/drawing/2014/main" val="20008"/>
                    </a:ext>
                  </a:extLst>
                </a:gridCol>
                <a:gridCol w="497781">
                  <a:extLst>
                    <a:ext uri="{9D8B030D-6E8A-4147-A177-3AD203B41FA5}">
                      <a16:colId xmlns:a16="http://schemas.microsoft.com/office/drawing/2014/main" val="20009"/>
                    </a:ext>
                  </a:extLst>
                </a:gridCol>
              </a:tblGrid>
              <a:tr h="312738">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000000"/>
                          </a:solidFill>
                          <a:effectLst/>
                          <a:latin typeface="华文楷体" pitchFamily="2" charset="-122"/>
                          <a:ea typeface="华文楷体" pitchFamily="2" charset="-122"/>
                          <a:cs typeface="Times New Roman" pitchFamily="18" charset="0"/>
                        </a:rPr>
                        <a:t>状态</a:t>
                      </a:r>
                    </a:p>
                  </a:txBody>
                  <a:tcPr marL="91442" marR="91442" marT="34283" marB="3428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itchFamily="18" charset="0"/>
                          <a:ea typeface="楷体" pitchFamily="49" charset="-122"/>
                        </a:rPr>
                        <a:t>ACTION</a:t>
                      </a:r>
                      <a:endParaRPr kumimoji="0" lang="zh-CN" altLang="en-US" sz="1600" b="1" i="1" u="none" strike="noStrike" cap="none" normalizeH="0" baseline="0">
                        <a:ln>
                          <a:noFill/>
                        </a:ln>
                        <a:solidFill>
                          <a:schemeClr val="tx1"/>
                        </a:solidFill>
                        <a:effectLst/>
                        <a:latin typeface="Times New Roman" pitchFamily="18" charset="0"/>
                        <a:ea typeface="楷体" pitchFamily="49"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itchFamily="18" charset="0"/>
                          <a:ea typeface="楷体" pitchFamily="49" charset="-122"/>
                        </a:rPr>
                        <a:t>GOTO</a:t>
                      </a:r>
                      <a:endParaRPr kumimoji="0" lang="zh-CN" altLang="en-US" sz="1600" b="1" i="1" u="none" strike="noStrike" cap="none" normalizeH="0" baseline="0">
                        <a:ln>
                          <a:noFill/>
                        </a:ln>
                        <a:solidFill>
                          <a:schemeClr val="tx1"/>
                        </a:solidFill>
                        <a:effectLst/>
                        <a:latin typeface="Times New Roman" pitchFamily="18" charset="0"/>
                        <a:ea typeface="楷体" pitchFamily="49"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12738">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id</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华文楷体" pitchFamily="2" charset="-122"/>
                          <a:ea typeface="华文楷体" pitchFamily="2" charset="-122"/>
                        </a:rPr>
                        <a:t>＋</a:t>
                      </a: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楷体_GB2312"/>
                          <a:cs typeface="Times New Roman" pitchFamily="18" charset="0"/>
                        </a:rPr>
                        <a:t>*</a:t>
                      </a:r>
                      <a:endParaRPr kumimoji="0" lang="zh-CN" altLang="en-US" sz="1600" b="1" i="0" u="none" strike="noStrike" cap="none" normalizeH="0" baseline="0">
                        <a:ln>
                          <a:noFill/>
                        </a:ln>
                        <a:solidFill>
                          <a:schemeClr val="tx1"/>
                        </a:solidFill>
                        <a:effectLst/>
                        <a:latin typeface="Times New Roman" pitchFamily="18" charset="0"/>
                        <a:ea typeface="楷体_GB231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a:t>
                      </a: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a:t>
                      </a: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华文楷体" pitchFamily="2" charset="-122"/>
                          <a:ea typeface="华文楷体" pitchFamily="2" charset="-122"/>
                          <a:cs typeface="Times New Roman" pitchFamily="18" charset="0"/>
                        </a:rPr>
                        <a:t>$</a:t>
                      </a: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 </a:t>
                      </a:r>
                      <a:endParaRPr kumimoji="0" lang="zh-CN" altLang="en-US"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itchFamily="18" charset="0"/>
                          <a:ea typeface="楷体" pitchFamily="49" charset="-122"/>
                        </a:rPr>
                        <a:t>E</a:t>
                      </a:r>
                      <a:endParaRPr kumimoji="0" lang="zh-CN" altLang="en-US" sz="1600" b="1" i="1" u="none" strike="noStrike" cap="none" normalizeH="0" baseline="0">
                        <a:ln>
                          <a:noFill/>
                        </a:ln>
                        <a:solidFill>
                          <a:schemeClr val="tx1"/>
                        </a:solidFill>
                        <a:effectLst/>
                        <a:latin typeface="Times New Roman" pitchFamily="18" charset="0"/>
                        <a:ea typeface="楷体" pitchFamily="49"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chemeClr val="tx1"/>
                          </a:solidFill>
                          <a:effectLst/>
                          <a:latin typeface="Times New Roman" pitchFamily="18" charset="0"/>
                          <a:ea typeface="楷体" pitchFamily="49" charset="-122"/>
                        </a:rPr>
                        <a:t>T</a:t>
                      </a:r>
                      <a:endParaRPr kumimoji="0" lang="zh-CN" altLang="en-US" sz="1600" b="1" i="1" u="none" strike="noStrike" cap="none" normalizeH="0" baseline="0">
                        <a:ln>
                          <a:noFill/>
                        </a:ln>
                        <a:solidFill>
                          <a:schemeClr val="tx1"/>
                        </a:solidFill>
                        <a:effectLst/>
                        <a:latin typeface="Times New Roman" pitchFamily="18" charset="0"/>
                        <a:ea typeface="楷体" pitchFamily="49"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1" u="none" strike="noStrike" cap="none" normalizeH="0" baseline="0">
                          <a:ln>
                            <a:noFill/>
                          </a:ln>
                          <a:solidFill>
                            <a:srgbClr val="000000"/>
                          </a:solidFill>
                          <a:effectLst/>
                          <a:latin typeface="Times New Roman" pitchFamily="18" charset="0"/>
                          <a:ea typeface="宋体" pitchFamily="2" charset="-122"/>
                        </a:rPr>
                        <a:t>F</a:t>
                      </a:r>
                      <a:endParaRPr kumimoji="0" lang="zh-CN" altLang="en-US" sz="1600" b="1" i="1"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0</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s5</a:t>
                      </a:r>
                      <a:r>
                        <a:rPr kumimoji="1" lang="en-US" altLang="zh-CN" sz="16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a:t>
                      </a:r>
                      <a:r>
                        <a:rPr kumimoji="1" lang="en-US" altLang="zh-CN" sz="1600" b="1" i="0" u="none" strike="noStrike" cap="none" normalizeH="0" baseline="-25000">
                          <a:ln>
                            <a:noFill/>
                          </a:ln>
                          <a:solidFill>
                            <a:schemeClr val="tx1"/>
                          </a:solidFill>
                          <a:effectLst/>
                          <a:latin typeface="Times New Roman" pitchFamily="18" charset="0"/>
                          <a:ea typeface="华文楷体" pitchFamily="2" charset="-122"/>
                          <a:cs typeface="Times New Roman" pitchFamily="18" charset="0"/>
                        </a:rPr>
                        <a:t>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28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1</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s6</a:t>
                      </a:r>
                      <a:endParaRPr kumimoji="0" lang="zh-CN" altLang="en-US"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andara" pitchFamily="34" charset="0"/>
                        <a:ea typeface="华文楷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andara" pitchFamily="34" charset="0"/>
                        <a:ea typeface="华文楷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0" i="0" u="none" strike="noStrike" cap="none" normalizeH="0" baseline="0">
                        <a:ln>
                          <a:noFill/>
                        </a:ln>
                        <a:solidFill>
                          <a:schemeClr val="tx1"/>
                        </a:solidFill>
                        <a:effectLst/>
                        <a:latin typeface="Candara" pitchFamily="34" charset="0"/>
                        <a:ea typeface="华文楷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chemeClr val="tx1"/>
                          </a:solidFill>
                          <a:effectLst/>
                          <a:latin typeface="Times New Roman" pitchFamily="18" charset="0"/>
                          <a:ea typeface="宋体" pitchFamily="2" charset="-122"/>
                        </a:rPr>
                        <a:t>acc</a:t>
                      </a:r>
                      <a:endParaRPr kumimoji="0" lang="zh-CN" altLang="en-US" sz="1600" b="1" i="0" u="none" strike="noStrike" cap="none" normalizeH="0" baseline="0">
                        <a:ln>
                          <a:noFill/>
                        </a:ln>
                        <a:solidFill>
                          <a:schemeClr val="tx1"/>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dirty="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宋体" pitchFamily="2" charset="-122"/>
                        </a:rPr>
                        <a:t>2</a:t>
                      </a:r>
                      <a:endParaRPr kumimoji="0" lang="zh-CN" altLang="en-US" sz="1600" b="1" i="0" u="none" strike="noStrike" cap="none" normalizeH="0" baseline="0" dirty="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r2</a:t>
                      </a:r>
                      <a:r>
                        <a:rPr kumimoji="1" lang="en-US" altLang="zh-CN" sz="1600" b="1" i="0" u="none" strike="noStrike" cap="none" normalizeH="0" baseline="0" dirty="0">
                          <a:ln>
                            <a:noFill/>
                          </a:ln>
                          <a:solidFill>
                            <a:schemeClr val="folHlink"/>
                          </a:solidFill>
                          <a:effectLst/>
                          <a:latin typeface="宋体" pitchFamily="2" charset="-122"/>
                          <a:ea typeface="华文楷体" pitchFamily="2" charset="-122"/>
                          <a:cs typeface="Times New Roman" pitchFamily="18" charset="0"/>
                        </a:rPr>
                        <a:t> </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FF0000"/>
                          </a:solidFill>
                          <a:effectLst/>
                          <a:latin typeface="Times New Roman" pitchFamily="18" charset="0"/>
                          <a:ea typeface="华文楷体" pitchFamily="2" charset="-122"/>
                          <a:cs typeface="Times New Roman" pitchFamily="18" charset="0"/>
                        </a:rPr>
                        <a:t>r2</a:t>
                      </a:r>
                      <a:r>
                        <a:rPr kumimoji="1" lang="en-US" altLang="zh-CN" sz="1600" b="1" i="0" u="none" strike="noStrike" cap="none" normalizeH="0" baseline="0" dirty="0">
                          <a:ln>
                            <a:noFill/>
                          </a:ln>
                          <a:solidFill>
                            <a:srgbClr val="FF0000"/>
                          </a:solidFill>
                          <a:effectLst/>
                          <a:latin typeface="Times New Roman" pitchFamily="18" charset="0"/>
                          <a:ea typeface="+mn-ea"/>
                          <a:cs typeface="Times New Roman" pitchFamily="18" charset="0"/>
                        </a:rPr>
                        <a:t>/s7</a:t>
                      </a:r>
                      <a:endParaRPr kumimoji="0" lang="zh-CN" altLang="en-US" sz="1600" b="1" i="0" u="none" strike="noStrike" cap="none" normalizeH="0" baseline="0" dirty="0">
                        <a:ln>
                          <a:noFill/>
                        </a:ln>
                        <a:solidFill>
                          <a:srgbClr val="FF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r2</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4</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s5</a:t>
                      </a:r>
                      <a:r>
                        <a:rPr kumimoji="1" lang="en-US" altLang="zh-CN" sz="16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8</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2</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宋体" pitchFamily="2" charset="-122"/>
                        </a:rPr>
                        <a:t>5</a:t>
                      </a:r>
                      <a:endParaRPr kumimoji="0" lang="zh-CN" altLang="en-US" sz="1600" b="1" i="0" u="none" strike="noStrike" cap="none" normalizeH="0" baseline="0" dirty="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r6</a:t>
                      </a:r>
                      <a:r>
                        <a:rPr kumimoji="1" lang="en-US" altLang="zh-CN" sz="1600" b="1" i="0" u="none" strike="noStrike" cap="none" normalizeH="0" baseline="0" dirty="0">
                          <a:ln>
                            <a:noFill/>
                          </a:ln>
                          <a:solidFill>
                            <a:schemeClr val="folHlink"/>
                          </a:solidFill>
                          <a:effectLst/>
                          <a:latin typeface="宋体" pitchFamily="2" charset="-122"/>
                          <a:ea typeface="华文楷体" pitchFamily="2" charset="-122"/>
                          <a:cs typeface="Times New Roman" pitchFamily="18" charset="0"/>
                        </a:rPr>
                        <a:t> </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r6</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r6</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r6</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r6</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r6</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6</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s5</a:t>
                      </a:r>
                      <a:r>
                        <a:rPr kumimoji="1" lang="en-US" altLang="zh-CN" sz="1600" b="1" i="0" u="none" strike="noStrike" cap="none" normalizeH="0" baseline="0">
                          <a:ln>
                            <a:noFill/>
                          </a:ln>
                          <a:solidFill>
                            <a:schemeClr val="folHlink"/>
                          </a:solidFill>
                          <a:effectLst/>
                          <a:latin typeface="宋体" pitchFamily="2" charset="-122"/>
                          <a:ea typeface="华文楷体" pitchFamily="2" charset="-122"/>
                          <a:cs typeface="Times New Roman" pitchFamily="18" charset="0"/>
                        </a:rPr>
                        <a:t> </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9</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3</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7</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s4</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10</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8</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s6</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s11</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a:ln>
                            <a:noFill/>
                          </a:ln>
                          <a:solidFill>
                            <a:srgbClr val="000000"/>
                          </a:solidFill>
                          <a:effectLst/>
                          <a:latin typeface="Times New Roman" pitchFamily="18" charset="0"/>
                          <a:ea typeface="宋体" pitchFamily="2" charset="-122"/>
                        </a:rPr>
                        <a:t>9</a:t>
                      </a:r>
                      <a:endParaRPr kumimoji="0" lang="zh-CN" altLang="en-US" sz="1600" b="1" i="0" u="none" strike="noStrike" cap="none" normalizeH="0" baseline="0" dirty="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rgbClr val="FF0000"/>
                          </a:solidFill>
                          <a:effectLst/>
                          <a:latin typeface="Times New Roman" pitchFamily="18" charset="0"/>
                          <a:ea typeface="华文楷体" pitchFamily="2" charset="-122"/>
                          <a:cs typeface="Times New Roman" pitchFamily="18" charset="0"/>
                        </a:rPr>
                        <a:t>r1/s7</a:t>
                      </a:r>
                      <a:endParaRPr kumimoji="0" lang="zh-CN" altLang="en-US" sz="1600" b="1" i="0" u="none" strike="noStrike" cap="none" normalizeH="0" baseline="0" dirty="0">
                        <a:ln>
                          <a:noFill/>
                        </a:ln>
                        <a:solidFill>
                          <a:srgbClr val="FF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r1</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10</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r3</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27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a:ln>
                            <a:noFill/>
                          </a:ln>
                          <a:solidFill>
                            <a:srgbClr val="000000"/>
                          </a:solidFill>
                          <a:effectLst/>
                          <a:latin typeface="Times New Roman" pitchFamily="18" charset="0"/>
                          <a:ea typeface="宋体" pitchFamily="2" charset="-122"/>
                        </a:rPr>
                        <a:t>11</a:t>
                      </a: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a:ln>
                            <a:noFill/>
                          </a:ln>
                          <a:solidFill>
                            <a:schemeClr val="tx1"/>
                          </a:solidFill>
                          <a:effectLst/>
                          <a:latin typeface="Times New Roman" pitchFamily="18" charset="0"/>
                          <a:ea typeface="华文楷体" pitchFamily="2" charset="-122"/>
                          <a:cs typeface="Times New Roman" pitchFamily="18" charset="0"/>
                        </a:rPr>
                        <a:t>r5</a:t>
                      </a:r>
                      <a:endParaRPr kumimoji="0" lang="zh-CN" altLang="en-US" sz="1600" b="1" i="0" u="none" strike="noStrike" cap="none" normalizeH="0" baseline="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itchFamily="18" charset="0"/>
                          <a:ea typeface="华文楷体" pitchFamily="2" charset="-122"/>
                          <a:cs typeface="Times New Roman" pitchFamily="18" charset="0"/>
                        </a:rPr>
                        <a:t>r5</a:t>
                      </a:r>
                      <a:endParaRPr kumimoji="0" lang="zh-CN" altLang="en-US" sz="1600" b="1" i="0" u="none" strike="noStrike" cap="none" normalizeH="0" baseline="0" dirty="0">
                        <a:ln>
                          <a:noFill/>
                        </a:ln>
                        <a:solidFill>
                          <a:srgbClr val="000000"/>
                        </a:solidFill>
                        <a:effectLst/>
                        <a:latin typeface="Times New Roman" pitchFamily="18" charset="0"/>
                        <a:ea typeface="华文楷体" pitchFamily="2" charset="-122"/>
                        <a:cs typeface="Times New Roman" pitchFamily="18" charset="0"/>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en-US" sz="1600" b="1" i="0" u="none" strike="noStrike" cap="none" normalizeH="0" baseline="0" dirty="0">
                        <a:ln>
                          <a:noFill/>
                        </a:ln>
                        <a:solidFill>
                          <a:srgbClr val="000000"/>
                        </a:solidFill>
                        <a:effectLst/>
                        <a:latin typeface="Times New Roman" pitchFamily="18" charset="0"/>
                        <a:ea typeface="宋体" pitchFamily="2" charset="-122"/>
                      </a:endParaRPr>
                    </a:p>
                  </a:txBody>
                  <a:tcPr marL="91442" marR="91442" marT="34283" marB="3428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graphicFrame>
        <p:nvGraphicFramePr>
          <p:cNvPr id="4" name="Group 18">
            <a:extLst>
              <a:ext uri="{FF2B5EF4-FFF2-40B4-BE49-F238E27FC236}">
                <a16:creationId xmlns:a16="http://schemas.microsoft.com/office/drawing/2014/main" id="{9A4275B5-CFB7-4FE4-AB12-75B1A6931191}"/>
              </a:ext>
            </a:extLst>
          </p:cNvPr>
          <p:cNvGraphicFramePr>
            <a:graphicFrameLocks noGrp="1"/>
          </p:cNvGraphicFramePr>
          <p:nvPr>
            <p:extLst>
              <p:ext uri="{D42A27DB-BD31-4B8C-83A1-F6EECF244321}">
                <p14:modId xmlns:p14="http://schemas.microsoft.com/office/powerpoint/2010/main" val="3814490741"/>
              </p:ext>
            </p:extLst>
          </p:nvPr>
        </p:nvGraphicFramePr>
        <p:xfrm>
          <a:off x="251520" y="3594091"/>
          <a:ext cx="2089150" cy="1493836"/>
        </p:xfrm>
        <a:graphic>
          <a:graphicData uri="http://schemas.openxmlformats.org/drawingml/2006/table">
            <a:tbl>
              <a:tblPr/>
              <a:tblGrid>
                <a:gridCol w="360363">
                  <a:extLst>
                    <a:ext uri="{9D8B030D-6E8A-4147-A177-3AD203B41FA5}">
                      <a16:colId xmlns:a16="http://schemas.microsoft.com/office/drawing/2014/main" val="20000"/>
                    </a:ext>
                  </a:extLst>
                </a:gridCol>
                <a:gridCol w="1728787">
                  <a:extLst>
                    <a:ext uri="{9D8B030D-6E8A-4147-A177-3AD203B41FA5}">
                      <a16:colId xmlns:a16="http://schemas.microsoft.com/office/drawing/2014/main" val="20001"/>
                    </a:ext>
                  </a:extLst>
                </a:gridCol>
              </a:tblGrid>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6" name="内容占位符 2">
            <a:extLst>
              <a:ext uri="{FF2B5EF4-FFF2-40B4-BE49-F238E27FC236}">
                <a16:creationId xmlns:a16="http://schemas.microsoft.com/office/drawing/2014/main" id="{B5C43A20-F189-479C-B0A0-A5B3D36802A4}"/>
              </a:ext>
            </a:extLst>
          </p:cNvPr>
          <p:cNvSpPr>
            <a:spLocks noGrp="1"/>
          </p:cNvSpPr>
          <p:nvPr>
            <p:ph idx="1"/>
          </p:nvPr>
        </p:nvSpPr>
        <p:spPr>
          <a:xfrm>
            <a:off x="550863" y="714375"/>
            <a:ext cx="1628775" cy="2701925"/>
          </a:xfrm>
          <a:solidFill>
            <a:schemeClr val="accent5">
              <a:lumMod val="60000"/>
              <a:lumOff val="40000"/>
            </a:schemeClr>
          </a:solidFill>
          <a:ln w="12700">
            <a:solidFill>
              <a:schemeClr val="tx1"/>
            </a:solidFill>
          </a:ln>
        </p:spPr>
        <p:txBody>
          <a:bodyPr anchor="ctr"/>
          <a:lstStyle/>
          <a:p>
            <a:pPr marL="0" indent="0" eaLnBrk="1" hangingPunct="1">
              <a:lnSpc>
                <a:spcPts val="2000"/>
              </a:lnSpc>
              <a:buClrTx/>
              <a:buFont typeface="Symbol" panose="05050102010706020507" pitchFamily="18" charset="2"/>
              <a:buNone/>
              <a:defRPr/>
            </a:pPr>
            <a:r>
              <a:rPr lang="zh-CN" altLang="en-US" sz="2500" b="1" dirty="0">
                <a:solidFill>
                  <a:schemeClr val="tx1"/>
                </a:solidFill>
                <a:latin typeface="Times New Roman" panose="02020603050405020304" pitchFamily="18" charset="0"/>
                <a:cs typeface="Times New Roman" panose="02020603050405020304" pitchFamily="18" charset="0"/>
              </a:rPr>
              <a:t>文法：</a:t>
            </a:r>
            <a:endParaRPr lang="en-US" altLang="zh-CN" b="1" dirty="0">
              <a:solidFill>
                <a:schemeClr val="tx1"/>
              </a:solidFill>
              <a:latin typeface="Times New Roman" panose="02020603050405020304" pitchFamily="18" charset="0"/>
              <a:cs typeface="Times New Roman" panose="02020603050405020304" pitchFamily="18" charset="0"/>
            </a:endParaRP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(0)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i="1" dirty="0">
                <a:latin typeface="Times New Roman" panose="02020603050405020304" pitchFamily="18" charset="0"/>
                <a:ea typeface="宋体" pitchFamily="2" charset="-122"/>
                <a:cs typeface="Times New Roman" panose="02020603050405020304" pitchFamily="18" charset="0"/>
              </a:rPr>
              <a:t> </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(1)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(2)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(3)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(4)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(5)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(6)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id</a:t>
            </a:r>
          </a:p>
        </p:txBody>
      </p:sp>
      <p:sp>
        <p:nvSpPr>
          <p:cNvPr id="2" name="灯片编号占位符 1">
            <a:extLst>
              <a:ext uri="{FF2B5EF4-FFF2-40B4-BE49-F238E27FC236}">
                <a16:creationId xmlns:a16="http://schemas.microsoft.com/office/drawing/2014/main" id="{101BAE24-2B96-4A6D-A50E-3BBF7BAE2CAF}"/>
              </a:ext>
            </a:extLst>
          </p:cNvPr>
          <p:cNvSpPr>
            <a:spLocks noGrp="1"/>
          </p:cNvSpPr>
          <p:nvPr>
            <p:ph type="sldNum" sz="quarter" idx="12"/>
          </p:nvPr>
        </p:nvSpPr>
        <p:spPr/>
        <p:txBody>
          <a:bodyPr/>
          <a:lstStyle/>
          <a:p>
            <a:pPr>
              <a:defRPr/>
            </a:pPr>
            <a:fld id="{76D20AB1-C80E-44EB-B890-88EEF3B3DC08}" type="slidenum">
              <a:rPr lang="zh-CN" altLang="en-US" smtClean="0"/>
              <a:pPr>
                <a:defRPr/>
              </a:pPr>
              <a:t>4</a:t>
            </a:fld>
            <a:endParaRPr lang="en-US" altLang="zh-CN"/>
          </a:p>
        </p:txBody>
      </p:sp>
      <p:sp>
        <p:nvSpPr>
          <p:cNvPr id="3" name="矩形 2">
            <a:extLst>
              <a:ext uri="{FF2B5EF4-FFF2-40B4-BE49-F238E27FC236}">
                <a16:creationId xmlns:a16="http://schemas.microsoft.com/office/drawing/2014/main" id="{8A63C165-7BE5-4E7C-9B91-52BA7E2E7424}"/>
              </a:ext>
            </a:extLst>
          </p:cNvPr>
          <p:cNvSpPr/>
          <p:nvPr/>
        </p:nvSpPr>
        <p:spPr>
          <a:xfrm>
            <a:off x="4514023" y="1995686"/>
            <a:ext cx="490025" cy="288032"/>
          </a:xfrm>
          <a:prstGeom prst="rect">
            <a:avLst/>
          </a:prstGeom>
          <a:solidFill>
            <a:schemeClr val="accent1">
              <a:lumMod val="20000"/>
              <a:lumOff val="80000"/>
            </a:schemeClr>
          </a:solidFill>
        </p:spPr>
        <p:txBody>
          <a:bodyPr wrap="square" lIns="0" rIns="0" anchor="ctr" anchorCtr="0">
            <a:noAutofit/>
          </a:bodyPr>
          <a:lstStyle/>
          <a:p>
            <a:pPr algn="ctr">
              <a:lnSpc>
                <a:spcPts val="1900"/>
              </a:lnSpc>
            </a:pPr>
            <a:r>
              <a:rPr kumimoji="1" lang="en-US" altLang="zh-CN" sz="1600" b="1" dirty="0">
                <a:solidFill>
                  <a:srgbClr val="FF0000"/>
                </a:solidFill>
                <a:latin typeface="Times New Roman" pitchFamily="18" charset="0"/>
                <a:ea typeface="华文楷体" pitchFamily="2" charset="-122"/>
                <a:cs typeface="Times New Roman" pitchFamily="18" charset="0"/>
              </a:rPr>
              <a:t>s7</a:t>
            </a:r>
            <a:endParaRPr lang="zh-CN" altLang="en-US" sz="1600" dirty="0"/>
          </a:p>
        </p:txBody>
      </p:sp>
      <p:sp>
        <p:nvSpPr>
          <p:cNvPr id="8" name="矩形 7">
            <a:extLst>
              <a:ext uri="{FF2B5EF4-FFF2-40B4-BE49-F238E27FC236}">
                <a16:creationId xmlns:a16="http://schemas.microsoft.com/office/drawing/2014/main" id="{01D92559-F977-4685-8EBC-D30E3691521A}"/>
              </a:ext>
            </a:extLst>
          </p:cNvPr>
          <p:cNvSpPr/>
          <p:nvPr/>
        </p:nvSpPr>
        <p:spPr>
          <a:xfrm>
            <a:off x="4514023" y="4187654"/>
            <a:ext cx="490025" cy="288032"/>
          </a:xfrm>
          <a:prstGeom prst="rect">
            <a:avLst/>
          </a:prstGeom>
          <a:solidFill>
            <a:schemeClr val="accent1">
              <a:lumMod val="20000"/>
              <a:lumOff val="80000"/>
            </a:schemeClr>
          </a:solidFill>
        </p:spPr>
        <p:txBody>
          <a:bodyPr wrap="square" lIns="0" rIns="0" anchor="ctr" anchorCtr="0">
            <a:noAutofit/>
          </a:bodyPr>
          <a:lstStyle/>
          <a:p>
            <a:pPr algn="ctr">
              <a:lnSpc>
                <a:spcPts val="1900"/>
              </a:lnSpc>
            </a:pPr>
            <a:r>
              <a:rPr kumimoji="1" lang="en-US" altLang="zh-CN" sz="1600" b="1" dirty="0">
                <a:solidFill>
                  <a:srgbClr val="FF0000"/>
                </a:solidFill>
                <a:latin typeface="Times New Roman" pitchFamily="18" charset="0"/>
                <a:ea typeface="华文楷体" pitchFamily="2" charset="-122"/>
                <a:cs typeface="Times New Roman" pitchFamily="18" charset="0"/>
              </a:rPr>
              <a:t>s7</a:t>
            </a:r>
            <a:endParaRPr lang="zh-CN" altLang="en-US" sz="1600" dirty="0"/>
          </a:p>
        </p:txBody>
      </p:sp>
      <p:sp>
        <p:nvSpPr>
          <p:cNvPr id="9" name="矩形 8">
            <a:extLst>
              <a:ext uri="{FF2B5EF4-FFF2-40B4-BE49-F238E27FC236}">
                <a16:creationId xmlns:a16="http://schemas.microsoft.com/office/drawing/2014/main" id="{44B0586A-A64D-48B4-A76C-39186737D10B}"/>
              </a:ext>
            </a:extLst>
          </p:cNvPr>
          <p:cNvSpPr/>
          <p:nvPr/>
        </p:nvSpPr>
        <p:spPr>
          <a:xfrm>
            <a:off x="3275856" y="1991320"/>
            <a:ext cx="490025" cy="288032"/>
          </a:xfrm>
          <a:prstGeom prst="rect">
            <a:avLst/>
          </a:prstGeom>
          <a:solidFill>
            <a:schemeClr val="accent1">
              <a:lumMod val="20000"/>
              <a:lumOff val="80000"/>
            </a:schemeClr>
          </a:solidFill>
        </p:spPr>
        <p:txBody>
          <a:bodyPr wrap="square" lIns="0" rIns="0" anchor="ctr" anchorCtr="0">
            <a:noAutofit/>
          </a:bodyPr>
          <a:lstStyle/>
          <a:p>
            <a:pPr algn="ctr">
              <a:lnSpc>
                <a:spcPts val="1900"/>
              </a:lnSpc>
            </a:pPr>
            <a:endParaRPr lang="zh-CN" altLang="en-US" sz="1600" dirty="0"/>
          </a:p>
        </p:txBody>
      </p:sp>
      <p:sp>
        <p:nvSpPr>
          <p:cNvPr id="10" name="矩形 9">
            <a:extLst>
              <a:ext uri="{FF2B5EF4-FFF2-40B4-BE49-F238E27FC236}">
                <a16:creationId xmlns:a16="http://schemas.microsoft.com/office/drawing/2014/main" id="{63959E37-AF3F-448C-9066-38FE125AD80D}"/>
              </a:ext>
            </a:extLst>
          </p:cNvPr>
          <p:cNvSpPr/>
          <p:nvPr/>
        </p:nvSpPr>
        <p:spPr>
          <a:xfrm>
            <a:off x="5252346" y="1995686"/>
            <a:ext cx="490025" cy="288032"/>
          </a:xfrm>
          <a:prstGeom prst="rect">
            <a:avLst/>
          </a:prstGeom>
          <a:solidFill>
            <a:schemeClr val="accent1">
              <a:lumMod val="20000"/>
              <a:lumOff val="80000"/>
            </a:schemeClr>
          </a:solidFill>
        </p:spPr>
        <p:txBody>
          <a:bodyPr wrap="square" lIns="0" rIns="0" anchor="ctr" anchorCtr="0">
            <a:noAutofit/>
          </a:bodyPr>
          <a:lstStyle/>
          <a:p>
            <a:pPr algn="ctr">
              <a:lnSpc>
                <a:spcPts val="1900"/>
              </a:lnSpc>
            </a:pPr>
            <a:endParaRPr lang="zh-CN" altLang="en-US" sz="1600" dirty="0"/>
          </a:p>
        </p:txBody>
      </p:sp>
      <p:sp>
        <p:nvSpPr>
          <p:cNvPr id="11" name="矩形 10">
            <a:extLst>
              <a:ext uri="{FF2B5EF4-FFF2-40B4-BE49-F238E27FC236}">
                <a16:creationId xmlns:a16="http://schemas.microsoft.com/office/drawing/2014/main" id="{12E143F4-2845-4BE4-9FF8-FC8392FDD7C7}"/>
              </a:ext>
            </a:extLst>
          </p:cNvPr>
          <p:cNvSpPr/>
          <p:nvPr/>
        </p:nvSpPr>
        <p:spPr>
          <a:xfrm>
            <a:off x="3275856" y="2323452"/>
            <a:ext cx="490025" cy="259056"/>
          </a:xfrm>
          <a:prstGeom prst="rect">
            <a:avLst/>
          </a:prstGeom>
          <a:solidFill>
            <a:schemeClr val="bg1"/>
          </a:solidFill>
        </p:spPr>
        <p:txBody>
          <a:bodyPr wrap="square" lIns="0" tIns="0" rIns="0" bIns="0" anchor="ctr" anchorCtr="0">
            <a:noAutofit/>
          </a:bodyPr>
          <a:lstStyle/>
          <a:p>
            <a:pPr algn="ctr">
              <a:lnSpc>
                <a:spcPts val="1900"/>
              </a:lnSpc>
            </a:pPr>
            <a:endParaRPr lang="zh-CN" altLang="en-US" sz="1600" dirty="0"/>
          </a:p>
        </p:txBody>
      </p:sp>
      <p:sp>
        <p:nvSpPr>
          <p:cNvPr id="12" name="矩形 11">
            <a:extLst>
              <a:ext uri="{FF2B5EF4-FFF2-40B4-BE49-F238E27FC236}">
                <a16:creationId xmlns:a16="http://schemas.microsoft.com/office/drawing/2014/main" id="{60C43952-6160-4E40-BA70-41AAE6C8D94C}"/>
              </a:ext>
            </a:extLst>
          </p:cNvPr>
          <p:cNvSpPr/>
          <p:nvPr/>
        </p:nvSpPr>
        <p:spPr>
          <a:xfrm>
            <a:off x="5277135" y="2301936"/>
            <a:ext cx="490025" cy="288032"/>
          </a:xfrm>
          <a:prstGeom prst="rect">
            <a:avLst/>
          </a:prstGeom>
          <a:solidFill>
            <a:schemeClr val="bg1"/>
          </a:solidFill>
        </p:spPr>
        <p:txBody>
          <a:bodyPr wrap="square" lIns="0" rIns="0" anchor="ctr" anchorCtr="0">
            <a:noAutofit/>
          </a:bodyPr>
          <a:lstStyle/>
          <a:p>
            <a:pPr algn="ctr">
              <a:lnSpc>
                <a:spcPts val="1900"/>
              </a:lnSpc>
            </a:pPr>
            <a:endParaRPr lang="zh-CN" altLang="en-US" sz="1600" dirty="0"/>
          </a:p>
        </p:txBody>
      </p:sp>
      <p:sp>
        <p:nvSpPr>
          <p:cNvPr id="13" name="矩形 12">
            <a:extLst>
              <a:ext uri="{FF2B5EF4-FFF2-40B4-BE49-F238E27FC236}">
                <a16:creationId xmlns:a16="http://schemas.microsoft.com/office/drawing/2014/main" id="{17B201AD-8B88-4BAE-801D-24F60214777B}"/>
              </a:ext>
            </a:extLst>
          </p:cNvPr>
          <p:cNvSpPr/>
          <p:nvPr/>
        </p:nvSpPr>
        <p:spPr>
          <a:xfrm>
            <a:off x="3275856" y="2942548"/>
            <a:ext cx="490025" cy="259056"/>
          </a:xfrm>
          <a:prstGeom prst="rect">
            <a:avLst/>
          </a:prstGeom>
          <a:solidFill>
            <a:schemeClr val="accent1">
              <a:lumMod val="20000"/>
              <a:lumOff val="80000"/>
            </a:schemeClr>
          </a:solidFill>
        </p:spPr>
        <p:txBody>
          <a:bodyPr wrap="square" lIns="0" tIns="0" rIns="0" bIns="0" anchor="ctr" anchorCtr="0">
            <a:noAutofit/>
          </a:bodyPr>
          <a:lstStyle/>
          <a:p>
            <a:pPr algn="ctr">
              <a:lnSpc>
                <a:spcPts val="1900"/>
              </a:lnSpc>
            </a:pPr>
            <a:endParaRPr lang="zh-CN" altLang="en-US" sz="1600" dirty="0"/>
          </a:p>
        </p:txBody>
      </p:sp>
      <p:sp>
        <p:nvSpPr>
          <p:cNvPr id="14" name="矩形 13">
            <a:extLst>
              <a:ext uri="{FF2B5EF4-FFF2-40B4-BE49-F238E27FC236}">
                <a16:creationId xmlns:a16="http://schemas.microsoft.com/office/drawing/2014/main" id="{7F8A7800-4A6E-4A77-A054-36DE2DC6C725}"/>
              </a:ext>
            </a:extLst>
          </p:cNvPr>
          <p:cNvSpPr/>
          <p:nvPr/>
        </p:nvSpPr>
        <p:spPr>
          <a:xfrm flipV="1">
            <a:off x="3275855" y="4187654"/>
            <a:ext cx="490025" cy="288032"/>
          </a:xfrm>
          <a:prstGeom prst="rect">
            <a:avLst/>
          </a:prstGeom>
          <a:solidFill>
            <a:schemeClr val="accent1">
              <a:lumMod val="20000"/>
              <a:lumOff val="80000"/>
            </a:schemeClr>
          </a:solidFill>
        </p:spPr>
        <p:txBody>
          <a:bodyPr wrap="square" lIns="0" tIns="0" rIns="0" bIns="0" anchor="ctr" anchorCtr="0">
            <a:noAutofit/>
          </a:bodyPr>
          <a:lstStyle/>
          <a:p>
            <a:pPr algn="ctr">
              <a:lnSpc>
                <a:spcPts val="1900"/>
              </a:lnSpc>
            </a:pPr>
            <a:endParaRPr lang="zh-CN" altLang="en-US" sz="1600" dirty="0"/>
          </a:p>
        </p:txBody>
      </p:sp>
      <p:sp>
        <p:nvSpPr>
          <p:cNvPr id="15" name="矩形 14">
            <a:extLst>
              <a:ext uri="{FF2B5EF4-FFF2-40B4-BE49-F238E27FC236}">
                <a16:creationId xmlns:a16="http://schemas.microsoft.com/office/drawing/2014/main" id="{D079538E-B0D9-4A74-931B-A8A1122EDBAF}"/>
              </a:ext>
            </a:extLst>
          </p:cNvPr>
          <p:cNvSpPr/>
          <p:nvPr/>
        </p:nvSpPr>
        <p:spPr>
          <a:xfrm flipV="1">
            <a:off x="3275856" y="4494450"/>
            <a:ext cx="490025" cy="288032"/>
          </a:xfrm>
          <a:prstGeom prst="rect">
            <a:avLst/>
          </a:prstGeom>
          <a:solidFill>
            <a:schemeClr val="accent1">
              <a:lumMod val="20000"/>
              <a:lumOff val="80000"/>
            </a:schemeClr>
          </a:solidFill>
        </p:spPr>
        <p:txBody>
          <a:bodyPr wrap="square" lIns="0" tIns="0" rIns="0" bIns="0" anchor="ctr" anchorCtr="0">
            <a:noAutofit/>
          </a:bodyPr>
          <a:lstStyle/>
          <a:p>
            <a:pPr algn="ctr">
              <a:lnSpc>
                <a:spcPts val="1900"/>
              </a:lnSpc>
            </a:pPr>
            <a:endParaRPr lang="zh-CN" altLang="en-US" sz="1600" dirty="0"/>
          </a:p>
        </p:txBody>
      </p:sp>
      <p:sp>
        <p:nvSpPr>
          <p:cNvPr id="16" name="矩形 15">
            <a:extLst>
              <a:ext uri="{FF2B5EF4-FFF2-40B4-BE49-F238E27FC236}">
                <a16:creationId xmlns:a16="http://schemas.microsoft.com/office/drawing/2014/main" id="{26DA22A3-5227-4CF4-8402-CEA04A141787}"/>
              </a:ext>
            </a:extLst>
          </p:cNvPr>
          <p:cNvSpPr/>
          <p:nvPr/>
        </p:nvSpPr>
        <p:spPr>
          <a:xfrm flipV="1">
            <a:off x="3286614" y="4803998"/>
            <a:ext cx="490025" cy="288032"/>
          </a:xfrm>
          <a:prstGeom prst="rect">
            <a:avLst/>
          </a:prstGeom>
          <a:solidFill>
            <a:schemeClr val="accent1">
              <a:lumMod val="20000"/>
              <a:lumOff val="80000"/>
            </a:schemeClr>
          </a:solidFill>
        </p:spPr>
        <p:txBody>
          <a:bodyPr wrap="square" lIns="0" tIns="0" rIns="0" bIns="0" anchor="ctr" anchorCtr="0">
            <a:noAutofit/>
          </a:bodyPr>
          <a:lstStyle/>
          <a:p>
            <a:pPr algn="ctr">
              <a:lnSpc>
                <a:spcPts val="1900"/>
              </a:lnSpc>
            </a:pPr>
            <a:endParaRPr lang="zh-CN" altLang="en-US" sz="1600" dirty="0"/>
          </a:p>
        </p:txBody>
      </p:sp>
      <p:sp>
        <p:nvSpPr>
          <p:cNvPr id="17" name="矩形 16">
            <a:extLst>
              <a:ext uri="{FF2B5EF4-FFF2-40B4-BE49-F238E27FC236}">
                <a16:creationId xmlns:a16="http://schemas.microsoft.com/office/drawing/2014/main" id="{1751F17C-2B78-4540-930F-F080A5C17DF9}"/>
              </a:ext>
            </a:extLst>
          </p:cNvPr>
          <p:cNvSpPr/>
          <p:nvPr/>
        </p:nvSpPr>
        <p:spPr>
          <a:xfrm flipV="1">
            <a:off x="5284595" y="2931790"/>
            <a:ext cx="490025" cy="288032"/>
          </a:xfrm>
          <a:prstGeom prst="rect">
            <a:avLst/>
          </a:prstGeom>
          <a:solidFill>
            <a:schemeClr val="accent1">
              <a:lumMod val="20000"/>
              <a:lumOff val="80000"/>
            </a:schemeClr>
          </a:solidFill>
        </p:spPr>
        <p:txBody>
          <a:bodyPr wrap="square" lIns="0" tIns="0" rIns="0" bIns="0" anchor="ctr" anchorCtr="0">
            <a:noAutofit/>
          </a:bodyPr>
          <a:lstStyle/>
          <a:p>
            <a:pPr algn="ctr">
              <a:lnSpc>
                <a:spcPts val="1900"/>
              </a:lnSpc>
            </a:pPr>
            <a:endParaRPr lang="zh-CN" altLang="en-US" sz="1600" dirty="0"/>
          </a:p>
        </p:txBody>
      </p:sp>
      <p:sp>
        <p:nvSpPr>
          <p:cNvPr id="18" name="矩形 17">
            <a:extLst>
              <a:ext uri="{FF2B5EF4-FFF2-40B4-BE49-F238E27FC236}">
                <a16:creationId xmlns:a16="http://schemas.microsoft.com/office/drawing/2014/main" id="{B463ECF5-1F99-4859-B813-F00C142FDC4F}"/>
              </a:ext>
            </a:extLst>
          </p:cNvPr>
          <p:cNvSpPr/>
          <p:nvPr/>
        </p:nvSpPr>
        <p:spPr>
          <a:xfrm flipV="1">
            <a:off x="5267266" y="4188200"/>
            <a:ext cx="490025" cy="288032"/>
          </a:xfrm>
          <a:prstGeom prst="rect">
            <a:avLst/>
          </a:prstGeom>
          <a:solidFill>
            <a:schemeClr val="accent1">
              <a:lumMod val="20000"/>
              <a:lumOff val="80000"/>
            </a:schemeClr>
          </a:solidFill>
        </p:spPr>
        <p:txBody>
          <a:bodyPr wrap="square" lIns="0" tIns="0" rIns="0" bIns="0" anchor="ctr" anchorCtr="0">
            <a:noAutofit/>
          </a:bodyPr>
          <a:lstStyle/>
          <a:p>
            <a:pPr algn="ctr">
              <a:lnSpc>
                <a:spcPts val="1900"/>
              </a:lnSpc>
            </a:pPr>
            <a:endParaRPr lang="zh-CN" altLang="en-US" sz="1600" dirty="0"/>
          </a:p>
        </p:txBody>
      </p:sp>
      <p:sp>
        <p:nvSpPr>
          <p:cNvPr id="19" name="矩形 18">
            <a:extLst>
              <a:ext uri="{FF2B5EF4-FFF2-40B4-BE49-F238E27FC236}">
                <a16:creationId xmlns:a16="http://schemas.microsoft.com/office/drawing/2014/main" id="{5C9C5E2B-1153-4221-A6E2-5CFDA7398FCA}"/>
              </a:ext>
            </a:extLst>
          </p:cNvPr>
          <p:cNvSpPr/>
          <p:nvPr/>
        </p:nvSpPr>
        <p:spPr>
          <a:xfrm flipV="1">
            <a:off x="5259806" y="4494450"/>
            <a:ext cx="490025" cy="288032"/>
          </a:xfrm>
          <a:prstGeom prst="rect">
            <a:avLst/>
          </a:prstGeom>
          <a:solidFill>
            <a:schemeClr val="accent1">
              <a:lumMod val="20000"/>
              <a:lumOff val="80000"/>
            </a:schemeClr>
          </a:solidFill>
        </p:spPr>
        <p:txBody>
          <a:bodyPr wrap="square" lIns="0" tIns="0" rIns="0" bIns="0" anchor="ctr" anchorCtr="0">
            <a:noAutofit/>
          </a:bodyPr>
          <a:lstStyle/>
          <a:p>
            <a:pPr algn="ctr">
              <a:lnSpc>
                <a:spcPts val="1900"/>
              </a:lnSpc>
            </a:pPr>
            <a:endParaRPr lang="zh-CN" altLang="en-US" sz="1600" dirty="0"/>
          </a:p>
        </p:txBody>
      </p:sp>
      <p:sp>
        <p:nvSpPr>
          <p:cNvPr id="20" name="矩形 19">
            <a:extLst>
              <a:ext uri="{FF2B5EF4-FFF2-40B4-BE49-F238E27FC236}">
                <a16:creationId xmlns:a16="http://schemas.microsoft.com/office/drawing/2014/main" id="{8693A235-2344-437F-A589-9213E4CE2AC2}"/>
              </a:ext>
            </a:extLst>
          </p:cNvPr>
          <p:cNvSpPr/>
          <p:nvPr/>
        </p:nvSpPr>
        <p:spPr>
          <a:xfrm flipV="1">
            <a:off x="5270564" y="4811458"/>
            <a:ext cx="490025" cy="288032"/>
          </a:xfrm>
          <a:prstGeom prst="rect">
            <a:avLst/>
          </a:prstGeom>
          <a:solidFill>
            <a:schemeClr val="accent1">
              <a:lumMod val="20000"/>
              <a:lumOff val="80000"/>
            </a:schemeClr>
          </a:solidFill>
        </p:spPr>
        <p:txBody>
          <a:bodyPr wrap="square" lIns="0" tIns="0" rIns="0" bIns="0" anchor="ctr" anchorCtr="0">
            <a:noAutofit/>
          </a:bodyPr>
          <a:lstStyle/>
          <a:p>
            <a:pPr algn="ctr">
              <a:lnSpc>
                <a:spcPts val="1900"/>
              </a:lnSpc>
            </a:pP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down)">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down)">
                                      <p:cBhvr>
                                        <p:cTn id="26" dur="500"/>
                                        <p:tgtEl>
                                          <p:spTgt spid="13"/>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wipe(down)">
                                      <p:cBhvr>
                                        <p:cTn id="29" dur="500"/>
                                        <p:tgtEl>
                                          <p:spTgt spid="1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down)">
                                      <p:cBhvr>
                                        <p:cTn id="34" dur="500"/>
                                        <p:tgtEl>
                                          <p:spTgt spid="14"/>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down)">
                                      <p:cBhvr>
                                        <p:cTn id="37" dur="500"/>
                                        <p:tgtEl>
                                          <p:spTgt spid="8"/>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down)">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wipe(down)">
                                      <p:cBhvr>
                                        <p:cTn id="45" dur="500"/>
                                        <p:tgtEl>
                                          <p:spTgt spid="15"/>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down)">
                                      <p:cBhvr>
                                        <p:cTn id="48" dur="500"/>
                                        <p:tgtEl>
                                          <p:spTgt spid="1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down)">
                                      <p:cBhvr>
                                        <p:cTn id="53" dur="500"/>
                                        <p:tgtEl>
                                          <p:spTgt spid="16"/>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wipe(down)">
                                      <p:cBhvr>
                                        <p:cTn id="5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4"/>
          <p:cNvSpPr>
            <a:spLocks noGrp="1" noChangeArrowheads="1"/>
          </p:cNvSpPr>
          <p:nvPr>
            <p:ph type="title"/>
          </p:nvPr>
        </p:nvSpPr>
        <p:spPr>
          <a:xfrm>
            <a:off x="755650" y="268288"/>
            <a:ext cx="7931150" cy="358775"/>
          </a:xfrm>
        </p:spPr>
        <p:txBody>
          <a:bodyPr lIns="92075" tIns="46038" rIns="92075" bIns="46038"/>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rPr>
              <a:t>表达式文法的</a:t>
            </a:r>
            <a:r>
              <a:rPr lang="en-US" altLang="zh-CN" sz="3000" i="1" dirty="0">
                <a:solidFill>
                  <a:schemeClr val="tx1"/>
                </a:solidFill>
                <a:ea typeface="黑体" panose="02010609060101010101" pitchFamily="49" charset="-122"/>
              </a:rPr>
              <a:t>SLR</a:t>
            </a:r>
            <a:r>
              <a:rPr lang="zh-CN" altLang="en-US" sz="3000" dirty="0">
                <a:solidFill>
                  <a:schemeClr val="tx1"/>
                </a:solidFill>
                <a:latin typeface="微软雅黑" panose="020B0503020204020204" pitchFamily="34" charset="-122"/>
                <a:ea typeface="微软雅黑" panose="020B0503020204020204" pitchFamily="34" charset="-122"/>
              </a:rPr>
              <a:t>分析表</a:t>
            </a:r>
          </a:p>
        </p:txBody>
      </p:sp>
      <p:graphicFrame>
        <p:nvGraphicFramePr>
          <p:cNvPr id="51202" name="表格 51201"/>
          <p:cNvGraphicFramePr/>
          <p:nvPr>
            <p:extLst>
              <p:ext uri="{D42A27DB-BD31-4B8C-83A1-F6EECF244321}">
                <p14:modId xmlns:p14="http://schemas.microsoft.com/office/powerpoint/2010/main" val="2662884244"/>
              </p:ext>
            </p:extLst>
          </p:nvPr>
        </p:nvGraphicFramePr>
        <p:xfrm>
          <a:off x="2627784" y="713705"/>
          <a:ext cx="6131025" cy="4378325"/>
        </p:xfrm>
        <a:graphic>
          <a:graphicData uri="http://schemas.openxmlformats.org/drawingml/2006/table">
            <a:tbl>
              <a:tblPr/>
              <a:tblGrid>
                <a:gridCol w="743418">
                  <a:extLst>
                    <a:ext uri="{9D8B030D-6E8A-4147-A177-3AD203B41FA5}">
                      <a16:colId xmlns:a16="http://schemas.microsoft.com/office/drawing/2014/main" val="20000"/>
                    </a:ext>
                  </a:extLst>
                </a:gridCol>
                <a:gridCol w="566660">
                  <a:extLst>
                    <a:ext uri="{9D8B030D-6E8A-4147-A177-3AD203B41FA5}">
                      <a16:colId xmlns:a16="http://schemas.microsoft.com/office/drawing/2014/main" val="20001"/>
                    </a:ext>
                  </a:extLst>
                </a:gridCol>
                <a:gridCol w="571859">
                  <a:extLst>
                    <a:ext uri="{9D8B030D-6E8A-4147-A177-3AD203B41FA5}">
                      <a16:colId xmlns:a16="http://schemas.microsoft.com/office/drawing/2014/main" val="20002"/>
                    </a:ext>
                  </a:extLst>
                </a:gridCol>
                <a:gridCol w="632512">
                  <a:extLst>
                    <a:ext uri="{9D8B030D-6E8A-4147-A177-3AD203B41FA5}">
                      <a16:colId xmlns:a16="http://schemas.microsoft.com/office/drawing/2014/main" val="20003"/>
                    </a:ext>
                  </a:extLst>
                </a:gridCol>
                <a:gridCol w="551064">
                  <a:extLst>
                    <a:ext uri="{9D8B030D-6E8A-4147-A177-3AD203B41FA5}">
                      <a16:colId xmlns:a16="http://schemas.microsoft.com/office/drawing/2014/main" val="20004"/>
                    </a:ext>
                  </a:extLst>
                </a:gridCol>
                <a:gridCol w="540667">
                  <a:extLst>
                    <a:ext uri="{9D8B030D-6E8A-4147-A177-3AD203B41FA5}">
                      <a16:colId xmlns:a16="http://schemas.microsoft.com/office/drawing/2014/main" val="20005"/>
                    </a:ext>
                  </a:extLst>
                </a:gridCol>
                <a:gridCol w="571859">
                  <a:extLst>
                    <a:ext uri="{9D8B030D-6E8A-4147-A177-3AD203B41FA5}">
                      <a16:colId xmlns:a16="http://schemas.microsoft.com/office/drawing/2014/main" val="20006"/>
                    </a:ext>
                  </a:extLst>
                </a:gridCol>
                <a:gridCol w="616915">
                  <a:extLst>
                    <a:ext uri="{9D8B030D-6E8A-4147-A177-3AD203B41FA5}">
                      <a16:colId xmlns:a16="http://schemas.microsoft.com/office/drawing/2014/main" val="20007"/>
                    </a:ext>
                  </a:extLst>
                </a:gridCol>
                <a:gridCol w="707026">
                  <a:extLst>
                    <a:ext uri="{9D8B030D-6E8A-4147-A177-3AD203B41FA5}">
                      <a16:colId xmlns:a16="http://schemas.microsoft.com/office/drawing/2014/main" val="20008"/>
                    </a:ext>
                  </a:extLst>
                </a:gridCol>
                <a:gridCol w="629045">
                  <a:extLst>
                    <a:ext uri="{9D8B030D-6E8A-4147-A177-3AD203B41FA5}">
                      <a16:colId xmlns:a16="http://schemas.microsoft.com/office/drawing/2014/main" val="20009"/>
                    </a:ext>
                  </a:extLst>
                </a:gridCol>
              </a:tblGrid>
              <a:tr h="312738">
                <a:tc rowSpan="2">
                  <a:txBody>
                    <a:bodyPr/>
                    <a:lstStyle/>
                    <a:p>
                      <a:pPr lvl="0" algn="ctr" eaLnBrk="1" hangingPunct="1">
                        <a:buNone/>
                      </a:pPr>
                      <a:r>
                        <a:rPr lang="zh-CN" altLang="en-US" b="1" dirty="0">
                          <a:solidFill>
                            <a:srgbClr val="000000"/>
                          </a:solidFill>
                          <a:latin typeface="华文楷体" panose="02010600040101010101" pitchFamily="2" charset="-122"/>
                          <a:ea typeface="华文楷体" panose="02010600040101010101" pitchFamily="2" charset="-122"/>
                        </a:rPr>
                        <a:t>状态</a:t>
                      </a:r>
                    </a:p>
                  </a:txBody>
                  <a:tcPr marL="91438" marR="91438" marT="34288" marB="34288"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6">
                  <a:txBody>
                    <a:bodyPr/>
                    <a:lstStyle/>
                    <a:p>
                      <a:pPr lvl="0" algn="ctr" eaLnBrk="1" hangingPunct="1">
                        <a:buNone/>
                      </a:pPr>
                      <a:r>
                        <a:rPr lang="en-US" altLang="zh-CN" sz="1600" b="1" i="1" dirty="0">
                          <a:latin typeface="Times New Roman" panose="02020603050405020304" pitchFamily="18" charset="0"/>
                          <a:ea typeface="楷体" panose="02010609060101010101" pitchFamily="49" charset="-122"/>
                        </a:rPr>
                        <a:t>ACTION</a:t>
                      </a:r>
                      <a:endParaRPr lang="zh-CN" altLang="en-US" sz="1600" b="1" i="1" dirty="0">
                        <a:latin typeface="Times New Roman" panose="02020603050405020304" pitchFamily="18" charset="0"/>
                        <a:ea typeface="楷体" panose="0201060906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GOTO</a:t>
                      </a:r>
                      <a:endParaRPr lang="zh-CN" altLang="en-US" sz="1600" b="1" i="1">
                        <a:latin typeface="Times New Roman" panose="02020603050405020304" pitchFamily="18" charset="0"/>
                        <a:ea typeface="楷体" panose="0201060906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312737">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id</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zh-CN" altLang="en-US" sz="1600" b="1">
                          <a:latin typeface="华文楷体" panose="02010600040101010101" pitchFamily="2" charset="-122"/>
                          <a:ea typeface="华文楷体" panose="02010600040101010101" pitchFamily="2" charset="-122"/>
                        </a:rPr>
                        <a:t>＋</a:t>
                      </a: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a:t>
                      </a:r>
                      <a:endParaRPr lang="zh-CN" altLang="en-US" sz="1600" b="1">
                        <a:latin typeface="Times New Roman" panose="02020603050405020304" pitchFamily="18" charset="0"/>
                        <a:ea typeface="楷体_GB2312" panose="0201060903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zh-CN" altLang="en-US" sz="1600" b="1">
                          <a:latin typeface="Times New Roman" panose="02020603050405020304" pitchFamily="18" charset="0"/>
                          <a:ea typeface="华文楷体" panose="02010600040101010101" pitchFamily="2" charset="-122"/>
                        </a:rPr>
                        <a:t>（</a:t>
                      </a: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zh-CN" altLang="en-US" sz="1600" b="1">
                          <a:latin typeface="Times New Roman" panose="02020603050405020304" pitchFamily="18" charset="0"/>
                          <a:ea typeface="华文楷体" panose="02010600040101010101" pitchFamily="2" charset="-122"/>
                        </a:rPr>
                        <a:t>）</a:t>
                      </a: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a:latin typeface="华文楷体" panose="02010600040101010101" pitchFamily="2" charset="-122"/>
                          <a:ea typeface="Times New Roman" panose="02020603050405020304" pitchFamily="18" charset="0"/>
                        </a:rPr>
                        <a:t>$</a:t>
                      </a:r>
                      <a:r>
                        <a:rPr lang="en-US" altLang="zh-CN" sz="1600" b="1">
                          <a:latin typeface="Times New Roman" panose="02020603050405020304" pitchFamily="18" charset="0"/>
                          <a:ea typeface="Times New Roman" panose="02020603050405020304" pitchFamily="18" charset="0"/>
                        </a:rPr>
                        <a:t> </a:t>
                      </a:r>
                      <a:endParaRPr lang="zh-CN" altLang="en-US" sz="1600" b="1">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E</a:t>
                      </a:r>
                      <a:endParaRPr lang="zh-CN" altLang="en-US" sz="1600" b="1" i="1">
                        <a:latin typeface="Times New Roman" panose="02020603050405020304" pitchFamily="18" charset="0"/>
                        <a:ea typeface="楷体" panose="0201060906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T</a:t>
                      </a:r>
                      <a:endParaRPr lang="zh-CN" altLang="en-US" sz="1600" b="1" i="1">
                        <a:latin typeface="Times New Roman" panose="02020603050405020304" pitchFamily="18" charset="0"/>
                        <a:ea typeface="楷体" panose="02010609060101010101" pitchFamily="49"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600" b="1" i="1">
                          <a:solidFill>
                            <a:srgbClr val="000000"/>
                          </a:solidFill>
                          <a:latin typeface="Times New Roman" panose="02020603050405020304" pitchFamily="18" charset="0"/>
                          <a:ea typeface="宋体" panose="02010600030101010101" pitchFamily="2" charset="-122"/>
                        </a:rPr>
                        <a:t>F</a:t>
                      </a:r>
                      <a:endParaRPr lang="zh-CN" altLang="en-US" sz="1600" b="1" i="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0</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s5</a:t>
                      </a: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2</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s6</a:t>
                      </a:r>
                      <a:endParaRPr lang="zh-CN" altLang="en-US" sz="1600" b="1">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acc</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p>
                      <a:pPr lvl="0" algn="ctr" eaLnBrk="1" hangingPunct="1">
                        <a:buNone/>
                      </a:pPr>
                      <a:r>
                        <a:rPr lang="en-US" altLang="zh-CN" sz="1600" b="1" dirty="0">
                          <a:solidFill>
                            <a:srgbClr val="000000"/>
                          </a:solidFill>
                          <a:latin typeface="Times New Roman" panose="02020603050405020304" pitchFamily="18" charset="0"/>
                          <a:ea typeface="宋体" panose="02010600030101010101" pitchFamily="2" charset="-122"/>
                        </a:rPr>
                        <a:t>2</a:t>
                      </a:r>
                      <a:endParaRPr lang="zh-CN" altLang="en-US" sz="1600" b="1" dirty="0">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chemeClr val="folHlink"/>
                          </a:solidFill>
                          <a:latin typeface="宋体" panose="02010600030101010101" pitchFamily="2" charset="-122"/>
                          <a:ea typeface="Times New Roman" panose="02020603050405020304" pitchFamily="18" charset="0"/>
                        </a:rPr>
                        <a:t> </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latin typeface="Times New Roman" panose="02020603050405020304" pitchFamily="18" charset="0"/>
                          <a:ea typeface="Times New Roman" panose="02020603050405020304" pitchFamily="18" charset="0"/>
                        </a:rPr>
                        <a:t>r2</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600" b="1" dirty="0">
                          <a:solidFill>
                            <a:srgbClr val="FF0000"/>
                          </a:solidFill>
                          <a:latin typeface="Times New Roman" pitchFamily="18" charset="0"/>
                          <a:ea typeface="+mn-ea"/>
                          <a:cs typeface="Times New Roman" pitchFamily="18" charset="0"/>
                        </a:rPr>
                        <a:t>s7</a:t>
                      </a:r>
                      <a:endParaRPr lang="zh-CN" altLang="en-US" sz="1600" b="1" dirty="0">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dirty="0">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latin typeface="Times New Roman" panose="02020603050405020304" pitchFamily="18" charset="0"/>
                          <a:ea typeface="Times New Roman" panose="02020603050405020304" pitchFamily="18" charset="0"/>
                        </a:rPr>
                        <a:t>r2</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latin typeface="Times New Roman" panose="02020603050405020304" pitchFamily="18" charset="0"/>
                          <a:ea typeface="Times New Roman" panose="02020603050405020304" pitchFamily="18" charset="0"/>
                        </a:rPr>
                        <a:t>r2</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04"/>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4</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s5</a:t>
                      </a: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8</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2</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7">
                <a:tc>
                  <a:txBody>
                    <a:bodyPr/>
                    <a:lstStyle/>
                    <a:p>
                      <a:pPr lvl="0" algn="ctr" eaLnBrk="1" hangingPunct="1">
                        <a:buNone/>
                      </a:pPr>
                      <a:r>
                        <a:rPr lang="en-US" altLang="zh-CN" sz="1600" b="1" dirty="0">
                          <a:solidFill>
                            <a:srgbClr val="000000"/>
                          </a:solidFill>
                          <a:latin typeface="Times New Roman" panose="02020603050405020304" pitchFamily="18" charset="0"/>
                          <a:ea typeface="宋体" panose="02010600030101010101" pitchFamily="2" charset="-122"/>
                        </a:rPr>
                        <a:t>5</a:t>
                      </a:r>
                      <a:endParaRPr lang="zh-CN" altLang="en-US" sz="1600" b="1" dirty="0">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chemeClr val="folHlink"/>
                          </a:solidFill>
                          <a:latin typeface="宋体" panose="02010600030101010101" pitchFamily="2" charset="-122"/>
                          <a:ea typeface="Times New Roman" panose="02020603050405020304" pitchFamily="18" charset="0"/>
                        </a:rPr>
                        <a:t> </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latin typeface="Times New Roman" panose="02020603050405020304" pitchFamily="18" charset="0"/>
                          <a:ea typeface="Times New Roman" panose="02020603050405020304" pitchFamily="18" charset="0"/>
                        </a:rPr>
                        <a:t>r6</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latin typeface="Times New Roman" panose="02020603050405020304" pitchFamily="18" charset="0"/>
                          <a:ea typeface="Times New Roman" panose="02020603050405020304" pitchFamily="18" charset="0"/>
                        </a:rPr>
                        <a:t>r6</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latin typeface="Times New Roman" panose="02020603050405020304" pitchFamily="18" charset="0"/>
                          <a:ea typeface="Times New Roman" panose="02020603050405020304" pitchFamily="18" charset="0"/>
                        </a:rPr>
                        <a:t>r6</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latin typeface="Times New Roman" panose="02020603050405020304" pitchFamily="18" charset="0"/>
                          <a:ea typeface="Times New Roman" panose="02020603050405020304" pitchFamily="18" charset="0"/>
                        </a:rPr>
                        <a:t>r6</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6</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s5</a:t>
                      </a:r>
                      <a:r>
                        <a:rPr lang="en-US" altLang="zh-CN" sz="1600" b="1">
                          <a:solidFill>
                            <a:schemeClr val="folHlink"/>
                          </a:solidFill>
                          <a:latin typeface="宋体" panose="02010600030101010101" pitchFamily="2" charset="-122"/>
                          <a:ea typeface="Times New Roman" panose="02020603050405020304" pitchFamily="18" charset="0"/>
                        </a:rPr>
                        <a:t> </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9</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7</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s5</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s4</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10</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8</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s6</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s11</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2737">
                <a:tc>
                  <a:txBody>
                    <a:bodyPr/>
                    <a:lstStyle/>
                    <a:p>
                      <a:pPr lvl="0" algn="ctr" eaLnBrk="1" hangingPunct="1">
                        <a:buNone/>
                      </a:pPr>
                      <a:r>
                        <a:rPr lang="en-US" altLang="zh-CN" sz="1600" b="1" dirty="0">
                          <a:solidFill>
                            <a:srgbClr val="000000"/>
                          </a:solidFill>
                          <a:latin typeface="Times New Roman" panose="02020603050405020304" pitchFamily="18" charset="0"/>
                          <a:ea typeface="宋体" panose="02010600030101010101" pitchFamily="2" charset="-122"/>
                        </a:rPr>
                        <a:t>9</a:t>
                      </a:r>
                      <a:endParaRPr lang="zh-CN" altLang="en-US" sz="1600" b="1" dirty="0">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latin typeface="Times New Roman" panose="02020603050405020304" pitchFamily="18" charset="0"/>
                          <a:ea typeface="Times New Roman" panose="02020603050405020304" pitchFamily="18" charset="0"/>
                        </a:rPr>
                        <a:t>r1</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solidFill>
                            <a:srgbClr val="FF0000"/>
                          </a:solidFill>
                          <a:latin typeface="Times New Roman" panose="02020603050405020304" pitchFamily="18" charset="0"/>
                          <a:ea typeface="Times New Roman" panose="02020603050405020304" pitchFamily="18" charset="0"/>
                        </a:rPr>
                        <a:t>s7</a:t>
                      </a:r>
                      <a:endParaRPr lang="zh-CN" altLang="en-US" sz="1600" b="1" dirty="0">
                        <a:solidFill>
                          <a:srgbClr val="FF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latin typeface="Times New Roman" panose="02020603050405020304" pitchFamily="18" charset="0"/>
                          <a:ea typeface="Times New Roman" panose="02020603050405020304" pitchFamily="18" charset="0"/>
                        </a:rPr>
                        <a:t>r1</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r1</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11"/>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10</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r3</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r3</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latin typeface="Times New Roman" panose="02020603050405020304" pitchFamily="18" charset="0"/>
                          <a:ea typeface="Times New Roman" panose="02020603050405020304" pitchFamily="18" charset="0"/>
                        </a:rPr>
                        <a:t>r3</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latin typeface="Times New Roman" panose="02020603050405020304" pitchFamily="18" charset="0"/>
                          <a:ea typeface="Times New Roman" panose="02020603050405020304" pitchFamily="18" charset="0"/>
                        </a:rPr>
                        <a:t>r3</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11</a:t>
                      </a: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r5</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r5</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a:latin typeface="Times New Roman" panose="02020603050405020304" pitchFamily="18" charset="0"/>
                          <a:ea typeface="Times New Roman" panose="02020603050405020304" pitchFamily="18" charset="0"/>
                        </a:rPr>
                        <a:t>r5</a:t>
                      </a:r>
                      <a:endParaRPr lang="zh-CN" altLang="en-US" sz="1600" b="1">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600" b="1" dirty="0">
                          <a:latin typeface="Times New Roman" panose="02020603050405020304" pitchFamily="18" charset="0"/>
                          <a:ea typeface="Times New Roman" panose="02020603050405020304" pitchFamily="18" charset="0"/>
                        </a:rPr>
                        <a:t>r5</a:t>
                      </a:r>
                      <a:endParaRPr lang="zh-CN" altLang="en-US" sz="1600" b="1" dirty="0">
                        <a:solidFill>
                          <a:srgbClr val="000000"/>
                        </a:solidFill>
                        <a:latin typeface="Times New Roman" panose="02020603050405020304" pitchFamily="18" charset="0"/>
                        <a:ea typeface="华文楷体" panose="0201060004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600" b="1" dirty="0">
                        <a:solidFill>
                          <a:srgbClr val="000000"/>
                        </a:solidFill>
                        <a:latin typeface="Times New Roman" panose="02020603050405020304" pitchFamily="18" charset="0"/>
                        <a:ea typeface="宋体" panose="02010600030101010101" pitchFamily="2" charset="-122"/>
                      </a:endParaRPr>
                    </a:p>
                  </a:txBody>
                  <a:tcPr marL="91438" marR="91438" marT="34288" marB="3428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graphicFrame>
        <p:nvGraphicFramePr>
          <p:cNvPr id="4" name="Group 18">
            <a:extLst>
              <a:ext uri="{FF2B5EF4-FFF2-40B4-BE49-F238E27FC236}">
                <a16:creationId xmlns:a16="http://schemas.microsoft.com/office/drawing/2014/main" id="{8BA171E7-733A-42E9-A463-769D5507635C}"/>
              </a:ext>
            </a:extLst>
          </p:cNvPr>
          <p:cNvGraphicFramePr>
            <a:graphicFrameLocks noGrp="1"/>
          </p:cNvGraphicFramePr>
          <p:nvPr>
            <p:extLst>
              <p:ext uri="{D42A27DB-BD31-4B8C-83A1-F6EECF244321}">
                <p14:modId xmlns:p14="http://schemas.microsoft.com/office/powerpoint/2010/main" val="2441537945"/>
              </p:ext>
            </p:extLst>
          </p:nvPr>
        </p:nvGraphicFramePr>
        <p:xfrm>
          <a:off x="251520" y="3511552"/>
          <a:ext cx="2089150" cy="1493836"/>
        </p:xfrm>
        <a:graphic>
          <a:graphicData uri="http://schemas.openxmlformats.org/drawingml/2006/table">
            <a:tbl>
              <a:tblPr/>
              <a:tblGrid>
                <a:gridCol w="360363">
                  <a:extLst>
                    <a:ext uri="{9D8B030D-6E8A-4147-A177-3AD203B41FA5}">
                      <a16:colId xmlns:a16="http://schemas.microsoft.com/office/drawing/2014/main" val="20000"/>
                    </a:ext>
                  </a:extLst>
                </a:gridCol>
                <a:gridCol w="1728787">
                  <a:extLst>
                    <a:ext uri="{9D8B030D-6E8A-4147-A177-3AD203B41FA5}">
                      <a16:colId xmlns:a16="http://schemas.microsoft.com/office/drawing/2014/main" val="20001"/>
                    </a:ext>
                  </a:extLst>
                </a:gridCol>
              </a:tblGrid>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1"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9D98C"/>
                    </a:solidFill>
                  </a:tcPr>
                </a:tc>
                <a:extLst>
                  <a:ext uri="{0D108BD9-81ED-4DB2-BD59-A6C34878D82A}">
                    <a16:rowId xmlns:a16="http://schemas.microsoft.com/office/drawing/2014/main" val="10000"/>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T</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459">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2" marB="34322"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7" name="内容占位符 2">
            <a:extLst>
              <a:ext uri="{FF2B5EF4-FFF2-40B4-BE49-F238E27FC236}">
                <a16:creationId xmlns:a16="http://schemas.microsoft.com/office/drawing/2014/main" id="{ADD9E8C4-65DB-44BA-B88C-14E499A86C38}"/>
              </a:ext>
            </a:extLst>
          </p:cNvPr>
          <p:cNvSpPr>
            <a:spLocks noGrp="1"/>
          </p:cNvSpPr>
          <p:nvPr>
            <p:ph idx="1"/>
          </p:nvPr>
        </p:nvSpPr>
        <p:spPr>
          <a:xfrm>
            <a:off x="550863" y="714375"/>
            <a:ext cx="1628775" cy="2701925"/>
          </a:xfrm>
          <a:solidFill>
            <a:schemeClr val="accent5">
              <a:lumMod val="60000"/>
              <a:lumOff val="40000"/>
            </a:schemeClr>
          </a:solidFill>
          <a:ln w="12700">
            <a:solidFill>
              <a:schemeClr val="tx1"/>
            </a:solidFill>
          </a:ln>
        </p:spPr>
        <p:txBody>
          <a:bodyPr anchor="ctr"/>
          <a:lstStyle/>
          <a:p>
            <a:pPr marL="0" indent="0" eaLnBrk="1" hangingPunct="1">
              <a:lnSpc>
                <a:spcPts val="2000"/>
              </a:lnSpc>
              <a:buClrTx/>
              <a:buFont typeface="Symbol" panose="05050102010706020507" pitchFamily="18" charset="2"/>
              <a:buNone/>
              <a:defRPr/>
            </a:pPr>
            <a:r>
              <a:rPr lang="zh-CN" altLang="en-US" sz="2500" b="1" dirty="0">
                <a:solidFill>
                  <a:schemeClr val="tx1"/>
                </a:solidFill>
                <a:latin typeface="Times New Roman" panose="02020603050405020304" pitchFamily="18" charset="0"/>
                <a:cs typeface="Times New Roman" panose="02020603050405020304" pitchFamily="18" charset="0"/>
              </a:rPr>
              <a:t>文法：</a:t>
            </a:r>
            <a:endParaRPr lang="en-US" altLang="zh-CN" b="1" dirty="0">
              <a:solidFill>
                <a:schemeClr val="tx1"/>
              </a:solidFill>
              <a:latin typeface="Times New Roman" panose="02020603050405020304" pitchFamily="18" charset="0"/>
              <a:cs typeface="Times New Roman" panose="02020603050405020304" pitchFamily="18" charset="0"/>
            </a:endParaRP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(0)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i="1" dirty="0">
                <a:latin typeface="Times New Roman" panose="02020603050405020304" pitchFamily="18" charset="0"/>
                <a:ea typeface="宋体" pitchFamily="2" charset="-122"/>
                <a:cs typeface="Times New Roman" panose="02020603050405020304" pitchFamily="18" charset="0"/>
              </a:rPr>
              <a:t> </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(1)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(2)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(3)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(4)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(5)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E</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a:t>
            </a:r>
          </a:p>
          <a:p>
            <a:pPr marL="0" indent="0" eaLnBrk="1" hangingPunct="1">
              <a:lnSpc>
                <a:spcPts val="2000"/>
              </a:lnSpc>
              <a:buClrTx/>
              <a:buFont typeface="Symbol" panose="05050102010706020507" pitchFamily="18" charset="2"/>
              <a:buNone/>
              <a:defRPr/>
            </a:pP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(6) </a:t>
            </a:r>
            <a:r>
              <a:rPr lang="en-US" altLang="zh-CN" sz="2000" b="1" i="1" dirty="0">
                <a:solidFill>
                  <a:schemeClr val="tx1"/>
                </a:solidFill>
                <a:latin typeface="Times New Roman" panose="02020603050405020304" pitchFamily="18" charset="0"/>
                <a:ea typeface="宋体" pitchFamily="2" charset="-122"/>
                <a:cs typeface="Times New Roman" panose="02020603050405020304" pitchFamily="18" charset="0"/>
              </a:rPr>
              <a:t>F</a:t>
            </a:r>
            <a:r>
              <a:rPr lang="en-US" altLang="zh-CN" sz="2000" b="1" dirty="0">
                <a:solidFill>
                  <a:schemeClr val="tx1"/>
                </a:solidFill>
                <a:latin typeface="Times New Roman" panose="02020603050405020304" pitchFamily="18" charset="0"/>
                <a:ea typeface="宋体" pitchFamily="2" charset="-122"/>
                <a:cs typeface="Times New Roman" panose="02020603050405020304" pitchFamily="18" charset="0"/>
              </a:rPr>
              <a:t> → id</a:t>
            </a:r>
          </a:p>
        </p:txBody>
      </p:sp>
      <p:sp>
        <p:nvSpPr>
          <p:cNvPr id="5" name="灯片编号占位符 4">
            <a:extLst>
              <a:ext uri="{FF2B5EF4-FFF2-40B4-BE49-F238E27FC236}">
                <a16:creationId xmlns:a16="http://schemas.microsoft.com/office/drawing/2014/main" id="{A9FC5CD1-073F-4F39-984B-DFE7A0E8D182}"/>
              </a:ext>
            </a:extLst>
          </p:cNvPr>
          <p:cNvSpPr>
            <a:spLocks noGrp="1"/>
          </p:cNvSpPr>
          <p:nvPr>
            <p:ph type="sldNum" sz="quarter" idx="12"/>
          </p:nvPr>
        </p:nvSpPr>
        <p:spPr/>
        <p:txBody>
          <a:bodyPr/>
          <a:lstStyle/>
          <a:p>
            <a:pPr>
              <a:defRPr/>
            </a:pPr>
            <a:fld id="{76D20AB1-C80E-44EB-B890-88EEF3B3DC08}" type="slidenum">
              <a:rPr lang="zh-CN" altLang="en-US" smtClean="0"/>
              <a:pPr>
                <a:defRPr/>
              </a:pPr>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a:t>
            </a:r>
          </a:p>
        </p:txBody>
      </p:sp>
      <p:sp>
        <p:nvSpPr>
          <p:cNvPr id="7" name="矩形 6"/>
          <p:cNvSpPr>
            <a:spLocks noChangeArrowheads="1"/>
          </p:cNvSpPr>
          <p:nvPr/>
        </p:nvSpPr>
        <p:spPr bwMode="auto">
          <a:xfrm>
            <a:off x="3789363" y="500063"/>
            <a:ext cx="2425700" cy="923925"/>
          </a:xfrm>
          <a:prstGeom prst="rect">
            <a:avLst/>
          </a:prstGeom>
          <a:solidFill>
            <a:schemeClr val="accent5">
              <a:lumMod val="60000"/>
              <a:lumOff val="40000"/>
            </a:schemeClr>
          </a:solidFill>
          <a:ln w="12700">
            <a:solidFill>
              <a:schemeClr val="tx1"/>
            </a:solidFill>
            <a:miter lim="800000"/>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b="1" i="1">
                <a:latin typeface="Times New Roman" panose="02020603050405020304" pitchFamily="18" charset="0"/>
              </a:rPr>
              <a:t>FOLLOW</a:t>
            </a:r>
            <a:r>
              <a:rPr lang="en-US" altLang="zh-CN" b="1">
                <a:latin typeface="Times New Roman" panose="02020603050405020304" pitchFamily="18" charset="0"/>
              </a:rPr>
              <a:t>(</a:t>
            </a:r>
            <a:r>
              <a:rPr lang="en-US" altLang="zh-CN" b="1" i="1">
                <a:latin typeface="Times New Roman" panose="02020603050405020304" pitchFamily="18" charset="0"/>
              </a:rPr>
              <a:t>S′ </a:t>
            </a:r>
            <a:r>
              <a:rPr lang="en-US" altLang="zh-CN" b="1">
                <a:latin typeface="Times New Roman" panose="02020603050405020304" pitchFamily="18" charset="0"/>
              </a:rPr>
              <a:t>)={ </a:t>
            </a:r>
            <a:r>
              <a:rPr lang="en-US" altLang="zh-CN" b="1">
                <a:latin typeface="华文楷体" panose="02010600040101010101" pitchFamily="2" charset="-122"/>
                <a:ea typeface="华文楷体" panose="02010600040101010101" pitchFamily="2" charset="-122"/>
              </a:rPr>
              <a:t>$</a:t>
            </a:r>
            <a:r>
              <a:rPr lang="en-US" altLang="zh-CN" b="1">
                <a:latin typeface="Times New Roman" panose="02020603050405020304" pitchFamily="18" charset="0"/>
              </a:rPr>
              <a:t> }</a:t>
            </a:r>
          </a:p>
          <a:p>
            <a:pPr eaLnBrk="1" hangingPunct="1">
              <a:defRPr/>
            </a:pPr>
            <a:r>
              <a:rPr lang="en-US" altLang="zh-CN" b="1" i="1">
                <a:latin typeface="Times New Roman" panose="02020603050405020304" pitchFamily="18" charset="0"/>
              </a:rPr>
              <a:t>FOLLOW</a:t>
            </a:r>
            <a:r>
              <a:rPr lang="en-US" altLang="zh-CN" b="1">
                <a:latin typeface="Times New Roman" panose="02020603050405020304" pitchFamily="18" charset="0"/>
              </a:rPr>
              <a:t>(</a:t>
            </a:r>
            <a:r>
              <a:rPr lang="en-US" altLang="zh-CN" b="1" i="1">
                <a:latin typeface="Times New Roman" panose="02020603050405020304" pitchFamily="18" charset="0"/>
              </a:rPr>
              <a:t>T</a:t>
            </a:r>
            <a:r>
              <a:rPr lang="en-US" altLang="zh-CN" b="1">
                <a:latin typeface="Times New Roman" panose="02020603050405020304" pitchFamily="18" charset="0"/>
              </a:rPr>
              <a:t>)={ </a:t>
            </a:r>
            <a:r>
              <a:rPr lang="en-US" altLang="zh-CN" b="1">
                <a:latin typeface="华文楷体" panose="02010600040101010101" pitchFamily="2" charset="-122"/>
                <a:ea typeface="华文楷体" panose="02010600040101010101" pitchFamily="2" charset="-122"/>
              </a:rPr>
              <a:t>$</a:t>
            </a:r>
            <a:r>
              <a:rPr lang="en-US" altLang="zh-CN" b="1">
                <a:latin typeface="Times New Roman" panose="02020603050405020304" pitchFamily="18" charset="0"/>
              </a:rPr>
              <a:t>, </a:t>
            </a:r>
            <a:r>
              <a:rPr lang="en-US" altLang="zh-CN" b="1" i="1">
                <a:latin typeface="Times New Roman" panose="02020603050405020304" pitchFamily="18" charset="0"/>
              </a:rPr>
              <a:t>b </a:t>
            </a:r>
            <a:r>
              <a:rPr lang="en-US" altLang="zh-CN" b="1">
                <a:latin typeface="Times New Roman" panose="02020603050405020304" pitchFamily="18" charset="0"/>
              </a:rPr>
              <a:t>} </a:t>
            </a:r>
            <a:br>
              <a:rPr lang="en-US" altLang="zh-CN" b="1">
                <a:latin typeface="Times New Roman" panose="02020603050405020304" pitchFamily="18" charset="0"/>
              </a:rPr>
            </a:br>
            <a:r>
              <a:rPr lang="en-US" altLang="zh-CN" b="1" i="1">
                <a:latin typeface="Times New Roman" panose="02020603050405020304" pitchFamily="18" charset="0"/>
              </a:rPr>
              <a:t>FOLLOW</a:t>
            </a:r>
            <a:r>
              <a:rPr lang="en-US" altLang="zh-CN" b="1">
                <a:latin typeface="Times New Roman" panose="02020603050405020304" pitchFamily="18" charset="0"/>
              </a:rPr>
              <a:t>(</a:t>
            </a:r>
            <a:r>
              <a:rPr lang="en-US" altLang="zh-CN" b="1" i="1">
                <a:latin typeface="Times New Roman" panose="02020603050405020304" pitchFamily="18" charset="0"/>
              </a:rPr>
              <a:t>B</a:t>
            </a:r>
            <a:r>
              <a:rPr lang="en-US" altLang="zh-CN" b="1">
                <a:latin typeface="Times New Roman" panose="02020603050405020304" pitchFamily="18" charset="0"/>
              </a:rPr>
              <a:t>)={ </a:t>
            </a:r>
            <a:r>
              <a:rPr lang="en-US" altLang="zh-CN" b="1" i="1">
                <a:latin typeface="Times New Roman" panose="02020603050405020304" pitchFamily="18" charset="0"/>
              </a:rPr>
              <a:t>d </a:t>
            </a:r>
            <a:r>
              <a:rPr lang="en-US" altLang="zh-CN" b="1">
                <a:latin typeface="Times New Roman" panose="02020603050405020304" pitchFamily="18" charset="0"/>
              </a:rPr>
              <a:t>} </a:t>
            </a:r>
            <a:endParaRPr lang="zh-CN" altLang="en-US" b="1">
              <a:latin typeface="Times New Roman" panose="02020603050405020304" pitchFamily="18" charset="0"/>
            </a:endParaRPr>
          </a:p>
        </p:txBody>
      </p:sp>
      <p:sp>
        <p:nvSpPr>
          <p:cNvPr id="12293" name="矩形 7"/>
          <p:cNvSpPr>
            <a:spLocks noChangeArrowheads="1"/>
          </p:cNvSpPr>
          <p:nvPr/>
        </p:nvSpPr>
        <p:spPr bwMode="auto">
          <a:xfrm>
            <a:off x="2071688" y="214313"/>
            <a:ext cx="1441450" cy="1754187"/>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Font typeface="Arial" panose="020B0604020202020204" pitchFamily="34" charset="0"/>
              <a:buNone/>
              <a:defRPr/>
            </a:pPr>
            <a:r>
              <a:rPr lang="zh-CN" altLang="en-US" b="1" noProof="1">
                <a:latin typeface="楷体" pitchFamily="49" charset="-122"/>
                <a:ea typeface="楷体" pitchFamily="49" charset="-122"/>
                <a:cs typeface="华文楷体" pitchFamily="2" charset="-122"/>
              </a:rPr>
              <a:t>文法</a:t>
            </a:r>
            <a:endParaRPr lang="zh-CN" altLang="zh-CN" b="1" noProof="1">
              <a:latin typeface="楷体" pitchFamily="49" charset="-122"/>
              <a:ea typeface="楷体" pitchFamily="49" charset="-122"/>
              <a:cs typeface="Times New Roman" pitchFamily="18" charset="0"/>
            </a:endParaRPr>
          </a:p>
          <a:p>
            <a:pPr eaLnBrk="1" hangingPunct="1">
              <a:buFont typeface="Arial" panose="020B0604020202020204" pitchFamily="34" charset="0"/>
              <a:buNone/>
              <a:defRPr/>
            </a:pPr>
            <a:r>
              <a:rPr lang="zh-CN" altLang="zh-CN" b="1" noProof="1">
                <a:latin typeface="Times New Roman" pitchFamily="18" charset="0"/>
                <a:ea typeface="Times New Roman" pitchFamily="18" charset="0"/>
                <a:cs typeface="华文楷体" pitchFamily="2" charset="-122"/>
              </a:rPr>
              <a:t>(0) </a:t>
            </a:r>
            <a:r>
              <a:rPr lang="en-US" altLang="zh-CN" b="1" i="1" noProof="1">
                <a:latin typeface="Times New Roman" pitchFamily="18" charset="0"/>
                <a:ea typeface="Times New Roman" pitchFamily="18" charset="0"/>
                <a:cs typeface="华文楷体" pitchFamily="2" charset="-122"/>
              </a:rPr>
              <a:t>S′</a:t>
            </a:r>
            <a:r>
              <a:rPr lang="en-US" altLang="zh-CN" b="1" noProof="1">
                <a:latin typeface="Times New Roman" pitchFamily="18" charset="0"/>
                <a:ea typeface="Times New Roman" pitchFamily="18" charset="0"/>
                <a:cs typeface="华文楷体" pitchFamily="2" charset="-122"/>
              </a:rPr>
              <a:t>→ </a:t>
            </a:r>
            <a:r>
              <a:rPr lang="en-US" altLang="zh-CN" b="1" i="1" noProof="1">
                <a:latin typeface="Times New Roman" pitchFamily="18" charset="0"/>
                <a:ea typeface="Times New Roman" pitchFamily="18" charset="0"/>
                <a:cs typeface="华文楷体" pitchFamily="2" charset="-122"/>
              </a:rPr>
              <a:t>T</a:t>
            </a:r>
            <a:r>
              <a:rPr lang="en-US" altLang="zh-CN" b="1" noProof="1">
                <a:latin typeface="Times New Roman" pitchFamily="18" charset="0"/>
                <a:ea typeface="Times New Roman" pitchFamily="18" charset="0"/>
                <a:cs typeface="华文楷体" pitchFamily="2" charset="-122"/>
              </a:rPr>
              <a:t> </a:t>
            </a:r>
            <a:br>
              <a:rPr lang="en-US" altLang="zh-CN" b="1">
                <a:latin typeface="Times New Roman" pitchFamily="18" charset="0"/>
                <a:cs typeface="Times New Roman" pitchFamily="18" charset="0"/>
              </a:rPr>
            </a:br>
            <a:r>
              <a:rPr lang="en-US" altLang="zh-CN" b="1" noProof="1">
                <a:latin typeface="Times New Roman" pitchFamily="18" charset="0"/>
                <a:cs typeface="Times New Roman" pitchFamily="18" charset="0"/>
              </a:rPr>
              <a:t>(1) </a:t>
            </a:r>
            <a:r>
              <a:rPr lang="en-US" altLang="zh-CN" b="1" i="1" noProof="1">
                <a:latin typeface="Times New Roman" pitchFamily="18" charset="0"/>
                <a:cs typeface="Times New Roman" pitchFamily="18" charset="0"/>
              </a:rPr>
              <a:t>T</a:t>
            </a:r>
            <a:r>
              <a:rPr lang="en-US" altLang="zh-CN" b="1" noProof="1">
                <a:latin typeface="Times New Roman" pitchFamily="18" charset="0"/>
                <a:cs typeface="Times New Roman" pitchFamily="18" charset="0"/>
              </a:rPr>
              <a:t> → </a:t>
            </a:r>
            <a:r>
              <a:rPr lang="en-US" altLang="zh-CN" b="1" i="1" noProof="1">
                <a:latin typeface="Times New Roman" pitchFamily="18" charset="0"/>
                <a:cs typeface="Times New Roman" pitchFamily="18" charset="0"/>
              </a:rPr>
              <a:t>aBd</a:t>
            </a:r>
            <a:r>
              <a:rPr lang="en-US" altLang="zh-CN" b="1" noProof="1">
                <a:latin typeface="Times New Roman" pitchFamily="18" charset="0"/>
                <a:cs typeface="Times New Roman" pitchFamily="18" charset="0"/>
              </a:rPr>
              <a:t> </a:t>
            </a:r>
          </a:p>
          <a:p>
            <a:pPr eaLnBrk="1" hangingPunct="1">
              <a:buFont typeface="Arial" panose="020B0604020202020204" pitchFamily="34" charset="0"/>
              <a:buNone/>
              <a:defRPr/>
            </a:pPr>
            <a:r>
              <a:rPr lang="en-US" altLang="zh-CN" b="1" noProof="1">
                <a:latin typeface="Times New Roman" pitchFamily="18" charset="0"/>
                <a:cs typeface="Times New Roman" pitchFamily="18" charset="0"/>
              </a:rPr>
              <a:t>(2) </a:t>
            </a:r>
            <a:r>
              <a:rPr lang="en-US" altLang="zh-CN" b="1" i="1" noProof="1">
                <a:latin typeface="Times New Roman" pitchFamily="18" charset="0"/>
                <a:cs typeface="Times New Roman" pitchFamily="18" charset="0"/>
              </a:rPr>
              <a:t>T</a:t>
            </a:r>
            <a:r>
              <a:rPr lang="en-US" altLang="zh-CN" b="1" noProof="1">
                <a:latin typeface="Times New Roman" pitchFamily="18" charset="0"/>
                <a:cs typeface="Times New Roman" pitchFamily="18" charset="0"/>
              </a:rPr>
              <a:t> →  </a:t>
            </a:r>
            <a:r>
              <a:rPr lang="el-GR" altLang="zh-CN" b="1" i="1" noProof="1">
                <a:latin typeface="Times New Roman" pitchFamily="18" charset="0"/>
                <a:cs typeface="Times New Roman" pitchFamily="18" charset="0"/>
              </a:rPr>
              <a:t>ε</a:t>
            </a:r>
            <a:br>
              <a:rPr lang="en-US" altLang="zh-CN" b="1">
                <a:latin typeface="Times New Roman" pitchFamily="18" charset="0"/>
                <a:cs typeface="Times New Roman" pitchFamily="18" charset="0"/>
              </a:rPr>
            </a:br>
            <a:r>
              <a:rPr lang="en-US" altLang="zh-CN" b="1" noProof="1">
                <a:latin typeface="Times New Roman" pitchFamily="18" charset="0"/>
                <a:cs typeface="Times New Roman" pitchFamily="18" charset="0"/>
              </a:rPr>
              <a:t>(3) </a:t>
            </a:r>
            <a:r>
              <a:rPr lang="en-US" altLang="zh-CN" b="1" i="1" noProof="1">
                <a:latin typeface="Times New Roman" pitchFamily="18" charset="0"/>
                <a:cs typeface="Times New Roman" pitchFamily="18" charset="0"/>
              </a:rPr>
              <a:t>B</a:t>
            </a:r>
            <a:r>
              <a:rPr lang="en-US" altLang="zh-CN" b="1" noProof="1">
                <a:latin typeface="Times New Roman" pitchFamily="18" charset="0"/>
                <a:cs typeface="Times New Roman" pitchFamily="18" charset="0"/>
              </a:rPr>
              <a:t> →</a:t>
            </a:r>
            <a:r>
              <a:rPr lang="en-US" altLang="zh-CN" b="1" i="1" noProof="1">
                <a:latin typeface="Times New Roman" pitchFamily="18" charset="0"/>
                <a:cs typeface="Times New Roman" pitchFamily="18" charset="0"/>
              </a:rPr>
              <a:t>Tb</a:t>
            </a:r>
            <a:r>
              <a:rPr lang="en-US" altLang="zh-CN" b="1" noProof="1">
                <a:latin typeface="Times New Roman" pitchFamily="18" charset="0"/>
                <a:cs typeface="Times New Roman" pitchFamily="18" charset="0"/>
              </a:rPr>
              <a:t> </a:t>
            </a:r>
          </a:p>
          <a:p>
            <a:pPr eaLnBrk="1" hangingPunct="1">
              <a:buFont typeface="Arial" panose="020B0604020202020204" pitchFamily="34" charset="0"/>
              <a:buNone/>
              <a:defRPr/>
            </a:pPr>
            <a:r>
              <a:rPr lang="en-US" altLang="zh-CN" b="1" noProof="1">
                <a:latin typeface="Times New Roman" pitchFamily="18" charset="0"/>
                <a:cs typeface="Times New Roman" pitchFamily="18" charset="0"/>
              </a:rPr>
              <a:t>(4) </a:t>
            </a:r>
            <a:r>
              <a:rPr lang="en-US" altLang="zh-CN" b="1" i="1" noProof="1">
                <a:latin typeface="Times New Roman" pitchFamily="18" charset="0"/>
                <a:cs typeface="Times New Roman" pitchFamily="18" charset="0"/>
              </a:rPr>
              <a:t>B</a:t>
            </a:r>
            <a:r>
              <a:rPr lang="en-US" altLang="zh-CN" b="1" noProof="1">
                <a:latin typeface="Times New Roman" pitchFamily="18" charset="0"/>
                <a:cs typeface="Times New Roman" pitchFamily="18" charset="0"/>
              </a:rPr>
              <a:t> →  </a:t>
            </a:r>
            <a:r>
              <a:rPr lang="el-GR" altLang="zh-CN" b="1" i="1" noProof="1">
                <a:latin typeface="Times New Roman" pitchFamily="18" charset="0"/>
                <a:cs typeface="Times New Roman" pitchFamily="18" charset="0"/>
              </a:rPr>
              <a:t>ε</a:t>
            </a:r>
            <a:r>
              <a:rPr lang="el-GR" altLang="zh-CN" b="1" noProof="1">
                <a:latin typeface="Times New Roman" pitchFamily="18" charset="0"/>
                <a:cs typeface="Times New Roman" pitchFamily="18" charset="0"/>
              </a:rPr>
              <a:t> </a:t>
            </a:r>
            <a:endParaRPr lang="el-GR" altLang="en-US" b="1" noProof="1">
              <a:latin typeface="Times New Roman" pitchFamily="18" charset="0"/>
              <a:ea typeface="楷体" pitchFamily="49" charset="-122"/>
            </a:endParaRPr>
          </a:p>
        </p:txBody>
      </p:sp>
      <p:sp>
        <p:nvSpPr>
          <p:cNvPr id="3" name="矩形 2"/>
          <p:cNvSpPr>
            <a:spLocks noChangeArrowheads="1"/>
          </p:cNvSpPr>
          <p:nvPr/>
        </p:nvSpPr>
        <p:spPr bwMode="auto">
          <a:xfrm>
            <a:off x="6343650" y="1071563"/>
            <a:ext cx="22225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500" b="1" i="1">
                <a:solidFill>
                  <a:srgbClr val="000000"/>
                </a:solidFill>
                <a:latin typeface="Times New Roman" panose="02020603050405020304" pitchFamily="18" charset="0"/>
                <a:ea typeface="黑体" panose="02010609060101010101" pitchFamily="49" charset="-122"/>
              </a:rPr>
              <a:t>SLR</a:t>
            </a:r>
            <a:r>
              <a:rPr lang="en-US" altLang="zh-CN" sz="2500" b="1">
                <a:solidFill>
                  <a:srgbClr val="000000"/>
                </a:solidFill>
                <a:latin typeface="Times New Roman" panose="02020603050405020304" pitchFamily="18" charset="0"/>
                <a:ea typeface="黑体" panose="02010609060101010101" pitchFamily="49" charset="-122"/>
              </a:rPr>
              <a:t>(1)</a:t>
            </a:r>
            <a:r>
              <a:rPr lang="zh-CN" altLang="zh-CN" sz="2500" b="1">
                <a:solidFill>
                  <a:srgbClr val="000000"/>
                </a:solidFill>
                <a:latin typeface="华文楷体" panose="02010600040101010101" pitchFamily="2" charset="-122"/>
                <a:ea typeface="华文楷体" panose="02010600040101010101" pitchFamily="2" charset="-122"/>
              </a:rPr>
              <a:t>分析表</a:t>
            </a:r>
            <a:endParaRPr lang="zh-CN" altLang="en-US" sz="2500">
              <a:solidFill>
                <a:schemeClr val="tx1"/>
              </a:solidFill>
              <a:latin typeface="华文楷体" panose="02010600040101010101" pitchFamily="2" charset="-122"/>
              <a:ea typeface="华文楷体" panose="02010600040101010101" pitchFamily="2" charset="-122"/>
            </a:endParaRPr>
          </a:p>
        </p:txBody>
      </p:sp>
      <p:graphicFrame>
        <p:nvGraphicFramePr>
          <p:cNvPr id="53253" name="表格 53252"/>
          <p:cNvGraphicFramePr/>
          <p:nvPr>
            <p:extLst>
              <p:ext uri="{D42A27DB-BD31-4B8C-83A1-F6EECF244321}">
                <p14:modId xmlns:p14="http://schemas.microsoft.com/office/powerpoint/2010/main" val="3034622861"/>
              </p:ext>
            </p:extLst>
          </p:nvPr>
        </p:nvGraphicFramePr>
        <p:xfrm>
          <a:off x="5500688" y="1547813"/>
          <a:ext cx="3262313" cy="3357563"/>
        </p:xfrm>
        <a:graphic>
          <a:graphicData uri="http://schemas.openxmlformats.org/drawingml/2006/table">
            <a:tbl>
              <a:tblPr/>
              <a:tblGrid>
                <a:gridCol w="381000">
                  <a:extLst>
                    <a:ext uri="{9D8B030D-6E8A-4147-A177-3AD203B41FA5}">
                      <a16:colId xmlns:a16="http://schemas.microsoft.com/office/drawing/2014/main" val="20000"/>
                    </a:ext>
                  </a:extLst>
                </a:gridCol>
                <a:gridCol w="433388">
                  <a:extLst>
                    <a:ext uri="{9D8B030D-6E8A-4147-A177-3AD203B41FA5}">
                      <a16:colId xmlns:a16="http://schemas.microsoft.com/office/drawing/2014/main" val="20001"/>
                    </a:ext>
                  </a:extLst>
                </a:gridCol>
                <a:gridCol w="503237">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576263">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431800">
                  <a:extLst>
                    <a:ext uri="{9D8B030D-6E8A-4147-A177-3AD203B41FA5}">
                      <a16:colId xmlns:a16="http://schemas.microsoft.com/office/drawing/2014/main" val="20006"/>
                    </a:ext>
                  </a:extLst>
                </a:gridCol>
              </a:tblGrid>
              <a:tr h="373063">
                <a:tc rowSpan="2">
                  <a:txBody>
                    <a:bodyPr/>
                    <a:lstStyle/>
                    <a:p>
                      <a:pPr lvl="0" algn="ctr" eaLnBrk="1" hangingPunct="1">
                        <a:buNone/>
                      </a:pPr>
                      <a:r>
                        <a:rPr lang="zh-CN" altLang="en-US" sz="1800" b="1">
                          <a:solidFill>
                            <a:srgbClr val="000000"/>
                          </a:solidFill>
                          <a:latin typeface="华文楷体" panose="02010600040101010101" pitchFamily="2" charset="-122"/>
                          <a:ea typeface="华文楷体" panose="02010600040101010101" pitchFamily="2" charset="-122"/>
                        </a:rPr>
                        <a:t>状态</a:t>
                      </a:r>
                    </a:p>
                  </a:txBody>
                  <a:tcPr marL="91478" marR="91478" marT="34283" marB="34283"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4">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ACTION</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GOTO</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373062">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800" b="1" i="1">
                          <a:solidFill>
                            <a:srgbClr val="000000"/>
                          </a:solidFill>
                          <a:latin typeface="Times New Roman" panose="02020603050405020304" pitchFamily="18" charset="0"/>
                          <a:ea typeface="宋体" panose="02010600030101010101" pitchFamily="2" charset="-122"/>
                        </a:rPr>
                        <a:t>a</a:t>
                      </a:r>
                      <a:endParaRPr lang="zh-CN" altLang="en-US" sz="1800" b="1" i="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b</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d</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a:latin typeface="华文楷体" panose="02010600040101010101" pitchFamily="2" charset="-122"/>
                          <a:ea typeface="Times New Roman" panose="02020603050405020304" pitchFamily="18" charset="0"/>
                        </a:rPr>
                        <a:t>$</a:t>
                      </a:r>
                      <a:r>
                        <a:rPr lang="en-US" altLang="zh-CN" sz="1800" b="1">
                          <a:latin typeface="Times New Roman" panose="02020603050405020304" pitchFamily="18" charset="0"/>
                          <a:ea typeface="Times New Roman" panose="02020603050405020304" pitchFamily="18" charset="0"/>
                        </a:rPr>
                        <a:t> </a:t>
                      </a:r>
                      <a:endParaRPr lang="zh-CN" altLang="en-US" sz="1800" b="1">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i="1">
                          <a:latin typeface="Times New Roman" panose="02020603050405020304" pitchFamily="18" charset="0"/>
                          <a:ea typeface="楷体" panose="02010609060101010101" pitchFamily="49" charset="-122"/>
                        </a:rPr>
                        <a:t>T</a:t>
                      </a:r>
                      <a:endParaRPr lang="zh-CN" altLang="en-US" sz="1800" b="1" i="1">
                        <a:latin typeface="Times New Roman" panose="02020603050405020304" pitchFamily="18" charset="0"/>
                        <a:ea typeface="楷体" panose="02010609060101010101" pitchFamily="49"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800" b="1" i="1">
                          <a:solidFill>
                            <a:srgbClr val="000000"/>
                          </a:solidFill>
                          <a:latin typeface="Times New Roman" panose="02020603050405020304" pitchFamily="18" charset="0"/>
                          <a:ea typeface="宋体" panose="02010600030101010101" pitchFamily="2" charset="-122"/>
                        </a:rPr>
                        <a:t>B</a:t>
                      </a:r>
                      <a:endParaRPr lang="zh-CN" altLang="en-US" sz="1800" b="1" i="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73063">
                <a:tc>
                  <a:txBody>
                    <a:bodyPr/>
                    <a:lstStyle/>
                    <a:p>
                      <a:pPr lvl="0" algn="ctr" eaLnBrk="1" hangingPunct="1">
                        <a:buNone/>
                      </a:pPr>
                      <a:r>
                        <a:rPr lang="en-US" altLang="zh-CN" sz="1800" b="1" dirty="0">
                          <a:solidFill>
                            <a:srgbClr val="000000"/>
                          </a:solidFill>
                          <a:latin typeface="Times New Roman" panose="02020603050405020304" pitchFamily="18" charset="0"/>
                          <a:ea typeface="宋体" panose="02010600030101010101" pitchFamily="2" charset="-122"/>
                        </a:rPr>
                        <a:t>0</a:t>
                      </a:r>
                      <a:endParaRPr lang="zh-CN" altLang="en-US" sz="1800" b="1" dirty="0">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latin typeface="Times New Roman" panose="02020603050405020304" pitchFamily="18" charset="0"/>
                          <a:ea typeface="Times New Roman" panose="02020603050405020304" pitchFamily="18" charset="0"/>
                        </a:rPr>
                        <a:t>s2</a:t>
                      </a:r>
                      <a:endParaRPr lang="zh-CN" altLang="en-US" sz="1800" b="1" dirty="0">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latin typeface="Times New Roman" panose="02020603050405020304" pitchFamily="18" charset="0"/>
                          <a:ea typeface="Times New Roman" panose="02020603050405020304" pitchFamily="18" charset="0"/>
                        </a:rPr>
                        <a:t>r2</a:t>
                      </a:r>
                      <a:endParaRPr lang="zh-CN" altLang="en-US" sz="1800" b="1" dirty="0">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latin typeface="Times New Roman" panose="02020603050405020304" pitchFamily="18" charset="0"/>
                          <a:ea typeface="Times New Roman" panose="02020603050405020304" pitchFamily="18" charset="0"/>
                        </a:rPr>
                        <a:t>r2</a:t>
                      </a:r>
                      <a:endParaRPr lang="zh-CN" altLang="en-US" sz="1800" b="1" dirty="0">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1</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062">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1</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acc</a:t>
                      </a:r>
                      <a:endParaRPr lang="zh-CN" altLang="en-US" sz="16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3063">
                <a:tc>
                  <a:txBody>
                    <a:bodyPr/>
                    <a:lstStyle/>
                    <a:p>
                      <a:pPr lvl="0" algn="ctr" eaLnBrk="1" hangingPunct="1">
                        <a:buNone/>
                      </a:pPr>
                      <a:r>
                        <a:rPr lang="en-US" altLang="zh-CN" sz="1800" b="1" dirty="0">
                          <a:solidFill>
                            <a:srgbClr val="000000"/>
                          </a:solidFill>
                          <a:latin typeface="Times New Roman" panose="02020603050405020304" pitchFamily="18" charset="0"/>
                          <a:ea typeface="宋体" panose="02010600030101010101" pitchFamily="2" charset="-122"/>
                        </a:rPr>
                        <a:t>2</a:t>
                      </a:r>
                      <a:endParaRPr lang="zh-CN" altLang="en-US" sz="1800" b="1" dirty="0">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latin typeface="Times New Roman" panose="02020603050405020304" pitchFamily="18" charset="0"/>
                          <a:ea typeface="Times New Roman" panose="02020603050405020304" pitchFamily="18" charset="0"/>
                        </a:rPr>
                        <a:t>s2</a:t>
                      </a:r>
                      <a:r>
                        <a:rPr lang="en-US" altLang="zh-CN" sz="1800" b="1" dirty="0">
                          <a:solidFill>
                            <a:schemeClr val="folHlink"/>
                          </a:solidFill>
                          <a:latin typeface="宋体" panose="02010600030101010101" pitchFamily="2" charset="-122"/>
                          <a:ea typeface="Times New Roman" panose="02020603050405020304" pitchFamily="18" charset="0"/>
                        </a:rPr>
                        <a:t> </a:t>
                      </a:r>
                      <a:endParaRPr lang="zh-CN" altLang="en-US" sz="1800" b="1" dirty="0">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solidFill>
                            <a:srgbClr val="FF0000"/>
                          </a:solidFill>
                          <a:latin typeface="Times New Roman" panose="02020603050405020304" pitchFamily="18" charset="0"/>
                          <a:ea typeface="Times New Roman" panose="02020603050405020304" pitchFamily="18" charset="0"/>
                        </a:rPr>
                        <a:t>r2</a:t>
                      </a:r>
                      <a:endParaRPr lang="zh-CN" altLang="en-US" sz="1800" b="1" dirty="0">
                        <a:solidFill>
                          <a:srgbClr val="FF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solidFill>
                            <a:srgbClr val="2D83F4"/>
                          </a:solidFill>
                          <a:latin typeface="Times New Roman" panose="02020603050405020304" pitchFamily="18" charset="0"/>
                          <a:ea typeface="Times New Roman" panose="02020603050405020304" pitchFamily="18" charset="0"/>
                        </a:rPr>
                        <a:t>r4</a:t>
                      </a:r>
                      <a:endParaRPr lang="zh-CN" altLang="en-US" sz="1800" b="1" dirty="0">
                        <a:solidFill>
                          <a:srgbClr val="2D83F4"/>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solidFill>
                            <a:srgbClr val="FF0000"/>
                          </a:solidFill>
                          <a:latin typeface="Times New Roman" panose="02020603050405020304" pitchFamily="18" charset="0"/>
                          <a:ea typeface="Times New Roman" panose="02020603050405020304" pitchFamily="18" charset="0"/>
                        </a:rPr>
                        <a:t>r2</a:t>
                      </a:r>
                      <a:endParaRPr lang="zh-CN" altLang="en-US" sz="1800" b="1" dirty="0">
                        <a:solidFill>
                          <a:srgbClr val="FF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4</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3</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73062">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3</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chemeClr val="folHlink"/>
                          </a:solidFill>
                          <a:latin typeface="宋体" panose="02010600030101010101" pitchFamily="2" charset="-122"/>
                          <a:ea typeface="Times New Roman" panose="02020603050405020304" pitchFamily="18" charset="0"/>
                        </a:rPr>
                        <a:t> </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s5</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73063">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4</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solidFill>
                            <a:schemeClr val="folHlink"/>
                          </a:solidFill>
                          <a:latin typeface="宋体" panose="02010600030101010101" pitchFamily="2" charset="-122"/>
                          <a:ea typeface="Times New Roman" panose="02020603050405020304" pitchFamily="18" charset="0"/>
                        </a:rPr>
                        <a:t> </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s6</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73062">
                <a:tc>
                  <a:txBody>
                    <a:bodyPr/>
                    <a:lstStyle/>
                    <a:p>
                      <a:pPr lvl="0" algn="ctr" eaLnBrk="1" hangingPunct="1">
                        <a:buNone/>
                      </a:pPr>
                      <a:r>
                        <a:rPr lang="en-US" altLang="zh-CN" sz="1800" b="1" dirty="0">
                          <a:solidFill>
                            <a:srgbClr val="000000"/>
                          </a:solidFill>
                          <a:latin typeface="Times New Roman" panose="02020603050405020304" pitchFamily="18" charset="0"/>
                          <a:ea typeface="宋体" panose="02010600030101010101" pitchFamily="2" charset="-122"/>
                        </a:rPr>
                        <a:t>5</a:t>
                      </a:r>
                      <a:endParaRPr lang="zh-CN" altLang="en-US" sz="1800" b="1" dirty="0">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a:solidFill>
                            <a:schemeClr val="folHlink"/>
                          </a:solidFill>
                          <a:latin typeface="宋体" panose="02010600030101010101" pitchFamily="2" charset="-122"/>
                          <a:ea typeface="Times New Roman" panose="02020603050405020304" pitchFamily="18" charset="0"/>
                        </a:rPr>
                        <a:t> </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latin typeface="Times New Roman" panose="02020603050405020304" pitchFamily="18" charset="0"/>
                          <a:ea typeface="Times New Roman" panose="02020603050405020304" pitchFamily="18" charset="0"/>
                        </a:rPr>
                        <a:t>r1</a:t>
                      </a:r>
                      <a:endParaRPr lang="zh-CN" altLang="en-US" sz="1800" b="1" dirty="0">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dirty="0">
                          <a:latin typeface="Times New Roman" panose="02020603050405020304" pitchFamily="18" charset="0"/>
                          <a:ea typeface="Times New Roman" panose="02020603050405020304" pitchFamily="18" charset="0"/>
                        </a:rPr>
                        <a:t>r1</a:t>
                      </a:r>
                      <a:endParaRPr lang="zh-CN" altLang="en-US" sz="1800" b="1" dirty="0">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73063">
                <a:tc>
                  <a:txBody>
                    <a:bodyPr/>
                    <a:lstStyle/>
                    <a:p>
                      <a:pPr lvl="0" algn="ctr" eaLnBrk="1" hangingPunct="1">
                        <a:buNone/>
                      </a:pPr>
                      <a:r>
                        <a:rPr lang="en-US" altLang="zh-CN" sz="1800" b="1">
                          <a:solidFill>
                            <a:srgbClr val="000000"/>
                          </a:solidFill>
                          <a:latin typeface="Times New Roman" panose="02020603050405020304" pitchFamily="18" charset="0"/>
                          <a:ea typeface="宋体" panose="02010600030101010101" pitchFamily="2" charset="-122"/>
                        </a:rPr>
                        <a:t>6</a:t>
                      </a: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a:solidFill>
                            <a:schemeClr val="folHlink"/>
                          </a:solidFill>
                          <a:latin typeface="宋体" panose="02010600030101010101" pitchFamily="2" charset="-122"/>
                          <a:ea typeface="Times New Roman" panose="02020603050405020304" pitchFamily="18" charset="0"/>
                        </a:rPr>
                        <a:t> </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r>
                        <a:rPr lang="en-US" altLang="zh-CN" sz="1800" b="1">
                          <a:latin typeface="Times New Roman" panose="02020603050405020304" pitchFamily="18" charset="0"/>
                          <a:ea typeface="Times New Roman" panose="02020603050405020304" pitchFamily="18" charset="0"/>
                        </a:rPr>
                        <a:t>r3</a:t>
                      </a:r>
                      <a:endParaRPr lang="zh-CN" altLang="en-US" sz="1800" b="1">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dirty="0">
                        <a:solidFill>
                          <a:srgbClr val="000000"/>
                        </a:solidFill>
                        <a:latin typeface="Times New Roman" panose="02020603050405020304" pitchFamily="18" charset="0"/>
                        <a:ea typeface="华文楷体" panose="0201060004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chemeClr val="accent1">
                        <a:lumMod val="20000"/>
                        <a:lumOff val="80000"/>
                      </a:schemeClr>
                    </a:solidFill>
                  </a:tcPr>
                </a:tc>
                <a:tc>
                  <a:txBody>
                    <a:bodyPr/>
                    <a:lstStyle/>
                    <a:p>
                      <a:pPr lvl="0" algn="ctr" eaLnBrk="1" hangingPunct="1">
                        <a:buNone/>
                      </a:pPr>
                      <a:endParaRPr lang="zh-CN" altLang="en-US" sz="1800" b="1">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800" b="1" dirty="0">
                        <a:solidFill>
                          <a:srgbClr val="000000"/>
                        </a:solidFill>
                        <a:latin typeface="Times New Roman" panose="02020603050405020304" pitchFamily="18" charset="0"/>
                        <a:ea typeface="宋体" panose="02010600030101010101" pitchFamily="2" charset="-122"/>
                      </a:endParaRPr>
                    </a:p>
                  </a:txBody>
                  <a:tcPr marL="91478" marR="91478" marT="34283" marB="34283">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pSp>
        <p:nvGrpSpPr>
          <p:cNvPr id="24659" name="组合 29"/>
          <p:cNvGrpSpPr>
            <a:grpSpLocks/>
          </p:cNvGrpSpPr>
          <p:nvPr/>
        </p:nvGrpSpPr>
        <p:grpSpPr bwMode="auto">
          <a:xfrm>
            <a:off x="315913" y="1428750"/>
            <a:ext cx="4756150" cy="3500438"/>
            <a:chOff x="3586435" y="362157"/>
            <a:chExt cx="5349705" cy="4307728"/>
          </a:xfrm>
        </p:grpSpPr>
        <p:sp>
          <p:nvSpPr>
            <p:cNvPr id="24660" name="Line 18"/>
            <p:cNvSpPr>
              <a:spLocks noChangeShapeType="1"/>
            </p:cNvSpPr>
            <p:nvPr/>
          </p:nvSpPr>
          <p:spPr bwMode="auto">
            <a:xfrm>
              <a:off x="6944022" y="2961337"/>
              <a:ext cx="648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61" name="Line 18"/>
            <p:cNvSpPr>
              <a:spLocks noChangeShapeType="1"/>
            </p:cNvSpPr>
            <p:nvPr/>
          </p:nvSpPr>
          <p:spPr bwMode="auto">
            <a:xfrm>
              <a:off x="4872320" y="3890031"/>
              <a:ext cx="792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62" name="Line 18"/>
            <p:cNvSpPr>
              <a:spLocks noChangeShapeType="1"/>
            </p:cNvSpPr>
            <p:nvPr/>
          </p:nvSpPr>
          <p:spPr bwMode="auto">
            <a:xfrm>
              <a:off x="4872320" y="2961337"/>
              <a:ext cx="792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63" name="Line 18"/>
            <p:cNvSpPr>
              <a:spLocks noChangeShapeType="1"/>
            </p:cNvSpPr>
            <p:nvPr/>
          </p:nvSpPr>
          <p:spPr bwMode="auto">
            <a:xfrm>
              <a:off x="4872320" y="1675453"/>
              <a:ext cx="792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64" name="Text Box 14"/>
            <p:cNvSpPr txBox="1">
              <a:spLocks noChangeArrowheads="1"/>
            </p:cNvSpPr>
            <p:nvPr/>
          </p:nvSpPr>
          <p:spPr bwMode="auto">
            <a:xfrm>
              <a:off x="3586435" y="362157"/>
              <a:ext cx="1412422" cy="1629317"/>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
                  <a:schemeClr val="tx2"/>
                </a:buClr>
                <a:buSzPct val="75000"/>
                <a:buFont typeface="Monotype Sorts" pitchFamily="2" charset="2"/>
                <a:buNone/>
              </a:pPr>
              <a:r>
                <a:rPr lang="en-US" altLang="zh-CN" sz="2000" b="1" i="1" dirty="0">
                  <a:solidFill>
                    <a:srgbClr val="FF0000"/>
                  </a:solidFill>
                  <a:latin typeface="Times New Roman" panose="02020603050405020304" pitchFamily="18" charset="0"/>
                </a:rPr>
                <a:t>I</a:t>
              </a:r>
              <a:r>
                <a:rPr lang="en-US" altLang="zh-CN" sz="2000" b="1" i="1" baseline="-25000" dirty="0">
                  <a:solidFill>
                    <a:srgbClr val="FF0000"/>
                  </a:solidFill>
                  <a:latin typeface="Times New Roman" panose="02020603050405020304" pitchFamily="18" charset="0"/>
                </a:rPr>
                <a:t>0</a:t>
              </a:r>
              <a:r>
                <a:rPr lang="en-US" altLang="zh-CN" sz="2000" b="1" dirty="0">
                  <a:solidFill>
                    <a:srgbClr val="FF0000"/>
                  </a:solidFill>
                  <a:latin typeface="Times New Roman" panose="02020603050405020304" pitchFamily="18" charset="0"/>
                </a:rPr>
                <a:t>:</a:t>
              </a:r>
            </a:p>
            <a:p>
              <a:pPr>
                <a:spcBef>
                  <a:spcPct val="0"/>
                </a:spcBef>
                <a:buClr>
                  <a:schemeClr val="tx2"/>
                </a:buClr>
                <a:buSzPct val="75000"/>
                <a:buFont typeface="Monotype Sorts" pitchFamily="2" charset="2"/>
                <a:buNone/>
              </a:pPr>
              <a:r>
                <a:rPr lang="en-US" altLang="zh-CN" sz="2000" b="1" i="1" dirty="0">
                  <a:solidFill>
                    <a:srgbClr val="FF0000"/>
                  </a:solidFill>
                  <a:latin typeface="Times New Roman" panose="02020603050405020304" pitchFamily="18" charset="0"/>
                </a:rPr>
                <a:t>S</a:t>
              </a:r>
              <a:r>
                <a:rPr lang="en-US" altLang="zh-CN" sz="2000" b="1" i="1" dirty="0">
                  <a:solidFill>
                    <a:srgbClr val="FF0000"/>
                  </a:solidFill>
                  <a:latin typeface="Times New Roman" panose="02020603050405020304" pitchFamily="18" charset="0"/>
                  <a:cs typeface="Times New Roman" panose="02020603050405020304" pitchFamily="18" charset="0"/>
                </a:rPr>
                <a:t>′</a:t>
              </a:r>
              <a:r>
                <a:rPr lang="en-US" altLang="zh-CN" sz="2000" b="1" i="1" dirty="0">
                  <a:solidFill>
                    <a:srgbClr val="FF0000"/>
                  </a:solidFill>
                  <a:latin typeface="Times New Roman" panose="02020603050405020304" pitchFamily="18" charset="0"/>
                </a:rPr>
                <a:t> → · T</a:t>
              </a:r>
            </a:p>
            <a:p>
              <a:pPr>
                <a:spcBef>
                  <a:spcPct val="0"/>
                </a:spcBef>
                <a:buClr>
                  <a:schemeClr val="tx2"/>
                </a:buClr>
                <a:buSzPct val="75000"/>
                <a:buFont typeface="Monotype Sorts" pitchFamily="2" charset="2"/>
                <a:buNone/>
              </a:pPr>
              <a:r>
                <a:rPr lang="en-US" altLang="zh-CN" sz="2000" b="1" i="1" dirty="0">
                  <a:solidFill>
                    <a:srgbClr val="FF0000"/>
                  </a:solidFill>
                  <a:latin typeface="Times New Roman" panose="02020603050405020304" pitchFamily="18" charset="0"/>
                </a:rPr>
                <a:t>T→ · </a:t>
              </a:r>
              <a:r>
                <a:rPr lang="en-US" altLang="zh-CN" sz="2000" b="1" i="1" dirty="0" err="1">
                  <a:solidFill>
                    <a:srgbClr val="FF0000"/>
                  </a:solidFill>
                  <a:latin typeface="Times New Roman" panose="02020603050405020304" pitchFamily="18" charset="0"/>
                </a:rPr>
                <a:t>aBd</a:t>
              </a:r>
              <a:endParaRPr lang="en-US" altLang="zh-CN" sz="2000" b="1" i="1" dirty="0">
                <a:solidFill>
                  <a:srgbClr val="FF0000"/>
                </a:solidFill>
                <a:latin typeface="Times New Roman" panose="02020603050405020304" pitchFamily="18" charset="0"/>
              </a:endParaRPr>
            </a:p>
            <a:p>
              <a:pPr>
                <a:spcBef>
                  <a:spcPct val="0"/>
                </a:spcBef>
                <a:buClr>
                  <a:schemeClr val="tx2"/>
                </a:buClr>
                <a:buSzPct val="75000"/>
                <a:buFont typeface="Monotype Sorts" pitchFamily="2" charset="2"/>
                <a:buNone/>
              </a:pPr>
              <a:r>
                <a:rPr lang="en-US" altLang="zh-CN" sz="2000" b="1" i="1" dirty="0">
                  <a:solidFill>
                    <a:srgbClr val="FF0000"/>
                  </a:solidFill>
                  <a:latin typeface="Times New Roman" panose="02020603050405020304" pitchFamily="18" charset="0"/>
                </a:rPr>
                <a:t>T → ·</a:t>
              </a:r>
            </a:p>
          </p:txBody>
        </p:sp>
        <p:sp>
          <p:nvSpPr>
            <p:cNvPr id="12" name="Text Box 14"/>
            <p:cNvSpPr txBox="1">
              <a:spLocks noChangeArrowheads="1"/>
            </p:cNvSpPr>
            <p:nvPr/>
          </p:nvSpPr>
          <p:spPr bwMode="auto">
            <a:xfrm>
              <a:off x="3586435" y="2284517"/>
              <a:ext cx="1412422" cy="238536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chemeClr val="tx2"/>
                </a:buClr>
                <a:buSzPct val="75000"/>
                <a:buFont typeface="Monotype Sorts"/>
                <a:buNone/>
                <a:defRPr/>
              </a:pPr>
              <a:r>
                <a:rPr kumimoji="1" lang="en-US" altLang="zh-CN" sz="2000" b="1" i="1">
                  <a:solidFill>
                    <a:srgbClr val="FF0000"/>
                  </a:solidFill>
                  <a:latin typeface="Times New Roman" panose="02020603050405020304" pitchFamily="18" charset="0"/>
                </a:rPr>
                <a:t>I</a:t>
              </a:r>
              <a:r>
                <a:rPr kumimoji="1" lang="en-US" altLang="zh-CN" sz="2000" b="1" i="1" baseline="-25000">
                  <a:solidFill>
                    <a:srgbClr val="FF0000"/>
                  </a:solidFill>
                  <a:latin typeface="Times New Roman" panose="02020603050405020304" pitchFamily="18" charset="0"/>
                </a:rPr>
                <a:t>2</a:t>
              </a:r>
              <a:r>
                <a:rPr kumimoji="1" lang="en-US" altLang="zh-CN" sz="2000" b="1">
                  <a:solidFill>
                    <a:srgbClr val="FF0000"/>
                  </a:solidFill>
                  <a:latin typeface="Times New Roman" panose="02020603050405020304" pitchFamily="18" charset="0"/>
                </a:rPr>
                <a:t>:</a:t>
              </a:r>
            </a:p>
            <a:p>
              <a:pPr>
                <a:buClr>
                  <a:schemeClr val="tx2"/>
                </a:buClr>
                <a:buSzPct val="75000"/>
                <a:defRPr/>
              </a:pPr>
              <a:r>
                <a:rPr kumimoji="1" lang="en-US" altLang="zh-CN" sz="2000" b="1" i="1">
                  <a:solidFill>
                    <a:srgbClr val="FF0000"/>
                  </a:solidFill>
                  <a:latin typeface="Times New Roman" panose="02020603050405020304" pitchFamily="18" charset="0"/>
                </a:rPr>
                <a:t>T→a </a:t>
              </a:r>
              <a:r>
                <a:rPr lang="en-US" altLang="zh-CN" sz="2000" b="1" i="1">
                  <a:solidFill>
                    <a:srgbClr val="FF0000"/>
                  </a:solidFill>
                  <a:latin typeface="Times New Roman" panose="02020603050405020304" pitchFamily="18" charset="0"/>
                  <a:cs typeface="Times New Roman" panose="02020603050405020304" pitchFamily="18" charset="0"/>
                </a:rPr>
                <a:t>·</a:t>
              </a:r>
              <a:r>
                <a:rPr kumimoji="1" lang="en-US" altLang="zh-CN" sz="2000" b="1" i="1">
                  <a:solidFill>
                    <a:srgbClr val="FF0000"/>
                  </a:solidFill>
                  <a:latin typeface="Times New Roman" panose="02020603050405020304" pitchFamily="18" charset="0"/>
                </a:rPr>
                <a:t> Bd</a:t>
              </a:r>
            </a:p>
            <a:p>
              <a:pPr>
                <a:buClr>
                  <a:schemeClr val="tx2"/>
                </a:buClr>
                <a:buSzPct val="75000"/>
                <a:buFont typeface="Monotype Sorts"/>
                <a:buNone/>
                <a:defRPr/>
              </a:pPr>
              <a:r>
                <a:rPr kumimoji="1" lang="en-US" altLang="zh-CN" sz="2000" b="1" i="1">
                  <a:solidFill>
                    <a:srgbClr val="FF0000"/>
                  </a:solidFill>
                  <a:latin typeface="Times New Roman" panose="02020603050405020304" pitchFamily="18" charset="0"/>
                </a:rPr>
                <a:t>B → </a:t>
              </a:r>
              <a:r>
                <a:rPr lang="en-US" altLang="zh-CN" sz="2000" b="1" i="1">
                  <a:solidFill>
                    <a:srgbClr val="FF0000"/>
                  </a:solidFill>
                  <a:latin typeface="Times New Roman" panose="02020603050405020304" pitchFamily="18" charset="0"/>
                  <a:cs typeface="Times New Roman" panose="02020603050405020304" pitchFamily="18" charset="0"/>
                </a:rPr>
                <a:t>· </a:t>
              </a:r>
              <a:r>
                <a:rPr kumimoji="1" lang="en-US" altLang="zh-CN" sz="2000" b="1" i="1">
                  <a:solidFill>
                    <a:srgbClr val="FF0000"/>
                  </a:solidFill>
                  <a:latin typeface="Times New Roman" panose="02020603050405020304" pitchFamily="18" charset="0"/>
                </a:rPr>
                <a:t>Tb</a:t>
              </a:r>
            </a:p>
            <a:p>
              <a:pPr>
                <a:buClr>
                  <a:schemeClr val="tx2"/>
                </a:buClr>
                <a:buSzPct val="75000"/>
                <a:buFont typeface="Monotype Sorts"/>
                <a:buNone/>
                <a:defRPr/>
              </a:pPr>
              <a:r>
                <a:rPr kumimoji="1" lang="en-US" altLang="zh-CN" sz="2000" b="1" i="1">
                  <a:solidFill>
                    <a:srgbClr val="FF0000"/>
                  </a:solidFill>
                  <a:latin typeface="Times New Roman" panose="02020603050405020304" pitchFamily="18" charset="0"/>
                </a:rPr>
                <a:t>B → </a:t>
              </a:r>
              <a:r>
                <a:rPr lang="en-US" altLang="zh-CN" sz="2000" b="1" i="1">
                  <a:solidFill>
                    <a:srgbClr val="FF0000"/>
                  </a:solidFill>
                  <a:latin typeface="Times New Roman" panose="02020603050405020304" pitchFamily="18" charset="0"/>
                  <a:cs typeface="Times New Roman" panose="02020603050405020304" pitchFamily="18" charset="0"/>
                </a:rPr>
                <a:t>·</a:t>
              </a:r>
              <a:endParaRPr kumimoji="1" lang="en-US" altLang="zh-CN" sz="2000" b="1" i="1">
                <a:solidFill>
                  <a:srgbClr val="FF0000"/>
                </a:solidFill>
                <a:latin typeface="Times New Roman" panose="02020603050405020304" pitchFamily="18" charset="0"/>
              </a:endParaRPr>
            </a:p>
            <a:p>
              <a:pPr>
                <a:buClr>
                  <a:schemeClr val="tx2"/>
                </a:buClr>
                <a:buSzPct val="75000"/>
                <a:buFont typeface="Monotype Sorts"/>
                <a:buNone/>
                <a:defRPr/>
              </a:pPr>
              <a:r>
                <a:rPr kumimoji="1" lang="en-US" altLang="zh-CN" sz="2000" b="1" i="1">
                  <a:solidFill>
                    <a:srgbClr val="FF0000"/>
                  </a:solidFill>
                  <a:latin typeface="Times New Roman" panose="02020603050405020304" pitchFamily="18" charset="0"/>
                </a:rPr>
                <a:t>T→</a:t>
              </a:r>
              <a:r>
                <a:rPr lang="en-US" altLang="zh-CN" sz="2000" b="1" i="1">
                  <a:solidFill>
                    <a:srgbClr val="FF0000"/>
                  </a:solidFill>
                  <a:latin typeface="Times New Roman" panose="02020603050405020304" pitchFamily="18" charset="0"/>
                  <a:cs typeface="Times New Roman" panose="02020603050405020304" pitchFamily="18" charset="0"/>
                </a:rPr>
                <a:t> · </a:t>
              </a:r>
              <a:r>
                <a:rPr kumimoji="1" lang="en-US" altLang="zh-CN" sz="2000" b="1" i="1">
                  <a:solidFill>
                    <a:srgbClr val="FF0000"/>
                  </a:solidFill>
                  <a:latin typeface="Times New Roman" panose="02020603050405020304" pitchFamily="18" charset="0"/>
                </a:rPr>
                <a:t>aBd</a:t>
              </a:r>
            </a:p>
            <a:p>
              <a:pPr>
                <a:buClr>
                  <a:schemeClr val="tx2"/>
                </a:buClr>
                <a:buSzPct val="75000"/>
                <a:buFont typeface="Monotype Sorts"/>
                <a:buNone/>
                <a:defRPr/>
              </a:pPr>
              <a:r>
                <a:rPr kumimoji="1" lang="en-US" altLang="zh-CN" sz="2000" b="1" i="1">
                  <a:solidFill>
                    <a:srgbClr val="FF0000"/>
                  </a:solidFill>
                  <a:latin typeface="Times New Roman" panose="02020603050405020304" pitchFamily="18" charset="0"/>
                </a:rPr>
                <a:t>T →</a:t>
              </a:r>
              <a:r>
                <a:rPr lang="en-US" altLang="zh-CN" sz="2000" b="1" i="1">
                  <a:solidFill>
                    <a:srgbClr val="FF0000"/>
                  </a:solidFill>
                  <a:latin typeface="Times New Roman" panose="02020603050405020304" pitchFamily="18" charset="0"/>
                  <a:cs typeface="Times New Roman" panose="02020603050405020304" pitchFamily="18" charset="0"/>
                </a:rPr>
                <a:t> ·</a:t>
              </a:r>
              <a:endParaRPr kumimoji="1" lang="en-US" altLang="zh-CN" sz="2000" b="1" i="1">
                <a:solidFill>
                  <a:srgbClr val="FF0000"/>
                </a:solidFill>
                <a:latin typeface="Times New Roman" panose="02020603050405020304" pitchFamily="18" charset="0"/>
              </a:endParaRPr>
            </a:p>
          </p:txBody>
        </p:sp>
        <p:sp>
          <p:nvSpPr>
            <p:cNvPr id="24666" name="Text Box 14"/>
            <p:cNvSpPr txBox="1">
              <a:spLocks noChangeArrowheads="1"/>
            </p:cNvSpPr>
            <p:nvPr/>
          </p:nvSpPr>
          <p:spPr bwMode="auto">
            <a:xfrm>
              <a:off x="5657749" y="1325291"/>
              <a:ext cx="1262430" cy="871314"/>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
                  <a:schemeClr val="tx2"/>
                </a:buClr>
                <a:buSzPct val="75000"/>
                <a:buFont typeface="Monotype Sorts" pitchFamily="2" charset="2"/>
                <a:buNone/>
              </a:pPr>
              <a:r>
                <a:rPr lang="en-US" altLang="zh-CN" sz="2000" b="1" i="1">
                  <a:solidFill>
                    <a:schemeClr val="tx1"/>
                  </a:solidFill>
                  <a:latin typeface="Times New Roman" panose="02020603050405020304" pitchFamily="18" charset="0"/>
                </a:rPr>
                <a:t>I</a:t>
              </a:r>
              <a:r>
                <a:rPr lang="en-US" altLang="zh-CN" sz="2000" b="1" i="1" baseline="-25000">
                  <a:solidFill>
                    <a:schemeClr val="tx1"/>
                  </a:solidFill>
                  <a:latin typeface="Times New Roman" panose="02020603050405020304" pitchFamily="18" charset="0"/>
                </a:rPr>
                <a:t>1</a:t>
              </a:r>
              <a:r>
                <a:rPr lang="en-US" altLang="zh-CN" sz="2000" b="1">
                  <a:solidFill>
                    <a:schemeClr val="tx1"/>
                  </a:solidFill>
                  <a:latin typeface="Times New Roman" panose="02020603050405020304" pitchFamily="18" charset="0"/>
                </a:rPr>
                <a:t>:</a:t>
              </a:r>
            </a:p>
            <a:p>
              <a:pPr>
                <a:spcBef>
                  <a:spcPct val="0"/>
                </a:spcBef>
                <a:buClr>
                  <a:schemeClr val="tx2"/>
                </a:buClr>
                <a:buSzPct val="75000"/>
                <a:buFont typeface="Monotype Sorts" pitchFamily="2" charset="2"/>
                <a:buNone/>
              </a:pPr>
              <a:r>
                <a:rPr lang="en-US" altLang="zh-CN" sz="2000" b="1" i="1">
                  <a:solidFill>
                    <a:schemeClr val="tx1"/>
                  </a:solidFill>
                  <a:latin typeface="Times New Roman" panose="02020603050405020304" pitchFamily="18" charset="0"/>
                </a:rPr>
                <a:t>S</a:t>
              </a:r>
              <a:r>
                <a:rPr lang="en-US" altLang="zh-CN" sz="2000" b="1" i="1">
                  <a:solidFill>
                    <a:schemeClr val="tx1"/>
                  </a:solidFill>
                  <a:latin typeface="Times New Roman" panose="02020603050405020304" pitchFamily="18" charset="0"/>
                  <a:cs typeface="Times New Roman" panose="02020603050405020304" pitchFamily="18" charset="0"/>
                </a:rPr>
                <a:t>′</a:t>
              </a:r>
              <a:r>
                <a:rPr lang="en-US" altLang="zh-CN" sz="2000" b="1" i="1">
                  <a:solidFill>
                    <a:srgbClr val="2D83F4"/>
                  </a:solidFill>
                  <a:latin typeface="Times New Roman" panose="02020603050405020304" pitchFamily="18" charset="0"/>
                </a:rPr>
                <a:t> </a:t>
              </a:r>
              <a:r>
                <a:rPr lang="en-US" altLang="zh-CN" sz="2000" b="1" i="1">
                  <a:solidFill>
                    <a:schemeClr val="tx1"/>
                  </a:solidFill>
                  <a:latin typeface="Times New Roman" panose="02020603050405020304" pitchFamily="18" charset="0"/>
                </a:rPr>
                <a:t>→ T </a:t>
              </a:r>
              <a:r>
                <a:rPr lang="en-US" altLang="zh-CN" sz="2000" b="1" i="1">
                  <a:solidFill>
                    <a:srgbClr val="000000"/>
                  </a:solidFill>
                  <a:latin typeface="Times New Roman" panose="02020603050405020304" pitchFamily="18" charset="0"/>
                </a:rPr>
                <a:t>·</a:t>
              </a:r>
              <a:endParaRPr lang="en-US" altLang="zh-CN" sz="2000" b="1" i="1">
                <a:solidFill>
                  <a:schemeClr val="tx1"/>
                </a:solidFill>
                <a:latin typeface="Times New Roman" panose="02020603050405020304" pitchFamily="18" charset="0"/>
              </a:endParaRPr>
            </a:p>
          </p:txBody>
        </p:sp>
        <p:sp>
          <p:nvSpPr>
            <p:cNvPr id="14" name="Text Box 14"/>
            <p:cNvSpPr txBox="1">
              <a:spLocks noChangeArrowheads="1"/>
            </p:cNvSpPr>
            <p:nvPr/>
          </p:nvSpPr>
          <p:spPr bwMode="auto">
            <a:xfrm>
              <a:off x="5657749" y="2472064"/>
              <a:ext cx="1430278" cy="87131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chemeClr val="tx2"/>
                </a:buClr>
                <a:buSzPct val="75000"/>
                <a:buFont typeface="Monotype Sorts"/>
                <a:buNone/>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3</a:t>
              </a:r>
              <a:r>
                <a:rPr kumimoji="1" lang="en-US" altLang="zh-CN" sz="2000" b="1">
                  <a:latin typeface="Times New Roman" panose="02020603050405020304" pitchFamily="18" charset="0"/>
                </a:rPr>
                <a:t>:</a:t>
              </a:r>
            </a:p>
            <a:p>
              <a:pPr>
                <a:buClr>
                  <a:schemeClr val="tx2"/>
                </a:buClr>
                <a:buSzPct val="75000"/>
                <a:defRPr/>
              </a:pPr>
              <a:r>
                <a:rPr kumimoji="1" lang="en-US" altLang="zh-CN" sz="2000" b="1" i="1">
                  <a:latin typeface="Times New Roman" panose="02020603050405020304" pitchFamily="18" charset="0"/>
                </a:rPr>
                <a:t>T→aB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 d</a:t>
              </a:r>
            </a:p>
          </p:txBody>
        </p:sp>
        <p:sp>
          <p:nvSpPr>
            <p:cNvPr id="15" name="Text Box 14"/>
            <p:cNvSpPr txBox="1">
              <a:spLocks noChangeArrowheads="1"/>
            </p:cNvSpPr>
            <p:nvPr/>
          </p:nvSpPr>
          <p:spPr bwMode="auto">
            <a:xfrm>
              <a:off x="5657749" y="3614931"/>
              <a:ext cx="1285643" cy="87131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chemeClr val="tx2"/>
                </a:buClr>
                <a:buSzPct val="75000"/>
                <a:buFont typeface="Monotype Sorts"/>
                <a:buNone/>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4</a:t>
              </a:r>
              <a:r>
                <a:rPr kumimoji="1" lang="en-US" altLang="zh-CN" sz="2000" b="1">
                  <a:latin typeface="Times New Roman" panose="02020603050405020304" pitchFamily="18" charset="0"/>
                </a:rPr>
                <a:t>:</a:t>
              </a:r>
            </a:p>
            <a:p>
              <a:pPr>
                <a:buClr>
                  <a:schemeClr val="tx2"/>
                </a:buClr>
                <a:buSzPct val="75000"/>
                <a:buFont typeface="Monotype Sorts"/>
                <a:buNone/>
                <a:defRPr/>
              </a:pPr>
              <a:r>
                <a:rPr kumimoji="1" lang="en-US" altLang="zh-CN" sz="2000" b="1" i="1">
                  <a:latin typeface="Times New Roman" panose="02020603050405020304" pitchFamily="18" charset="0"/>
                </a:rPr>
                <a:t>B→T </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b</a:t>
              </a:r>
            </a:p>
          </p:txBody>
        </p:sp>
        <p:sp>
          <p:nvSpPr>
            <p:cNvPr id="16" name="Text Box 14"/>
            <p:cNvSpPr txBox="1">
              <a:spLocks noChangeArrowheads="1"/>
            </p:cNvSpPr>
            <p:nvPr/>
          </p:nvSpPr>
          <p:spPr bwMode="auto">
            <a:xfrm>
              <a:off x="7586214" y="2472064"/>
              <a:ext cx="1349926" cy="87131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chemeClr val="tx2"/>
                </a:buClr>
                <a:buSzPct val="75000"/>
                <a:buFont typeface="Monotype Sorts"/>
                <a:buNone/>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6</a:t>
              </a:r>
              <a:r>
                <a:rPr kumimoji="1" lang="en-US" altLang="zh-CN" sz="2000" b="1">
                  <a:latin typeface="Times New Roman" panose="02020603050405020304" pitchFamily="18" charset="0"/>
                </a:rPr>
                <a:t>:</a:t>
              </a:r>
            </a:p>
            <a:p>
              <a:pPr>
                <a:buClr>
                  <a:schemeClr val="tx2"/>
                </a:buClr>
                <a:buSzPct val="75000"/>
                <a:buFont typeface="Monotype Sorts"/>
                <a:buNone/>
                <a:defRPr/>
              </a:pPr>
              <a:r>
                <a:rPr kumimoji="1" lang="en-US" altLang="zh-CN" sz="2000" b="1" i="1">
                  <a:latin typeface="Times New Roman" panose="02020603050405020304" pitchFamily="18" charset="0"/>
                </a:rPr>
                <a:t>T→aBd </a:t>
              </a:r>
              <a:r>
                <a:rPr lang="en-US" altLang="zh-CN" sz="2000" b="1" i="1">
                  <a:solidFill>
                    <a:srgbClr val="000000"/>
                  </a:solidFill>
                  <a:latin typeface="Times New Roman" panose="02020603050405020304" pitchFamily="18" charset="0"/>
                  <a:cs typeface="Times New Roman" panose="02020603050405020304" pitchFamily="18" charset="0"/>
                </a:rPr>
                <a:t>·</a:t>
              </a:r>
              <a:endParaRPr kumimoji="1" lang="en-US" altLang="zh-CN" sz="2000" b="1" i="1">
                <a:latin typeface="Times New Roman" panose="02020603050405020304" pitchFamily="18" charset="0"/>
              </a:endParaRPr>
            </a:p>
          </p:txBody>
        </p:sp>
        <p:sp>
          <p:nvSpPr>
            <p:cNvPr id="17" name="Text Box 14"/>
            <p:cNvSpPr txBox="1">
              <a:spLocks noChangeArrowheads="1"/>
            </p:cNvSpPr>
            <p:nvPr/>
          </p:nvSpPr>
          <p:spPr bwMode="auto">
            <a:xfrm>
              <a:off x="7586214" y="3622746"/>
              <a:ext cx="1191005" cy="87131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buClr>
                  <a:schemeClr val="tx2"/>
                </a:buClr>
                <a:buSzPct val="75000"/>
                <a:buFont typeface="Monotype Sorts"/>
                <a:buNone/>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6</a:t>
              </a:r>
              <a:r>
                <a:rPr kumimoji="1" lang="en-US" altLang="zh-CN" sz="2000" b="1">
                  <a:latin typeface="Times New Roman" panose="02020603050405020304" pitchFamily="18" charset="0"/>
                </a:rPr>
                <a:t>:</a:t>
              </a:r>
            </a:p>
            <a:p>
              <a:pPr>
                <a:buClr>
                  <a:schemeClr val="tx2"/>
                </a:buClr>
                <a:buSzPct val="75000"/>
                <a:buFont typeface="Monotype Sorts"/>
                <a:buNone/>
                <a:defRPr/>
              </a:pPr>
              <a:r>
                <a:rPr kumimoji="1" lang="en-US" altLang="zh-CN" sz="2000" b="1" i="1">
                  <a:latin typeface="Times New Roman" panose="02020603050405020304" pitchFamily="18" charset="0"/>
                </a:rPr>
                <a:t>B→Tb </a:t>
              </a:r>
              <a:r>
                <a:rPr lang="en-US" altLang="zh-CN" sz="2000" b="1" i="1">
                  <a:solidFill>
                    <a:srgbClr val="000000"/>
                  </a:solidFill>
                  <a:latin typeface="Times New Roman" panose="02020603050405020304" pitchFamily="18" charset="0"/>
                  <a:cs typeface="Times New Roman" panose="02020603050405020304" pitchFamily="18" charset="0"/>
                </a:rPr>
                <a:t>·</a:t>
              </a:r>
              <a:endParaRPr kumimoji="1" lang="en-US" altLang="zh-CN" sz="2000" b="1" i="1">
                <a:latin typeface="Times New Roman" panose="02020603050405020304" pitchFamily="18" charset="0"/>
              </a:endParaRPr>
            </a:p>
          </p:txBody>
        </p:sp>
        <p:sp>
          <p:nvSpPr>
            <p:cNvPr id="24671" name="Line 18"/>
            <p:cNvSpPr>
              <a:spLocks noChangeShapeType="1"/>
            </p:cNvSpPr>
            <p:nvPr/>
          </p:nvSpPr>
          <p:spPr bwMode="auto">
            <a:xfrm>
              <a:off x="6944022" y="3890031"/>
              <a:ext cx="648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672" name="Line 18"/>
            <p:cNvSpPr>
              <a:spLocks noChangeShapeType="1"/>
            </p:cNvSpPr>
            <p:nvPr/>
          </p:nvSpPr>
          <p:spPr bwMode="auto">
            <a:xfrm flipH="1">
              <a:off x="4356007" y="2032501"/>
              <a:ext cx="0" cy="2160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任意多边形 21"/>
            <p:cNvSpPr/>
            <p:nvPr/>
          </p:nvSpPr>
          <p:spPr>
            <a:xfrm>
              <a:off x="4838151" y="2120413"/>
              <a:ext cx="357123" cy="377049"/>
            </a:xfrm>
            <a:custGeom>
              <a:avLst/>
              <a:gdLst>
                <a:gd name="connsiteX0" fmla="*/ 231006 w 495701"/>
                <a:gd name="connsiteY0" fmla="*/ 519764 h 519764"/>
                <a:gd name="connsiteX1" fmla="*/ 442762 w 495701"/>
                <a:gd name="connsiteY1" fmla="*/ 423511 h 519764"/>
                <a:gd name="connsiteX2" fmla="*/ 490888 w 495701"/>
                <a:gd name="connsiteY2" fmla="*/ 202130 h 519764"/>
                <a:gd name="connsiteX3" fmla="*/ 413886 w 495701"/>
                <a:gd name="connsiteY3" fmla="*/ 48126 h 519764"/>
                <a:gd name="connsiteX4" fmla="*/ 221381 w 495701"/>
                <a:gd name="connsiteY4" fmla="*/ 0 h 519764"/>
                <a:gd name="connsiteX5" fmla="*/ 77002 w 495701"/>
                <a:gd name="connsiteY5" fmla="*/ 48126 h 519764"/>
                <a:gd name="connsiteX6" fmla="*/ 0 w 495701"/>
                <a:gd name="connsiteY6" fmla="*/ 211756 h 519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701" h="519764">
                  <a:moveTo>
                    <a:pt x="231006" y="519764"/>
                  </a:moveTo>
                  <a:cubicBezTo>
                    <a:pt x="315227" y="498107"/>
                    <a:pt x="399448" y="476450"/>
                    <a:pt x="442762" y="423511"/>
                  </a:cubicBezTo>
                  <a:cubicBezTo>
                    <a:pt x="486076" y="370572"/>
                    <a:pt x="495701" y="264694"/>
                    <a:pt x="490888" y="202130"/>
                  </a:cubicBezTo>
                  <a:cubicBezTo>
                    <a:pt x="486075" y="139566"/>
                    <a:pt x="458804" y="81814"/>
                    <a:pt x="413886" y="48126"/>
                  </a:cubicBezTo>
                  <a:cubicBezTo>
                    <a:pt x="368968" y="14438"/>
                    <a:pt x="277528" y="0"/>
                    <a:pt x="221381" y="0"/>
                  </a:cubicBezTo>
                  <a:cubicBezTo>
                    <a:pt x="165234" y="0"/>
                    <a:pt x="113899" y="12833"/>
                    <a:pt x="77002" y="48126"/>
                  </a:cubicBezTo>
                  <a:cubicBezTo>
                    <a:pt x="40105" y="83419"/>
                    <a:pt x="20052" y="147587"/>
                    <a:pt x="0" y="211756"/>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24674" name="Text Box 4"/>
            <p:cNvSpPr txBox="1">
              <a:spLocks noChangeArrowheads="1"/>
            </p:cNvSpPr>
            <p:nvPr/>
          </p:nvSpPr>
          <p:spPr bwMode="auto">
            <a:xfrm>
              <a:off x="5086634" y="1241285"/>
              <a:ext cx="38106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T</a:t>
              </a:r>
            </a:p>
          </p:txBody>
        </p:sp>
        <p:sp>
          <p:nvSpPr>
            <p:cNvPr id="24675" name="Text Box 4"/>
            <p:cNvSpPr txBox="1">
              <a:spLocks noChangeArrowheads="1"/>
            </p:cNvSpPr>
            <p:nvPr/>
          </p:nvSpPr>
          <p:spPr bwMode="auto">
            <a:xfrm>
              <a:off x="5086634" y="3468592"/>
              <a:ext cx="38106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T</a:t>
              </a:r>
            </a:p>
          </p:txBody>
        </p:sp>
        <p:sp>
          <p:nvSpPr>
            <p:cNvPr id="24676" name="Text Box 4"/>
            <p:cNvSpPr txBox="1">
              <a:spLocks noChangeArrowheads="1"/>
            </p:cNvSpPr>
            <p:nvPr/>
          </p:nvSpPr>
          <p:spPr bwMode="auto">
            <a:xfrm>
              <a:off x="5086634" y="2539589"/>
              <a:ext cx="38106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B</a:t>
              </a:r>
            </a:p>
          </p:txBody>
        </p:sp>
        <p:sp>
          <p:nvSpPr>
            <p:cNvPr id="24677" name="Text Box 4"/>
            <p:cNvSpPr txBox="1">
              <a:spLocks noChangeArrowheads="1"/>
            </p:cNvSpPr>
            <p:nvPr/>
          </p:nvSpPr>
          <p:spPr bwMode="auto">
            <a:xfrm>
              <a:off x="5159539" y="1944588"/>
              <a:ext cx="3810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a</a:t>
              </a:r>
            </a:p>
          </p:txBody>
        </p:sp>
        <p:sp>
          <p:nvSpPr>
            <p:cNvPr id="24678" name="Text Box 4"/>
            <p:cNvSpPr txBox="1">
              <a:spLocks noChangeArrowheads="1"/>
            </p:cNvSpPr>
            <p:nvPr/>
          </p:nvSpPr>
          <p:spPr bwMode="auto">
            <a:xfrm>
              <a:off x="3974940" y="1856675"/>
              <a:ext cx="3810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a</a:t>
              </a:r>
            </a:p>
          </p:txBody>
        </p:sp>
        <p:sp>
          <p:nvSpPr>
            <p:cNvPr id="24679" name="Text Box 4"/>
            <p:cNvSpPr txBox="1">
              <a:spLocks noChangeArrowheads="1"/>
            </p:cNvSpPr>
            <p:nvPr/>
          </p:nvSpPr>
          <p:spPr bwMode="auto">
            <a:xfrm>
              <a:off x="7086898" y="2539589"/>
              <a:ext cx="38106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d</a:t>
              </a:r>
            </a:p>
          </p:txBody>
        </p:sp>
        <p:sp>
          <p:nvSpPr>
            <p:cNvPr id="24680" name="Text Box 4"/>
            <p:cNvSpPr txBox="1">
              <a:spLocks noChangeArrowheads="1"/>
            </p:cNvSpPr>
            <p:nvPr/>
          </p:nvSpPr>
          <p:spPr bwMode="auto">
            <a:xfrm>
              <a:off x="7086898" y="3478619"/>
              <a:ext cx="38106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b</a:t>
              </a:r>
            </a:p>
          </p:txBody>
        </p:sp>
      </p:grpSp>
      <p:sp>
        <p:nvSpPr>
          <p:cNvPr id="2" name="灯片编号占位符 1">
            <a:extLst>
              <a:ext uri="{FF2B5EF4-FFF2-40B4-BE49-F238E27FC236}">
                <a16:creationId xmlns:a16="http://schemas.microsoft.com/office/drawing/2014/main" id="{5147E9CC-0F9C-43C7-832A-7045E1C680CA}"/>
              </a:ext>
            </a:extLst>
          </p:cNvPr>
          <p:cNvSpPr>
            <a:spLocks noGrp="1"/>
          </p:cNvSpPr>
          <p:nvPr>
            <p:ph type="sldNum" sz="quarter" idx="12"/>
          </p:nvPr>
        </p:nvSpPr>
        <p:spPr/>
        <p:txBody>
          <a:bodyPr/>
          <a:lstStyle/>
          <a:p>
            <a:pPr>
              <a:defRPr/>
            </a:pPr>
            <a:fld id="{76D20AB1-C80E-44EB-B890-88EEF3B3DC08}" type="slidenum">
              <a:rPr lang="zh-CN" altLang="en-US" smtClean="0"/>
              <a:pPr>
                <a:defRPr/>
              </a:pPr>
              <a:t>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par>
                                <p:cTn id="17" presetID="53" presetClass="entr" presetSubtype="16" fill="hold" nodeType="withEffect">
                                  <p:stCondLst>
                                    <p:cond delay="0"/>
                                  </p:stCondLst>
                                  <p:childTnLst>
                                    <p:set>
                                      <p:cBhvr>
                                        <p:cTn id="18" dur="1" fill="hold">
                                          <p:stCondLst>
                                            <p:cond delay="0"/>
                                          </p:stCondLst>
                                        </p:cTn>
                                        <p:tgtEl>
                                          <p:spTgt spid="53253"/>
                                        </p:tgtEl>
                                        <p:attrNameLst>
                                          <p:attrName>style.visibility</p:attrName>
                                        </p:attrNameLst>
                                      </p:cBhvr>
                                      <p:to>
                                        <p:strVal val="visible"/>
                                      </p:to>
                                    </p:set>
                                    <p:anim calcmode="lin" valueType="num">
                                      <p:cBhvr>
                                        <p:cTn id="19" dur="500" fill="hold"/>
                                        <p:tgtEl>
                                          <p:spTgt spid="53253"/>
                                        </p:tgtEl>
                                        <p:attrNameLst>
                                          <p:attrName>ppt_w</p:attrName>
                                        </p:attrNameLst>
                                      </p:cBhvr>
                                      <p:tavLst>
                                        <p:tav tm="0">
                                          <p:val>
                                            <p:fltVal val="0"/>
                                          </p:val>
                                        </p:tav>
                                        <p:tav tm="100000">
                                          <p:val>
                                            <p:strVal val="#ppt_w"/>
                                          </p:val>
                                        </p:tav>
                                      </p:tavLst>
                                    </p:anim>
                                    <p:anim calcmode="lin" valueType="num">
                                      <p:cBhvr>
                                        <p:cTn id="20" dur="500" fill="hold"/>
                                        <p:tgtEl>
                                          <p:spTgt spid="53253"/>
                                        </p:tgtEl>
                                        <p:attrNameLst>
                                          <p:attrName>ppt_h</p:attrName>
                                        </p:attrNameLst>
                                      </p:cBhvr>
                                      <p:tavLst>
                                        <p:tav tm="0">
                                          <p:val>
                                            <p:fltVal val="0"/>
                                          </p:val>
                                        </p:tav>
                                        <p:tav tm="100000">
                                          <p:val>
                                            <p:strVal val="#ppt_h"/>
                                          </p:val>
                                        </p:tav>
                                      </p:tavLst>
                                    </p:anim>
                                    <p:animEffect transition="in" filter="fade">
                                      <p:cBhvr>
                                        <p:cTn id="21" dur="500"/>
                                        <p:tgtEl>
                                          <p:spTgt spid="53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内容占位符 2"/>
          <p:cNvSpPr>
            <a:spLocks noGrp="1" noChangeArrowheads="1"/>
          </p:cNvSpPr>
          <p:nvPr>
            <p:ph idx="1"/>
          </p:nvPr>
        </p:nvSpPr>
        <p:spPr>
          <a:xfrm>
            <a:off x="336551" y="915987"/>
            <a:ext cx="8555930" cy="3455987"/>
          </a:xfrm>
        </p:spPr>
        <p:txBody>
          <a:bodyPr/>
          <a:lstStyle/>
          <a:p>
            <a:pPr eaLnBrk="1" hangingPunct="1">
              <a:lnSpc>
                <a:spcPts val="2800"/>
              </a:lnSpc>
              <a:buClr>
                <a:schemeClr val="tx1"/>
              </a:buClr>
              <a:buFont typeface="Wingdings" pitchFamily="2" charset="2"/>
              <a:buChar char="Ø"/>
              <a:defRPr/>
            </a:pPr>
            <a:r>
              <a:rPr lang="zh-CN" altLang="en-US" sz="2200" b="1" dirty="0">
                <a:solidFill>
                  <a:schemeClr val="tx1"/>
                </a:solidFill>
                <a:latin typeface="Times New Roman" panose="02020603050405020304" pitchFamily="18" charset="0"/>
                <a:cs typeface="Times New Roman" panose="02020603050405020304" pitchFamily="18" charset="0"/>
              </a:rPr>
              <a:t>构造</a:t>
            </a:r>
            <a:r>
              <a:rPr lang="en-US" altLang="zh-CN" sz="2200" b="1" i="1" dirty="0">
                <a:solidFill>
                  <a:schemeClr val="tx1"/>
                </a:solidFill>
                <a:latin typeface="Times New Roman" panose="02020603050405020304" pitchFamily="18" charset="0"/>
                <a:ea typeface="宋体" pitchFamily="2" charset="-122"/>
                <a:cs typeface="Times New Roman" panose="02020603050405020304" pitchFamily="18" charset="0"/>
              </a:rPr>
              <a:t>G'</a:t>
            </a:r>
            <a:r>
              <a:rPr lang="zh-CN" altLang="en-US" sz="2200" b="1" dirty="0">
                <a:solidFill>
                  <a:schemeClr val="tx1"/>
                </a:solidFill>
                <a:latin typeface="Times New Roman" panose="02020603050405020304" pitchFamily="18" charset="0"/>
                <a:cs typeface="Times New Roman" panose="02020603050405020304" pitchFamily="18" charset="0"/>
              </a:rPr>
              <a:t>的规范</a:t>
            </a:r>
            <a:r>
              <a:rPr lang="en-US" altLang="zh-CN" sz="2200" b="1" i="1" dirty="0">
                <a:solidFill>
                  <a:srgbClr val="2D83F4"/>
                </a:solidFill>
                <a:latin typeface="Times New Roman" panose="02020603050405020304" pitchFamily="18" charset="0"/>
                <a:ea typeface="楷体_GB2312" pitchFamily="49" charset="-122"/>
                <a:cs typeface="Times New Roman" panose="02020603050405020304" pitchFamily="18" charset="0"/>
              </a:rPr>
              <a:t>LR</a:t>
            </a:r>
            <a:r>
              <a:rPr lang="en-US" altLang="zh-CN" sz="2200" b="1" dirty="0">
                <a:solidFill>
                  <a:srgbClr val="2D83F4"/>
                </a:solidFill>
                <a:latin typeface="Times New Roman" panose="02020603050405020304" pitchFamily="18" charset="0"/>
                <a:ea typeface="楷体_GB2312" pitchFamily="49" charset="-122"/>
                <a:cs typeface="Times New Roman" panose="02020603050405020304" pitchFamily="18" charset="0"/>
              </a:rPr>
              <a:t>(0)</a:t>
            </a:r>
            <a:r>
              <a:rPr lang="zh-CN" altLang="en-US" sz="2200" b="1" dirty="0">
                <a:solidFill>
                  <a:schemeClr val="tx1"/>
                </a:solidFill>
                <a:latin typeface="Times New Roman" panose="02020603050405020304" pitchFamily="18" charset="0"/>
                <a:cs typeface="Times New Roman" panose="02020603050405020304" pitchFamily="18" charset="0"/>
              </a:rPr>
              <a:t>项集族</a:t>
            </a:r>
            <a:r>
              <a:rPr lang="en-US" altLang="zh-CN" sz="2200" b="1" i="1" dirty="0">
                <a:solidFill>
                  <a:schemeClr val="tx1"/>
                </a:solidFill>
                <a:latin typeface="Times New Roman" panose="02020603050405020304" pitchFamily="18" charset="0"/>
                <a:ea typeface="宋体" pitchFamily="2" charset="-122"/>
                <a:cs typeface="Times New Roman" panose="02020603050405020304" pitchFamily="18" charset="0"/>
              </a:rPr>
              <a:t>C </a:t>
            </a:r>
            <a:r>
              <a:rPr lang="en-US" altLang="zh-CN" sz="22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2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200"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0</a:t>
            </a:r>
            <a:r>
              <a:rPr lang="en-US" altLang="zh-CN" sz="22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2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200"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1</a:t>
            </a:r>
            <a:r>
              <a:rPr lang="en-US" altLang="zh-CN" sz="2200" b="1" dirty="0">
                <a:solidFill>
                  <a:schemeClr val="tx1"/>
                </a:solidFill>
                <a:latin typeface="Times New Roman" panose="02020603050405020304" pitchFamily="18" charset="0"/>
                <a:ea typeface="楷体_GB2312" pitchFamily="49" charset="-122"/>
                <a:cs typeface="Times New Roman" panose="02020603050405020304" pitchFamily="18" charset="0"/>
              </a:rPr>
              <a:t>, … , </a:t>
            </a:r>
            <a:r>
              <a:rPr lang="en-US" altLang="zh-CN" sz="22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2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n</a:t>
            </a:r>
            <a:r>
              <a:rPr lang="en-US" altLang="zh-CN" sz="22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zh-CN" altLang="en-US" sz="2200" b="1" dirty="0">
                <a:solidFill>
                  <a:schemeClr val="tx1"/>
                </a:solidFill>
                <a:latin typeface="Times New Roman" panose="02020603050405020304" pitchFamily="18" charset="0"/>
                <a:ea typeface="楷体_GB2312" pitchFamily="49" charset="-122"/>
                <a:cs typeface="Times New Roman" panose="02020603050405020304" pitchFamily="18" charset="0"/>
              </a:rPr>
              <a:t>。</a:t>
            </a:r>
            <a:endParaRPr lang="en-US" altLang="zh-CN" sz="2200" b="1"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eaLnBrk="1" hangingPunct="1">
              <a:lnSpc>
                <a:spcPts val="2800"/>
              </a:lnSpc>
              <a:buClr>
                <a:schemeClr val="tx1"/>
              </a:buClr>
              <a:buFont typeface="Wingdings" pitchFamily="2" charset="2"/>
              <a:buChar char="Ø"/>
              <a:defRPr/>
            </a:pPr>
            <a:r>
              <a:rPr lang="zh-CN" altLang="en-US" sz="2200" b="1" dirty="0">
                <a:solidFill>
                  <a:schemeClr val="tx1"/>
                </a:solidFill>
                <a:latin typeface="Times New Roman" panose="02020603050405020304" pitchFamily="18" charset="0"/>
                <a:cs typeface="Times New Roman" panose="02020603050405020304" pitchFamily="18" charset="0"/>
              </a:rPr>
              <a:t>根据</a:t>
            </a:r>
            <a:r>
              <a:rPr lang="en-US" altLang="zh-CN" sz="2200" b="1" i="1" dirty="0">
                <a:solidFill>
                  <a:schemeClr val="tx1"/>
                </a:solidFill>
                <a:latin typeface="Times New Roman" panose="02020603050405020304" pitchFamily="18" charset="0"/>
                <a:ea typeface="宋体" pitchFamily="2" charset="-122"/>
                <a:cs typeface="Times New Roman" panose="02020603050405020304" pitchFamily="18" charset="0"/>
              </a:rPr>
              <a:t>I</a:t>
            </a:r>
            <a:r>
              <a:rPr lang="en-US" altLang="zh-CN" sz="2200" b="1" i="1" baseline="-25000" dirty="0">
                <a:solidFill>
                  <a:schemeClr val="tx1"/>
                </a:solidFill>
                <a:latin typeface="Times New Roman" panose="02020603050405020304" pitchFamily="18" charset="0"/>
                <a:ea typeface="宋体" pitchFamily="2" charset="-122"/>
                <a:cs typeface="Times New Roman" panose="02020603050405020304" pitchFamily="18" charset="0"/>
              </a:rPr>
              <a:t>i</a:t>
            </a:r>
            <a:r>
              <a:rPr lang="zh-CN" altLang="en-US" sz="2200" b="1" dirty="0">
                <a:solidFill>
                  <a:schemeClr val="tx1"/>
                </a:solidFill>
                <a:latin typeface="Times New Roman" panose="02020603050405020304" pitchFamily="18" charset="0"/>
                <a:cs typeface="Times New Roman" panose="02020603050405020304" pitchFamily="18" charset="0"/>
              </a:rPr>
              <a:t>构造得到状态</a:t>
            </a:r>
            <a:r>
              <a:rPr lang="en-US" altLang="zh-CN" sz="2200" b="1" i="1" dirty="0" err="1">
                <a:solidFill>
                  <a:schemeClr val="tx1"/>
                </a:solidFill>
                <a:latin typeface="Times New Roman" panose="02020603050405020304" pitchFamily="18" charset="0"/>
                <a:ea typeface="宋体" pitchFamily="2" charset="-122"/>
                <a:cs typeface="Times New Roman" panose="02020603050405020304" pitchFamily="18" charset="0"/>
              </a:rPr>
              <a:t>i</a:t>
            </a:r>
            <a:r>
              <a:rPr lang="zh-CN" altLang="en-US" sz="22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200" b="1" dirty="0">
                <a:solidFill>
                  <a:schemeClr val="tx1"/>
                </a:solidFill>
                <a:latin typeface="Times New Roman" panose="02020603050405020304" pitchFamily="18" charset="0"/>
                <a:cs typeface="Times New Roman" panose="02020603050405020304" pitchFamily="18" charset="0"/>
              </a:rPr>
              <a:t>状态</a:t>
            </a:r>
            <a:r>
              <a:rPr lang="en-US" altLang="zh-CN" sz="2200" b="1" i="1" dirty="0" err="1">
                <a:solidFill>
                  <a:schemeClr val="tx1"/>
                </a:solidFill>
                <a:latin typeface="Times New Roman" panose="02020603050405020304" pitchFamily="18" charset="0"/>
                <a:ea typeface="宋体" pitchFamily="2" charset="-122"/>
                <a:cs typeface="Times New Roman" panose="02020603050405020304" pitchFamily="18" charset="0"/>
              </a:rPr>
              <a:t>i</a:t>
            </a:r>
            <a:r>
              <a:rPr lang="en-US" altLang="zh-CN" sz="2200" b="1" i="1"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altLang="en-US" sz="2200" b="1" dirty="0">
                <a:solidFill>
                  <a:schemeClr val="tx1"/>
                </a:solidFill>
                <a:latin typeface="Times New Roman" panose="02020603050405020304" pitchFamily="18" charset="0"/>
                <a:cs typeface="Times New Roman" panose="02020603050405020304" pitchFamily="18" charset="0"/>
              </a:rPr>
              <a:t>的语法分析动作按照下面的方法决定：</a:t>
            </a:r>
            <a:endParaRPr lang="en-US" altLang="zh-CN" sz="2200" b="1" dirty="0">
              <a:solidFill>
                <a:schemeClr val="tx1"/>
              </a:solidFill>
              <a:latin typeface="Times New Roman" panose="02020603050405020304" pitchFamily="18" charset="0"/>
              <a:cs typeface="Times New Roman" panose="02020603050405020304" pitchFamily="18" charset="0"/>
            </a:endParaRPr>
          </a:p>
          <a:p>
            <a:pPr lvl="1" eaLnBrk="1" hangingPunct="1">
              <a:lnSpc>
                <a:spcPts val="2800"/>
              </a:lnSpc>
              <a:buClr>
                <a:schemeClr val="tx1"/>
              </a:buClr>
              <a:buFont typeface="Wingdings" pitchFamily="2" charset="2"/>
              <a:buChar char="Ø"/>
              <a:defRPr/>
            </a:pP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if</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b="1" dirty="0" err="1">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α</a:t>
            </a:r>
            <a:r>
              <a:rPr lang="en-US" altLang="zh-CN" sz="2400" b="1" i="1" dirty="0" err="1">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b="1" dirty="0" err="1">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β</a:t>
            </a:r>
            <a:r>
              <a:rPr lang="en-US" altLang="zh-CN" b="1" dirty="0" err="1">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i="1" baseline="-25000"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and</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GOTO</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 </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 )=</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i="1" baseline="-25000" dirty="0" err="1">
                <a:solidFill>
                  <a:schemeClr val="tx1"/>
                </a:solidFill>
                <a:latin typeface="Times New Roman" panose="02020603050405020304" pitchFamily="18" charset="0"/>
                <a:ea typeface="楷体_GB2312" pitchFamily="49" charset="-122"/>
                <a:cs typeface="Times New Roman" panose="02020603050405020304" pitchFamily="18" charset="0"/>
              </a:rPr>
              <a:t>j</a:t>
            </a:r>
            <a:r>
              <a:rPr lang="en-US" altLang="zh-CN"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then</a:t>
            </a:r>
            <a:r>
              <a:rPr lang="en-US" altLang="zh-CN"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ACTION</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 ]=</a:t>
            </a:r>
            <a:r>
              <a:rPr lang="en-US" altLang="zh-CN" b="1" dirty="0" err="1">
                <a:solidFill>
                  <a:schemeClr val="tx1"/>
                </a:solidFill>
                <a:latin typeface="Times New Roman" panose="02020603050405020304" pitchFamily="18" charset="0"/>
                <a:ea typeface="楷体_GB2312" pitchFamily="49" charset="-122"/>
                <a:cs typeface="Times New Roman" panose="02020603050405020304" pitchFamily="18" charset="0"/>
              </a:rPr>
              <a:t>sj</a:t>
            </a:r>
            <a:endParaRPr lang="en-US" altLang="zh-CN" b="1" baseline="-25000"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lvl="1" eaLnBrk="1" hangingPunct="1">
              <a:lnSpc>
                <a:spcPts val="2800"/>
              </a:lnSpc>
              <a:buClr>
                <a:schemeClr val="tx1"/>
              </a:buClr>
              <a:buFont typeface="Wingdings" pitchFamily="2" charset="2"/>
              <a:buChar char="Ø"/>
              <a:defRPr/>
            </a:pPr>
            <a:r>
              <a:rPr lang="en-US" altLang="zh-CN" b="1" i="1" dirty="0">
                <a:solidFill>
                  <a:srgbClr val="2D83F4"/>
                </a:solidFill>
                <a:latin typeface="Times New Roman" panose="02020603050405020304" pitchFamily="18" charset="0"/>
                <a:ea typeface="楷体_GB2312"/>
                <a:cs typeface="Times New Roman" panose="02020603050405020304" pitchFamily="18" charset="0"/>
              </a:rPr>
              <a:t>if</a:t>
            </a:r>
            <a:r>
              <a:rPr lang="en-US" altLang="zh-CN" b="1"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A</a:t>
            </a:r>
            <a:r>
              <a:rPr lang="en-US" altLang="zh-CN" b="1" dirty="0">
                <a:solidFill>
                  <a:schemeClr val="tx1"/>
                </a:solidFill>
                <a:latin typeface="Times New Roman" panose="02020603050405020304" pitchFamily="18" charset="0"/>
                <a:ea typeface="楷体_GB2312"/>
                <a:cs typeface="Times New Roman" panose="02020603050405020304" pitchFamily="18" charset="0"/>
              </a:rPr>
              <a:t>→</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α</a:t>
            </a:r>
            <a:r>
              <a:rPr lang="en-US" altLang="zh-CN" b="1" dirty="0">
                <a:solidFill>
                  <a:schemeClr val="tx1"/>
                </a:solidFill>
                <a:latin typeface="Times New Roman" panose="02020603050405020304" pitchFamily="18" charset="0"/>
                <a:ea typeface="楷体_GB2312"/>
                <a:cs typeface="Times New Roman" panose="02020603050405020304" pitchFamily="18" charset="0"/>
              </a:rPr>
              <a:t>.</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Bβ</a:t>
            </a:r>
            <a:r>
              <a:rPr lang="en-US" altLang="zh-CN" b="1" dirty="0">
                <a:solidFill>
                  <a:schemeClr val="tx1"/>
                </a:solidFill>
                <a:latin typeface="Times New Roman" panose="02020603050405020304" pitchFamily="18" charset="0"/>
                <a:ea typeface="楷体_GB2312"/>
                <a:cs typeface="Times New Roman" panose="02020603050405020304" pitchFamily="18" charset="0"/>
              </a:rPr>
              <a:t>∈</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I</a:t>
            </a:r>
            <a:r>
              <a:rPr lang="en-US" altLang="zh-CN" b="1" i="1" baseline="-25000" dirty="0">
                <a:solidFill>
                  <a:schemeClr val="tx1"/>
                </a:solidFill>
                <a:latin typeface="Times New Roman" panose="02020603050405020304" pitchFamily="18" charset="0"/>
                <a:ea typeface="楷体_GB2312"/>
                <a:cs typeface="Times New Roman" panose="02020603050405020304" pitchFamily="18" charset="0"/>
              </a:rPr>
              <a:t>i</a:t>
            </a:r>
            <a:r>
              <a:rPr lang="en-US" altLang="zh-CN" b="1" baseline="-25000"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and GOTO</a:t>
            </a:r>
            <a:r>
              <a:rPr lang="en-US" altLang="zh-CN" b="1"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I</a:t>
            </a:r>
            <a:r>
              <a:rPr lang="en-US" altLang="zh-CN" b="1" i="1" baseline="-25000" dirty="0">
                <a:solidFill>
                  <a:schemeClr val="tx1"/>
                </a:solidFill>
                <a:latin typeface="Times New Roman" panose="02020603050405020304" pitchFamily="18" charset="0"/>
                <a:ea typeface="楷体_GB2312"/>
                <a:cs typeface="Times New Roman" panose="02020603050405020304" pitchFamily="18" charset="0"/>
              </a:rPr>
              <a:t>i</a:t>
            </a:r>
            <a:r>
              <a:rPr lang="zh-CN" altLang="en-US" b="1" i="1" baseline="-25000" dirty="0">
                <a:solidFill>
                  <a:schemeClr val="tx1"/>
                </a:solidFill>
                <a:latin typeface="Times New Roman" panose="02020603050405020304" pitchFamily="18" charset="0"/>
                <a:ea typeface="楷体_GB2312"/>
                <a:cs typeface="Times New Roman" panose="02020603050405020304" pitchFamily="18" charset="0"/>
              </a:rPr>
              <a:t> </a:t>
            </a:r>
            <a:r>
              <a:rPr lang="en-US" altLang="zh-CN" b="1"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B </a:t>
            </a:r>
            <a:r>
              <a:rPr lang="en-US" altLang="zh-CN" b="1" dirty="0">
                <a:solidFill>
                  <a:schemeClr val="tx1"/>
                </a:solidFill>
                <a:latin typeface="Times New Roman" panose="02020603050405020304" pitchFamily="18" charset="0"/>
                <a:ea typeface="楷体_GB2312"/>
                <a:cs typeface="Times New Roman" panose="02020603050405020304" pitchFamily="18" charset="0"/>
              </a:rPr>
              <a:t>)=</a:t>
            </a:r>
            <a:r>
              <a:rPr lang="en-US" altLang="zh-CN" b="1" i="1" dirty="0" err="1">
                <a:solidFill>
                  <a:schemeClr val="tx1"/>
                </a:solidFill>
                <a:latin typeface="Times New Roman" panose="02020603050405020304" pitchFamily="18" charset="0"/>
                <a:ea typeface="楷体_GB2312"/>
                <a:cs typeface="Times New Roman" panose="02020603050405020304" pitchFamily="18" charset="0"/>
              </a:rPr>
              <a:t>I</a:t>
            </a:r>
            <a:r>
              <a:rPr lang="en-US" altLang="zh-CN" b="1" i="1" baseline="-25000" dirty="0" err="1">
                <a:solidFill>
                  <a:schemeClr val="tx1"/>
                </a:solidFill>
                <a:latin typeface="Times New Roman" panose="02020603050405020304" pitchFamily="18" charset="0"/>
                <a:ea typeface="楷体_GB2312"/>
                <a:cs typeface="Times New Roman" panose="02020603050405020304" pitchFamily="18" charset="0"/>
              </a:rPr>
              <a:t>j</a:t>
            </a:r>
            <a:r>
              <a:rPr lang="en-US" altLang="zh-CN" b="1" baseline="-25000"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a:solidFill>
                  <a:srgbClr val="2D83F4"/>
                </a:solidFill>
                <a:latin typeface="Times New Roman" panose="02020603050405020304" pitchFamily="18" charset="0"/>
                <a:ea typeface="楷体_GB2312"/>
                <a:cs typeface="Times New Roman" panose="02020603050405020304" pitchFamily="18" charset="0"/>
              </a:rPr>
              <a:t>then</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 GOTO</a:t>
            </a:r>
            <a:r>
              <a:rPr lang="en-US" altLang="zh-CN" b="1"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err="1">
                <a:solidFill>
                  <a:schemeClr val="tx1"/>
                </a:solidFill>
                <a:latin typeface="Times New Roman" panose="02020603050405020304" pitchFamily="18" charset="0"/>
                <a:ea typeface="楷体_GB2312"/>
                <a:cs typeface="Times New Roman" panose="02020603050405020304" pitchFamily="18" charset="0"/>
              </a:rPr>
              <a:t>i</a:t>
            </a:r>
            <a:r>
              <a:rPr lang="en-US" altLang="zh-CN" b="1" dirty="0">
                <a:solidFill>
                  <a:schemeClr val="tx1"/>
                </a:solidFill>
                <a:latin typeface="Times New Roman" panose="02020603050405020304" pitchFamily="18" charset="0"/>
                <a:ea typeface="楷体_GB231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a:cs typeface="Times New Roman" panose="02020603050405020304" pitchFamily="18" charset="0"/>
              </a:rPr>
              <a:t>B </a:t>
            </a:r>
            <a:r>
              <a:rPr lang="en-US" altLang="zh-CN" b="1" dirty="0">
                <a:solidFill>
                  <a:schemeClr val="tx1"/>
                </a:solidFill>
                <a:latin typeface="Times New Roman" panose="02020603050405020304" pitchFamily="18" charset="0"/>
                <a:ea typeface="楷体_GB2312"/>
                <a:cs typeface="Times New Roman" panose="02020603050405020304" pitchFamily="18" charset="0"/>
              </a:rPr>
              <a:t>]=j</a:t>
            </a:r>
            <a:r>
              <a:rPr lang="en-US" altLang="zh-CN" b="1" baseline="-25000" dirty="0">
                <a:solidFill>
                  <a:schemeClr val="tx1"/>
                </a:solidFill>
                <a:latin typeface="Times New Roman" panose="02020603050405020304" pitchFamily="18" charset="0"/>
                <a:ea typeface="楷体_GB2312"/>
                <a:cs typeface="Times New Roman" panose="02020603050405020304" pitchFamily="18" charset="0"/>
              </a:rPr>
              <a:t> </a:t>
            </a:r>
            <a:endParaRPr lang="en-US" altLang="zh-CN" b="1" dirty="0">
              <a:solidFill>
                <a:schemeClr val="tx1"/>
              </a:solidFill>
              <a:latin typeface="Times New Roman" panose="02020603050405020304" pitchFamily="18" charset="0"/>
              <a:ea typeface="楷体_GB2312"/>
              <a:cs typeface="Times New Roman" panose="02020603050405020304" pitchFamily="18" charset="0"/>
            </a:endParaRPr>
          </a:p>
          <a:p>
            <a:pPr lvl="1" eaLnBrk="1" hangingPunct="1">
              <a:lnSpc>
                <a:spcPts val="2800"/>
              </a:lnSpc>
              <a:buClr>
                <a:schemeClr val="tx1"/>
              </a:buClr>
              <a:buFont typeface="Wingdings" pitchFamily="2" charset="2"/>
              <a:buChar char="Ø"/>
              <a:defRPr/>
            </a:pP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if</a:t>
            </a:r>
            <a:r>
              <a:rPr lang="en-US" altLang="zh-CN"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α</a:t>
            </a:r>
            <a:r>
              <a:rPr lang="en-US" altLang="zh-CN" sz="2000" b="1" i="1"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zh-CN" altLang="en-US" b="1" dirty="0">
                <a:solidFill>
                  <a:schemeClr val="tx1"/>
                </a:solidFill>
                <a:latin typeface="Times New Roman" panose="02020603050405020304" pitchFamily="18" charset="0"/>
                <a:ea typeface="宋体" pitchFamily="2" charset="-122"/>
                <a:cs typeface="Times New Roman" panose="02020603050405020304" pitchFamily="18" charset="0"/>
              </a:rPr>
              <a:t>且</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A </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S' </a:t>
            </a: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then</a:t>
            </a:r>
            <a:r>
              <a:rPr lang="en-US" altLang="zh-CN"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for</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sym typeface="Symbol" pitchFamily="18" charset="2"/>
              </a:rPr>
              <a:t></a:t>
            </a:r>
            <a:r>
              <a:rPr lang="en-US" altLang="zh-CN" b="1" dirty="0" err="1">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b="1" i="1" dirty="0" err="1">
                <a:solidFill>
                  <a:srgbClr val="FF0000"/>
                </a:solidFill>
                <a:latin typeface="Times New Roman" panose="02020603050405020304" pitchFamily="18" charset="0"/>
                <a:ea typeface="楷体_GB2312" pitchFamily="49" charset="-122"/>
                <a:cs typeface="Times New Roman" panose="02020603050405020304" pitchFamily="18" charset="0"/>
              </a:rPr>
              <a:t>FOLLOW</a:t>
            </a:r>
            <a:r>
              <a:rPr lang="en-US" altLang="zh-CN" b="1"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b="1" i="1" dirty="0">
                <a:solidFill>
                  <a:srgbClr val="FF0000"/>
                </a:solidFill>
                <a:latin typeface="Times New Roman" panose="02020603050405020304" pitchFamily="18" charset="0"/>
                <a:ea typeface="楷体_GB2312" pitchFamily="49" charset="-122"/>
                <a:cs typeface="Times New Roman" panose="02020603050405020304" pitchFamily="18" charset="0"/>
              </a:rPr>
              <a:t>A</a:t>
            </a:r>
            <a:r>
              <a:rPr lang="en-US" altLang="zh-CN" b="1"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do</a:t>
            </a:r>
            <a:r>
              <a:rPr lang="en-US" altLang="zh-CN" b="1" dirty="0">
                <a:solidFill>
                  <a:srgbClr val="2D83F4"/>
                </a:solidFill>
                <a:latin typeface="Times New Roman" panose="02020603050405020304" pitchFamily="18" charset="0"/>
                <a:ea typeface="楷体_GB2312" pitchFamily="49" charset="-122"/>
                <a:cs typeface="Times New Roman" panose="02020603050405020304" pitchFamily="18" charset="0"/>
              </a:rPr>
              <a:t> </a:t>
            </a:r>
          </a:p>
          <a:p>
            <a:pPr lvl="1" eaLnBrk="1" hangingPunct="1">
              <a:lnSpc>
                <a:spcPts val="2800"/>
              </a:lnSpc>
              <a:buClr>
                <a:schemeClr val="tx1"/>
              </a:buClr>
              <a:buFont typeface="Symbol" panose="05050102010706020507" pitchFamily="18" charset="2"/>
              <a:buNone/>
              <a:defRPr/>
            </a:pP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rgbClr val="FF0000"/>
                </a:solidFill>
                <a:latin typeface="Times New Roman" panose="02020603050405020304" pitchFamily="18" charset="0"/>
                <a:ea typeface="楷体_GB2312" pitchFamily="49" charset="-122"/>
                <a:cs typeface="Times New Roman" panose="02020603050405020304" pitchFamily="18" charset="0"/>
              </a:rPr>
              <a:t>ACTION</a:t>
            </a:r>
            <a:r>
              <a:rPr lang="en-US" altLang="zh-CN" b="1"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b="1" i="1" dirty="0" err="1">
                <a:solidFill>
                  <a:srgbClr val="FF0000"/>
                </a:solidFill>
                <a:latin typeface="Times New Roman" panose="02020603050405020304" pitchFamily="18" charset="0"/>
                <a:ea typeface="楷体_GB2312" pitchFamily="49" charset="-122"/>
                <a:cs typeface="Times New Roman" panose="02020603050405020304" pitchFamily="18" charset="0"/>
              </a:rPr>
              <a:t>i</a:t>
            </a:r>
            <a:r>
              <a:rPr lang="en-US" altLang="zh-CN" b="1" dirty="0">
                <a:solidFill>
                  <a:srgbClr val="FF0000"/>
                </a:solidFill>
                <a:latin typeface="Times New Roman" panose="02020603050405020304" pitchFamily="18" charset="0"/>
                <a:ea typeface="楷体_GB2312" pitchFamily="49" charset="-122"/>
                <a:cs typeface="Times New Roman" panose="02020603050405020304" pitchFamily="18" charset="0"/>
              </a:rPr>
              <a:t>, a ]=</a:t>
            </a:r>
            <a:r>
              <a:rPr lang="en-US" altLang="zh-CN" b="1" dirty="0" err="1">
                <a:solidFill>
                  <a:srgbClr val="FF0000"/>
                </a:solidFill>
                <a:latin typeface="Times New Roman" panose="02020603050405020304" pitchFamily="18" charset="0"/>
                <a:ea typeface="楷体_GB2312" pitchFamily="49" charset="-122"/>
                <a:cs typeface="Times New Roman" panose="02020603050405020304" pitchFamily="18" charset="0"/>
              </a:rPr>
              <a:t>rj</a:t>
            </a:r>
            <a:r>
              <a:rPr lang="zh-CN" altLang="en-US" b="1"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zh-CN" altLang="en-US"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j</a:t>
            </a:r>
            <a:r>
              <a:rPr lang="zh-CN" altLang="en-US" b="1" dirty="0">
                <a:solidFill>
                  <a:schemeClr val="tx1"/>
                </a:solidFill>
                <a:latin typeface="Times New Roman" panose="02020603050405020304" pitchFamily="18" charset="0"/>
                <a:cs typeface="Times New Roman" panose="02020603050405020304" pitchFamily="18" charset="0"/>
              </a:rPr>
              <a:t>是产生式</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b="1" dirty="0" err="1">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α</a:t>
            </a:r>
            <a:r>
              <a:rPr lang="zh-CN" altLang="en-US" b="1" dirty="0">
                <a:solidFill>
                  <a:schemeClr val="tx1"/>
                </a:solidFill>
                <a:latin typeface="Times New Roman" panose="02020603050405020304" pitchFamily="18" charset="0"/>
                <a:cs typeface="Times New Roman" panose="02020603050405020304" pitchFamily="18" charset="0"/>
              </a:rPr>
              <a:t>的编号</a:t>
            </a:r>
            <a:r>
              <a:rPr lang="zh-CN" altLang="en-US" b="1" dirty="0">
                <a:solidFill>
                  <a:schemeClr val="tx1"/>
                </a:solidFill>
                <a:latin typeface="Times New Roman" panose="02020603050405020304" pitchFamily="18" charset="0"/>
                <a:ea typeface="楷体_GB2312" pitchFamily="49" charset="-122"/>
                <a:cs typeface="Times New Roman" panose="02020603050405020304" pitchFamily="18" charset="0"/>
              </a:rPr>
              <a:t>）</a:t>
            </a:r>
            <a:endPar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lvl="1" eaLnBrk="1" hangingPunct="1">
              <a:lnSpc>
                <a:spcPts val="2800"/>
              </a:lnSpc>
              <a:buClr>
                <a:schemeClr val="tx1"/>
              </a:buClr>
              <a:buFont typeface="Wingdings" pitchFamily="2" charset="2"/>
              <a:buChar char="Ø"/>
              <a:defRPr/>
            </a:pP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if</a:t>
            </a:r>
            <a:r>
              <a:rPr lang="en-US" altLang="zh-CN"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S</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S</a:t>
            </a:r>
            <a:r>
              <a:rPr lang="en-US" altLang="zh-CN" sz="2000" b="1" i="1"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rgbClr val="2D83F4"/>
                </a:solidFill>
                <a:latin typeface="Times New Roman" panose="02020603050405020304" pitchFamily="18" charset="0"/>
                <a:ea typeface="楷体_GB2312" pitchFamily="49" charset="-122"/>
                <a:cs typeface="Times New Roman" panose="02020603050405020304" pitchFamily="18" charset="0"/>
              </a:rPr>
              <a:t>then</a:t>
            </a:r>
            <a:r>
              <a:rPr lang="en-US" altLang="zh-CN"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ACTION</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 </a:t>
            </a:r>
            <a:r>
              <a:rPr lang="en-US" altLang="zh-CN"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dirty="0">
                <a:solidFill>
                  <a:schemeClr val="tx1"/>
                </a:solidFill>
                <a:latin typeface="Times New Roman" panose="02020603050405020304" pitchFamily="18" charset="0"/>
                <a:cs typeface="Times New Roman" panose="02020603050405020304" pitchFamily="18" charset="0"/>
              </a:rPr>
              <a:t>$</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b="1" i="1" dirty="0">
                <a:solidFill>
                  <a:schemeClr val="tx1"/>
                </a:solidFill>
                <a:latin typeface="Times New Roman" panose="02020603050405020304" pitchFamily="18" charset="0"/>
                <a:ea typeface="楷体_GB2312" pitchFamily="49" charset="-122"/>
                <a:cs typeface="Times New Roman" panose="02020603050405020304" pitchFamily="18" charset="0"/>
              </a:rPr>
              <a:t>acc</a:t>
            </a:r>
            <a:r>
              <a:rPr lang="en-US" altLang="zh-CN" b="1" dirty="0">
                <a:solidFill>
                  <a:schemeClr val="tx1"/>
                </a:solidFill>
                <a:latin typeface="Times New Roman" panose="02020603050405020304" pitchFamily="18" charset="0"/>
                <a:ea typeface="楷体_GB2312" pitchFamily="49" charset="-122"/>
                <a:cs typeface="Times New Roman" panose="02020603050405020304" pitchFamily="18" charset="0"/>
              </a:rPr>
              <a:t>;</a:t>
            </a:r>
          </a:p>
          <a:p>
            <a:pPr eaLnBrk="1" hangingPunct="1">
              <a:lnSpc>
                <a:spcPts val="2800"/>
              </a:lnSpc>
              <a:buClr>
                <a:schemeClr val="tx1"/>
              </a:buClr>
              <a:buFont typeface="Wingdings" pitchFamily="2" charset="2"/>
              <a:buChar char="Ø"/>
              <a:defRPr/>
            </a:pPr>
            <a:r>
              <a:rPr lang="zh-CN" altLang="en-US" sz="2200" b="1" dirty="0">
                <a:solidFill>
                  <a:schemeClr val="tx1"/>
                </a:solidFill>
                <a:latin typeface="Times New Roman" panose="02020603050405020304" pitchFamily="18" charset="0"/>
                <a:cs typeface="Times New Roman" panose="02020603050405020304" pitchFamily="18" charset="0"/>
              </a:rPr>
              <a:t>没有定义的所有条目都设置为</a:t>
            </a:r>
            <a:r>
              <a:rPr lang="en-US" altLang="zh-CN" sz="22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200" b="1" i="1" dirty="0">
                <a:solidFill>
                  <a:schemeClr val="tx1"/>
                </a:solidFill>
                <a:latin typeface="Times New Roman" panose="02020603050405020304" pitchFamily="18" charset="0"/>
                <a:ea typeface="宋体" pitchFamily="2" charset="-122"/>
                <a:cs typeface="Times New Roman" panose="02020603050405020304" pitchFamily="18" charset="0"/>
              </a:rPr>
              <a:t>error</a:t>
            </a:r>
            <a:r>
              <a:rPr lang="en-US" altLang="zh-CN" sz="22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200" b="1" dirty="0">
                <a:solidFill>
                  <a:schemeClr val="tx1"/>
                </a:solidFill>
                <a:latin typeface="Times New Roman" panose="02020603050405020304" pitchFamily="18" charset="0"/>
                <a:ea typeface="宋体" pitchFamily="2" charset="-122"/>
                <a:cs typeface="Times New Roman" panose="02020603050405020304" pitchFamily="18" charset="0"/>
              </a:rPr>
              <a:t>。</a:t>
            </a:r>
            <a:endParaRPr lang="en-US" altLang="zh-CN" sz="2200" b="1" dirty="0">
              <a:solidFill>
                <a:schemeClr val="tx1"/>
              </a:solidFill>
              <a:latin typeface="Times New Roman" panose="02020603050405020304" pitchFamily="18" charset="0"/>
              <a:ea typeface="楷体_GB2312" pitchFamily="49" charset="-122"/>
              <a:cs typeface="Times New Roman" panose="02020603050405020304" pitchFamily="18" charset="0"/>
            </a:endParaRPr>
          </a:p>
        </p:txBody>
      </p:sp>
      <p:sp>
        <p:nvSpPr>
          <p:cNvPr id="26627" name="标题 1"/>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SLR</a:t>
            </a:r>
            <a:r>
              <a:rPr lang="zh-CN" altLang="en-US" sz="3000" i="1">
                <a:solidFill>
                  <a:schemeClr val="tx1"/>
                </a:solidFill>
                <a:ea typeface="黑体" panose="02010609060101010101" pitchFamily="49" charset="-122"/>
              </a:rPr>
              <a:t> </a:t>
            </a:r>
            <a:r>
              <a:rPr lang="zh-CN" altLang="en-US" sz="3000">
                <a:solidFill>
                  <a:schemeClr val="tx1"/>
                </a:solidFill>
                <a:latin typeface="微软雅黑" panose="020B0503020204020204" pitchFamily="34" charset="-122"/>
                <a:ea typeface="微软雅黑" panose="020B0503020204020204" pitchFamily="34" charset="-122"/>
              </a:rPr>
              <a:t>分析表构造算法</a:t>
            </a:r>
          </a:p>
        </p:txBody>
      </p:sp>
      <p:sp>
        <p:nvSpPr>
          <p:cNvPr id="5" name="矩形 4"/>
          <p:cNvSpPr>
            <a:spLocks noChangeArrowheads="1"/>
          </p:cNvSpPr>
          <p:nvPr/>
        </p:nvSpPr>
        <p:spPr bwMode="auto">
          <a:xfrm>
            <a:off x="1187475" y="4371975"/>
            <a:ext cx="6192837" cy="708025"/>
          </a:xfrm>
          <a:prstGeom prst="rect">
            <a:avLst/>
          </a:prstGeom>
          <a:solidFill>
            <a:srgbClr val="B5CEED"/>
          </a:solidFill>
          <a:ln w="12700">
            <a:solidFill>
              <a:schemeClr val="tx1"/>
            </a:solidFill>
            <a:round/>
            <a:headEnd/>
            <a:tailEnd/>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zh-CN" altLang="en-US" sz="2000" b="1">
                <a:solidFill>
                  <a:schemeClr val="tx1"/>
                </a:solidFill>
                <a:latin typeface="Times New Roman" panose="02020603050405020304" pitchFamily="18" charset="0"/>
                <a:ea typeface="楷体" panose="02010609060101010101" pitchFamily="49" charset="-122"/>
              </a:rPr>
              <a:t>如果给定文法的</a:t>
            </a:r>
            <a:r>
              <a:rPr lang="en-US" altLang="zh-CN" sz="2000" b="1" i="1">
                <a:solidFill>
                  <a:schemeClr val="tx1"/>
                </a:solidFill>
                <a:latin typeface="Times New Roman" panose="02020603050405020304" pitchFamily="18" charset="0"/>
                <a:cs typeface="Times New Roman" panose="02020603050405020304" pitchFamily="18" charset="0"/>
              </a:rPr>
              <a:t>SLR</a:t>
            </a:r>
            <a:r>
              <a:rPr lang="zh-CN" altLang="en-US" sz="2000" b="1">
                <a:solidFill>
                  <a:schemeClr val="tx1"/>
                </a:solidFill>
                <a:latin typeface="Times New Roman" panose="02020603050405020304" pitchFamily="18" charset="0"/>
                <a:ea typeface="楷体" panose="02010609060101010101" pitchFamily="49" charset="-122"/>
              </a:rPr>
              <a:t>分析表中不存在有冲突的动作，那么该文法称为</a:t>
            </a:r>
            <a:r>
              <a:rPr lang="en-US" altLang="zh-CN" sz="2000" b="1" i="1">
                <a:solidFill>
                  <a:srgbClr val="FF0000"/>
                </a:solidFill>
                <a:latin typeface="Times New Roman" panose="02020603050405020304" pitchFamily="18" charset="0"/>
              </a:rPr>
              <a:t>SLR</a:t>
            </a:r>
            <a:r>
              <a:rPr lang="zh-CN" altLang="en-US" sz="2000" b="1">
                <a:solidFill>
                  <a:srgbClr val="FF0000"/>
                </a:solidFill>
                <a:latin typeface="Times New Roman" panose="02020603050405020304" pitchFamily="18" charset="0"/>
                <a:ea typeface="楷体" panose="02010609060101010101" pitchFamily="49" charset="-122"/>
              </a:rPr>
              <a:t>文法</a:t>
            </a:r>
          </a:p>
        </p:txBody>
      </p:sp>
      <p:sp>
        <p:nvSpPr>
          <p:cNvPr id="2" name="灯片编号占位符 1">
            <a:extLst>
              <a:ext uri="{FF2B5EF4-FFF2-40B4-BE49-F238E27FC236}">
                <a16:creationId xmlns:a16="http://schemas.microsoft.com/office/drawing/2014/main" id="{790847B7-4C79-4FCB-9B3F-F2C5869DAFCB}"/>
              </a:ext>
            </a:extLst>
          </p:cNvPr>
          <p:cNvSpPr>
            <a:spLocks noGrp="1"/>
          </p:cNvSpPr>
          <p:nvPr>
            <p:ph type="sldNum" sz="quarter" idx="12"/>
          </p:nvPr>
        </p:nvSpPr>
        <p:spPr/>
        <p:txBody>
          <a:bodyPr/>
          <a:lstStyle/>
          <a:p>
            <a:pPr>
              <a:defRPr/>
            </a:pPr>
            <a:fld id="{76D20AB1-C80E-44EB-B890-88EEF3B3DC08}" type="slidenum">
              <a:rPr lang="zh-CN" altLang="en-US" smtClean="0"/>
              <a:pPr>
                <a:defRPr/>
              </a:pPr>
              <a:t>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6"/>
          <p:cNvSpPr>
            <a:spLocks noGrp="1" noChangeArrowheads="1"/>
          </p:cNvSpPr>
          <p:nvPr>
            <p:ph type="title"/>
          </p:nvPr>
        </p:nvSpPr>
        <p:spPr>
          <a:xfrm>
            <a:off x="755650" y="268288"/>
            <a:ext cx="7931150" cy="358775"/>
          </a:xfrm>
        </p:spPr>
        <p:txBody>
          <a:bodyPr/>
          <a:lstStyle/>
          <a:p>
            <a:pPr eaLnBrk="1" hangingPunct="1">
              <a:defRPr/>
            </a:pPr>
            <a:r>
              <a:rPr lang="en-US" altLang="zh-CN" sz="3000" i="1" dirty="0">
                <a:solidFill>
                  <a:srgbClr val="000000"/>
                </a:solidFill>
              </a:rPr>
              <a:t>SLR</a:t>
            </a:r>
            <a:r>
              <a:rPr lang="zh-CN" altLang="en-US" sz="3000" i="1" dirty="0">
                <a:solidFill>
                  <a:srgbClr val="000000"/>
                </a:solidFill>
              </a:rPr>
              <a:t> </a:t>
            </a:r>
            <a:r>
              <a:rPr lang="zh-CN" altLang="en-US" sz="3000" spc="300" dirty="0">
                <a:solidFill>
                  <a:srgbClr val="000000"/>
                </a:solidFill>
                <a:latin typeface="微软雅黑" panose="020B0503020204020204" pitchFamily="34" charset="-122"/>
                <a:ea typeface="微软雅黑" panose="020B0503020204020204" pitchFamily="34" charset="-122"/>
              </a:rPr>
              <a:t>分析中的冲突</a:t>
            </a:r>
            <a:endParaRPr lang="zh-CN" altLang="en-US" sz="3000" spc="300" dirty="0">
              <a:solidFill>
                <a:schemeClr val="tx1"/>
              </a:solidFill>
              <a:latin typeface="微软雅黑" panose="020B0503020204020204" pitchFamily="34" charset="-122"/>
              <a:ea typeface="微软雅黑" panose="020B0503020204020204" pitchFamily="34" charset="-122"/>
            </a:endParaRPr>
          </a:p>
        </p:txBody>
      </p:sp>
      <p:sp>
        <p:nvSpPr>
          <p:cNvPr id="122" name="Rectangle 37"/>
          <p:cNvSpPr>
            <a:spLocks noChangeArrowheads="1"/>
          </p:cNvSpPr>
          <p:nvPr/>
        </p:nvSpPr>
        <p:spPr bwMode="auto">
          <a:xfrm>
            <a:off x="357188" y="1500188"/>
            <a:ext cx="1520825" cy="2354262"/>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500"/>
              </a:lnSpc>
              <a:spcBef>
                <a:spcPct val="20000"/>
              </a:spcBef>
              <a:buFont typeface="Wingdings" pitchFamily="2" charset="2"/>
              <a:buNone/>
              <a:defRPr/>
            </a:pPr>
            <a:r>
              <a:rPr lang="zh-CN" altLang="zh-CN" sz="2200" b="1" noProof="1">
                <a:solidFill>
                  <a:srgbClr val="000000"/>
                </a:solidFill>
                <a:latin typeface="Times New Roman" pitchFamily="18" charset="0"/>
                <a:ea typeface="Times New Roman" pitchFamily="18" charset="0"/>
                <a:cs typeface="华文楷体" pitchFamily="2" charset="-122"/>
              </a:rPr>
              <a:t>0) </a:t>
            </a:r>
            <a:r>
              <a:rPr lang="en-US" altLang="zh-CN" sz="2200" b="1" i="1" noProof="1">
                <a:solidFill>
                  <a:srgbClr val="000000"/>
                </a:solidFill>
                <a:latin typeface="Times New Roman" pitchFamily="18" charset="0"/>
                <a:ea typeface="Times New Roman" pitchFamily="18" charset="0"/>
                <a:cs typeface="华文楷体" pitchFamily="2" charset="-122"/>
              </a:rPr>
              <a:t>S</a:t>
            </a:r>
            <a:r>
              <a:rPr lang="en-US" altLang="zh-CN" sz="2400" b="1" i="1" noProof="1">
                <a:solidFill>
                  <a:srgbClr val="000000"/>
                </a:solidFill>
                <a:latin typeface="Times New Roman" pitchFamily="18" charset="0"/>
                <a:ea typeface="Times New Roman" pitchFamily="18" charset="0"/>
                <a:cs typeface="华文楷体" pitchFamily="2" charset="-122"/>
              </a:rPr>
              <a:t>′</a:t>
            </a:r>
            <a:r>
              <a:rPr lang="en-US" altLang="zh-CN" sz="2200" b="1" i="1" noProof="1">
                <a:solidFill>
                  <a:srgbClr val="000000"/>
                </a:solidFill>
                <a:latin typeface="Times New Roman" pitchFamily="18" charset="0"/>
                <a:ea typeface="Times New Roman" pitchFamily="18" charset="0"/>
                <a:cs typeface="华文楷体" pitchFamily="2" charset="-122"/>
              </a:rPr>
              <a:t>→S</a:t>
            </a:r>
          </a:p>
          <a:p>
            <a:pPr marL="609600" indent="-609600" eaLnBrk="1" hangingPunct="1">
              <a:lnSpc>
                <a:spcPts val="2500"/>
              </a:lnSpc>
              <a:spcBef>
                <a:spcPct val="20000"/>
              </a:spcBef>
              <a:buFont typeface="Wingdings" pitchFamily="2" charset="2"/>
              <a:buNone/>
              <a:defRPr/>
            </a:pPr>
            <a:r>
              <a:rPr lang="en-US" altLang="zh-CN" sz="2200" b="1" noProof="1">
                <a:solidFill>
                  <a:srgbClr val="000000"/>
                </a:solidFill>
                <a:latin typeface="Times New Roman" pitchFamily="18" charset="0"/>
                <a:ea typeface="Times New Roman" pitchFamily="18" charset="0"/>
                <a:cs typeface="华文楷体" pitchFamily="2" charset="-122"/>
              </a:rPr>
              <a:t>1) </a:t>
            </a:r>
            <a:r>
              <a:rPr lang="en-US" altLang="zh-CN" sz="2200" b="1" i="1" noProof="1">
                <a:solidFill>
                  <a:srgbClr val="000000"/>
                </a:solidFill>
                <a:latin typeface="Times New Roman" pitchFamily="18" charset="0"/>
                <a:ea typeface="Times New Roman" pitchFamily="18" charset="0"/>
                <a:cs typeface="华文楷体" pitchFamily="2" charset="-122"/>
              </a:rPr>
              <a:t>S→L=R</a:t>
            </a:r>
          </a:p>
          <a:p>
            <a:pPr marL="609600" indent="-609600" eaLnBrk="1" hangingPunct="1">
              <a:lnSpc>
                <a:spcPts val="2500"/>
              </a:lnSpc>
              <a:spcBef>
                <a:spcPct val="20000"/>
              </a:spcBef>
              <a:buFont typeface="Wingdings" pitchFamily="2" charset="2"/>
              <a:buNone/>
              <a:defRPr/>
            </a:pPr>
            <a:r>
              <a:rPr lang="en-US" altLang="zh-CN" sz="2200" b="1" noProof="1">
                <a:solidFill>
                  <a:srgbClr val="000000"/>
                </a:solidFill>
                <a:latin typeface="Times New Roman" pitchFamily="18" charset="0"/>
                <a:ea typeface="Times New Roman" pitchFamily="18" charset="0"/>
                <a:cs typeface="华文楷体" pitchFamily="2" charset="-122"/>
              </a:rPr>
              <a:t>2) </a:t>
            </a:r>
            <a:r>
              <a:rPr lang="en-US" altLang="zh-CN" sz="2200" b="1" i="1" noProof="1">
                <a:solidFill>
                  <a:srgbClr val="000000"/>
                </a:solidFill>
                <a:latin typeface="Times New Roman" pitchFamily="18" charset="0"/>
                <a:ea typeface="Times New Roman" pitchFamily="18" charset="0"/>
                <a:cs typeface="华文楷体" pitchFamily="2" charset="-122"/>
              </a:rPr>
              <a:t>S→R</a:t>
            </a:r>
          </a:p>
          <a:p>
            <a:pPr marL="609600" indent="-609600" eaLnBrk="1" hangingPunct="1">
              <a:lnSpc>
                <a:spcPts val="2500"/>
              </a:lnSpc>
              <a:spcBef>
                <a:spcPct val="20000"/>
              </a:spcBef>
              <a:buFont typeface="Wingdings" pitchFamily="2" charset="2"/>
              <a:buNone/>
              <a:defRPr/>
            </a:pPr>
            <a:r>
              <a:rPr lang="en-US" altLang="zh-CN" sz="2200" b="1" noProof="1">
                <a:solidFill>
                  <a:srgbClr val="000000"/>
                </a:solidFill>
                <a:latin typeface="Times New Roman" pitchFamily="18" charset="0"/>
                <a:ea typeface="Times New Roman" pitchFamily="18" charset="0"/>
                <a:cs typeface="华文楷体" pitchFamily="2" charset="-122"/>
              </a:rPr>
              <a:t>3) </a:t>
            </a:r>
            <a:r>
              <a:rPr lang="en-US" altLang="zh-CN" sz="2200" b="1" i="1" noProof="1">
                <a:solidFill>
                  <a:srgbClr val="000000"/>
                </a:solidFill>
                <a:latin typeface="Times New Roman" pitchFamily="18" charset="0"/>
                <a:ea typeface="Times New Roman" pitchFamily="18" charset="0"/>
                <a:cs typeface="华文楷体" pitchFamily="2" charset="-122"/>
              </a:rPr>
              <a:t>L→*R</a:t>
            </a:r>
          </a:p>
          <a:p>
            <a:pPr marL="609600" indent="-609600" eaLnBrk="1" hangingPunct="1">
              <a:lnSpc>
                <a:spcPts val="2500"/>
              </a:lnSpc>
              <a:spcBef>
                <a:spcPct val="20000"/>
              </a:spcBef>
              <a:buFont typeface="Wingdings" pitchFamily="2" charset="2"/>
              <a:buNone/>
              <a:defRPr/>
            </a:pPr>
            <a:r>
              <a:rPr lang="en-US" altLang="zh-CN" sz="2200" b="1" noProof="1">
                <a:solidFill>
                  <a:srgbClr val="000000"/>
                </a:solidFill>
                <a:latin typeface="Times New Roman" pitchFamily="18" charset="0"/>
                <a:ea typeface="Times New Roman" pitchFamily="18" charset="0"/>
                <a:cs typeface="华文楷体" pitchFamily="2" charset="-122"/>
              </a:rPr>
              <a:t>4) </a:t>
            </a:r>
            <a:r>
              <a:rPr lang="en-US" altLang="zh-CN" sz="2200" b="1" i="1" noProof="1">
                <a:solidFill>
                  <a:srgbClr val="000000"/>
                </a:solidFill>
                <a:latin typeface="Times New Roman" pitchFamily="18" charset="0"/>
                <a:ea typeface="Times New Roman" pitchFamily="18" charset="0"/>
                <a:cs typeface="华文楷体" pitchFamily="2" charset="-122"/>
              </a:rPr>
              <a:t>L→</a:t>
            </a:r>
            <a:r>
              <a:rPr lang="en-US" altLang="zh-CN" sz="2200" b="1" noProof="1">
                <a:solidFill>
                  <a:srgbClr val="000000"/>
                </a:solidFill>
                <a:latin typeface="Times New Roman" pitchFamily="18" charset="0"/>
                <a:ea typeface="Times New Roman" pitchFamily="18" charset="0"/>
                <a:cs typeface="华文楷体" pitchFamily="2" charset="-122"/>
              </a:rPr>
              <a:t>id</a:t>
            </a:r>
          </a:p>
          <a:p>
            <a:pPr marL="609600" indent="-609600" eaLnBrk="1" hangingPunct="1">
              <a:lnSpc>
                <a:spcPts val="2500"/>
              </a:lnSpc>
              <a:spcBef>
                <a:spcPct val="20000"/>
              </a:spcBef>
              <a:buFont typeface="Wingdings" pitchFamily="2" charset="2"/>
              <a:buNone/>
              <a:defRPr/>
            </a:pPr>
            <a:r>
              <a:rPr lang="en-US" altLang="zh-CN" sz="2200" b="1" noProof="1">
                <a:solidFill>
                  <a:srgbClr val="000000"/>
                </a:solidFill>
                <a:latin typeface="Times New Roman" pitchFamily="18" charset="0"/>
                <a:ea typeface="Times New Roman" pitchFamily="18" charset="0"/>
                <a:cs typeface="华文楷体" pitchFamily="2" charset="-122"/>
              </a:rPr>
              <a:t>5) </a:t>
            </a:r>
            <a:r>
              <a:rPr lang="en-US" altLang="zh-CN" sz="2200" b="1" i="1" noProof="1">
                <a:solidFill>
                  <a:srgbClr val="000000"/>
                </a:solidFill>
                <a:latin typeface="Times New Roman" pitchFamily="18" charset="0"/>
                <a:ea typeface="Times New Roman" pitchFamily="18" charset="0"/>
                <a:cs typeface="华文楷体" pitchFamily="2" charset="-122"/>
              </a:rPr>
              <a:t>R→L</a:t>
            </a:r>
          </a:p>
        </p:txBody>
      </p:sp>
      <p:sp>
        <p:nvSpPr>
          <p:cNvPr id="130" name="Rectangle 45"/>
          <p:cNvSpPr>
            <a:spLocks noChangeArrowheads="1"/>
          </p:cNvSpPr>
          <p:nvPr/>
        </p:nvSpPr>
        <p:spPr bwMode="auto">
          <a:xfrm>
            <a:off x="311150" y="4457700"/>
            <a:ext cx="2636838" cy="400050"/>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R</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 { =,</a:t>
            </a:r>
            <a:r>
              <a:rPr lang="en-US" altLang="zh-CN" sz="2000" b="1"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endParaRPr>
          </a:p>
        </p:txBody>
      </p:sp>
      <p:grpSp>
        <p:nvGrpSpPr>
          <p:cNvPr id="2" name="组合 3"/>
          <p:cNvGrpSpPr>
            <a:grpSpLocks/>
          </p:cNvGrpSpPr>
          <p:nvPr/>
        </p:nvGrpSpPr>
        <p:grpSpPr bwMode="auto">
          <a:xfrm>
            <a:off x="2155825" y="741363"/>
            <a:ext cx="6808788" cy="4351337"/>
            <a:chOff x="2155825" y="741363"/>
            <a:chExt cx="6808788" cy="4350667"/>
          </a:xfrm>
        </p:grpSpPr>
        <p:sp>
          <p:nvSpPr>
            <p:cNvPr id="28680" name="Text Box 2"/>
            <p:cNvSpPr txBox="1">
              <a:spLocks noChangeArrowheads="1"/>
            </p:cNvSpPr>
            <p:nvPr/>
          </p:nvSpPr>
          <p:spPr bwMode="auto">
            <a:xfrm>
              <a:off x="2155825" y="796916"/>
              <a:ext cx="1290638" cy="2153906"/>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I</a:t>
              </a:r>
              <a:r>
                <a:rPr lang="en-US" altLang="zh-CN" sz="2000" b="1" i="1" baseline="-25000" dirty="0">
                  <a:solidFill>
                    <a:srgbClr val="000000"/>
                  </a:solidFill>
                  <a:latin typeface="Times New Roman" panose="02020603050405020304" pitchFamily="18" charset="0"/>
                </a:rPr>
                <a:t>0</a:t>
              </a:r>
              <a:r>
                <a:rPr lang="en-US" altLang="zh-CN" sz="2000" b="1" dirty="0">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S</a:t>
              </a:r>
              <a:r>
                <a:rPr lang="en-US" altLang="zh-CN" sz="2000" b="1" i="1" dirty="0">
                  <a:solidFill>
                    <a:srgbClr val="000000"/>
                  </a:solidFill>
                  <a:latin typeface="Times New Roman" panose="02020603050405020304" pitchFamily="18" charset="0"/>
                  <a:cs typeface="Times New Roman" panose="02020603050405020304" pitchFamily="18" charset="0"/>
                </a:rPr>
                <a:t>′ </a:t>
              </a:r>
              <a:r>
                <a:rPr lang="en-US" altLang="zh-CN" sz="2000" b="1" i="1" dirty="0">
                  <a:solidFill>
                    <a:srgbClr val="000000"/>
                  </a:solidFill>
                  <a:latin typeface="Times New Roman" panose="02020603050405020304" pitchFamily="18" charset="0"/>
                </a:rPr>
                <a:t>→ · S</a:t>
              </a:r>
            </a:p>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S→ · L=R</a:t>
              </a:r>
            </a:p>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S→ · R</a:t>
              </a:r>
            </a:p>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L→ · *R</a:t>
              </a:r>
            </a:p>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L→ · </a:t>
              </a:r>
              <a:r>
                <a:rPr lang="en-US" altLang="zh-CN" sz="2000" b="1" dirty="0">
                  <a:solidFill>
                    <a:srgbClr val="000000"/>
                  </a:solidFill>
                  <a:latin typeface="Times New Roman" panose="02020603050405020304" pitchFamily="18" charset="0"/>
                </a:rPr>
                <a:t>id</a:t>
              </a:r>
            </a:p>
            <a:p>
              <a:pPr>
                <a:spcBef>
                  <a:spcPct val="0"/>
                </a:spcBef>
                <a:buClrTx/>
                <a:buSzTx/>
                <a:buFont typeface="Arial" panose="020B0604020202020204" pitchFamily="34" charset="0"/>
                <a:buNone/>
              </a:pPr>
              <a:r>
                <a:rPr lang="en-US" altLang="zh-CN" sz="2000" b="1" i="1" dirty="0">
                  <a:solidFill>
                    <a:srgbClr val="000000"/>
                  </a:solidFill>
                  <a:latin typeface="Times New Roman" panose="02020603050405020304" pitchFamily="18" charset="0"/>
                </a:rPr>
                <a:t>R→ · L</a:t>
              </a:r>
            </a:p>
          </p:txBody>
        </p:sp>
        <p:sp>
          <p:nvSpPr>
            <p:cNvPr id="28681" name="Text Box 3"/>
            <p:cNvSpPr txBox="1">
              <a:spLocks noChangeArrowheads="1"/>
            </p:cNvSpPr>
            <p:nvPr/>
          </p:nvSpPr>
          <p:spPr bwMode="auto">
            <a:xfrm>
              <a:off x="4041775" y="741363"/>
              <a:ext cx="1223963" cy="707916"/>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rPr>
                <a:t>→S ·</a:t>
              </a:r>
            </a:p>
          </p:txBody>
        </p:sp>
        <p:sp>
          <p:nvSpPr>
            <p:cNvPr id="28682" name="Line 4"/>
            <p:cNvSpPr>
              <a:spLocks noChangeShapeType="1"/>
            </p:cNvSpPr>
            <p:nvPr/>
          </p:nvSpPr>
          <p:spPr bwMode="auto">
            <a:xfrm flipV="1">
              <a:off x="3492500" y="1211263"/>
              <a:ext cx="503238" cy="1111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 name="Text Box 5"/>
            <p:cNvSpPr txBox="1">
              <a:spLocks noChangeArrowheads="1"/>
            </p:cNvSpPr>
            <p:nvPr/>
          </p:nvSpPr>
          <p:spPr bwMode="auto">
            <a:xfrm>
              <a:off x="4029075" y="1509595"/>
              <a:ext cx="1223963" cy="101584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2</a:t>
              </a:r>
              <a:r>
                <a:rPr kumimoji="1" lang="en-US" altLang="zh-CN" sz="2000" b="1" dirty="0">
                  <a:solidFill>
                    <a:srgbClr val="000000"/>
                  </a:solidFill>
                  <a:latin typeface="Times New Roman" panose="02020603050405020304" pitchFamily="18" charset="0"/>
                </a:rPr>
                <a:t>:</a:t>
              </a:r>
            </a:p>
            <a:p>
              <a:pPr>
                <a:defRPr/>
              </a:pPr>
              <a:r>
                <a:rPr kumimoji="1" lang="en-US" altLang="zh-CN" sz="2000" b="1" i="1" dirty="0">
                  <a:solidFill>
                    <a:srgbClr val="FF0000"/>
                  </a:solidFill>
                  <a:latin typeface="Times New Roman" panose="02020603050405020304" pitchFamily="18" charset="0"/>
                </a:rPr>
                <a:t>S→L</a:t>
              </a:r>
              <a:r>
                <a:rPr lang="en-US" altLang="zh-CN" sz="2000" b="1" i="1" dirty="0">
                  <a:solidFill>
                    <a:srgbClr val="FF0000"/>
                  </a:solidFill>
                  <a:latin typeface="Times New Roman" panose="02020603050405020304" pitchFamily="18" charset="0"/>
                  <a:cs typeface="Times New Roman" panose="02020603050405020304" pitchFamily="18" charset="0"/>
                </a:rPr>
                <a:t>· </a:t>
              </a:r>
              <a:r>
                <a:rPr kumimoji="1" lang="en-US" altLang="zh-CN" sz="2000" b="1" i="1" dirty="0">
                  <a:solidFill>
                    <a:srgbClr val="FF0000"/>
                  </a:solidFill>
                  <a:latin typeface="Times New Roman" panose="02020603050405020304" pitchFamily="18" charset="0"/>
                </a:rPr>
                <a:t>=R</a:t>
              </a:r>
            </a:p>
            <a:p>
              <a:pPr>
                <a:defRPr/>
              </a:pPr>
              <a:r>
                <a:rPr kumimoji="1" lang="en-US" altLang="zh-CN" sz="2000" b="1" i="1" dirty="0">
                  <a:solidFill>
                    <a:srgbClr val="FF0000"/>
                  </a:solidFill>
                  <a:latin typeface="Times New Roman" panose="02020603050405020304" pitchFamily="18" charset="0"/>
                </a:rPr>
                <a:t>R→L</a:t>
              </a:r>
              <a:r>
                <a:rPr lang="en-US" altLang="zh-CN" sz="2000" b="1" i="1" dirty="0">
                  <a:solidFill>
                    <a:srgbClr val="FF0000"/>
                  </a:solidFill>
                  <a:latin typeface="Times New Roman" panose="02020603050405020304" pitchFamily="18" charset="0"/>
                  <a:cs typeface="Times New Roman" panose="02020603050405020304" pitchFamily="18" charset="0"/>
                </a:rPr>
                <a:t>·</a:t>
              </a:r>
              <a:endParaRPr kumimoji="1" lang="en-US" altLang="zh-CN" sz="2000" b="1" i="1" dirty="0">
                <a:solidFill>
                  <a:srgbClr val="FF0000"/>
                </a:solidFill>
                <a:latin typeface="Times New Roman" panose="02020603050405020304" pitchFamily="18" charset="0"/>
              </a:endParaRPr>
            </a:p>
          </p:txBody>
        </p:sp>
        <p:sp>
          <p:nvSpPr>
            <p:cNvPr id="28684" name="Line 6"/>
            <p:cNvSpPr>
              <a:spLocks noChangeShapeType="1"/>
            </p:cNvSpPr>
            <p:nvPr/>
          </p:nvSpPr>
          <p:spPr bwMode="auto">
            <a:xfrm flipV="1">
              <a:off x="3487738" y="2193925"/>
              <a:ext cx="508000" cy="158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85" name="Text Box 7"/>
            <p:cNvSpPr txBox="1">
              <a:spLocks noChangeArrowheads="1"/>
            </p:cNvSpPr>
            <p:nvPr/>
          </p:nvSpPr>
          <p:spPr bwMode="auto">
            <a:xfrm>
              <a:off x="3563938" y="1749425"/>
              <a:ext cx="5032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L</a:t>
              </a:r>
            </a:p>
          </p:txBody>
        </p:sp>
        <p:sp>
          <p:nvSpPr>
            <p:cNvPr id="96" name="Text Box 8"/>
            <p:cNvSpPr txBox="1">
              <a:spLocks noChangeArrowheads="1"/>
            </p:cNvSpPr>
            <p:nvPr/>
          </p:nvSpPr>
          <p:spPr bwMode="auto">
            <a:xfrm>
              <a:off x="4027488" y="2574643"/>
              <a:ext cx="1223962" cy="7079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endParaRPr kumimoji="1" lang="en-US" altLang="zh-CN" sz="2000" b="1" i="1">
                <a:solidFill>
                  <a:srgbClr val="000000"/>
                </a:solidFill>
                <a:latin typeface="Times New Roman" panose="02020603050405020304" pitchFamily="18" charset="0"/>
              </a:endParaRPr>
            </a:p>
          </p:txBody>
        </p:sp>
        <p:sp>
          <p:nvSpPr>
            <p:cNvPr id="28687" name="Line 9"/>
            <p:cNvSpPr>
              <a:spLocks noChangeShapeType="1"/>
            </p:cNvSpPr>
            <p:nvPr/>
          </p:nvSpPr>
          <p:spPr bwMode="auto">
            <a:xfrm flipV="1">
              <a:off x="3492500" y="2841625"/>
              <a:ext cx="503238" cy="1111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88" name="Text Box 10"/>
            <p:cNvSpPr txBox="1">
              <a:spLocks noChangeArrowheads="1"/>
            </p:cNvSpPr>
            <p:nvPr/>
          </p:nvSpPr>
          <p:spPr bwMode="auto">
            <a:xfrm>
              <a:off x="3530600" y="2427288"/>
              <a:ext cx="609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R</a:t>
              </a:r>
            </a:p>
          </p:txBody>
        </p:sp>
        <p:sp>
          <p:nvSpPr>
            <p:cNvPr id="99" name="Text Box 11"/>
            <p:cNvSpPr txBox="1">
              <a:spLocks noChangeArrowheads="1"/>
            </p:cNvSpPr>
            <p:nvPr/>
          </p:nvSpPr>
          <p:spPr bwMode="auto">
            <a:xfrm>
              <a:off x="4035425" y="3339700"/>
              <a:ext cx="1223963" cy="163169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a:t>
              </a:r>
            </a:p>
            <a:p>
              <a:pPr>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p>
            <a:p>
              <a:pPr>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a:t>
              </a:r>
            </a:p>
            <a:p>
              <a:pPr>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srgbClr val="000000"/>
                  </a:solidFill>
                  <a:latin typeface="Times New Roman" panose="02020603050405020304" pitchFamily="18" charset="0"/>
                </a:rPr>
                <a:t>id</a:t>
              </a:r>
            </a:p>
          </p:txBody>
        </p:sp>
        <p:sp>
          <p:nvSpPr>
            <p:cNvPr id="100" name="Text Box 12"/>
            <p:cNvSpPr txBox="1">
              <a:spLocks noChangeArrowheads="1"/>
            </p:cNvSpPr>
            <p:nvPr/>
          </p:nvSpPr>
          <p:spPr bwMode="auto">
            <a:xfrm>
              <a:off x="5918200" y="4331735"/>
              <a:ext cx="1296988" cy="70632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lang="en-US" altLang="zh-CN" sz="2000" b="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endParaRPr kumimoji="1" lang="en-US" altLang="zh-CN" sz="2000" b="1" i="1">
                <a:solidFill>
                  <a:srgbClr val="000000"/>
                </a:solidFill>
                <a:latin typeface="Times New Roman" panose="02020603050405020304" pitchFamily="18" charset="0"/>
              </a:endParaRPr>
            </a:p>
          </p:txBody>
        </p:sp>
        <p:sp>
          <p:nvSpPr>
            <p:cNvPr id="28691" name="Text Box 13"/>
            <p:cNvSpPr txBox="1">
              <a:spLocks noChangeArrowheads="1"/>
            </p:cNvSpPr>
            <p:nvPr/>
          </p:nvSpPr>
          <p:spPr bwMode="auto">
            <a:xfrm>
              <a:off x="3203848" y="2973883"/>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28692" name="Text Box 15"/>
            <p:cNvSpPr txBox="1">
              <a:spLocks noChangeArrowheads="1"/>
            </p:cNvSpPr>
            <p:nvPr/>
          </p:nvSpPr>
          <p:spPr bwMode="auto">
            <a:xfrm>
              <a:off x="2483768" y="3003798"/>
              <a:ext cx="533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rPr>
                <a:t>id</a:t>
              </a:r>
            </a:p>
          </p:txBody>
        </p:sp>
        <p:sp>
          <p:nvSpPr>
            <p:cNvPr id="28693" name="Freeform 16"/>
            <p:cNvSpPr>
              <a:spLocks noChangeArrowheads="1"/>
            </p:cNvSpPr>
            <p:nvPr/>
          </p:nvSpPr>
          <p:spPr bwMode="auto">
            <a:xfrm>
              <a:off x="3130550" y="3003550"/>
              <a:ext cx="865188" cy="647700"/>
            </a:xfrm>
            <a:custGeom>
              <a:avLst/>
              <a:gdLst>
                <a:gd name="T0" fmla="*/ 0 w 1152"/>
                <a:gd name="T1" fmla="*/ 0 h 1296"/>
                <a:gd name="T2" fmla="*/ 2147483646 w 1152"/>
                <a:gd name="T3" fmla="*/ 2147483646 h 1296"/>
                <a:gd name="T4" fmla="*/ 2147483646 w 1152"/>
                <a:gd name="T5" fmla="*/ 2147483646 h 1296"/>
                <a:gd name="T6" fmla="*/ 2147483646 w 1152"/>
                <a:gd name="T7" fmla="*/ 2147483646 h 1296"/>
                <a:gd name="T8" fmla="*/ 0 60000 65536"/>
                <a:gd name="T9" fmla="*/ 0 60000 65536"/>
                <a:gd name="T10" fmla="*/ 0 60000 65536"/>
                <a:gd name="T11" fmla="*/ 0 60000 65536"/>
                <a:gd name="T12" fmla="*/ 0 w 1152"/>
                <a:gd name="T13" fmla="*/ 0 h 1296"/>
                <a:gd name="T14" fmla="*/ 1152 w 1152"/>
                <a:gd name="T15" fmla="*/ 1296 h 1296"/>
              </a:gdLst>
              <a:ahLst/>
              <a:cxnLst>
                <a:cxn ang="T8">
                  <a:pos x="T0" y="T1"/>
                </a:cxn>
                <a:cxn ang="T9">
                  <a:pos x="T2" y="T3"/>
                </a:cxn>
                <a:cxn ang="T10">
                  <a:pos x="T4" y="T5"/>
                </a:cxn>
                <a:cxn ang="T11">
                  <a:pos x="T6" y="T7"/>
                </a:cxn>
              </a:cxnLst>
              <a:rect l="T12" t="T13" r="T14" b="T15"/>
              <a:pathLst>
                <a:path w="1152" h="1296">
                  <a:moveTo>
                    <a:pt x="0" y="0"/>
                  </a:moveTo>
                  <a:cubicBezTo>
                    <a:pt x="32" y="196"/>
                    <a:pt x="64" y="392"/>
                    <a:pt x="144" y="576"/>
                  </a:cubicBezTo>
                  <a:cubicBezTo>
                    <a:pt x="224" y="760"/>
                    <a:pt x="312" y="984"/>
                    <a:pt x="480" y="1104"/>
                  </a:cubicBezTo>
                  <a:cubicBezTo>
                    <a:pt x="648" y="1224"/>
                    <a:pt x="1048" y="1248"/>
                    <a:pt x="1152" y="1296"/>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4" name="Text Box 17"/>
            <p:cNvSpPr txBox="1">
              <a:spLocks noChangeArrowheads="1"/>
            </p:cNvSpPr>
            <p:nvPr/>
          </p:nvSpPr>
          <p:spPr bwMode="auto">
            <a:xfrm>
              <a:off x="5910263" y="1028656"/>
              <a:ext cx="1296987" cy="16301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6</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a:t>
              </a:r>
            </a:p>
            <a:p>
              <a:pPr>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 </a:t>
              </a:r>
            </a:p>
            <a:p>
              <a:pPr>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a:t>
              </a:r>
            </a:p>
            <a:p>
              <a:pPr>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srgbClr val="000000"/>
                  </a:solidFill>
                  <a:latin typeface="Times New Roman" panose="02020603050405020304" pitchFamily="18" charset="0"/>
                </a:rPr>
                <a:t>id</a:t>
              </a:r>
            </a:p>
          </p:txBody>
        </p:sp>
        <p:sp>
          <p:nvSpPr>
            <p:cNvPr id="28695" name="Line 18"/>
            <p:cNvSpPr>
              <a:spLocks noChangeShapeType="1"/>
            </p:cNvSpPr>
            <p:nvPr/>
          </p:nvSpPr>
          <p:spPr bwMode="auto">
            <a:xfrm flipV="1">
              <a:off x="5265738" y="1708150"/>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6" name="Text Box 19"/>
            <p:cNvSpPr txBox="1">
              <a:spLocks noChangeArrowheads="1"/>
            </p:cNvSpPr>
            <p:nvPr/>
          </p:nvSpPr>
          <p:spPr bwMode="auto">
            <a:xfrm>
              <a:off x="5220072" y="1317699"/>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rPr>
                <a:t>=</a:t>
              </a:r>
            </a:p>
          </p:txBody>
        </p:sp>
        <p:sp>
          <p:nvSpPr>
            <p:cNvPr id="107" name="Text Box 20"/>
            <p:cNvSpPr txBox="1">
              <a:spLocks noChangeArrowheads="1"/>
            </p:cNvSpPr>
            <p:nvPr/>
          </p:nvSpPr>
          <p:spPr bwMode="auto">
            <a:xfrm>
              <a:off x="5921375" y="2747654"/>
              <a:ext cx="1296988" cy="7079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endParaRPr kumimoji="1" lang="en-US" altLang="zh-CN" sz="2000" b="1" i="1">
                <a:solidFill>
                  <a:srgbClr val="000000"/>
                </a:solidFill>
                <a:latin typeface="Times New Roman" panose="02020603050405020304" pitchFamily="18" charset="0"/>
              </a:endParaRPr>
            </a:p>
          </p:txBody>
        </p:sp>
        <p:sp>
          <p:nvSpPr>
            <p:cNvPr id="28698" name="Line 21"/>
            <p:cNvSpPr>
              <a:spLocks noChangeShapeType="1"/>
            </p:cNvSpPr>
            <p:nvPr/>
          </p:nvSpPr>
          <p:spPr bwMode="auto">
            <a:xfrm flipV="1">
              <a:off x="5272088" y="3189288"/>
              <a:ext cx="641350" cy="4889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99" name="Text Box 22"/>
            <p:cNvSpPr txBox="1">
              <a:spLocks noChangeArrowheads="1"/>
            </p:cNvSpPr>
            <p:nvPr/>
          </p:nvSpPr>
          <p:spPr bwMode="auto">
            <a:xfrm>
              <a:off x="5266928" y="3477940"/>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R</a:t>
              </a:r>
            </a:p>
          </p:txBody>
        </p:sp>
        <p:sp>
          <p:nvSpPr>
            <p:cNvPr id="110" name="Text Box 23"/>
            <p:cNvSpPr txBox="1">
              <a:spLocks noChangeArrowheads="1"/>
            </p:cNvSpPr>
            <p:nvPr/>
          </p:nvSpPr>
          <p:spPr bwMode="auto">
            <a:xfrm>
              <a:off x="5921375" y="3539694"/>
              <a:ext cx="1296988" cy="70791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endParaRPr kumimoji="1" lang="en-US" altLang="zh-CN" sz="2000" b="1" i="1">
                <a:solidFill>
                  <a:srgbClr val="000000"/>
                </a:solidFill>
                <a:latin typeface="Times New Roman" panose="02020603050405020304" pitchFamily="18" charset="0"/>
              </a:endParaRPr>
            </a:p>
          </p:txBody>
        </p:sp>
        <p:sp>
          <p:nvSpPr>
            <p:cNvPr id="28701" name="Line 24"/>
            <p:cNvSpPr>
              <a:spLocks noChangeShapeType="1"/>
            </p:cNvSpPr>
            <p:nvPr/>
          </p:nvSpPr>
          <p:spPr bwMode="auto">
            <a:xfrm>
              <a:off x="5265738" y="4030663"/>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2" name="Text Box 25"/>
            <p:cNvSpPr txBox="1">
              <a:spLocks noChangeArrowheads="1"/>
            </p:cNvSpPr>
            <p:nvPr/>
          </p:nvSpPr>
          <p:spPr bwMode="auto">
            <a:xfrm>
              <a:off x="5220072" y="3983583"/>
              <a:ext cx="381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L</a:t>
              </a:r>
            </a:p>
          </p:txBody>
        </p:sp>
        <p:sp>
          <p:nvSpPr>
            <p:cNvPr id="113" name="Text Box 26"/>
            <p:cNvSpPr txBox="1">
              <a:spLocks noChangeArrowheads="1"/>
            </p:cNvSpPr>
            <p:nvPr/>
          </p:nvSpPr>
          <p:spPr bwMode="auto">
            <a:xfrm>
              <a:off x="7740650" y="1384201"/>
              <a:ext cx="1223963" cy="70632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endParaRPr kumimoji="1" lang="en-US" altLang="zh-CN" sz="2000" b="1" i="1">
                <a:solidFill>
                  <a:srgbClr val="000000"/>
                </a:solidFill>
                <a:latin typeface="Times New Roman" panose="02020603050405020304" pitchFamily="18" charset="0"/>
              </a:endParaRPr>
            </a:p>
          </p:txBody>
        </p:sp>
        <p:sp>
          <p:nvSpPr>
            <p:cNvPr id="28704" name="Line 27"/>
            <p:cNvSpPr>
              <a:spLocks noChangeShapeType="1"/>
            </p:cNvSpPr>
            <p:nvPr/>
          </p:nvSpPr>
          <p:spPr bwMode="auto">
            <a:xfrm flipV="1">
              <a:off x="7205663" y="1897063"/>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5" name="Text Box 28"/>
            <p:cNvSpPr txBox="1">
              <a:spLocks noChangeArrowheads="1"/>
            </p:cNvSpPr>
            <p:nvPr/>
          </p:nvSpPr>
          <p:spPr bwMode="auto">
            <a:xfrm>
              <a:off x="7278688" y="1471613"/>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R</a:t>
              </a:r>
            </a:p>
          </p:txBody>
        </p:sp>
        <p:sp>
          <p:nvSpPr>
            <p:cNvPr id="28706" name="Line 29"/>
            <p:cNvSpPr>
              <a:spLocks noChangeShapeType="1"/>
            </p:cNvSpPr>
            <p:nvPr/>
          </p:nvSpPr>
          <p:spPr bwMode="auto">
            <a:xfrm flipH="1">
              <a:off x="5286375" y="1995488"/>
              <a:ext cx="644525" cy="14732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07" name="Text Box 30"/>
            <p:cNvSpPr txBox="1">
              <a:spLocks noChangeArrowheads="1"/>
            </p:cNvSpPr>
            <p:nvPr/>
          </p:nvSpPr>
          <p:spPr bwMode="auto">
            <a:xfrm>
              <a:off x="5550768" y="1923678"/>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28708" name="Freeform 31"/>
            <p:cNvSpPr>
              <a:spLocks noChangeArrowheads="1"/>
            </p:cNvSpPr>
            <p:nvPr/>
          </p:nvSpPr>
          <p:spPr bwMode="auto">
            <a:xfrm>
              <a:off x="7194550" y="2192338"/>
              <a:ext cx="330200" cy="2000250"/>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8709" name="Text Box 32"/>
            <p:cNvSpPr txBox="1">
              <a:spLocks noChangeArrowheads="1"/>
            </p:cNvSpPr>
            <p:nvPr/>
          </p:nvSpPr>
          <p:spPr bwMode="auto">
            <a:xfrm>
              <a:off x="7139136" y="254183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L</a:t>
              </a:r>
            </a:p>
          </p:txBody>
        </p:sp>
        <p:sp>
          <p:nvSpPr>
            <p:cNvPr id="28710" name="Text Box 34"/>
            <p:cNvSpPr txBox="1">
              <a:spLocks noChangeArrowheads="1"/>
            </p:cNvSpPr>
            <p:nvPr/>
          </p:nvSpPr>
          <p:spPr bwMode="auto">
            <a:xfrm>
              <a:off x="7596336" y="2283718"/>
              <a:ext cx="68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rPr>
                <a:t>id</a:t>
              </a:r>
            </a:p>
          </p:txBody>
        </p:sp>
        <p:sp>
          <p:nvSpPr>
            <p:cNvPr id="28711" name="Text Box 35"/>
            <p:cNvSpPr txBox="1">
              <a:spLocks noChangeArrowheads="1"/>
            </p:cNvSpPr>
            <p:nvPr/>
          </p:nvSpPr>
          <p:spPr bwMode="auto">
            <a:xfrm>
              <a:off x="3563938" y="81438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rPr>
                <a:t>S</a:t>
              </a:r>
            </a:p>
          </p:txBody>
        </p:sp>
        <p:sp>
          <p:nvSpPr>
            <p:cNvPr id="28712" name="Line 38"/>
            <p:cNvSpPr>
              <a:spLocks noChangeShapeType="1"/>
            </p:cNvSpPr>
            <p:nvPr/>
          </p:nvSpPr>
          <p:spPr bwMode="auto">
            <a:xfrm>
              <a:off x="5265738" y="4732338"/>
              <a:ext cx="6477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713" name="Text Box 39"/>
            <p:cNvSpPr txBox="1">
              <a:spLocks noChangeArrowheads="1"/>
            </p:cNvSpPr>
            <p:nvPr/>
          </p:nvSpPr>
          <p:spPr bwMode="auto">
            <a:xfrm>
              <a:off x="5220072" y="463006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rPr>
                <a:t>id</a:t>
              </a:r>
            </a:p>
          </p:txBody>
        </p:sp>
        <p:grpSp>
          <p:nvGrpSpPr>
            <p:cNvPr id="28714" name="Group 44"/>
            <p:cNvGrpSpPr>
              <a:grpSpLocks/>
            </p:cNvGrpSpPr>
            <p:nvPr/>
          </p:nvGrpSpPr>
          <p:grpSpPr bwMode="auto">
            <a:xfrm>
              <a:off x="3708400" y="3868738"/>
              <a:ext cx="290513" cy="268287"/>
              <a:chOff x="2335" y="3249"/>
              <a:chExt cx="183" cy="226"/>
            </a:xfrm>
          </p:grpSpPr>
          <p:sp>
            <p:nvSpPr>
              <p:cNvPr id="28718" name="Line 40"/>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19" name="Line 41"/>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720" name="Line 42"/>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8715" name="Text Box 43"/>
            <p:cNvSpPr txBox="1">
              <a:spLocks noChangeArrowheads="1"/>
            </p:cNvSpPr>
            <p:nvPr/>
          </p:nvSpPr>
          <p:spPr bwMode="auto">
            <a:xfrm>
              <a:off x="3635375" y="381317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rPr>
                <a:t>*</a:t>
              </a:r>
            </a:p>
          </p:txBody>
        </p:sp>
        <p:sp>
          <p:nvSpPr>
            <p:cNvPr id="28716" name="Freeform 33"/>
            <p:cNvSpPr>
              <a:spLocks noChangeArrowheads="1"/>
            </p:cNvSpPr>
            <p:nvPr/>
          </p:nvSpPr>
          <p:spPr bwMode="auto">
            <a:xfrm rot="414497">
              <a:off x="7061200" y="2066925"/>
              <a:ext cx="746125" cy="2824163"/>
            </a:xfrm>
            <a:custGeom>
              <a:avLst/>
              <a:gdLst>
                <a:gd name="T0" fmla="*/ 0 w 656"/>
                <a:gd name="T1" fmla="*/ 0 h 2592"/>
                <a:gd name="T2" fmla="*/ 2147483646 w 656"/>
                <a:gd name="T3" fmla="*/ 2147483646 h 2592"/>
                <a:gd name="T4" fmla="*/ 2147483646 w 656"/>
                <a:gd name="T5" fmla="*/ 2147483646 h 2592"/>
                <a:gd name="T6" fmla="*/ 2147483646 w 656"/>
                <a:gd name="T7" fmla="*/ 2147483646 h 2592"/>
                <a:gd name="T8" fmla="*/ 0 60000 65536"/>
                <a:gd name="T9" fmla="*/ 0 60000 65536"/>
                <a:gd name="T10" fmla="*/ 0 60000 65536"/>
                <a:gd name="T11" fmla="*/ 0 60000 65536"/>
                <a:gd name="T12" fmla="*/ 0 w 656"/>
                <a:gd name="T13" fmla="*/ 0 h 2592"/>
                <a:gd name="T14" fmla="*/ 656 w 656"/>
                <a:gd name="T15" fmla="*/ 2592 h 2592"/>
              </a:gdLst>
              <a:ahLst/>
              <a:cxnLst>
                <a:cxn ang="T8">
                  <a:pos x="T0" y="T1"/>
                </a:cxn>
                <a:cxn ang="T9">
                  <a:pos x="T2" y="T3"/>
                </a:cxn>
                <a:cxn ang="T10">
                  <a:pos x="T4" y="T5"/>
                </a:cxn>
                <a:cxn ang="T11">
                  <a:pos x="T6" y="T7"/>
                </a:cxn>
              </a:cxnLst>
              <a:rect l="T12" t="T13" r="T14" b="T15"/>
              <a:pathLst>
                <a:path w="656" h="2592">
                  <a:moveTo>
                    <a:pt x="0" y="0"/>
                  </a:moveTo>
                  <a:cubicBezTo>
                    <a:pt x="212" y="224"/>
                    <a:pt x="424" y="448"/>
                    <a:pt x="528" y="720"/>
                  </a:cubicBezTo>
                  <a:cubicBezTo>
                    <a:pt x="632" y="992"/>
                    <a:pt x="656" y="1320"/>
                    <a:pt x="624" y="1632"/>
                  </a:cubicBezTo>
                  <a:cubicBezTo>
                    <a:pt x="592" y="1944"/>
                    <a:pt x="464" y="2268"/>
                    <a:pt x="336" y="2592"/>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2" name="任意多边形 131"/>
            <p:cNvSpPr/>
            <p:nvPr/>
          </p:nvSpPr>
          <p:spPr>
            <a:xfrm>
              <a:off x="2500313" y="2966695"/>
              <a:ext cx="3400425" cy="2118986"/>
            </a:xfrm>
            <a:custGeom>
              <a:avLst/>
              <a:gdLst>
                <a:gd name="connsiteX0" fmla="*/ 49618 w 3452037"/>
                <a:gd name="connsiteY0" fmla="*/ 0 h 2119423"/>
                <a:gd name="connsiteX1" fmla="*/ 124046 w 3452037"/>
                <a:gd name="connsiteY1" fmla="*/ 882502 h 2119423"/>
                <a:gd name="connsiteX2" fmla="*/ 793897 w 3452037"/>
                <a:gd name="connsiteY2" fmla="*/ 1605516 h 2119423"/>
                <a:gd name="connsiteX3" fmla="*/ 1516911 w 3452037"/>
                <a:gd name="connsiteY3" fmla="*/ 2030818 h 2119423"/>
                <a:gd name="connsiteX4" fmla="*/ 2250558 w 3452037"/>
                <a:gd name="connsiteY4" fmla="*/ 2115879 h 2119423"/>
                <a:gd name="connsiteX5" fmla="*/ 3207488 w 3452037"/>
                <a:gd name="connsiteY5" fmla="*/ 2052083 h 2119423"/>
                <a:gd name="connsiteX6" fmla="*/ 3452037 w 3452037"/>
                <a:gd name="connsiteY6" fmla="*/ 2020186 h 211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52037" h="2119423">
                  <a:moveTo>
                    <a:pt x="49618" y="0"/>
                  </a:moveTo>
                  <a:cubicBezTo>
                    <a:pt x="24809" y="307458"/>
                    <a:pt x="0" y="614916"/>
                    <a:pt x="124046" y="882502"/>
                  </a:cubicBezTo>
                  <a:cubicBezTo>
                    <a:pt x="248092" y="1150088"/>
                    <a:pt x="561753" y="1414130"/>
                    <a:pt x="793897" y="1605516"/>
                  </a:cubicBezTo>
                  <a:cubicBezTo>
                    <a:pt x="1026041" y="1796902"/>
                    <a:pt x="1274134" y="1945758"/>
                    <a:pt x="1516911" y="2030818"/>
                  </a:cubicBezTo>
                  <a:cubicBezTo>
                    <a:pt x="1759688" y="2115879"/>
                    <a:pt x="1968795" y="2112335"/>
                    <a:pt x="2250558" y="2115879"/>
                  </a:cubicBezTo>
                  <a:cubicBezTo>
                    <a:pt x="2532321" y="2119423"/>
                    <a:pt x="3007242" y="2068032"/>
                    <a:pt x="3207488" y="2052083"/>
                  </a:cubicBezTo>
                  <a:cubicBezTo>
                    <a:pt x="3407734" y="2036134"/>
                    <a:pt x="3429885" y="2028160"/>
                    <a:pt x="3452037" y="2020186"/>
                  </a:cubicBezTo>
                </a:path>
              </a:pathLst>
            </a:cu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prstClr val="black"/>
                </a:solidFill>
              </a:endParaRPr>
            </a:p>
          </p:txBody>
        </p:sp>
      </p:grpSp>
      <p:sp>
        <p:nvSpPr>
          <p:cNvPr id="3" name="矩形 2"/>
          <p:cNvSpPr>
            <a:spLocks noChangeArrowheads="1"/>
          </p:cNvSpPr>
          <p:nvPr/>
        </p:nvSpPr>
        <p:spPr bwMode="auto">
          <a:xfrm>
            <a:off x="282575" y="933450"/>
            <a:ext cx="83661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2800"/>
              </a:lnSpc>
              <a:buClrTx/>
              <a:buFont typeface="Wingdings" panose="05000000000000000000" pitchFamily="2" charset="2"/>
              <a:buChar char="Ø"/>
            </a:pPr>
            <a:r>
              <a:rPr lang="zh-CN" altLang="en-US" sz="3200" b="1">
                <a:solidFill>
                  <a:srgbClr val="000000"/>
                </a:solidFill>
                <a:latin typeface="Times New Roman" panose="02020603050405020304" pitchFamily="18" charset="0"/>
                <a:ea typeface="华文楷体" panose="02010600040101010101" pitchFamily="2" charset="-122"/>
              </a:rPr>
              <a:t>例</a:t>
            </a:r>
            <a:endParaRPr lang="en-US" altLang="zh-CN" sz="3200" b="1">
              <a:solidFill>
                <a:srgbClr val="000000"/>
              </a:solidFill>
              <a:latin typeface="Times New Roman" panose="02020603050405020304" pitchFamily="18" charset="0"/>
              <a:cs typeface="Times New Roman" panose="02020603050405020304" pitchFamily="18" charset="0"/>
            </a:endParaRPr>
          </a:p>
        </p:txBody>
      </p:sp>
      <p:sp>
        <p:nvSpPr>
          <p:cNvPr id="49" name="AutoShape 58"/>
          <p:cNvSpPr>
            <a:spLocks noChangeArrowheads="1"/>
          </p:cNvSpPr>
          <p:nvPr/>
        </p:nvSpPr>
        <p:spPr bwMode="auto">
          <a:xfrm>
            <a:off x="6856413" y="66675"/>
            <a:ext cx="2216150" cy="1076325"/>
          </a:xfrm>
          <a:prstGeom prst="cloudCallout">
            <a:avLst>
              <a:gd name="adj1" fmla="val -65982"/>
              <a:gd name="adj2" fmla="val 33843"/>
            </a:avLst>
          </a:prstGeom>
          <a:solidFill>
            <a:schemeClr val="tx2">
              <a:lumMod val="60000"/>
              <a:lumOff val="40000"/>
            </a:schemeClr>
          </a:solidFill>
          <a:ln w="12700">
            <a:solidFill>
              <a:schemeClr val="tx1"/>
            </a:solidFill>
            <a:round/>
          </a:ln>
        </p:spPr>
        <p:txBody>
          <a:bodyPr lIns="46800" rIns="46800"/>
          <a:lstStyle/>
          <a:p>
            <a:pPr algn="ctr">
              <a:spcBef>
                <a:spcPct val="20000"/>
              </a:spcBef>
              <a:buClr>
                <a:srgbClr val="333399"/>
              </a:buClr>
              <a:buSzPct val="75000"/>
              <a:buFont typeface="Monotype Sorts"/>
              <a:buNone/>
              <a:defRPr/>
            </a:pPr>
            <a:r>
              <a:rPr lang="zh-CN" altLang="en-US" sz="2500" b="1" dirty="0">
                <a:solidFill>
                  <a:schemeClr val="bg1"/>
                </a:solidFill>
                <a:latin typeface="楷体" panose="02010609060101010101" pitchFamily="49" charset="-122"/>
                <a:ea typeface="楷体" panose="02010609060101010101" pitchFamily="49" charset="-122"/>
                <a:cs typeface="Times New Roman" panose="02020603050405020304" pitchFamily="18" charset="0"/>
              </a:rPr>
              <a:t>如何消解冲突？</a:t>
            </a:r>
          </a:p>
        </p:txBody>
      </p:sp>
      <p:sp>
        <p:nvSpPr>
          <p:cNvPr id="4" name="灯片编号占位符 3">
            <a:extLst>
              <a:ext uri="{FF2B5EF4-FFF2-40B4-BE49-F238E27FC236}">
                <a16:creationId xmlns:a16="http://schemas.microsoft.com/office/drawing/2014/main" id="{45664122-3CFD-4E11-B7FA-1C9249915CC1}"/>
              </a:ext>
            </a:extLst>
          </p:cNvPr>
          <p:cNvSpPr>
            <a:spLocks noGrp="1"/>
          </p:cNvSpPr>
          <p:nvPr>
            <p:ph type="sldNum" sz="quarter" idx="12"/>
          </p:nvPr>
        </p:nvSpPr>
        <p:spPr/>
        <p:txBody>
          <a:bodyPr/>
          <a:lstStyle/>
          <a:p>
            <a:pPr>
              <a:defRPr/>
            </a:pPr>
            <a:fld id="{76D20AB1-C80E-44EB-B890-88EEF3B3DC08}" type="slidenum">
              <a:rPr lang="zh-CN" altLang="en-US" smtClean="0"/>
              <a:pPr>
                <a:defRPr/>
              </a:pPr>
              <a:t>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2"/>
                                        </p:tgtEl>
                                        <p:attrNameLst>
                                          <p:attrName>style.visibility</p:attrName>
                                        </p:attrNameLst>
                                      </p:cBhvr>
                                      <p:to>
                                        <p:strVal val="visible"/>
                                      </p:to>
                                    </p:set>
                                    <p:anim calcmode="lin" valueType="num">
                                      <p:cBhvr>
                                        <p:cTn id="12" dur="500" fill="hold"/>
                                        <p:tgtEl>
                                          <p:spTgt spid="122"/>
                                        </p:tgtEl>
                                        <p:attrNameLst>
                                          <p:attrName>ppt_w</p:attrName>
                                        </p:attrNameLst>
                                      </p:cBhvr>
                                      <p:tavLst>
                                        <p:tav tm="0">
                                          <p:val>
                                            <p:fltVal val="0"/>
                                          </p:val>
                                        </p:tav>
                                        <p:tav tm="100000">
                                          <p:val>
                                            <p:strVal val="#ppt_w"/>
                                          </p:val>
                                        </p:tav>
                                      </p:tavLst>
                                    </p:anim>
                                    <p:anim calcmode="lin" valueType="num">
                                      <p:cBhvr>
                                        <p:cTn id="13" dur="500" fill="hold"/>
                                        <p:tgtEl>
                                          <p:spTgt spid="122"/>
                                        </p:tgtEl>
                                        <p:attrNameLst>
                                          <p:attrName>ppt_h</p:attrName>
                                        </p:attrNameLst>
                                      </p:cBhvr>
                                      <p:tavLst>
                                        <p:tav tm="0">
                                          <p:val>
                                            <p:fltVal val="0"/>
                                          </p:val>
                                        </p:tav>
                                        <p:tav tm="100000">
                                          <p:val>
                                            <p:strVal val="#ppt_h"/>
                                          </p:val>
                                        </p:tav>
                                      </p:tavLst>
                                    </p:anim>
                                    <p:animEffect transition="in" filter="fade">
                                      <p:cBhvr>
                                        <p:cTn id="14" dur="500"/>
                                        <p:tgtEl>
                                          <p:spTgt spid="12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30"/>
                                        </p:tgtEl>
                                        <p:attrNameLst>
                                          <p:attrName>style.visibility</p:attrName>
                                        </p:attrNameLst>
                                      </p:cBhvr>
                                      <p:to>
                                        <p:strVal val="visible"/>
                                      </p:to>
                                    </p:set>
                                    <p:anim calcmode="lin" valueType="num">
                                      <p:cBhvr>
                                        <p:cTn id="26" dur="500" fill="hold"/>
                                        <p:tgtEl>
                                          <p:spTgt spid="130"/>
                                        </p:tgtEl>
                                        <p:attrNameLst>
                                          <p:attrName>ppt_w</p:attrName>
                                        </p:attrNameLst>
                                      </p:cBhvr>
                                      <p:tavLst>
                                        <p:tav tm="0">
                                          <p:val>
                                            <p:fltVal val="0"/>
                                          </p:val>
                                        </p:tav>
                                        <p:tav tm="100000">
                                          <p:val>
                                            <p:strVal val="#ppt_w"/>
                                          </p:val>
                                        </p:tav>
                                      </p:tavLst>
                                    </p:anim>
                                    <p:anim calcmode="lin" valueType="num">
                                      <p:cBhvr>
                                        <p:cTn id="27" dur="500" fill="hold"/>
                                        <p:tgtEl>
                                          <p:spTgt spid="130"/>
                                        </p:tgtEl>
                                        <p:attrNameLst>
                                          <p:attrName>ppt_h</p:attrName>
                                        </p:attrNameLst>
                                      </p:cBhvr>
                                      <p:tavLst>
                                        <p:tav tm="0">
                                          <p:val>
                                            <p:fltVal val="0"/>
                                          </p:val>
                                        </p:tav>
                                        <p:tav tm="100000">
                                          <p:val>
                                            <p:strVal val="#ppt_h"/>
                                          </p:val>
                                        </p:tav>
                                      </p:tavLst>
                                    </p:anim>
                                    <p:animEffect transition="in" filter="fade">
                                      <p:cBhvr>
                                        <p:cTn id="28" dur="500"/>
                                        <p:tgtEl>
                                          <p:spTgt spid="130"/>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49"/>
                                        </p:tgtEl>
                                        <p:attrNameLst>
                                          <p:attrName>style.visibility</p:attrName>
                                        </p:attrNameLst>
                                      </p:cBhvr>
                                      <p:to>
                                        <p:strVal val="visible"/>
                                      </p:to>
                                    </p:set>
                                    <p:anim calcmode="lin" valueType="num">
                                      <p:cBhvr>
                                        <p:cTn id="33" dur="500" fill="hold"/>
                                        <p:tgtEl>
                                          <p:spTgt spid="49"/>
                                        </p:tgtEl>
                                        <p:attrNameLst>
                                          <p:attrName>ppt_w</p:attrName>
                                        </p:attrNameLst>
                                      </p:cBhvr>
                                      <p:tavLst>
                                        <p:tav tm="0">
                                          <p:val>
                                            <p:fltVal val="0"/>
                                          </p:val>
                                        </p:tav>
                                        <p:tav tm="100000">
                                          <p:val>
                                            <p:strVal val="#ppt_w"/>
                                          </p:val>
                                        </p:tav>
                                      </p:tavLst>
                                    </p:anim>
                                    <p:anim calcmode="lin" valueType="num">
                                      <p:cBhvr>
                                        <p:cTn id="34" dur="500" fill="hold"/>
                                        <p:tgtEl>
                                          <p:spTgt spid="49"/>
                                        </p:tgtEl>
                                        <p:attrNameLst>
                                          <p:attrName>ppt_h</p:attrName>
                                        </p:attrNameLst>
                                      </p:cBhvr>
                                      <p:tavLst>
                                        <p:tav tm="0">
                                          <p:val>
                                            <p:fltVal val="0"/>
                                          </p:val>
                                        </p:tav>
                                        <p:tav tm="100000">
                                          <p:val>
                                            <p:strVal val="#ppt_h"/>
                                          </p:val>
                                        </p:tav>
                                      </p:tavLst>
                                    </p:anim>
                                    <p:animEffect transition="in" filter="fade">
                                      <p:cBhvr>
                                        <p:cTn id="3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 grpId="0" animBg="1"/>
      <p:bldP spid="130" grpId="0" animBg="1"/>
      <p:bldP spid="3" grpId="0"/>
      <p:bldP spid="4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3" name="Rectangle 3"/>
          <p:cNvSpPr>
            <a:spLocks noGrp="1" noChangeArrowheads="1"/>
          </p:cNvSpPr>
          <p:nvPr>
            <p:ph idx="1"/>
          </p:nvPr>
        </p:nvSpPr>
        <p:spPr>
          <a:xfrm>
            <a:off x="434975" y="842963"/>
            <a:ext cx="8313738" cy="3225800"/>
          </a:xfrm>
        </p:spPr>
        <p:txBody>
          <a:bodyPr/>
          <a:lstStyle/>
          <a:p>
            <a:pPr eaLnBrk="1" hangingPunct="1">
              <a:lnSpc>
                <a:spcPct val="130000"/>
              </a:lnSpc>
              <a:buClr>
                <a:schemeClr val="tx1"/>
              </a:buClr>
              <a:buFont typeface="Wingdings" pitchFamily="2" charset="2"/>
              <a:buChar char="Ø"/>
              <a:defRPr/>
            </a:pPr>
            <a:r>
              <a:rPr lang="en-US" altLang="zh-CN" sz="2800" b="1" i="1" dirty="0">
                <a:solidFill>
                  <a:schemeClr val="tx1"/>
                </a:solidFill>
                <a:latin typeface="Times New Roman" panose="02020603050405020304" pitchFamily="18" charset="0"/>
                <a:ea typeface="宋体" pitchFamily="2" charset="-122"/>
                <a:cs typeface="Times New Roman" panose="02020603050405020304" pitchFamily="18" charset="0"/>
              </a:rPr>
              <a:t>SLR</a:t>
            </a:r>
            <a:r>
              <a:rPr lang="zh-CN" altLang="en-US" sz="2800" b="1" dirty="0">
                <a:solidFill>
                  <a:schemeClr val="tx1"/>
                </a:solidFill>
                <a:latin typeface="Times New Roman" panose="02020603050405020304" pitchFamily="18" charset="0"/>
                <a:cs typeface="Times New Roman" panose="02020603050405020304" pitchFamily="18" charset="0"/>
              </a:rPr>
              <a:t>分析存在的问题</a:t>
            </a:r>
          </a:p>
          <a:p>
            <a:pPr lvl="1" eaLnBrk="1" hangingPunct="1">
              <a:lnSpc>
                <a:spcPct val="130000"/>
              </a:lnSpc>
              <a:buClr>
                <a:schemeClr val="tx1"/>
              </a:buClr>
              <a:buFont typeface="Wingdings" pitchFamily="2" charset="2"/>
              <a:buChar char="Ø"/>
              <a:defRPr/>
            </a:pP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SLR</a:t>
            </a:r>
            <a:r>
              <a:rPr lang="zh-CN" altLang="en-US" sz="2500" b="1" dirty="0">
                <a:solidFill>
                  <a:schemeClr val="tx1"/>
                </a:solidFill>
                <a:latin typeface="Times New Roman" panose="02020603050405020304" pitchFamily="18" charset="0"/>
                <a:cs typeface="Times New Roman" panose="02020603050405020304" pitchFamily="18" charset="0"/>
              </a:rPr>
              <a:t>只是简单地考察</a:t>
            </a:r>
            <a:r>
              <a:rPr lang="zh-CN" altLang="en-US" sz="2500" b="1" dirty="0">
                <a:solidFill>
                  <a:srgbClr val="2D83F4"/>
                </a:solidFill>
                <a:latin typeface="Times New Roman" panose="02020603050405020304" pitchFamily="18" charset="0"/>
                <a:cs typeface="Times New Roman" panose="02020603050405020304" pitchFamily="18" charset="0"/>
              </a:rPr>
              <a:t>下一个输入符号</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b</a:t>
            </a:r>
            <a:r>
              <a:rPr lang="zh-CN" altLang="en-US" sz="2500" b="1" dirty="0">
                <a:solidFill>
                  <a:schemeClr val="tx1"/>
                </a:solidFill>
                <a:latin typeface="Times New Roman" panose="02020603050405020304" pitchFamily="18" charset="0"/>
                <a:cs typeface="Times New Roman" panose="02020603050405020304" pitchFamily="18" charset="0"/>
              </a:rPr>
              <a:t>是否属于与</a:t>
            </a:r>
            <a:r>
              <a:rPr lang="zh-CN" altLang="en-US" sz="2500" b="1" dirty="0">
                <a:solidFill>
                  <a:srgbClr val="2D83F4"/>
                </a:solidFill>
                <a:latin typeface="Times New Roman" panose="02020603050405020304" pitchFamily="18" charset="0"/>
                <a:cs typeface="Times New Roman" panose="02020603050405020304" pitchFamily="18" charset="0"/>
              </a:rPr>
              <a:t>归约项目</a:t>
            </a:r>
            <a:r>
              <a:rPr lang="en-US" altLang="zh-CN" sz="2500" b="1" i="1" dirty="0" err="1">
                <a:solidFill>
                  <a:schemeClr val="tx1"/>
                </a:solidFill>
                <a:latin typeface="Times New Roman" panose="02020603050405020304" pitchFamily="18" charset="0"/>
                <a:ea typeface="宋体" pitchFamily="2" charset="-122"/>
                <a:cs typeface="Times New Roman" panose="02020603050405020304" pitchFamily="18" charset="0"/>
              </a:rPr>
              <a:t>A</a:t>
            </a:r>
            <a:r>
              <a:rPr lang="en-US" altLang="zh-CN" sz="2500" b="1" dirty="0" err="1">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err="1">
                <a:solidFill>
                  <a:schemeClr val="tx1"/>
                </a:solidFill>
                <a:latin typeface="Times New Roman" panose="02020603050405020304" pitchFamily="18" charset="0"/>
                <a:ea typeface="宋体" pitchFamily="2" charset="-122"/>
                <a:cs typeface="Times New Roman" panose="02020603050405020304" pitchFamily="18" charset="0"/>
              </a:rPr>
              <a:t>α</a:t>
            </a:r>
            <a:r>
              <a:rPr lang="zh-CN" altLang="en-US" sz="2500" b="1" dirty="0">
                <a:solidFill>
                  <a:schemeClr val="tx1"/>
                </a:solidFill>
                <a:latin typeface="Times New Roman" panose="02020603050405020304" pitchFamily="18" charset="0"/>
                <a:cs typeface="Times New Roman" panose="02020603050405020304" pitchFamily="18" charset="0"/>
              </a:rPr>
              <a:t>相关联的</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FOLLOW</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zh-CN" altLang="en-US"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500" b="1" dirty="0">
                <a:solidFill>
                  <a:schemeClr val="tx1"/>
                </a:solidFill>
                <a:latin typeface="Times New Roman" panose="02020603050405020304" pitchFamily="18" charset="0"/>
                <a:cs typeface="Times New Roman" panose="02020603050405020304" pitchFamily="18" charset="0"/>
              </a:rPr>
              <a:t>但</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b</a:t>
            </a:r>
            <a:r>
              <a:rPr lang="zh-CN" altLang="en-US"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FOLLOW</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500" b="1" dirty="0">
                <a:solidFill>
                  <a:schemeClr val="tx1"/>
                </a:solidFill>
                <a:latin typeface="Times New Roman" panose="02020603050405020304" pitchFamily="18" charset="0"/>
                <a:cs typeface="Times New Roman" panose="02020603050405020304" pitchFamily="18" charset="0"/>
              </a:rPr>
              <a:t>只是归约</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α</a:t>
            </a:r>
            <a:r>
              <a:rPr lang="zh-CN" altLang="en-US" sz="2500" b="1" dirty="0">
                <a:solidFill>
                  <a:schemeClr val="tx1"/>
                </a:solidFill>
                <a:latin typeface="Times New Roman" panose="02020603050405020304" pitchFamily="18" charset="0"/>
                <a:cs typeface="Times New Roman" panose="02020603050405020304" pitchFamily="18" charset="0"/>
              </a:rPr>
              <a:t>的一个</a:t>
            </a:r>
            <a:r>
              <a:rPr lang="zh-CN" altLang="en-US" sz="2500" b="1" dirty="0">
                <a:solidFill>
                  <a:srgbClr val="2D83F4"/>
                </a:solidFill>
                <a:latin typeface="Times New Roman" panose="02020603050405020304" pitchFamily="18" charset="0"/>
                <a:cs typeface="Times New Roman" panose="02020603050405020304" pitchFamily="18" charset="0"/>
              </a:rPr>
              <a:t>必要条件</a:t>
            </a:r>
            <a:r>
              <a:rPr lang="zh-CN" altLang="en-US" sz="2500" b="1" dirty="0">
                <a:solidFill>
                  <a:schemeClr val="tx1"/>
                </a:solidFill>
                <a:latin typeface="Times New Roman" panose="02020603050405020304" pitchFamily="18" charset="0"/>
                <a:cs typeface="Times New Roman" panose="02020603050405020304" pitchFamily="18" charset="0"/>
              </a:rPr>
              <a:t>，而非</a:t>
            </a:r>
            <a:r>
              <a:rPr lang="zh-CN" altLang="en-US" sz="2500" b="1" dirty="0">
                <a:solidFill>
                  <a:srgbClr val="2D83F4"/>
                </a:solidFill>
                <a:latin typeface="Times New Roman" panose="02020603050405020304" pitchFamily="18" charset="0"/>
                <a:cs typeface="Times New Roman" panose="02020603050405020304" pitchFamily="18" charset="0"/>
              </a:rPr>
              <a:t>充分条件</a:t>
            </a:r>
            <a:endParaRPr lang="en-US" altLang="zh-CN" sz="2500" b="1" dirty="0">
              <a:solidFill>
                <a:srgbClr val="2D83F4"/>
              </a:solidFill>
              <a:latin typeface="Times New Roman" panose="02020603050405020304" pitchFamily="18" charset="0"/>
              <a:cs typeface="Times New Roman" panose="02020603050405020304" pitchFamily="18" charset="0"/>
            </a:endParaRPr>
          </a:p>
          <a:p>
            <a:pPr marL="303213" lvl="1" indent="0" eaLnBrk="1" hangingPunct="1">
              <a:lnSpc>
                <a:spcPct val="130000"/>
              </a:lnSpc>
              <a:buClr>
                <a:schemeClr val="tx1"/>
              </a:buClr>
              <a:buNone/>
              <a:defRPr/>
            </a:pPr>
            <a:endParaRPr lang="zh-CN" altLang="en-US" sz="2500" b="1" dirty="0">
              <a:solidFill>
                <a:srgbClr val="2D83F4"/>
              </a:solidFill>
              <a:latin typeface="Times New Roman" panose="02020603050405020304" pitchFamily="18" charset="0"/>
              <a:cs typeface="Times New Roman" panose="02020603050405020304" pitchFamily="18" charset="0"/>
            </a:endParaRPr>
          </a:p>
        </p:txBody>
      </p:sp>
      <p:sp>
        <p:nvSpPr>
          <p:cNvPr id="30723" name="Rectangle 2"/>
          <p:cNvSpPr>
            <a:spLocks noGrp="1" noChangeArrowheads="1"/>
          </p:cNvSpPr>
          <p:nvPr>
            <p:ph type="title"/>
          </p:nvPr>
        </p:nvSpPr>
        <p:spPr>
          <a:xfrm>
            <a:off x="755650" y="268288"/>
            <a:ext cx="7931150" cy="358775"/>
          </a:xfrm>
        </p:spPr>
        <p:txBody>
          <a:bodyPr/>
          <a:lstStyle/>
          <a:p>
            <a:pPr eaLnBrk="1" hangingPunct="1"/>
            <a:r>
              <a:rPr lang="en-US" altLang="zh-CN" sz="3000">
                <a:solidFill>
                  <a:srgbClr val="000000"/>
                </a:solidFill>
                <a:latin typeface="微软雅黑" panose="020B0503020204020204" pitchFamily="34" charset="-122"/>
                <a:ea typeface="微软雅黑" panose="020B0503020204020204" pitchFamily="34" charset="-122"/>
              </a:rPr>
              <a:t>4.4.3 </a:t>
            </a:r>
            <a:r>
              <a:rPr lang="en-US" altLang="zh-CN" sz="3000" i="1">
                <a:solidFill>
                  <a:srgbClr val="000000"/>
                </a:solidFill>
                <a:ea typeface="黑体" panose="02010609060101010101" pitchFamily="49" charset="-122"/>
                <a:cs typeface="Times New Roman" panose="02020603050405020304" pitchFamily="18" charset="0"/>
              </a:rPr>
              <a:t>LR</a:t>
            </a:r>
            <a:r>
              <a:rPr lang="en-US" altLang="zh-CN" sz="3000">
                <a:solidFill>
                  <a:srgbClr val="000000"/>
                </a:solidFill>
                <a:ea typeface="黑体" panose="02010609060101010101" pitchFamily="49" charset="-122"/>
                <a:cs typeface="Times New Roman" panose="02020603050405020304" pitchFamily="18" charset="0"/>
              </a:rPr>
              <a:t>(1)</a:t>
            </a:r>
            <a:r>
              <a:rPr lang="zh-CN" altLang="en-US" sz="3000">
                <a:solidFill>
                  <a:srgbClr val="000000"/>
                </a:solidFill>
                <a:latin typeface="微软雅黑" panose="020B0503020204020204" pitchFamily="34" charset="-122"/>
                <a:ea typeface="微软雅黑" panose="020B0503020204020204" pitchFamily="34" charset="-122"/>
              </a:rPr>
              <a:t>分析</a:t>
            </a:r>
            <a:endParaRPr lang="zh-CN" altLang="en-US" sz="300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2DF08390-82C6-410D-A464-088DB1388DD5}"/>
              </a:ext>
            </a:extLst>
          </p:cNvPr>
          <p:cNvSpPr>
            <a:spLocks noGrp="1"/>
          </p:cNvSpPr>
          <p:nvPr>
            <p:ph type="sldNum" sz="quarter" idx="12"/>
          </p:nvPr>
        </p:nvSpPr>
        <p:spPr/>
        <p:txBody>
          <a:bodyPr/>
          <a:lstStyle/>
          <a:p>
            <a:pPr>
              <a:defRPr/>
            </a:pPr>
            <a:fld id="{76D20AB1-C80E-44EB-B890-88EEF3B3DC08}" type="slidenum">
              <a:rPr lang="zh-CN" altLang="en-US" smtClean="0"/>
              <a:pPr>
                <a:defRPr/>
              </a:pPr>
              <a:t>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977923">
                                            <p:txEl>
                                              <p:pRg st="0" end="0"/>
                                            </p:txEl>
                                          </p:spTgt>
                                        </p:tgtEl>
                                        <p:attrNameLst>
                                          <p:attrName>style.visibility</p:attrName>
                                        </p:attrNameLst>
                                      </p:cBhvr>
                                      <p:to>
                                        <p:strVal val="visible"/>
                                      </p:to>
                                    </p:set>
                                    <p:anim calcmode="lin" valueType="num">
                                      <p:cBhvr>
                                        <p:cTn id="7" dur="500" fill="hold"/>
                                        <p:tgtEl>
                                          <p:spTgt spid="97792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7792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77923">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977923">
                                            <p:txEl>
                                              <p:pRg st="1" end="1"/>
                                            </p:txEl>
                                          </p:spTgt>
                                        </p:tgtEl>
                                        <p:attrNameLst>
                                          <p:attrName>style.visibility</p:attrName>
                                        </p:attrNameLst>
                                      </p:cBhvr>
                                      <p:to>
                                        <p:strVal val="visible"/>
                                      </p:to>
                                    </p:set>
                                    <p:anim calcmode="lin" valueType="num">
                                      <p:cBhvr>
                                        <p:cTn id="14" dur="500" fill="hold"/>
                                        <p:tgtEl>
                                          <p:spTgt spid="97792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97792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9779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6"/>
          <p:cNvSpPr>
            <a:spLocks noGrp="1"/>
          </p:cNvSpPr>
          <p:nvPr>
            <p:ph idx="1"/>
          </p:nvPr>
        </p:nvSpPr>
        <p:spPr>
          <a:xfrm>
            <a:off x="506412" y="714375"/>
            <a:ext cx="8180387" cy="1779588"/>
          </a:xfrm>
        </p:spPr>
        <p:txBody>
          <a:bodyPr/>
          <a:lstStyle/>
          <a:p>
            <a:pPr eaLnBrk="1" hangingPunct="1">
              <a:lnSpc>
                <a:spcPct val="120000"/>
              </a:lnSpc>
              <a:buClr>
                <a:schemeClr val="tx1"/>
              </a:buClr>
              <a:buFont typeface="Wingdings" panose="05000000000000000000" pitchFamily="2" charset="2"/>
              <a:buChar char="Ø"/>
            </a:pPr>
            <a:r>
              <a:rPr kumimoji="1" lang="zh-CN" altLang="en-US" sz="2800" b="1" dirty="0">
                <a:solidFill>
                  <a:schemeClr val="tx1"/>
                </a:solidFill>
                <a:cs typeface="Times New Roman" panose="02020603050405020304" pitchFamily="18" charset="0"/>
              </a:rPr>
              <a:t>对于产生式</a:t>
            </a:r>
            <a:r>
              <a:rPr kumimoji="1" lang="zh-CN" altLang="en-US" sz="2800" b="1" i="1" dirty="0">
                <a:solidFill>
                  <a:schemeClr val="tx1"/>
                </a:solidFill>
                <a:cs typeface="Times New Roman" panose="02020603050405020304" pitchFamily="18" charset="0"/>
              </a:rPr>
              <a:t> </a:t>
            </a:r>
            <a:r>
              <a:rPr kumimoji="1" lang="en-US" altLang="zh-CN" sz="2800" b="1" i="1" dirty="0">
                <a:solidFill>
                  <a:schemeClr val="tx1"/>
                </a:solidFill>
                <a:cs typeface="Times New Roman" panose="02020603050405020304" pitchFamily="18" charset="0"/>
              </a:rPr>
              <a:t>A</a:t>
            </a:r>
            <a:r>
              <a:rPr kumimoji="1" lang="en-US" altLang="zh-CN" sz="2800" b="1" dirty="0">
                <a:solidFill>
                  <a:schemeClr val="tx1"/>
                </a:solidFill>
                <a:cs typeface="Times New Roman" panose="02020603050405020304" pitchFamily="18" charset="0"/>
              </a:rPr>
              <a:t>→</a:t>
            </a:r>
            <a:r>
              <a:rPr kumimoji="1" lang="en-US" altLang="zh-CN" sz="2800" b="1" i="1" dirty="0">
                <a:solidFill>
                  <a:schemeClr val="tx1"/>
                </a:solidFill>
                <a:cs typeface="Times New Roman" panose="02020603050405020304" pitchFamily="18" charset="0"/>
              </a:rPr>
              <a:t>α</a:t>
            </a:r>
            <a:r>
              <a:rPr kumimoji="1" lang="zh-CN" altLang="en-US" sz="2800" b="1" dirty="0">
                <a:solidFill>
                  <a:schemeClr val="tx1"/>
                </a:solidFill>
                <a:cs typeface="Times New Roman" panose="02020603050405020304" pitchFamily="18" charset="0"/>
              </a:rPr>
              <a:t>的归约，</a:t>
            </a:r>
            <a:r>
              <a:rPr kumimoji="1" lang="en-US" altLang="zh-CN" sz="2800" b="1" i="1" dirty="0">
                <a:solidFill>
                  <a:schemeClr val="tx1"/>
                </a:solidFill>
                <a:cs typeface="Times New Roman" panose="02020603050405020304" pitchFamily="18" charset="0"/>
              </a:rPr>
              <a:t> α</a:t>
            </a:r>
            <a:r>
              <a:rPr kumimoji="1" lang="zh-CN" altLang="en-US" sz="2800" b="1" dirty="0">
                <a:solidFill>
                  <a:schemeClr val="tx1"/>
                </a:solidFill>
                <a:cs typeface="Times New Roman" panose="02020603050405020304" pitchFamily="18" charset="0"/>
              </a:rPr>
              <a:t>出现在</a:t>
            </a:r>
            <a:r>
              <a:rPr kumimoji="1" lang="zh-CN" altLang="en-US" sz="2800" b="1" dirty="0">
                <a:solidFill>
                  <a:srgbClr val="0000FF"/>
                </a:solidFill>
                <a:cs typeface="Times New Roman" panose="02020603050405020304" pitchFamily="18" charset="0"/>
              </a:rPr>
              <a:t>不同的上下文环境中</a:t>
            </a:r>
            <a:r>
              <a:rPr kumimoji="1" lang="zh-CN" altLang="en-US" sz="2800" b="1" dirty="0">
                <a:solidFill>
                  <a:schemeClr val="tx1"/>
                </a:solidFill>
                <a:cs typeface="Times New Roman" panose="02020603050405020304" pitchFamily="18" charset="0"/>
              </a:rPr>
              <a:t>，</a:t>
            </a:r>
            <a:r>
              <a:rPr kumimoji="1" lang="en-US" altLang="zh-CN" sz="2800" b="1" i="1" dirty="0">
                <a:solidFill>
                  <a:schemeClr val="tx1"/>
                </a:solidFill>
                <a:cs typeface="Times New Roman" panose="02020603050405020304" pitchFamily="18" charset="0"/>
              </a:rPr>
              <a:t> α</a:t>
            </a:r>
            <a:r>
              <a:rPr kumimoji="1" lang="zh-CN" altLang="en-US" sz="2800" b="1" dirty="0">
                <a:solidFill>
                  <a:schemeClr val="tx1"/>
                </a:solidFill>
                <a:cs typeface="Times New Roman" panose="02020603050405020304" pitchFamily="18" charset="0"/>
              </a:rPr>
              <a:t>是否归约为</a:t>
            </a:r>
            <a:r>
              <a:rPr kumimoji="1" lang="en-US" altLang="zh-CN" sz="2800" b="1" i="1" dirty="0">
                <a:solidFill>
                  <a:schemeClr val="tx1"/>
                </a:solidFill>
                <a:cs typeface="Times New Roman" panose="02020603050405020304" pitchFamily="18" charset="0"/>
              </a:rPr>
              <a:t>A</a:t>
            </a:r>
            <a:r>
              <a:rPr kumimoji="1" lang="zh-CN" altLang="en-US" sz="2800" b="1" dirty="0">
                <a:solidFill>
                  <a:schemeClr val="tx1"/>
                </a:solidFill>
                <a:cs typeface="Times New Roman" panose="02020603050405020304" pitchFamily="18" charset="0"/>
              </a:rPr>
              <a:t>需要参考</a:t>
            </a:r>
            <a:r>
              <a:rPr kumimoji="1" lang="zh-CN" altLang="en-US" sz="2800" b="1" dirty="0">
                <a:solidFill>
                  <a:srgbClr val="0000FF"/>
                </a:solidFill>
                <a:cs typeface="Times New Roman" panose="02020603050405020304" pitchFamily="18" charset="0"/>
              </a:rPr>
              <a:t>不同的后继符号</a:t>
            </a:r>
            <a:endParaRPr lang="zh-CN" altLang="en-US" sz="2800" b="1" dirty="0">
              <a:solidFill>
                <a:srgbClr val="0000FF"/>
              </a:solidFill>
              <a:cs typeface="Times New Roman" panose="02020603050405020304" pitchFamily="18" charset="0"/>
            </a:endParaRPr>
          </a:p>
        </p:txBody>
      </p:sp>
      <p:sp>
        <p:nvSpPr>
          <p:cNvPr id="32771" name="标题 5"/>
          <p:cNvSpPr>
            <a:spLocks noGrp="1"/>
          </p:cNvSpPr>
          <p:nvPr>
            <p:ph type="title"/>
          </p:nvPr>
        </p:nvSpPr>
        <p:spPr>
          <a:xfrm>
            <a:off x="755650" y="268288"/>
            <a:ext cx="7931150" cy="358775"/>
          </a:xfrm>
        </p:spPr>
        <p:txBody>
          <a:bodyPr/>
          <a:lstStyle/>
          <a:p>
            <a:pPr eaLnBrk="1" hangingPunct="1">
              <a:defRPr/>
            </a:pPr>
            <a:r>
              <a:rPr lang="en-US" altLang="zh-CN" sz="3000" i="1" dirty="0">
                <a:solidFill>
                  <a:prstClr val="black"/>
                </a:solidFill>
                <a:ea typeface="楷体_GB2312"/>
                <a:cs typeface="Times New Roman" pitchFamily="18" charset="0"/>
              </a:rPr>
              <a:t>LR</a:t>
            </a:r>
            <a:r>
              <a:rPr lang="en-US" altLang="zh-CN" sz="3000" dirty="0">
                <a:solidFill>
                  <a:prstClr val="black"/>
                </a:solidFill>
                <a:ea typeface="楷体_GB2312"/>
                <a:cs typeface="Times New Roman" pitchFamily="18" charset="0"/>
              </a:rPr>
              <a:t>(1)</a:t>
            </a:r>
            <a:r>
              <a:rPr lang="zh-CN" altLang="en-US" sz="3000" spc="300" dirty="0">
                <a:solidFill>
                  <a:prstClr val="black"/>
                </a:solidFill>
                <a:latin typeface="微软雅黑" pitchFamily="34" charset="-122"/>
                <a:ea typeface="微软雅黑" pitchFamily="34" charset="-122"/>
                <a:cs typeface="Times New Roman" pitchFamily="18" charset="0"/>
              </a:rPr>
              <a:t>分析法的提出</a:t>
            </a:r>
            <a:endParaRPr lang="zh-CN" altLang="en-US" sz="2500" spc="300" dirty="0">
              <a:solidFill>
                <a:schemeClr val="tx1"/>
              </a:solidFill>
            </a:endParaRPr>
          </a:p>
        </p:txBody>
      </p:sp>
      <p:sp>
        <p:nvSpPr>
          <p:cNvPr id="2" name="矩形 1"/>
          <p:cNvSpPr>
            <a:spLocks noChangeArrowheads="1"/>
          </p:cNvSpPr>
          <p:nvPr/>
        </p:nvSpPr>
        <p:spPr bwMode="auto">
          <a:xfrm>
            <a:off x="506414" y="4424363"/>
            <a:ext cx="75961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buClr>
                <a:srgbClr val="000000"/>
              </a:buClr>
              <a:buFont typeface="Wingdings" panose="05000000000000000000" pitchFamily="2" charset="2"/>
              <a:buChar char="Ø"/>
            </a:pPr>
            <a:r>
              <a:rPr kumimoji="1"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在特定上下文，</a:t>
            </a:r>
            <a:r>
              <a:rPr kumimoji="1" lang="en-US" altLang="zh-CN"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a:t>
            </a:r>
            <a:r>
              <a:rPr kumimoji="1" lang="zh-CN" altLang="en-US"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的后继符集合是</a:t>
            </a:r>
            <a:r>
              <a:rPr kumimoji="1" lang="en-US" altLang="zh-CN"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FOLLOW</a:t>
            </a:r>
            <a:r>
              <a:rPr kumimoji="1"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en-US" altLang="zh-CN" b="1" i="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a:t>
            </a:r>
            <a:r>
              <a:rPr kumimoji="1" lang="en-US"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kumimoji="1" lang="zh-CN" altLang="zh-CN" b="1"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的</a:t>
            </a:r>
            <a:r>
              <a:rPr kumimoji="1" lang="zh-CN" altLang="zh-CN" b="1" dirty="0">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子集</a:t>
            </a:r>
            <a:endParaRPr lang="zh-CN" altLang="en-US" b="1" dirty="0">
              <a:solidFill>
                <a:srgbClr val="2D83F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7" name="Rectangle 37"/>
          <p:cNvSpPr>
            <a:spLocks noChangeArrowheads="1"/>
          </p:cNvSpPr>
          <p:nvPr/>
        </p:nvSpPr>
        <p:spPr bwMode="auto">
          <a:xfrm>
            <a:off x="1106488" y="1924050"/>
            <a:ext cx="1520825" cy="2354263"/>
          </a:xfrm>
          <a:prstGeom prst="rect">
            <a:avLst/>
          </a:prstGeom>
          <a:solidFill>
            <a:schemeClr val="accent2">
              <a:lumMod val="40000"/>
              <a:lumOff val="60000"/>
            </a:schemeClr>
          </a:solidFill>
          <a:ln w="12700">
            <a:solidFill>
              <a:schemeClr val="tx1"/>
            </a:solidFill>
          </a:ln>
        </p:spPr>
        <p:txBody>
          <a:bodyPr>
            <a:spAutoFit/>
          </a:bodyPr>
          <a:lstStyle>
            <a:lvl1pPr marL="609600" indent="-609600">
              <a:defRPr>
                <a:solidFill>
                  <a:schemeClr val="tx1"/>
                </a:solidFill>
                <a:latin typeface="Tahoma" charset="0"/>
                <a:ea typeface="宋体" charset="0"/>
              </a:defRPr>
            </a:lvl1pPr>
            <a:lvl2pPr marL="742950" indent="-285750">
              <a:defRPr>
                <a:solidFill>
                  <a:schemeClr val="tx1"/>
                </a:solidFill>
                <a:latin typeface="Tahoma" charset="0"/>
                <a:ea typeface="宋体" charset="0"/>
              </a:defRPr>
            </a:lvl2pPr>
            <a:lvl3pPr marL="1143000" indent="-228600">
              <a:defRPr>
                <a:solidFill>
                  <a:schemeClr val="tx1"/>
                </a:solidFill>
                <a:latin typeface="Tahoma" charset="0"/>
                <a:ea typeface="宋体" charset="0"/>
              </a:defRPr>
            </a:lvl3pPr>
            <a:lvl4pPr marL="1600200" indent="-228600">
              <a:defRPr>
                <a:solidFill>
                  <a:schemeClr val="tx1"/>
                </a:solidFill>
                <a:latin typeface="Tahoma" charset="0"/>
                <a:ea typeface="宋体" charset="0"/>
              </a:defRPr>
            </a:lvl4pPr>
            <a:lvl5pPr marL="2057400" indent="-228600">
              <a:defRPr>
                <a:solidFill>
                  <a:schemeClr val="tx1"/>
                </a:solidFill>
                <a:latin typeface="Tahoma" charset="0"/>
                <a:ea typeface="宋体" charset="0"/>
              </a:defRPr>
            </a:lvl5pPr>
            <a:lvl6pPr marL="2514600" indent="-228600" eaLnBrk="0" fontAlgn="base" hangingPunct="0">
              <a:spcBef>
                <a:spcPct val="0"/>
              </a:spcBef>
              <a:spcAft>
                <a:spcPct val="0"/>
              </a:spcAft>
              <a:defRPr>
                <a:solidFill>
                  <a:schemeClr val="tx1"/>
                </a:solidFill>
                <a:latin typeface="Tahoma" charset="0"/>
                <a:ea typeface="宋体" charset="0"/>
              </a:defRPr>
            </a:lvl6pPr>
            <a:lvl7pPr marL="2971800" indent="-228600" eaLnBrk="0" fontAlgn="base" hangingPunct="0">
              <a:spcBef>
                <a:spcPct val="0"/>
              </a:spcBef>
              <a:spcAft>
                <a:spcPct val="0"/>
              </a:spcAft>
              <a:defRPr>
                <a:solidFill>
                  <a:schemeClr val="tx1"/>
                </a:solidFill>
                <a:latin typeface="Tahoma" charset="0"/>
                <a:ea typeface="宋体" charset="0"/>
              </a:defRPr>
            </a:lvl7pPr>
            <a:lvl8pPr marL="3429000" indent="-228600" eaLnBrk="0" fontAlgn="base" hangingPunct="0">
              <a:spcBef>
                <a:spcPct val="0"/>
              </a:spcBef>
              <a:spcAft>
                <a:spcPct val="0"/>
              </a:spcAft>
              <a:defRPr>
                <a:solidFill>
                  <a:schemeClr val="tx1"/>
                </a:solidFill>
                <a:latin typeface="Tahoma" charset="0"/>
                <a:ea typeface="宋体" charset="0"/>
              </a:defRPr>
            </a:lvl8pPr>
            <a:lvl9pPr marL="3886200" indent="-228600" eaLnBrk="0" fontAlgn="base" hangingPunct="0">
              <a:spcBef>
                <a:spcPct val="0"/>
              </a:spcBef>
              <a:spcAft>
                <a:spcPct val="0"/>
              </a:spcAft>
              <a:defRPr>
                <a:solidFill>
                  <a:schemeClr val="tx1"/>
                </a:solidFill>
                <a:latin typeface="Tahoma" charset="0"/>
                <a:ea typeface="宋体" charset="0"/>
              </a:defRPr>
            </a:lvl9pPr>
          </a:lstStyle>
          <a:p>
            <a:pPr eaLnBrk="1" hangingPunct="1">
              <a:lnSpc>
                <a:spcPts val="2500"/>
              </a:lnSpc>
              <a:spcBef>
                <a:spcPct val="20000"/>
              </a:spcBef>
              <a:buFont typeface="Wingdings" charset="2"/>
              <a:buNone/>
              <a:defRPr/>
            </a:pPr>
            <a:r>
              <a:rPr kumimoji="1" lang="en-US" altLang="zh-CN" sz="2000" b="1" dirty="0">
                <a:solidFill>
                  <a:prstClr val="black"/>
                </a:solidFill>
                <a:latin typeface="Times New Roman" charset="0"/>
                <a:ea typeface="楷体_GB2312" charset="0"/>
                <a:cs typeface="Times New Roman" charset="0"/>
              </a:rPr>
              <a:t>0) </a:t>
            </a:r>
            <a:r>
              <a:rPr kumimoji="1" lang="en-US" altLang="zh-CN" sz="2000" b="1" i="1" dirty="0">
                <a:solidFill>
                  <a:prstClr val="black"/>
                </a:solidFill>
                <a:latin typeface="Times New Roman" charset="0"/>
                <a:ea typeface="楷体_GB2312" charset="0"/>
                <a:cs typeface="Times New Roman" charset="0"/>
              </a:rPr>
              <a:t>S</a:t>
            </a:r>
            <a:r>
              <a:rPr lang="en-US" altLang="zh-CN" sz="2000" b="1" i="1" dirty="0">
                <a:solidFill>
                  <a:prstClr val="black"/>
                </a:solidFill>
                <a:latin typeface="Times New Roman" pitchFamily="18" charset="0"/>
                <a:ea typeface="楷体" pitchFamily="49" charset="-122"/>
                <a:cs typeface="Times New Roman" pitchFamily="18" charset="0"/>
              </a:rPr>
              <a:t>′</a:t>
            </a:r>
            <a:r>
              <a:rPr kumimoji="1" lang="en-US" altLang="zh-CN" sz="2000" b="1" i="1" dirty="0">
                <a:solidFill>
                  <a:prstClr val="black"/>
                </a:solidFill>
                <a:latin typeface="Times New Roman" charset="0"/>
                <a:ea typeface="楷体_GB2312" charset="0"/>
                <a:cs typeface="Times New Roman" charset="0"/>
              </a:rPr>
              <a:t>→S</a:t>
            </a:r>
          </a:p>
          <a:p>
            <a:pPr eaLnBrk="1" hangingPunct="1">
              <a:lnSpc>
                <a:spcPts val="2500"/>
              </a:lnSpc>
              <a:spcBef>
                <a:spcPct val="20000"/>
              </a:spcBef>
              <a:buFont typeface="Wingdings" charset="2"/>
              <a:buNone/>
              <a:defRPr/>
            </a:pPr>
            <a:r>
              <a:rPr kumimoji="1" lang="en-US" altLang="zh-CN" sz="2000" b="1" dirty="0">
                <a:solidFill>
                  <a:prstClr val="black"/>
                </a:solidFill>
                <a:latin typeface="Times New Roman" charset="0"/>
                <a:ea typeface="楷体_GB2312" charset="0"/>
                <a:cs typeface="Times New Roman" charset="0"/>
              </a:rPr>
              <a:t>1) </a:t>
            </a:r>
            <a:r>
              <a:rPr kumimoji="1" lang="en-US" altLang="zh-CN" sz="2000" b="1" i="1" dirty="0">
                <a:solidFill>
                  <a:prstClr val="black"/>
                </a:solidFill>
                <a:latin typeface="Times New Roman" charset="0"/>
                <a:ea typeface="楷体_GB2312" charset="0"/>
                <a:cs typeface="Times New Roman" charset="0"/>
              </a:rPr>
              <a:t>S→L=R</a:t>
            </a:r>
          </a:p>
          <a:p>
            <a:pPr eaLnBrk="1" hangingPunct="1">
              <a:lnSpc>
                <a:spcPts val="2500"/>
              </a:lnSpc>
              <a:spcBef>
                <a:spcPct val="20000"/>
              </a:spcBef>
              <a:buFont typeface="Wingdings" charset="2"/>
              <a:buNone/>
              <a:defRPr/>
            </a:pPr>
            <a:r>
              <a:rPr kumimoji="1" lang="en-US" altLang="zh-CN" sz="2000" b="1" dirty="0">
                <a:solidFill>
                  <a:prstClr val="black"/>
                </a:solidFill>
                <a:latin typeface="Times New Roman" charset="0"/>
                <a:ea typeface="楷体_GB2312" charset="0"/>
                <a:cs typeface="Times New Roman" charset="0"/>
              </a:rPr>
              <a:t>2) </a:t>
            </a:r>
            <a:r>
              <a:rPr kumimoji="1" lang="en-US" altLang="zh-CN" sz="2000" b="1" i="1" dirty="0">
                <a:solidFill>
                  <a:prstClr val="black"/>
                </a:solidFill>
                <a:latin typeface="Times New Roman" charset="0"/>
                <a:ea typeface="楷体_GB2312" charset="0"/>
                <a:cs typeface="Times New Roman" charset="0"/>
              </a:rPr>
              <a:t>S→R</a:t>
            </a:r>
          </a:p>
          <a:p>
            <a:pPr eaLnBrk="1" hangingPunct="1">
              <a:lnSpc>
                <a:spcPts val="2500"/>
              </a:lnSpc>
              <a:spcBef>
                <a:spcPct val="20000"/>
              </a:spcBef>
              <a:buFont typeface="Wingdings" charset="2"/>
              <a:buNone/>
              <a:defRPr/>
            </a:pPr>
            <a:r>
              <a:rPr kumimoji="1" lang="en-US" altLang="zh-CN" sz="2000" b="1" dirty="0">
                <a:solidFill>
                  <a:prstClr val="black"/>
                </a:solidFill>
                <a:latin typeface="Times New Roman" charset="0"/>
                <a:ea typeface="楷体_GB2312" charset="0"/>
                <a:cs typeface="Times New Roman" charset="0"/>
              </a:rPr>
              <a:t>3) </a:t>
            </a:r>
            <a:r>
              <a:rPr kumimoji="1" lang="en-US" altLang="zh-CN" sz="2000" b="1" i="1" dirty="0">
                <a:solidFill>
                  <a:prstClr val="black"/>
                </a:solidFill>
                <a:latin typeface="Times New Roman" charset="0"/>
                <a:ea typeface="楷体_GB2312" charset="0"/>
                <a:cs typeface="Times New Roman" charset="0"/>
              </a:rPr>
              <a:t>L→*R</a:t>
            </a:r>
          </a:p>
          <a:p>
            <a:pPr eaLnBrk="1" hangingPunct="1">
              <a:lnSpc>
                <a:spcPts val="2500"/>
              </a:lnSpc>
              <a:spcBef>
                <a:spcPct val="20000"/>
              </a:spcBef>
              <a:buFont typeface="Wingdings" charset="2"/>
              <a:buNone/>
              <a:defRPr/>
            </a:pPr>
            <a:r>
              <a:rPr kumimoji="1" lang="en-US" altLang="zh-CN" sz="2000" b="1" dirty="0">
                <a:solidFill>
                  <a:prstClr val="black"/>
                </a:solidFill>
                <a:latin typeface="Times New Roman" charset="0"/>
                <a:ea typeface="楷体_GB2312" charset="0"/>
                <a:cs typeface="Times New Roman" charset="0"/>
              </a:rPr>
              <a:t>4) </a:t>
            </a:r>
            <a:r>
              <a:rPr kumimoji="1" lang="en-US" altLang="zh-CN" sz="2000" b="1" i="1" dirty="0" err="1">
                <a:solidFill>
                  <a:prstClr val="black"/>
                </a:solidFill>
                <a:latin typeface="Times New Roman" charset="0"/>
                <a:ea typeface="楷体_GB2312" charset="0"/>
                <a:cs typeface="Times New Roman" charset="0"/>
              </a:rPr>
              <a:t>L→</a:t>
            </a:r>
            <a:r>
              <a:rPr kumimoji="1" lang="en-US" altLang="zh-CN" sz="2000" b="1" dirty="0" err="1">
                <a:solidFill>
                  <a:prstClr val="black"/>
                </a:solidFill>
                <a:latin typeface="Times New Roman" charset="0"/>
                <a:ea typeface="楷体_GB2312" charset="0"/>
                <a:cs typeface="Times New Roman" charset="0"/>
              </a:rPr>
              <a:t>id</a:t>
            </a:r>
            <a:endParaRPr kumimoji="1" lang="en-US" altLang="zh-CN" sz="2000" b="1" dirty="0">
              <a:solidFill>
                <a:prstClr val="black"/>
              </a:solidFill>
              <a:latin typeface="Times New Roman" charset="0"/>
              <a:ea typeface="楷体_GB2312" charset="0"/>
              <a:cs typeface="Times New Roman" charset="0"/>
            </a:endParaRPr>
          </a:p>
          <a:p>
            <a:pPr eaLnBrk="1" hangingPunct="1">
              <a:lnSpc>
                <a:spcPts val="2500"/>
              </a:lnSpc>
              <a:spcBef>
                <a:spcPct val="20000"/>
              </a:spcBef>
              <a:buFont typeface="Wingdings" charset="2"/>
              <a:buNone/>
              <a:defRPr/>
            </a:pPr>
            <a:r>
              <a:rPr kumimoji="1" lang="en-US" altLang="zh-CN" sz="2000" b="1" dirty="0">
                <a:solidFill>
                  <a:prstClr val="black"/>
                </a:solidFill>
                <a:latin typeface="Times New Roman" charset="0"/>
                <a:ea typeface="楷体_GB2312" charset="0"/>
                <a:cs typeface="Times New Roman" charset="0"/>
              </a:rPr>
              <a:t>5) </a:t>
            </a:r>
            <a:r>
              <a:rPr kumimoji="1" lang="en-US" altLang="zh-CN" sz="2000" b="1" i="1" dirty="0">
                <a:solidFill>
                  <a:prstClr val="black"/>
                </a:solidFill>
                <a:latin typeface="Times New Roman" charset="0"/>
                <a:ea typeface="楷体_GB2312" charset="0"/>
                <a:cs typeface="Times New Roman" charset="0"/>
              </a:rPr>
              <a:t>R→L</a:t>
            </a:r>
          </a:p>
        </p:txBody>
      </p:sp>
      <p:grpSp>
        <p:nvGrpSpPr>
          <p:cNvPr id="7" name="组合 6"/>
          <p:cNvGrpSpPr>
            <a:grpSpLocks/>
          </p:cNvGrpSpPr>
          <p:nvPr/>
        </p:nvGrpSpPr>
        <p:grpSpPr bwMode="auto">
          <a:xfrm>
            <a:off x="5503863" y="1944688"/>
            <a:ext cx="1889125" cy="2387600"/>
            <a:chOff x="6444604" y="439403"/>
            <a:chExt cx="1888175" cy="2387234"/>
          </a:xfrm>
        </p:grpSpPr>
        <p:sp>
          <p:nvSpPr>
            <p:cNvPr id="32799" name="Text Box 5"/>
            <p:cNvSpPr txBox="1">
              <a:spLocks noChangeArrowheads="1"/>
            </p:cNvSpPr>
            <p:nvPr/>
          </p:nvSpPr>
          <p:spPr bwMode="auto">
            <a:xfrm>
              <a:off x="7327551" y="439403"/>
              <a:ext cx="328724"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a:solidFill>
                    <a:srgbClr val="000000"/>
                  </a:solidFill>
                  <a:latin typeface="Times New Roman" panose="02020603050405020304" pitchFamily="18" charset="0"/>
                </a:rPr>
                <a:t>S</a:t>
              </a:r>
            </a:p>
          </p:txBody>
        </p:sp>
        <p:sp>
          <p:nvSpPr>
            <p:cNvPr id="32800" name="Text Box 6"/>
            <p:cNvSpPr txBox="1">
              <a:spLocks noChangeArrowheads="1"/>
            </p:cNvSpPr>
            <p:nvPr/>
          </p:nvSpPr>
          <p:spPr bwMode="auto">
            <a:xfrm>
              <a:off x="6755860" y="1087103"/>
              <a:ext cx="1494341"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000" b="1" i="1" dirty="0">
                  <a:solidFill>
                    <a:srgbClr val="FF0000"/>
                  </a:solidFill>
                  <a:latin typeface="Times New Roman" panose="02020603050405020304" pitchFamily="18" charset="0"/>
                </a:rPr>
                <a:t>L</a:t>
              </a:r>
              <a:r>
                <a:rPr kumimoji="1" lang="en-US" altLang="zh-CN" sz="2000" b="1" dirty="0">
                  <a:solidFill>
                    <a:srgbClr val="FF0000"/>
                  </a:solidFill>
                  <a:latin typeface="Times New Roman" panose="02020603050405020304" pitchFamily="18" charset="0"/>
                </a:rPr>
                <a:t>       =      </a:t>
              </a:r>
              <a:r>
                <a:rPr kumimoji="1" lang="en-US" altLang="zh-CN" sz="2000" b="1" i="1" dirty="0">
                  <a:solidFill>
                    <a:srgbClr val="FF0000"/>
                  </a:solidFill>
                  <a:latin typeface="Times New Roman" panose="02020603050405020304" pitchFamily="18" charset="0"/>
                </a:rPr>
                <a:t>R</a:t>
              </a:r>
            </a:p>
          </p:txBody>
        </p:sp>
        <p:sp>
          <p:nvSpPr>
            <p:cNvPr id="32801" name="Text Box 7"/>
            <p:cNvSpPr txBox="1">
              <a:spLocks noChangeArrowheads="1"/>
            </p:cNvSpPr>
            <p:nvPr/>
          </p:nvSpPr>
          <p:spPr bwMode="auto">
            <a:xfrm>
              <a:off x="6444604" y="1757028"/>
              <a:ext cx="1446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000" b="1" dirty="0">
                  <a:solidFill>
                    <a:srgbClr val="FF0000"/>
                  </a:solidFill>
                  <a:latin typeface="Times New Roman" panose="02020603050405020304" pitchFamily="18" charset="0"/>
                </a:rPr>
                <a:t>*</a:t>
              </a:r>
              <a:r>
                <a:rPr kumimoji="1" lang="zh-CN" altLang="en-US" sz="2000" b="1" i="1" dirty="0">
                  <a:solidFill>
                    <a:srgbClr val="FF0000"/>
                  </a:solidFill>
                  <a:latin typeface="Times New Roman" panose="02020603050405020304" pitchFamily="18" charset="0"/>
                </a:rPr>
                <a:t>        </a:t>
              </a:r>
              <a:r>
                <a:rPr kumimoji="1" lang="en-US" altLang="zh-CN" sz="2000" b="1" i="1" dirty="0">
                  <a:solidFill>
                    <a:srgbClr val="FF0000"/>
                  </a:solidFill>
                  <a:latin typeface="Times New Roman" panose="02020603050405020304" pitchFamily="18" charset="0"/>
                </a:rPr>
                <a:t>R</a:t>
              </a:r>
              <a:r>
                <a:rPr kumimoji="1" lang="en-US" altLang="zh-CN" sz="2000" b="1" i="1" dirty="0">
                  <a:solidFill>
                    <a:srgbClr val="000000"/>
                  </a:solidFill>
                  <a:latin typeface="Times New Roman" panose="02020603050405020304" pitchFamily="18" charset="0"/>
                </a:rPr>
                <a:t>      </a:t>
              </a:r>
              <a:r>
                <a:rPr kumimoji="1" lang="en-US" altLang="zh-CN" sz="2000" b="1" dirty="0">
                  <a:solidFill>
                    <a:srgbClr val="000000"/>
                  </a:solidFill>
                  <a:latin typeface="Times New Roman" panose="02020603050405020304" pitchFamily="18" charset="0"/>
                </a:rPr>
                <a:t> </a:t>
              </a:r>
            </a:p>
          </p:txBody>
        </p:sp>
        <p:sp>
          <p:nvSpPr>
            <p:cNvPr id="32802" name="Text Box 8"/>
            <p:cNvSpPr txBox="1">
              <a:spLocks noChangeArrowheads="1"/>
            </p:cNvSpPr>
            <p:nvPr/>
          </p:nvSpPr>
          <p:spPr bwMode="auto">
            <a:xfrm>
              <a:off x="6939100" y="2426587"/>
              <a:ext cx="525639"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000" b="1">
                  <a:solidFill>
                    <a:srgbClr val="000000"/>
                  </a:solidFill>
                  <a:latin typeface="Times New Roman" panose="02020603050405020304" pitchFamily="18" charset="0"/>
                </a:rPr>
                <a:t> </a:t>
              </a:r>
              <a:r>
                <a:rPr kumimoji="1" lang="en-US" altLang="zh-CN"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L </a:t>
              </a:r>
            </a:p>
          </p:txBody>
        </p:sp>
        <p:sp>
          <p:nvSpPr>
            <p:cNvPr id="32803" name="Line 10"/>
            <p:cNvSpPr>
              <a:spLocks noChangeShapeType="1"/>
            </p:cNvSpPr>
            <p:nvPr/>
          </p:nvSpPr>
          <p:spPr bwMode="auto">
            <a:xfrm flipH="1">
              <a:off x="7503824" y="812465"/>
              <a:ext cx="0" cy="3079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4" name="Line 11"/>
            <p:cNvSpPr>
              <a:spLocks noChangeShapeType="1"/>
            </p:cNvSpPr>
            <p:nvPr/>
          </p:nvSpPr>
          <p:spPr bwMode="auto">
            <a:xfrm>
              <a:off x="7227506" y="2147553"/>
              <a:ext cx="0" cy="2809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5" name="Line 12"/>
            <p:cNvSpPr>
              <a:spLocks noChangeShapeType="1"/>
            </p:cNvSpPr>
            <p:nvPr/>
          </p:nvSpPr>
          <p:spPr bwMode="auto">
            <a:xfrm flipH="1">
              <a:off x="6995653" y="806115"/>
              <a:ext cx="508171" cy="27781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6" name="Line 13"/>
            <p:cNvSpPr>
              <a:spLocks noChangeShapeType="1"/>
            </p:cNvSpPr>
            <p:nvPr/>
          </p:nvSpPr>
          <p:spPr bwMode="auto">
            <a:xfrm>
              <a:off x="7503824" y="812465"/>
              <a:ext cx="481174" cy="271463"/>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7" name="Line 12"/>
            <p:cNvSpPr>
              <a:spLocks noChangeShapeType="1"/>
            </p:cNvSpPr>
            <p:nvPr/>
          </p:nvSpPr>
          <p:spPr bwMode="auto">
            <a:xfrm flipH="1">
              <a:off x="6652637" y="1480803"/>
              <a:ext cx="262025" cy="2873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8" name="Line 13"/>
            <p:cNvSpPr>
              <a:spLocks noChangeShapeType="1"/>
            </p:cNvSpPr>
            <p:nvPr/>
          </p:nvSpPr>
          <p:spPr bwMode="auto">
            <a:xfrm>
              <a:off x="6914662" y="1487153"/>
              <a:ext cx="325548" cy="2809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809" name="Text Box 8"/>
            <p:cNvSpPr txBox="1">
              <a:spLocks noChangeArrowheads="1"/>
            </p:cNvSpPr>
            <p:nvPr/>
          </p:nvSpPr>
          <p:spPr bwMode="auto">
            <a:xfrm>
              <a:off x="7808727" y="1714537"/>
              <a:ext cx="52405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zh-CN" altLang="en-US" sz="2000" b="1">
                  <a:solidFill>
                    <a:srgbClr val="000000"/>
                  </a:solidFill>
                  <a:latin typeface="Times New Roman" panose="02020603050405020304" pitchFamily="18" charset="0"/>
                </a:rPr>
                <a:t> </a:t>
              </a:r>
              <a:r>
                <a:rPr kumimoji="1" lang="en-US" altLang="zh-CN"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L </a:t>
              </a:r>
            </a:p>
          </p:txBody>
        </p:sp>
        <p:sp>
          <p:nvSpPr>
            <p:cNvPr id="32810" name="Line 11"/>
            <p:cNvSpPr>
              <a:spLocks noChangeShapeType="1"/>
            </p:cNvSpPr>
            <p:nvPr/>
          </p:nvSpPr>
          <p:spPr bwMode="auto">
            <a:xfrm>
              <a:off x="8070752" y="1433550"/>
              <a:ext cx="0" cy="28098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0740" name="矩形 4"/>
          <p:cNvSpPr>
            <a:spLocks noChangeArrowheads="1"/>
          </p:cNvSpPr>
          <p:nvPr/>
        </p:nvSpPr>
        <p:spPr bwMode="auto">
          <a:xfrm>
            <a:off x="6732588" y="1939925"/>
            <a:ext cx="3000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lang="en-US" altLang="zh-CN" sz="2000" b="1">
                <a:solidFill>
                  <a:srgbClr val="000000"/>
                </a:solidFill>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a:solidFill>
                <a:srgbClr val="000000"/>
              </a:solidFill>
              <a:ea typeface="华文楷体" panose="02010600040101010101" pitchFamily="2" charset="-122"/>
              <a:cs typeface="Times New Roman" panose="02020603050405020304" pitchFamily="18" charset="0"/>
            </a:endParaRPr>
          </a:p>
        </p:txBody>
      </p:sp>
      <p:sp>
        <p:nvSpPr>
          <p:cNvPr id="3" name="下弧形箭头 2"/>
          <p:cNvSpPr/>
          <p:nvPr/>
        </p:nvSpPr>
        <p:spPr bwMode="auto">
          <a:xfrm rot="17100000">
            <a:off x="6403976" y="3068637"/>
            <a:ext cx="730250" cy="288925"/>
          </a:xfrm>
          <a:prstGeom prst="curvedUpArrow">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black"/>
              </a:solidFill>
            </a:endParaRPr>
          </a:p>
        </p:txBody>
      </p:sp>
      <p:sp>
        <p:nvSpPr>
          <p:cNvPr id="34" name="下弧形箭头 33"/>
          <p:cNvSpPr/>
          <p:nvPr/>
        </p:nvSpPr>
        <p:spPr bwMode="auto">
          <a:xfrm rot="14820000">
            <a:off x="6884194" y="2202656"/>
            <a:ext cx="730250" cy="287338"/>
          </a:xfrm>
          <a:prstGeom prst="curvedUpArrow">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black"/>
              </a:solidFill>
            </a:endParaRPr>
          </a:p>
        </p:txBody>
      </p:sp>
      <p:sp>
        <p:nvSpPr>
          <p:cNvPr id="6" name="线形标注 1(无边框) 5"/>
          <p:cNvSpPr/>
          <p:nvPr/>
        </p:nvSpPr>
        <p:spPr>
          <a:xfrm>
            <a:off x="7512050" y="2762250"/>
            <a:ext cx="1381125" cy="381000"/>
          </a:xfrm>
          <a:prstGeom prst="callout1">
            <a:avLst>
              <a:gd name="adj1" fmla="val 58750"/>
              <a:gd name="adj2" fmla="val 7545"/>
              <a:gd name="adj3" fmla="val 17116"/>
              <a:gd name="adj4" fmla="val -20186"/>
            </a:avLst>
          </a:pr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en-US" altLang="zh-CN" b="1" i="1" dirty="0">
                <a:solidFill>
                  <a:srgbClr val="FF0000"/>
                </a:solidFill>
                <a:latin typeface="Times New Roman" panose="02020603050405020304" pitchFamily="18" charset="0"/>
                <a:ea typeface="楷体_GB2312" charset="0"/>
                <a:cs typeface="Times New Roman" panose="02020603050405020304" pitchFamily="18" charset="0"/>
              </a:rPr>
              <a:t>R→L</a:t>
            </a:r>
            <a:r>
              <a:rPr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ea typeface="楷体_GB2312" charset="0"/>
                <a:cs typeface="Times New Roman" panose="02020603050405020304" pitchFamily="18" charset="0"/>
              </a:rPr>
              <a:t>, $</a:t>
            </a:r>
          </a:p>
        </p:txBody>
      </p:sp>
      <p:sp>
        <p:nvSpPr>
          <p:cNvPr id="26" name="线形标注 1(无边框) 25"/>
          <p:cNvSpPr/>
          <p:nvPr/>
        </p:nvSpPr>
        <p:spPr>
          <a:xfrm>
            <a:off x="6664325" y="3509963"/>
            <a:ext cx="1438275" cy="381000"/>
          </a:xfrm>
          <a:prstGeom prst="callout1">
            <a:avLst>
              <a:gd name="adj1" fmla="val 58750"/>
              <a:gd name="adj2" fmla="val 7545"/>
              <a:gd name="adj3" fmla="val 17116"/>
              <a:gd name="adj4" fmla="val -20186"/>
            </a:avLst>
          </a:pr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en-US" altLang="zh-CN" b="1" i="1" dirty="0">
                <a:solidFill>
                  <a:srgbClr val="FF0000"/>
                </a:solidFill>
                <a:latin typeface="Times New Roman" panose="02020603050405020304" pitchFamily="18" charset="0"/>
                <a:ea typeface="楷体_GB2312" charset="0"/>
                <a:cs typeface="Times New Roman" panose="02020603050405020304" pitchFamily="18" charset="0"/>
              </a:rPr>
              <a:t>R→L</a:t>
            </a:r>
            <a:r>
              <a:rPr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ea typeface="楷体_GB2312" charset="0"/>
                <a:cs typeface="Times New Roman" panose="02020603050405020304" pitchFamily="18" charset="0"/>
              </a:rPr>
              <a:t>, =</a:t>
            </a:r>
          </a:p>
        </p:txBody>
      </p:sp>
      <p:sp>
        <p:nvSpPr>
          <p:cNvPr id="27" name="线形标注 1(无边框) 26"/>
          <p:cNvSpPr/>
          <p:nvPr/>
        </p:nvSpPr>
        <p:spPr>
          <a:xfrm>
            <a:off x="4672013" y="1835150"/>
            <a:ext cx="1498600" cy="381000"/>
          </a:xfrm>
          <a:prstGeom prst="callout1">
            <a:avLst>
              <a:gd name="adj1" fmla="val 52596"/>
              <a:gd name="adj2" fmla="val 91473"/>
              <a:gd name="adj3" fmla="val 81816"/>
              <a:gd name="adj4" fmla="val 115987"/>
            </a:avLst>
          </a:pr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en-US" altLang="zh-CN" b="1" i="1" dirty="0">
                <a:solidFill>
                  <a:srgbClr val="FF0000"/>
                </a:solidFill>
                <a:latin typeface="Times New Roman" panose="02020603050405020304" pitchFamily="18" charset="0"/>
                <a:ea typeface="楷体_GB2312" charset="0"/>
                <a:cs typeface="Times New Roman" panose="02020603050405020304" pitchFamily="18" charset="0"/>
              </a:rPr>
              <a:t>S→L=R</a:t>
            </a:r>
            <a:r>
              <a:rPr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ea typeface="楷体_GB2312" charset="0"/>
                <a:cs typeface="Times New Roman" panose="02020603050405020304" pitchFamily="18" charset="0"/>
              </a:rPr>
              <a:t>, $</a:t>
            </a:r>
          </a:p>
        </p:txBody>
      </p:sp>
      <p:sp>
        <p:nvSpPr>
          <p:cNvPr id="28" name="线形标注 1(无边框) 27"/>
          <p:cNvSpPr/>
          <p:nvPr/>
        </p:nvSpPr>
        <p:spPr>
          <a:xfrm>
            <a:off x="4152900" y="2327275"/>
            <a:ext cx="1497013" cy="381000"/>
          </a:xfrm>
          <a:prstGeom prst="callout1">
            <a:avLst>
              <a:gd name="adj1" fmla="val 52596"/>
              <a:gd name="adj2" fmla="val 91473"/>
              <a:gd name="adj3" fmla="val 101542"/>
              <a:gd name="adj4" fmla="val 112642"/>
            </a:avLst>
          </a:prstGeom>
          <a:noFill/>
          <a:ln>
            <a:solidFill>
              <a:srgbClr val="FF0000"/>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kumimoji="1" lang="en-US" altLang="zh-CN" b="1" i="1" dirty="0">
                <a:solidFill>
                  <a:srgbClr val="FF0000"/>
                </a:solidFill>
                <a:latin typeface="Times New Roman" panose="02020603050405020304" pitchFamily="18" charset="0"/>
                <a:ea typeface="楷体_GB2312" charset="0"/>
                <a:cs typeface="Times New Roman" panose="02020603050405020304" pitchFamily="18" charset="0"/>
              </a:rPr>
              <a:t>L→*R</a:t>
            </a:r>
            <a:r>
              <a:rPr lang="en-US" altLang="zh-CN" b="1" dirty="0">
                <a:solidFill>
                  <a:srgbClr val="FF0000"/>
                </a:solidFill>
                <a:latin typeface="Times New Roman" panose="02020603050405020304" pitchFamily="18" charset="0"/>
                <a:cs typeface="Times New Roman" panose="02020603050405020304" pitchFamily="18" charset="0"/>
              </a:rPr>
              <a:t>· </a:t>
            </a:r>
            <a:r>
              <a:rPr kumimoji="1" lang="en-US" altLang="zh-CN" b="1" dirty="0">
                <a:solidFill>
                  <a:srgbClr val="FF0000"/>
                </a:solidFill>
                <a:latin typeface="Times New Roman" panose="02020603050405020304" pitchFamily="18" charset="0"/>
                <a:ea typeface="楷体_GB2312" charset="0"/>
                <a:cs typeface="Times New Roman" panose="02020603050405020304" pitchFamily="18" charset="0"/>
              </a:rPr>
              <a:t>, =</a:t>
            </a:r>
          </a:p>
        </p:txBody>
      </p:sp>
      <p:graphicFrame>
        <p:nvGraphicFramePr>
          <p:cNvPr id="29" name="Group 18"/>
          <p:cNvGraphicFramePr>
            <a:graphicFrameLocks noGrp="1"/>
          </p:cNvGraphicFramePr>
          <p:nvPr/>
        </p:nvGraphicFramePr>
        <p:xfrm>
          <a:off x="2855913" y="2786063"/>
          <a:ext cx="2089150" cy="1493836"/>
        </p:xfrm>
        <a:graphic>
          <a:graphicData uri="http://schemas.openxmlformats.org/drawingml/2006/table">
            <a:tbl>
              <a:tblPr/>
              <a:tblGrid>
                <a:gridCol w="360363">
                  <a:extLst>
                    <a:ext uri="{9D8B030D-6E8A-4147-A177-3AD203B41FA5}">
                      <a16:colId xmlns:a16="http://schemas.microsoft.com/office/drawing/2014/main" val="20000"/>
                    </a:ext>
                  </a:extLst>
                </a:gridCol>
                <a:gridCol w="1728787">
                  <a:extLst>
                    <a:ext uri="{9D8B030D-6E8A-4147-A177-3AD203B41FA5}">
                      <a16:colId xmlns:a16="http://schemas.microsoft.com/office/drawing/2014/main" val="20001"/>
                    </a:ext>
                  </a:extLst>
                </a:gridCol>
              </a:tblGrid>
              <a:tr h="373459">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X</a:t>
                      </a: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FOLLOW</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1"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X</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extLst>
                  <a:ext uri="{0D108BD9-81ED-4DB2-BD59-A6C34878D82A}">
                    <a16:rowId xmlns:a16="http://schemas.microsoft.com/office/drawing/2014/main" val="10000"/>
                  </a:ext>
                </a:extLst>
              </a:tr>
              <a:tr h="373459">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S</a:t>
                      </a: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3459">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L</a:t>
                      </a: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3459">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R</a:t>
                      </a: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rPr>
                        <a:t>=,  </a:t>
                      </a:r>
                      <a:r>
                        <a:rPr kumimoji="0" lang="en-US" altLang="zh-CN" sz="2000" b="1" i="0" u="none" strike="noStrike" cap="none" normalizeH="0" baseline="0" dirty="0">
                          <a:ln>
                            <a:noFill/>
                          </a:ln>
                          <a:solidFill>
                            <a:schemeClr val="tx1"/>
                          </a:solidFill>
                          <a:effectLst/>
                          <a:latin typeface="华文楷体" panose="02010600040101010101" pitchFamily="2" charset="-122"/>
                          <a:ea typeface="华文楷体" panose="02010600040101010101" pitchFamily="2" charset="-122"/>
                          <a:cs typeface="Times New Roman" panose="02020603050405020304" pitchFamily="18" charset="0"/>
                        </a:rPr>
                        <a:t>$</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楷体_GB2312"/>
                        <a:cs typeface="Times New Roman" panose="02020603050405020304" pitchFamily="18" charset="0"/>
                      </a:endParaRPr>
                    </a:p>
                  </a:txBody>
                  <a:tcPr marL="91546" marR="91546" marT="34320" marB="343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5" name="组合 4"/>
          <p:cNvGrpSpPr/>
          <p:nvPr/>
        </p:nvGrpSpPr>
        <p:grpSpPr>
          <a:xfrm>
            <a:off x="6156176" y="2674629"/>
            <a:ext cx="1113524" cy="1599082"/>
            <a:chOff x="6156176" y="2674629"/>
            <a:chExt cx="1113524" cy="1599082"/>
          </a:xfrm>
        </p:grpSpPr>
        <p:sp>
          <p:nvSpPr>
            <p:cNvPr id="4" name="椭圆 3"/>
            <p:cNvSpPr/>
            <p:nvPr/>
          </p:nvSpPr>
          <p:spPr>
            <a:xfrm>
              <a:off x="6991957" y="2674629"/>
              <a:ext cx="277743" cy="894898"/>
            </a:xfrm>
            <a:prstGeom prst="ellipse">
              <a:avLst/>
            </a:prstGeom>
            <a:noFill/>
            <a:ln>
              <a:solidFill>
                <a:srgbClr val="008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6156176" y="3325625"/>
              <a:ext cx="277743" cy="948086"/>
            </a:xfrm>
            <a:prstGeom prst="ellipse">
              <a:avLst/>
            </a:prstGeom>
            <a:noFill/>
            <a:ln>
              <a:solidFill>
                <a:srgbClr val="008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par>
                                <p:cTn id="10" presetID="53" presetClass="entr" presetSubtype="16" fill="hold"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ppt_w</p:attrName>
                                        </p:attrNameLst>
                                      </p:cBhvr>
                                      <p:tavLst>
                                        <p:tav tm="0">
                                          <p:val>
                                            <p:fltVal val="0"/>
                                          </p:val>
                                        </p:tav>
                                        <p:tav tm="100000">
                                          <p:val>
                                            <p:strVal val="#ppt_w"/>
                                          </p:val>
                                        </p:tav>
                                      </p:tavLst>
                                    </p:anim>
                                    <p:anim calcmode="lin" valueType="num">
                                      <p:cBhvr>
                                        <p:cTn id="20" dur="500" fill="hold"/>
                                        <p:tgtEl>
                                          <p:spTgt spid="7"/>
                                        </p:tgtEl>
                                        <p:attrNameLst>
                                          <p:attrName>ppt_h</p:attrName>
                                        </p:attrNameLst>
                                      </p:cBhvr>
                                      <p:tavLst>
                                        <p:tav tm="0">
                                          <p:val>
                                            <p:fltVal val="0"/>
                                          </p:val>
                                        </p:tav>
                                        <p:tav tm="100000">
                                          <p:val>
                                            <p:strVal val="#ppt_h"/>
                                          </p:val>
                                        </p:tav>
                                      </p:tavLst>
                                    </p:anim>
                                    <p:animEffect transition="in" filter="fade">
                                      <p:cBhvr>
                                        <p:cTn id="21" dur="500"/>
                                        <p:tgtEl>
                                          <p:spTgt spid="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500" fill="hold"/>
                                        <p:tgtEl>
                                          <p:spTgt spid="5"/>
                                        </p:tgtEl>
                                        <p:attrNameLst>
                                          <p:attrName>ppt_w</p:attrName>
                                        </p:attrNameLst>
                                      </p:cBhvr>
                                      <p:tavLst>
                                        <p:tav tm="0">
                                          <p:val>
                                            <p:fltVal val="0"/>
                                          </p:val>
                                        </p:tav>
                                        <p:tav tm="100000">
                                          <p:val>
                                            <p:strVal val="#ppt_w"/>
                                          </p:val>
                                        </p:tav>
                                      </p:tavLst>
                                    </p:anim>
                                    <p:anim calcmode="lin" valueType="num">
                                      <p:cBhvr>
                                        <p:cTn id="27" dur="500" fill="hold"/>
                                        <p:tgtEl>
                                          <p:spTgt spid="5"/>
                                        </p:tgtEl>
                                        <p:attrNameLst>
                                          <p:attrName>ppt_h</p:attrName>
                                        </p:attrNameLst>
                                      </p:cBhvr>
                                      <p:tavLst>
                                        <p:tav tm="0">
                                          <p:val>
                                            <p:fltVal val="0"/>
                                          </p:val>
                                        </p:tav>
                                        <p:tav tm="100000">
                                          <p:val>
                                            <p:strVal val="#ppt_h"/>
                                          </p:val>
                                        </p:tav>
                                      </p:tavLst>
                                    </p:anim>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30740"/>
                                        </p:tgtEl>
                                        <p:attrNameLst>
                                          <p:attrName>style.visibility</p:attrName>
                                        </p:attrNameLst>
                                      </p:cBhvr>
                                      <p:to>
                                        <p:strVal val="visible"/>
                                      </p:to>
                                    </p:set>
                                    <p:anim calcmode="lin" valueType="num">
                                      <p:cBhvr>
                                        <p:cTn id="33" dur="500" fill="hold"/>
                                        <p:tgtEl>
                                          <p:spTgt spid="30740"/>
                                        </p:tgtEl>
                                        <p:attrNameLst>
                                          <p:attrName>ppt_w</p:attrName>
                                        </p:attrNameLst>
                                      </p:cBhvr>
                                      <p:tavLst>
                                        <p:tav tm="0">
                                          <p:val>
                                            <p:fltVal val="0"/>
                                          </p:val>
                                        </p:tav>
                                        <p:tav tm="100000">
                                          <p:val>
                                            <p:strVal val="#ppt_w"/>
                                          </p:val>
                                        </p:tav>
                                      </p:tavLst>
                                    </p:anim>
                                    <p:anim calcmode="lin" valueType="num">
                                      <p:cBhvr>
                                        <p:cTn id="34" dur="500" fill="hold"/>
                                        <p:tgtEl>
                                          <p:spTgt spid="30740"/>
                                        </p:tgtEl>
                                        <p:attrNameLst>
                                          <p:attrName>ppt_h</p:attrName>
                                        </p:attrNameLst>
                                      </p:cBhvr>
                                      <p:tavLst>
                                        <p:tav tm="0">
                                          <p:val>
                                            <p:fltVal val="0"/>
                                          </p:val>
                                        </p:tav>
                                        <p:tav tm="100000">
                                          <p:val>
                                            <p:strVal val="#ppt_h"/>
                                          </p:val>
                                        </p:tav>
                                      </p:tavLst>
                                    </p:anim>
                                    <p:animEffect transition="in" filter="fade">
                                      <p:cBhvr>
                                        <p:cTn id="35" dur="500"/>
                                        <p:tgtEl>
                                          <p:spTgt spid="3074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34"/>
                                        </p:tgtEl>
                                        <p:attrNameLst>
                                          <p:attrName>style.visibility</p:attrName>
                                        </p:attrNameLst>
                                      </p:cBhvr>
                                      <p:to>
                                        <p:strVal val="visible"/>
                                      </p:to>
                                    </p:set>
                                    <p:anim calcmode="lin" valueType="num">
                                      <p:cBhvr>
                                        <p:cTn id="40" dur="500" fill="hold"/>
                                        <p:tgtEl>
                                          <p:spTgt spid="34"/>
                                        </p:tgtEl>
                                        <p:attrNameLst>
                                          <p:attrName>ppt_w</p:attrName>
                                        </p:attrNameLst>
                                      </p:cBhvr>
                                      <p:tavLst>
                                        <p:tav tm="0">
                                          <p:val>
                                            <p:fltVal val="0"/>
                                          </p:val>
                                        </p:tav>
                                        <p:tav tm="100000">
                                          <p:val>
                                            <p:strVal val="#ppt_w"/>
                                          </p:val>
                                        </p:tav>
                                      </p:tavLst>
                                    </p:anim>
                                    <p:anim calcmode="lin" valueType="num">
                                      <p:cBhvr>
                                        <p:cTn id="41" dur="500" fill="hold"/>
                                        <p:tgtEl>
                                          <p:spTgt spid="34"/>
                                        </p:tgtEl>
                                        <p:attrNameLst>
                                          <p:attrName>ppt_h</p:attrName>
                                        </p:attrNameLst>
                                      </p:cBhvr>
                                      <p:tavLst>
                                        <p:tav tm="0">
                                          <p:val>
                                            <p:fltVal val="0"/>
                                          </p:val>
                                        </p:tav>
                                        <p:tav tm="100000">
                                          <p:val>
                                            <p:strVal val="#ppt_h"/>
                                          </p:val>
                                        </p:tav>
                                      </p:tavLst>
                                    </p:anim>
                                    <p:animEffect transition="in" filter="fade">
                                      <p:cBhvr>
                                        <p:cTn id="42" dur="500"/>
                                        <p:tgtEl>
                                          <p:spTgt spid="3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p:cTn id="47" dur="500" fill="hold"/>
                                        <p:tgtEl>
                                          <p:spTgt spid="3"/>
                                        </p:tgtEl>
                                        <p:attrNameLst>
                                          <p:attrName>ppt_w</p:attrName>
                                        </p:attrNameLst>
                                      </p:cBhvr>
                                      <p:tavLst>
                                        <p:tav tm="0">
                                          <p:val>
                                            <p:fltVal val="0"/>
                                          </p:val>
                                        </p:tav>
                                        <p:tav tm="100000">
                                          <p:val>
                                            <p:strVal val="#ppt_w"/>
                                          </p:val>
                                        </p:tav>
                                      </p:tavLst>
                                    </p:anim>
                                    <p:anim calcmode="lin" valueType="num">
                                      <p:cBhvr>
                                        <p:cTn id="48" dur="500" fill="hold"/>
                                        <p:tgtEl>
                                          <p:spTgt spid="3"/>
                                        </p:tgtEl>
                                        <p:attrNameLst>
                                          <p:attrName>ppt_h</p:attrName>
                                        </p:attrNameLst>
                                      </p:cBhvr>
                                      <p:tavLst>
                                        <p:tav tm="0">
                                          <p:val>
                                            <p:fltVal val="0"/>
                                          </p:val>
                                        </p:tav>
                                        <p:tav tm="100000">
                                          <p:val>
                                            <p:strVal val="#ppt_h"/>
                                          </p:val>
                                        </p:tav>
                                      </p:tavLst>
                                    </p:anim>
                                    <p:animEffect transition="in" filter="fade">
                                      <p:cBhvr>
                                        <p:cTn id="49" dur="500"/>
                                        <p:tgtEl>
                                          <p:spTgt spid="3"/>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2"/>
                                        </p:tgtEl>
                                        <p:attrNameLst>
                                          <p:attrName>style.visibility</p:attrName>
                                        </p:attrNameLst>
                                      </p:cBhvr>
                                      <p:to>
                                        <p:strVal val="visible"/>
                                      </p:to>
                                    </p:set>
                                    <p:anim calcmode="lin" valueType="num">
                                      <p:cBhvr>
                                        <p:cTn id="54" dur="500" fill="hold"/>
                                        <p:tgtEl>
                                          <p:spTgt spid="2"/>
                                        </p:tgtEl>
                                        <p:attrNameLst>
                                          <p:attrName>ppt_w</p:attrName>
                                        </p:attrNameLst>
                                      </p:cBhvr>
                                      <p:tavLst>
                                        <p:tav tm="0">
                                          <p:val>
                                            <p:fltVal val="0"/>
                                          </p:val>
                                        </p:tav>
                                        <p:tav tm="100000">
                                          <p:val>
                                            <p:strVal val="#ppt_w"/>
                                          </p:val>
                                        </p:tav>
                                      </p:tavLst>
                                    </p:anim>
                                    <p:anim calcmode="lin" valueType="num">
                                      <p:cBhvr>
                                        <p:cTn id="55" dur="500" fill="hold"/>
                                        <p:tgtEl>
                                          <p:spTgt spid="2"/>
                                        </p:tgtEl>
                                        <p:attrNameLst>
                                          <p:attrName>ppt_h</p:attrName>
                                        </p:attrNameLst>
                                      </p:cBhvr>
                                      <p:tavLst>
                                        <p:tav tm="0">
                                          <p:val>
                                            <p:fltVal val="0"/>
                                          </p:val>
                                        </p:tav>
                                        <p:tav tm="100000">
                                          <p:val>
                                            <p:strVal val="#ppt_h"/>
                                          </p:val>
                                        </p:tav>
                                      </p:tavLst>
                                    </p:anim>
                                    <p:animEffect transition="in" filter="fade">
                                      <p:cBhvr>
                                        <p:cTn id="56" dur="500"/>
                                        <p:tgtEl>
                                          <p:spTgt spid="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p:cTn id="61" dur="500" fill="hold"/>
                                        <p:tgtEl>
                                          <p:spTgt spid="6"/>
                                        </p:tgtEl>
                                        <p:attrNameLst>
                                          <p:attrName>ppt_w</p:attrName>
                                        </p:attrNameLst>
                                      </p:cBhvr>
                                      <p:tavLst>
                                        <p:tav tm="0">
                                          <p:val>
                                            <p:fltVal val="0"/>
                                          </p:val>
                                        </p:tav>
                                        <p:tav tm="100000">
                                          <p:val>
                                            <p:strVal val="#ppt_w"/>
                                          </p:val>
                                        </p:tav>
                                      </p:tavLst>
                                    </p:anim>
                                    <p:anim calcmode="lin" valueType="num">
                                      <p:cBhvr>
                                        <p:cTn id="62" dur="500" fill="hold"/>
                                        <p:tgtEl>
                                          <p:spTgt spid="6"/>
                                        </p:tgtEl>
                                        <p:attrNameLst>
                                          <p:attrName>ppt_h</p:attrName>
                                        </p:attrNameLst>
                                      </p:cBhvr>
                                      <p:tavLst>
                                        <p:tav tm="0">
                                          <p:val>
                                            <p:fltVal val="0"/>
                                          </p:val>
                                        </p:tav>
                                        <p:tav tm="100000">
                                          <p:val>
                                            <p:strVal val="#ppt_h"/>
                                          </p:val>
                                        </p:tav>
                                      </p:tavLst>
                                    </p:anim>
                                    <p:animEffect transition="in" filter="fade">
                                      <p:cBhvr>
                                        <p:cTn id="63" dur="500"/>
                                        <p:tgtEl>
                                          <p:spTgt spid="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26"/>
                                        </p:tgtEl>
                                        <p:attrNameLst>
                                          <p:attrName>style.visibility</p:attrName>
                                        </p:attrNameLst>
                                      </p:cBhvr>
                                      <p:to>
                                        <p:strVal val="visible"/>
                                      </p:to>
                                    </p:set>
                                    <p:anim calcmode="lin" valueType="num">
                                      <p:cBhvr>
                                        <p:cTn id="68" dur="500" fill="hold"/>
                                        <p:tgtEl>
                                          <p:spTgt spid="26"/>
                                        </p:tgtEl>
                                        <p:attrNameLst>
                                          <p:attrName>ppt_w</p:attrName>
                                        </p:attrNameLst>
                                      </p:cBhvr>
                                      <p:tavLst>
                                        <p:tav tm="0">
                                          <p:val>
                                            <p:fltVal val="0"/>
                                          </p:val>
                                        </p:tav>
                                        <p:tav tm="100000">
                                          <p:val>
                                            <p:strVal val="#ppt_w"/>
                                          </p:val>
                                        </p:tav>
                                      </p:tavLst>
                                    </p:anim>
                                    <p:anim calcmode="lin" valueType="num">
                                      <p:cBhvr>
                                        <p:cTn id="69" dur="500" fill="hold"/>
                                        <p:tgtEl>
                                          <p:spTgt spid="26"/>
                                        </p:tgtEl>
                                        <p:attrNameLst>
                                          <p:attrName>ppt_h</p:attrName>
                                        </p:attrNameLst>
                                      </p:cBhvr>
                                      <p:tavLst>
                                        <p:tav tm="0">
                                          <p:val>
                                            <p:fltVal val="0"/>
                                          </p:val>
                                        </p:tav>
                                        <p:tav tm="100000">
                                          <p:val>
                                            <p:strVal val="#ppt_h"/>
                                          </p:val>
                                        </p:tav>
                                      </p:tavLst>
                                    </p:anim>
                                    <p:animEffect transition="in" filter="fade">
                                      <p:cBhvr>
                                        <p:cTn id="70" dur="500"/>
                                        <p:tgtEl>
                                          <p:spTgt spid="26"/>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28"/>
                                        </p:tgtEl>
                                        <p:attrNameLst>
                                          <p:attrName>style.visibility</p:attrName>
                                        </p:attrNameLst>
                                      </p:cBhvr>
                                      <p:to>
                                        <p:strVal val="visible"/>
                                      </p:to>
                                    </p:set>
                                    <p:anim calcmode="lin" valueType="num">
                                      <p:cBhvr>
                                        <p:cTn id="75" dur="500" fill="hold"/>
                                        <p:tgtEl>
                                          <p:spTgt spid="28"/>
                                        </p:tgtEl>
                                        <p:attrNameLst>
                                          <p:attrName>ppt_w</p:attrName>
                                        </p:attrNameLst>
                                      </p:cBhvr>
                                      <p:tavLst>
                                        <p:tav tm="0">
                                          <p:val>
                                            <p:fltVal val="0"/>
                                          </p:val>
                                        </p:tav>
                                        <p:tav tm="100000">
                                          <p:val>
                                            <p:strVal val="#ppt_w"/>
                                          </p:val>
                                        </p:tav>
                                      </p:tavLst>
                                    </p:anim>
                                    <p:anim calcmode="lin" valueType="num">
                                      <p:cBhvr>
                                        <p:cTn id="76" dur="500" fill="hold"/>
                                        <p:tgtEl>
                                          <p:spTgt spid="28"/>
                                        </p:tgtEl>
                                        <p:attrNameLst>
                                          <p:attrName>ppt_h</p:attrName>
                                        </p:attrNameLst>
                                      </p:cBhvr>
                                      <p:tavLst>
                                        <p:tav tm="0">
                                          <p:val>
                                            <p:fltVal val="0"/>
                                          </p:val>
                                        </p:tav>
                                        <p:tav tm="100000">
                                          <p:val>
                                            <p:strVal val="#ppt_h"/>
                                          </p:val>
                                        </p:tav>
                                      </p:tavLst>
                                    </p:anim>
                                    <p:animEffect transition="in" filter="fade">
                                      <p:cBhvr>
                                        <p:cTn id="77" dur="500"/>
                                        <p:tgtEl>
                                          <p:spTgt spid="28"/>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53" presetClass="entr" presetSubtype="16" fill="hold" grpId="0" nodeType="clickEffect">
                                  <p:stCondLst>
                                    <p:cond delay="0"/>
                                  </p:stCondLst>
                                  <p:childTnLst>
                                    <p:set>
                                      <p:cBhvr>
                                        <p:cTn id="81" dur="1" fill="hold">
                                          <p:stCondLst>
                                            <p:cond delay="0"/>
                                          </p:stCondLst>
                                        </p:cTn>
                                        <p:tgtEl>
                                          <p:spTgt spid="27"/>
                                        </p:tgtEl>
                                        <p:attrNameLst>
                                          <p:attrName>style.visibility</p:attrName>
                                        </p:attrNameLst>
                                      </p:cBhvr>
                                      <p:to>
                                        <p:strVal val="visible"/>
                                      </p:to>
                                    </p:set>
                                    <p:anim calcmode="lin" valueType="num">
                                      <p:cBhvr>
                                        <p:cTn id="82" dur="500" fill="hold"/>
                                        <p:tgtEl>
                                          <p:spTgt spid="27"/>
                                        </p:tgtEl>
                                        <p:attrNameLst>
                                          <p:attrName>ppt_w</p:attrName>
                                        </p:attrNameLst>
                                      </p:cBhvr>
                                      <p:tavLst>
                                        <p:tav tm="0">
                                          <p:val>
                                            <p:fltVal val="0"/>
                                          </p:val>
                                        </p:tav>
                                        <p:tav tm="100000">
                                          <p:val>
                                            <p:strVal val="#ppt_w"/>
                                          </p:val>
                                        </p:tav>
                                      </p:tavLst>
                                    </p:anim>
                                    <p:anim calcmode="lin" valueType="num">
                                      <p:cBhvr>
                                        <p:cTn id="83" dur="500" fill="hold"/>
                                        <p:tgtEl>
                                          <p:spTgt spid="27"/>
                                        </p:tgtEl>
                                        <p:attrNameLst>
                                          <p:attrName>ppt_h</p:attrName>
                                        </p:attrNameLst>
                                      </p:cBhvr>
                                      <p:tavLst>
                                        <p:tav tm="0">
                                          <p:val>
                                            <p:fltVal val="0"/>
                                          </p:val>
                                        </p:tav>
                                        <p:tav tm="100000">
                                          <p:val>
                                            <p:strVal val="#ppt_h"/>
                                          </p:val>
                                        </p:tav>
                                      </p:tavLst>
                                    </p:anim>
                                    <p:animEffect transition="in" filter="fade">
                                      <p:cBhvr>
                                        <p:cTn id="8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animBg="1"/>
      <p:bldP spid="30740" grpId="0"/>
      <p:bldP spid="3" grpId="0" animBg="1"/>
      <p:bldP spid="34" grpId="0" animBg="1"/>
      <p:bldP spid="6" grpId="0" animBg="1"/>
      <p:bldP spid="26" grpId="0" animBg="1"/>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44" name="Text Box 14"/>
          <p:cNvSpPr txBox="1">
            <a:spLocks noChangeArrowheads="1"/>
          </p:cNvSpPr>
          <p:nvPr/>
        </p:nvSpPr>
        <p:spPr bwMode="auto">
          <a:xfrm>
            <a:off x="3722688" y="2519363"/>
            <a:ext cx="1223962" cy="24003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4</a:t>
            </a:r>
            <a:r>
              <a:rPr kumimoji="1" lang="en-US" altLang="zh-CN" b="1">
                <a:latin typeface="Times New Roman" panose="02020603050405020304" pitchFamily="18" charset="0"/>
              </a:rPr>
              <a:t>:</a:t>
            </a: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zh-CN" altLang="en-US" b="1" i="1">
              <a:latin typeface="Times New Roman" panose="02020603050405020304" pitchFamily="18" charset="0"/>
            </a:endParaRPr>
          </a:p>
          <a:p>
            <a:pPr>
              <a:lnSpc>
                <a:spcPts val="2000"/>
              </a:lnSpc>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p>
          <a:p>
            <a:pPr>
              <a:lnSpc>
                <a:spcPts val="2000"/>
              </a:lnSpc>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p>
          <a:p>
            <a:pPr>
              <a:lnSpc>
                <a:spcPts val="20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en-US" altLang="zh-CN" b="1" i="1">
                <a:latin typeface="Times New Roman" panose="02020603050405020304" pitchFamily="18" charset="0"/>
              </a:rPr>
              <a:t>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p:txBody>
      </p:sp>
      <p:sp>
        <p:nvSpPr>
          <p:cNvPr id="40963"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a:t>
            </a:r>
            <a:r>
              <a:rPr lang="zh-CN" altLang="en-US" sz="3000">
                <a:solidFill>
                  <a:srgbClr val="000000"/>
                </a:solidFill>
                <a:latin typeface="微软雅黑" panose="020B0503020204020204" pitchFamily="34" charset="-122"/>
                <a:ea typeface="微软雅黑" panose="020B0503020204020204" pitchFamily="34" charset="-122"/>
              </a:rPr>
              <a:t>：</a:t>
            </a:r>
            <a:r>
              <a:rPr lang="en-US" altLang="zh-CN" sz="3000" i="1">
                <a:solidFill>
                  <a:srgbClr val="000000"/>
                </a:solidFill>
                <a:ea typeface="黑体" panose="02010609060101010101" pitchFamily="49" charset="-122"/>
                <a:cs typeface="Times New Roman" panose="02020603050405020304" pitchFamily="18" charset="0"/>
              </a:rPr>
              <a:t>LR</a:t>
            </a:r>
            <a:r>
              <a:rPr lang="en-US" altLang="zh-CN" sz="3000">
                <a:solidFill>
                  <a:srgbClr val="000000"/>
                </a:solidFill>
                <a:ea typeface="黑体" panose="02010609060101010101" pitchFamily="49" charset="-122"/>
                <a:cs typeface="Times New Roman" panose="02020603050405020304" pitchFamily="18" charset="0"/>
              </a:rPr>
              <a:t>(1)</a:t>
            </a:r>
            <a:r>
              <a:rPr lang="zh-CN" altLang="en-US" sz="3000">
                <a:solidFill>
                  <a:srgbClr val="000000"/>
                </a:solidFill>
                <a:latin typeface="微软雅黑" panose="020B0503020204020204" pitchFamily="34" charset="-122"/>
                <a:ea typeface="微软雅黑" panose="020B0503020204020204" pitchFamily="34" charset="-122"/>
              </a:rPr>
              <a:t>自动机</a:t>
            </a:r>
            <a:endParaRPr lang="zh-CN" altLang="en-US" sz="3000">
              <a:solidFill>
                <a:schemeClr val="tx1"/>
              </a:solidFill>
              <a:latin typeface="微软雅黑" panose="020B0503020204020204" pitchFamily="34" charset="-122"/>
              <a:ea typeface="微软雅黑" panose="020B0503020204020204" pitchFamily="34" charset="-122"/>
            </a:endParaRPr>
          </a:p>
        </p:txBody>
      </p:sp>
      <p:sp>
        <p:nvSpPr>
          <p:cNvPr id="129035" name="Text Box 5"/>
          <p:cNvSpPr txBox="1">
            <a:spLocks noChangeArrowheads="1"/>
          </p:cNvSpPr>
          <p:nvPr/>
        </p:nvSpPr>
        <p:spPr bwMode="auto">
          <a:xfrm>
            <a:off x="1800225" y="1004888"/>
            <a:ext cx="1504950" cy="2493962"/>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I</a:t>
            </a:r>
            <a:r>
              <a:rPr lang="en-US" altLang="zh-CN" sz="1800" b="1" i="1" baseline="-25000" dirty="0">
                <a:solidFill>
                  <a:schemeClr val="tx1"/>
                </a:solidFill>
                <a:latin typeface="Times New Roman" panose="02020603050405020304" pitchFamily="18" charset="0"/>
              </a:rPr>
              <a:t>0</a:t>
            </a:r>
            <a:r>
              <a:rPr lang="en-US" altLang="zh-CN" sz="1800" b="1" dirty="0">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S</a:t>
            </a:r>
            <a:r>
              <a:rPr lang="en-US" altLang="zh-CN" sz="1800" b="1" i="1" dirty="0">
                <a:solidFill>
                  <a:schemeClr val="tx1"/>
                </a:solidFill>
                <a:latin typeface="Times New Roman" panose="02020603050405020304" pitchFamily="18" charset="0"/>
                <a:cs typeface="Times New Roman" panose="02020603050405020304" pitchFamily="18" charset="0"/>
              </a:rPr>
              <a:t>′ </a:t>
            </a:r>
            <a:r>
              <a:rPr lang="en-US" altLang="zh-CN" sz="1800" b="1" i="1" dirty="0">
                <a:solidFill>
                  <a:schemeClr val="tx1"/>
                </a:solidFill>
                <a:latin typeface="Times New Roman" panose="02020603050405020304" pitchFamily="18" charset="0"/>
              </a:rPr>
              <a:t>→</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S , </a:t>
            </a:r>
            <a:r>
              <a:rPr lang="en-US" altLang="zh-CN" sz="1800" b="1" dirty="0">
                <a:solidFill>
                  <a:schemeClr val="tx1"/>
                </a:solidFill>
                <a:latin typeface="华文楷体" panose="02010600040101010101" pitchFamily="2" charset="-122"/>
                <a:ea typeface="华文楷体" panose="02010600040101010101" pitchFamily="2" charset="-122"/>
              </a:rPr>
              <a:t>$</a:t>
            </a: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S→</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L=R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S→</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R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L→</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*R , =</a:t>
            </a: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L→</a:t>
            </a:r>
            <a:r>
              <a:rPr lang="en-US" altLang="zh-CN" sz="1800" b="1" i="1" dirty="0">
                <a:solidFill>
                  <a:srgbClr val="000000"/>
                </a:solidFill>
                <a:latin typeface="Times New Roman" panose="02020603050405020304" pitchFamily="18" charset="0"/>
              </a:rPr>
              <a:t> · </a:t>
            </a:r>
            <a:r>
              <a:rPr lang="en-US" altLang="zh-CN" sz="1800" b="1" dirty="0">
                <a:solidFill>
                  <a:schemeClr val="tx1"/>
                </a:solidFill>
                <a:latin typeface="Times New Roman" panose="02020603050405020304" pitchFamily="18" charset="0"/>
              </a:rPr>
              <a:t>id</a:t>
            </a:r>
            <a:r>
              <a:rPr lang="en-US" altLang="zh-CN" sz="1800" b="1" i="1" dirty="0">
                <a:solidFill>
                  <a:schemeClr val="tx1"/>
                </a:solidFill>
                <a:latin typeface="Times New Roman" panose="02020603050405020304" pitchFamily="18" charset="0"/>
              </a:rPr>
              <a:t> , =</a:t>
            </a:r>
          </a:p>
          <a:p>
            <a:pPr>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R→</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L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L→</a:t>
            </a:r>
            <a:r>
              <a:rPr lang="en-US" altLang="zh-CN" sz="1800" b="1" i="1" dirty="0">
                <a:solidFill>
                  <a:srgbClr val="000000"/>
                </a:solidFill>
                <a:latin typeface="Times New Roman" panose="02020603050405020304" pitchFamily="18" charset="0"/>
              </a:rPr>
              <a:t> · </a:t>
            </a:r>
            <a:r>
              <a:rPr lang="en-US" altLang="zh-CN" sz="1800" b="1" i="1" dirty="0">
                <a:solidFill>
                  <a:schemeClr val="tx1"/>
                </a:solidFill>
                <a:latin typeface="Times New Roman" panose="02020603050405020304" pitchFamily="18" charset="0"/>
              </a:rPr>
              <a:t>*R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dirty="0">
                <a:solidFill>
                  <a:schemeClr val="tx1"/>
                </a:solidFill>
                <a:latin typeface="Times New Roman" panose="02020603050405020304" pitchFamily="18" charset="0"/>
              </a:rPr>
              <a:t>L→</a:t>
            </a:r>
            <a:r>
              <a:rPr lang="en-US" altLang="zh-CN" sz="1800" b="1" i="1" dirty="0">
                <a:solidFill>
                  <a:srgbClr val="000000"/>
                </a:solidFill>
                <a:latin typeface="Times New Roman" panose="02020603050405020304" pitchFamily="18" charset="0"/>
              </a:rPr>
              <a:t> · </a:t>
            </a:r>
            <a:r>
              <a:rPr lang="en-US" altLang="zh-CN" sz="1800" b="1" dirty="0">
                <a:solidFill>
                  <a:schemeClr val="tx1"/>
                </a:solidFill>
                <a:latin typeface="Times New Roman" panose="02020603050405020304" pitchFamily="18" charset="0"/>
              </a:rPr>
              <a:t>id</a:t>
            </a:r>
            <a:r>
              <a:rPr lang="en-US" altLang="zh-CN" sz="1800" b="1" i="1" dirty="0">
                <a:solidFill>
                  <a:schemeClr val="tx1"/>
                </a:solidFill>
                <a:latin typeface="Times New Roman" panose="02020603050405020304" pitchFamily="18" charset="0"/>
              </a:rPr>
              <a:t> , </a:t>
            </a:r>
            <a:r>
              <a:rPr lang="en-US" altLang="zh-CN" sz="1800" b="1" dirty="0">
                <a:solidFill>
                  <a:schemeClr val="tx1"/>
                </a:solidFill>
                <a:latin typeface="华文楷体" panose="02010600040101010101" pitchFamily="2" charset="-122"/>
              </a:rPr>
              <a:t>$</a:t>
            </a:r>
            <a:endParaRPr lang="en-US" altLang="zh-CN" sz="1800" b="1" i="1" dirty="0">
              <a:solidFill>
                <a:schemeClr val="tx1"/>
              </a:solidFill>
              <a:latin typeface="Times New Roman" panose="02020603050405020304" pitchFamily="18" charset="0"/>
            </a:endParaRPr>
          </a:p>
        </p:txBody>
      </p:sp>
      <p:sp>
        <p:nvSpPr>
          <p:cNvPr id="129036" name="Text Box 6"/>
          <p:cNvSpPr txBox="1">
            <a:spLocks noChangeArrowheads="1"/>
          </p:cNvSpPr>
          <p:nvPr/>
        </p:nvSpPr>
        <p:spPr bwMode="auto">
          <a:xfrm>
            <a:off x="3851275" y="39688"/>
            <a:ext cx="1223963" cy="64611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I</a:t>
            </a:r>
            <a:r>
              <a:rPr lang="en-US" altLang="zh-CN" sz="1800" b="1" i="1" baseline="-25000">
                <a:solidFill>
                  <a:schemeClr val="tx1"/>
                </a:solidFill>
                <a:latin typeface="Times New Roman" panose="02020603050405020304" pitchFamily="18" charset="0"/>
              </a:rPr>
              <a:t>1</a:t>
            </a:r>
            <a:r>
              <a:rPr lang="en-US" altLang="zh-CN" sz="18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a:t>
            </a:r>
            <a:r>
              <a:rPr lang="en-US" altLang="zh-CN" sz="1800" b="1" i="1">
                <a:solidFill>
                  <a:schemeClr val="tx1"/>
                </a:solidFill>
                <a:latin typeface="Times New Roman" panose="02020603050405020304" pitchFamily="18" charset="0"/>
              </a:rPr>
              <a:t> , </a:t>
            </a:r>
            <a:r>
              <a:rPr lang="en-US" altLang="zh-CN" sz="1800" b="1">
                <a:solidFill>
                  <a:schemeClr val="tx1"/>
                </a:solidFill>
                <a:latin typeface="华文楷体" panose="02010600040101010101" pitchFamily="2" charset="-122"/>
              </a:rPr>
              <a:t>$</a:t>
            </a:r>
            <a:endParaRPr lang="en-US" altLang="zh-CN" sz="1800" b="1" i="1">
              <a:solidFill>
                <a:schemeClr val="tx1"/>
              </a:solidFill>
              <a:latin typeface="Times New Roman" panose="02020603050405020304" pitchFamily="18" charset="0"/>
            </a:endParaRPr>
          </a:p>
        </p:txBody>
      </p:sp>
      <p:sp>
        <p:nvSpPr>
          <p:cNvPr id="129037" name="Line 7"/>
          <p:cNvSpPr>
            <a:spLocks noChangeShapeType="1"/>
          </p:cNvSpPr>
          <p:nvPr/>
        </p:nvSpPr>
        <p:spPr bwMode="auto">
          <a:xfrm flipV="1">
            <a:off x="3305175" y="538163"/>
            <a:ext cx="525463" cy="55086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38" name="Text Box 8"/>
          <p:cNvSpPr txBox="1">
            <a:spLocks noChangeArrowheads="1"/>
          </p:cNvSpPr>
          <p:nvPr/>
        </p:nvSpPr>
        <p:spPr bwMode="auto">
          <a:xfrm>
            <a:off x="3709988" y="768350"/>
            <a:ext cx="1343025"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2</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S→L</a:t>
            </a:r>
            <a:r>
              <a:rPr lang="en-US" altLang="zh-CN" b="1" i="1">
                <a:solidFill>
                  <a:srgbClr val="FF0000"/>
                </a:solidFill>
                <a:latin typeface="Times New Roman" panose="02020603050405020304" pitchFamily="18" charset="0"/>
                <a:cs typeface="Times New Roman" panose="02020603050405020304" pitchFamily="18" charset="0"/>
              </a:rPr>
              <a:t>·</a:t>
            </a:r>
            <a:r>
              <a:rPr kumimoji="1" lang="en-US" altLang="zh-CN" b="1" i="1">
                <a:solidFill>
                  <a:srgbClr val="FF0000"/>
                </a:solidFill>
                <a:latin typeface="Times New Roman" panose="02020603050405020304" pitchFamily="18" charset="0"/>
              </a:rPr>
              <a:t>=R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a:p>
            <a:pPr>
              <a:defRPr/>
            </a:pPr>
            <a:r>
              <a:rPr kumimoji="1" lang="en-US" altLang="zh-CN" b="1" i="1">
                <a:solidFill>
                  <a:srgbClr val="FF0000"/>
                </a:solidFill>
                <a:latin typeface="Times New Roman" panose="02020603050405020304" pitchFamily="18" charset="0"/>
              </a:rPr>
              <a:t>R→L</a:t>
            </a:r>
            <a:r>
              <a:rPr lang="en-US" altLang="zh-CN" b="1" i="1">
                <a:solidFill>
                  <a:srgbClr val="FF0000"/>
                </a:solidFill>
                <a:latin typeface="Times New Roman" panose="02020603050405020304" pitchFamily="18" charset="0"/>
                <a:cs typeface="Times New Roman" panose="02020603050405020304" pitchFamily="18" charset="0"/>
              </a:rPr>
              <a:t>·</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39" name="Line 9"/>
          <p:cNvSpPr>
            <a:spLocks noChangeShapeType="1"/>
          </p:cNvSpPr>
          <p:nvPr/>
        </p:nvSpPr>
        <p:spPr bwMode="auto">
          <a:xfrm flipV="1">
            <a:off x="3295650" y="1365250"/>
            <a:ext cx="384175" cy="15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40" name="Text Box 10"/>
          <p:cNvSpPr txBox="1">
            <a:spLocks noChangeArrowheads="1"/>
          </p:cNvSpPr>
          <p:nvPr/>
        </p:nvSpPr>
        <p:spPr bwMode="auto">
          <a:xfrm>
            <a:off x="3327400" y="1000125"/>
            <a:ext cx="5032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129041" name="Text Box 11"/>
          <p:cNvSpPr txBox="1">
            <a:spLocks noChangeArrowheads="1"/>
          </p:cNvSpPr>
          <p:nvPr/>
        </p:nvSpPr>
        <p:spPr bwMode="auto">
          <a:xfrm>
            <a:off x="3719513" y="1781175"/>
            <a:ext cx="1223962"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3</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S→R</a:t>
            </a:r>
            <a:r>
              <a:rPr lang="en-US" altLang="zh-CN" b="1" i="1">
                <a:solidFill>
                  <a:srgbClr val="FF0000"/>
                </a:solidFill>
                <a:latin typeface="Times New Roman" panose="02020603050405020304" pitchFamily="18" charset="0"/>
                <a:cs typeface="Times New Roman" panose="02020603050405020304" pitchFamily="18" charset="0"/>
              </a:rPr>
              <a:t> · </a:t>
            </a:r>
            <a:r>
              <a:rPr kumimoji="1" lang="en-US" altLang="zh-CN" b="1" i="1">
                <a:solidFill>
                  <a:srgbClr val="FF0000"/>
                </a:solidFill>
                <a:latin typeface="Times New Roman" panose="02020603050405020304" pitchFamily="18" charset="0"/>
              </a:rPr>
              <a:t>,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42" name="Line 12"/>
          <p:cNvSpPr>
            <a:spLocks noChangeShapeType="1"/>
          </p:cNvSpPr>
          <p:nvPr/>
        </p:nvSpPr>
        <p:spPr bwMode="auto">
          <a:xfrm>
            <a:off x="3317875" y="2139950"/>
            <a:ext cx="43338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43" name="Text Box 13"/>
          <p:cNvSpPr txBox="1">
            <a:spLocks noChangeArrowheads="1"/>
          </p:cNvSpPr>
          <p:nvPr/>
        </p:nvSpPr>
        <p:spPr bwMode="auto">
          <a:xfrm>
            <a:off x="3319463" y="1770063"/>
            <a:ext cx="609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129045" name="Text Box 15"/>
          <p:cNvSpPr txBox="1">
            <a:spLocks noChangeArrowheads="1"/>
          </p:cNvSpPr>
          <p:nvPr/>
        </p:nvSpPr>
        <p:spPr bwMode="auto">
          <a:xfrm>
            <a:off x="5572125" y="4176713"/>
            <a:ext cx="1296988"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5</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L→</a:t>
            </a:r>
            <a:r>
              <a:rPr kumimoji="1" lang="en-US" altLang="zh-CN" b="1">
                <a:solidFill>
                  <a:srgbClr val="FF0000"/>
                </a:solidFill>
                <a:latin typeface="Times New Roman" panose="02020603050405020304" pitchFamily="18" charset="0"/>
              </a:rPr>
              <a:t>id </a:t>
            </a:r>
            <a:r>
              <a:rPr lang="en-US" altLang="zh-CN" b="1" i="1">
                <a:solidFill>
                  <a:srgbClr val="FF0000"/>
                </a:solidFill>
                <a:latin typeface="Times New Roman" panose="02020603050405020304" pitchFamily="18" charset="0"/>
                <a:cs typeface="Times New Roman" panose="02020603050405020304" pitchFamily="18" charset="0"/>
              </a:rPr>
              <a:t>·</a:t>
            </a:r>
            <a:r>
              <a:rPr kumimoji="1" lang="zh-CN" altLang="en-US" b="1" i="1">
                <a:solidFill>
                  <a:srgbClr val="FF0000"/>
                </a:solidFill>
                <a:latin typeface="Times New Roman" panose="02020603050405020304" pitchFamily="18" charset="0"/>
              </a:rPr>
              <a:t> </a:t>
            </a:r>
            <a:r>
              <a:rPr kumimoji="1" lang="en-US" altLang="zh-CN" b="1" i="1">
                <a:solidFill>
                  <a:srgbClr val="FF0000"/>
                </a:solidFill>
                <a:latin typeface="Times New Roman" panose="02020603050405020304" pitchFamily="18" charset="0"/>
              </a:rPr>
              <a:t>, =</a:t>
            </a:r>
          </a:p>
          <a:p>
            <a:pPr>
              <a:defRPr/>
            </a:pPr>
            <a:r>
              <a:rPr kumimoji="1" lang="en-US" altLang="zh-CN" b="1" i="1">
                <a:solidFill>
                  <a:srgbClr val="FF0000"/>
                </a:solidFill>
                <a:latin typeface="Times New Roman" panose="02020603050405020304" pitchFamily="18" charset="0"/>
              </a:rPr>
              <a:t>L→</a:t>
            </a:r>
            <a:r>
              <a:rPr kumimoji="1" lang="en-US" altLang="zh-CN" b="1">
                <a:solidFill>
                  <a:srgbClr val="FF0000"/>
                </a:solidFill>
                <a:latin typeface="Times New Roman" panose="02020603050405020304" pitchFamily="18" charset="0"/>
              </a:rPr>
              <a:t>id</a:t>
            </a:r>
            <a:r>
              <a:rPr kumimoji="1" lang="en-US" altLang="zh-CN" b="1" i="1">
                <a:solidFill>
                  <a:srgbClr val="FF0000"/>
                </a:solidFill>
                <a:latin typeface="Times New Roman" panose="02020603050405020304" pitchFamily="18" charset="0"/>
              </a:rPr>
              <a:t> </a:t>
            </a:r>
            <a:r>
              <a:rPr lang="en-US" altLang="zh-CN" b="1" i="1">
                <a:solidFill>
                  <a:srgbClr val="FF0000"/>
                </a:solidFill>
                <a:latin typeface="Times New Roman" panose="02020603050405020304" pitchFamily="18" charset="0"/>
                <a:cs typeface="Times New Roman" panose="02020603050405020304" pitchFamily="18" charset="0"/>
              </a:rPr>
              <a:t>·</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46" name="Text Box 16"/>
          <p:cNvSpPr txBox="1">
            <a:spLocks noChangeArrowheads="1"/>
          </p:cNvSpPr>
          <p:nvPr/>
        </p:nvSpPr>
        <p:spPr bwMode="auto">
          <a:xfrm>
            <a:off x="3362325" y="29591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129047" name="Text Box 17"/>
          <p:cNvSpPr txBox="1">
            <a:spLocks noChangeArrowheads="1"/>
          </p:cNvSpPr>
          <p:nvPr/>
        </p:nvSpPr>
        <p:spPr bwMode="auto">
          <a:xfrm>
            <a:off x="2801938" y="3951288"/>
            <a:ext cx="53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29048" name="Text Box 18"/>
          <p:cNvSpPr txBox="1">
            <a:spLocks noChangeArrowheads="1"/>
          </p:cNvSpPr>
          <p:nvPr/>
        </p:nvSpPr>
        <p:spPr bwMode="auto">
          <a:xfrm>
            <a:off x="5572125" y="555625"/>
            <a:ext cx="1485900" cy="147796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6</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en-US" altLang="zh-CN" b="1" i="1">
                <a:latin typeface="Times New Roman" panose="02020603050405020304" pitchFamily="18" charset="0"/>
              </a:rPr>
              <a:t>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p:txBody>
      </p:sp>
      <p:sp>
        <p:nvSpPr>
          <p:cNvPr id="129049" name="Line 19"/>
          <p:cNvSpPr>
            <a:spLocks noChangeShapeType="1"/>
          </p:cNvSpPr>
          <p:nvPr/>
        </p:nvSpPr>
        <p:spPr bwMode="auto">
          <a:xfrm flipV="1">
            <a:off x="5121275" y="1198563"/>
            <a:ext cx="4302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50" name="Text Box 20"/>
          <p:cNvSpPr txBox="1">
            <a:spLocks noChangeArrowheads="1"/>
          </p:cNvSpPr>
          <p:nvPr/>
        </p:nvSpPr>
        <p:spPr bwMode="auto">
          <a:xfrm>
            <a:off x="5154613" y="779463"/>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a:t>
            </a:r>
          </a:p>
        </p:txBody>
      </p:sp>
      <p:sp>
        <p:nvSpPr>
          <p:cNvPr id="129051" name="Text Box 21"/>
          <p:cNvSpPr txBox="1">
            <a:spLocks noChangeArrowheads="1"/>
          </p:cNvSpPr>
          <p:nvPr/>
        </p:nvSpPr>
        <p:spPr bwMode="auto">
          <a:xfrm>
            <a:off x="5572125" y="2149475"/>
            <a:ext cx="1296988"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7</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L→*R</a:t>
            </a:r>
            <a:r>
              <a:rPr lang="en-US" altLang="zh-CN" b="1" i="1">
                <a:solidFill>
                  <a:srgbClr val="FF0000"/>
                </a:solidFill>
                <a:latin typeface="Times New Roman" panose="02020603050405020304" pitchFamily="18" charset="0"/>
                <a:cs typeface="Times New Roman" panose="02020603050405020304" pitchFamily="18" charset="0"/>
              </a:rPr>
              <a:t> ·</a:t>
            </a:r>
            <a:r>
              <a:rPr kumimoji="1" lang="zh-CN" altLang="en-US" b="1" i="1">
                <a:solidFill>
                  <a:srgbClr val="FF0000"/>
                </a:solidFill>
                <a:latin typeface="Times New Roman" panose="02020603050405020304" pitchFamily="18" charset="0"/>
              </a:rPr>
              <a:t> </a:t>
            </a:r>
            <a:r>
              <a:rPr kumimoji="1" lang="en-US" altLang="zh-CN" b="1" i="1">
                <a:solidFill>
                  <a:srgbClr val="FF0000"/>
                </a:solidFill>
                <a:latin typeface="Times New Roman" panose="02020603050405020304" pitchFamily="18" charset="0"/>
              </a:rPr>
              <a:t>, =</a:t>
            </a:r>
          </a:p>
          <a:p>
            <a:pPr>
              <a:defRPr/>
            </a:pPr>
            <a:r>
              <a:rPr kumimoji="1" lang="en-US" altLang="zh-CN" b="1" i="1">
                <a:solidFill>
                  <a:srgbClr val="FF0000"/>
                </a:solidFill>
                <a:latin typeface="Times New Roman" panose="02020603050405020304" pitchFamily="18" charset="0"/>
              </a:rPr>
              <a:t>L→*R</a:t>
            </a:r>
            <a:r>
              <a:rPr lang="en-US" altLang="zh-CN" b="1" i="1">
                <a:solidFill>
                  <a:srgbClr val="FF0000"/>
                </a:solidFill>
                <a:latin typeface="Times New Roman" panose="02020603050405020304" pitchFamily="18" charset="0"/>
                <a:cs typeface="Times New Roman" panose="02020603050405020304" pitchFamily="18" charset="0"/>
              </a:rPr>
              <a:t> ·</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52" name="Line 22"/>
          <p:cNvSpPr>
            <a:spLocks noChangeShapeType="1"/>
          </p:cNvSpPr>
          <p:nvPr/>
        </p:nvSpPr>
        <p:spPr bwMode="auto">
          <a:xfrm flipV="1">
            <a:off x="4956175" y="2671763"/>
            <a:ext cx="60483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53" name="Text Box 23"/>
          <p:cNvSpPr txBox="1">
            <a:spLocks noChangeArrowheads="1"/>
          </p:cNvSpPr>
          <p:nvPr/>
        </p:nvSpPr>
        <p:spPr bwMode="auto">
          <a:xfrm>
            <a:off x="5094288" y="2346325"/>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129054" name="Text Box 24"/>
          <p:cNvSpPr txBox="1">
            <a:spLocks noChangeArrowheads="1"/>
          </p:cNvSpPr>
          <p:nvPr/>
        </p:nvSpPr>
        <p:spPr bwMode="auto">
          <a:xfrm>
            <a:off x="5562600" y="3165475"/>
            <a:ext cx="1296988" cy="9239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8</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R→L</a:t>
            </a:r>
            <a:r>
              <a:rPr lang="en-US" altLang="zh-CN" b="1" i="1">
                <a:solidFill>
                  <a:srgbClr val="FF0000"/>
                </a:solidFill>
                <a:latin typeface="Times New Roman" panose="02020603050405020304" pitchFamily="18" charset="0"/>
                <a:cs typeface="Times New Roman" panose="02020603050405020304" pitchFamily="18" charset="0"/>
              </a:rPr>
              <a:t> ·</a:t>
            </a:r>
            <a:r>
              <a:rPr kumimoji="1" lang="zh-CN" altLang="en-US" b="1" i="1">
                <a:solidFill>
                  <a:srgbClr val="FF0000"/>
                </a:solidFill>
                <a:latin typeface="Times New Roman" panose="02020603050405020304" pitchFamily="18" charset="0"/>
              </a:rPr>
              <a:t> </a:t>
            </a:r>
            <a:r>
              <a:rPr kumimoji="1" lang="en-US" altLang="zh-CN" b="1" i="1">
                <a:solidFill>
                  <a:srgbClr val="FF0000"/>
                </a:solidFill>
                <a:latin typeface="Times New Roman" panose="02020603050405020304" pitchFamily="18" charset="0"/>
              </a:rPr>
              <a:t>, =</a:t>
            </a:r>
          </a:p>
          <a:p>
            <a:pPr>
              <a:defRPr/>
            </a:pPr>
            <a:r>
              <a:rPr kumimoji="1" lang="en-US" altLang="zh-CN" b="1" i="1">
                <a:solidFill>
                  <a:srgbClr val="FF0000"/>
                </a:solidFill>
                <a:latin typeface="Times New Roman" panose="02020603050405020304" pitchFamily="18" charset="0"/>
              </a:rPr>
              <a:t>R→L</a:t>
            </a:r>
            <a:r>
              <a:rPr lang="en-US" altLang="zh-CN" b="1" i="1">
                <a:solidFill>
                  <a:srgbClr val="FF0000"/>
                </a:solidFill>
                <a:latin typeface="Times New Roman" panose="02020603050405020304" pitchFamily="18" charset="0"/>
                <a:cs typeface="Times New Roman" panose="02020603050405020304" pitchFamily="18" charset="0"/>
              </a:rPr>
              <a:t> ·</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55" name="Line 25"/>
          <p:cNvSpPr>
            <a:spLocks noChangeShapeType="1"/>
          </p:cNvSpPr>
          <p:nvPr/>
        </p:nvSpPr>
        <p:spPr bwMode="auto">
          <a:xfrm>
            <a:off x="4933950" y="3736975"/>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56" name="Text Box 26"/>
          <p:cNvSpPr txBox="1">
            <a:spLocks noChangeArrowheads="1"/>
          </p:cNvSpPr>
          <p:nvPr/>
        </p:nvSpPr>
        <p:spPr bwMode="auto">
          <a:xfrm>
            <a:off x="5078413" y="3363913"/>
            <a:ext cx="381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129057" name="Text Box 27"/>
          <p:cNvSpPr txBox="1">
            <a:spLocks noChangeArrowheads="1"/>
          </p:cNvSpPr>
          <p:nvPr/>
        </p:nvSpPr>
        <p:spPr bwMode="auto">
          <a:xfrm>
            <a:off x="7408863" y="109538"/>
            <a:ext cx="1512887" cy="6461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9</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S→L=R</a:t>
            </a:r>
            <a:r>
              <a:rPr lang="en-US" altLang="zh-CN" b="1" i="1">
                <a:solidFill>
                  <a:srgbClr val="FF0000"/>
                </a:solidFill>
                <a:latin typeface="Times New Roman" panose="02020603050405020304" pitchFamily="18" charset="0"/>
                <a:cs typeface="Times New Roman" panose="02020603050405020304" pitchFamily="18" charset="0"/>
              </a:rPr>
              <a:t> ·</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58" name="Line 28"/>
          <p:cNvSpPr>
            <a:spLocks noChangeShapeType="1"/>
          </p:cNvSpPr>
          <p:nvPr/>
        </p:nvSpPr>
        <p:spPr bwMode="auto">
          <a:xfrm>
            <a:off x="7065963" y="636588"/>
            <a:ext cx="3619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59" name="Text Box 29"/>
          <p:cNvSpPr txBox="1">
            <a:spLocks noChangeArrowheads="1"/>
          </p:cNvSpPr>
          <p:nvPr/>
        </p:nvSpPr>
        <p:spPr bwMode="auto">
          <a:xfrm>
            <a:off x="7034213" y="258763"/>
            <a:ext cx="533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129062" name="Text Box 32"/>
          <p:cNvSpPr txBox="1">
            <a:spLocks noChangeArrowheads="1"/>
          </p:cNvSpPr>
          <p:nvPr/>
        </p:nvSpPr>
        <p:spPr bwMode="auto">
          <a:xfrm>
            <a:off x="7064375" y="2346325"/>
            <a:ext cx="503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29063" name="Text Box 33"/>
          <p:cNvSpPr txBox="1">
            <a:spLocks noChangeArrowheads="1"/>
          </p:cNvSpPr>
          <p:nvPr/>
        </p:nvSpPr>
        <p:spPr bwMode="auto">
          <a:xfrm>
            <a:off x="3101975" y="67310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p>
        </p:txBody>
      </p:sp>
      <p:sp>
        <p:nvSpPr>
          <p:cNvPr id="129064" name="Line 34"/>
          <p:cNvSpPr>
            <a:spLocks noChangeShapeType="1"/>
          </p:cNvSpPr>
          <p:nvPr/>
        </p:nvSpPr>
        <p:spPr bwMode="auto">
          <a:xfrm>
            <a:off x="4946650" y="4427538"/>
            <a:ext cx="63817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65" name="Text Box 35"/>
          <p:cNvSpPr txBox="1">
            <a:spLocks noChangeArrowheads="1"/>
          </p:cNvSpPr>
          <p:nvPr/>
        </p:nvSpPr>
        <p:spPr bwMode="auto">
          <a:xfrm>
            <a:off x="5046663" y="4084638"/>
            <a:ext cx="4079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29067" name="Text Box 40"/>
          <p:cNvSpPr txBox="1">
            <a:spLocks noChangeArrowheads="1"/>
          </p:cNvSpPr>
          <p:nvPr/>
        </p:nvSpPr>
        <p:spPr bwMode="auto">
          <a:xfrm>
            <a:off x="3384550" y="362585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129068" name="Line 41"/>
          <p:cNvSpPr>
            <a:spLocks noChangeShapeType="1"/>
          </p:cNvSpPr>
          <p:nvPr/>
        </p:nvSpPr>
        <p:spPr bwMode="auto">
          <a:xfrm>
            <a:off x="3327400" y="3295650"/>
            <a:ext cx="423863" cy="0"/>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69" name="Text Box 42"/>
          <p:cNvSpPr txBox="1">
            <a:spLocks noChangeArrowheads="1"/>
          </p:cNvSpPr>
          <p:nvPr/>
        </p:nvSpPr>
        <p:spPr bwMode="auto">
          <a:xfrm>
            <a:off x="7413625" y="844550"/>
            <a:ext cx="1296988"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10</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R→L</a:t>
            </a:r>
            <a:r>
              <a:rPr lang="en-US" altLang="zh-CN" b="1" i="1">
                <a:solidFill>
                  <a:srgbClr val="FF0000"/>
                </a:solidFill>
                <a:latin typeface="Times New Roman" panose="02020603050405020304" pitchFamily="18" charset="0"/>
                <a:cs typeface="Times New Roman" panose="02020603050405020304" pitchFamily="18" charset="0"/>
              </a:rPr>
              <a:t> ·</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70" name="Line 43"/>
          <p:cNvSpPr>
            <a:spLocks noChangeShapeType="1"/>
          </p:cNvSpPr>
          <p:nvPr/>
        </p:nvSpPr>
        <p:spPr bwMode="auto">
          <a:xfrm>
            <a:off x="7065963" y="1198563"/>
            <a:ext cx="3714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71" name="Text Box 44"/>
          <p:cNvSpPr txBox="1">
            <a:spLocks noChangeArrowheads="1"/>
          </p:cNvSpPr>
          <p:nvPr/>
        </p:nvSpPr>
        <p:spPr bwMode="auto">
          <a:xfrm>
            <a:off x="7062788" y="842963"/>
            <a:ext cx="53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129072" name="Text Box 45"/>
          <p:cNvSpPr txBox="1">
            <a:spLocks noChangeArrowheads="1"/>
          </p:cNvSpPr>
          <p:nvPr/>
        </p:nvSpPr>
        <p:spPr bwMode="auto">
          <a:xfrm>
            <a:off x="7445375" y="1779588"/>
            <a:ext cx="1223963" cy="14779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11</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zh-CN" altLang="en-US" b="1" i="1">
              <a:latin typeface="Times New Roman" panose="02020603050405020304" pitchFamily="18" charset="0"/>
            </a:endParaRPr>
          </a:p>
          <a:p>
            <a:pPr>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*R ,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 </a:t>
            </a:r>
            <a:r>
              <a:rPr kumimoji="1" lang="en-US" altLang="zh-CN" b="1" i="1">
                <a:latin typeface="Times New Roman" panose="02020603050405020304" pitchFamily="18" charset="0"/>
              </a:rPr>
              <a:t>, </a:t>
            </a:r>
            <a:r>
              <a:rPr kumimoji="1" lang="en-US" altLang="zh-CN" b="1">
                <a:latin typeface="华文楷体" panose="02010600040101010101" pitchFamily="2" charset="-122"/>
              </a:rPr>
              <a:t>$</a:t>
            </a:r>
            <a:endParaRPr kumimoji="1" lang="en-US" altLang="zh-CN" b="1" i="1">
              <a:latin typeface="Times New Roman" panose="02020603050405020304" pitchFamily="18" charset="0"/>
            </a:endParaRPr>
          </a:p>
        </p:txBody>
      </p:sp>
      <p:sp>
        <p:nvSpPr>
          <p:cNvPr id="129073" name="Text Box 46"/>
          <p:cNvSpPr txBox="1">
            <a:spLocks noChangeArrowheads="1"/>
          </p:cNvSpPr>
          <p:nvPr/>
        </p:nvSpPr>
        <p:spPr bwMode="auto">
          <a:xfrm>
            <a:off x="7062788" y="1666875"/>
            <a:ext cx="360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129074" name="Line 47"/>
          <p:cNvSpPr>
            <a:spLocks noChangeShapeType="1"/>
          </p:cNvSpPr>
          <p:nvPr/>
        </p:nvSpPr>
        <p:spPr bwMode="auto">
          <a:xfrm>
            <a:off x="7081838" y="1893888"/>
            <a:ext cx="350837" cy="241300"/>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75" name="Text Box 48"/>
          <p:cNvSpPr txBox="1">
            <a:spLocks noChangeArrowheads="1"/>
          </p:cNvSpPr>
          <p:nvPr/>
        </p:nvSpPr>
        <p:spPr bwMode="auto">
          <a:xfrm>
            <a:off x="7450138" y="3594100"/>
            <a:ext cx="1296987"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12</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L→</a:t>
            </a:r>
            <a:r>
              <a:rPr kumimoji="1" lang="en-US" altLang="zh-CN" b="1">
                <a:solidFill>
                  <a:srgbClr val="FF0000"/>
                </a:solidFill>
                <a:latin typeface="Times New Roman" panose="02020603050405020304" pitchFamily="18" charset="0"/>
              </a:rPr>
              <a:t>id</a:t>
            </a:r>
            <a:r>
              <a:rPr lang="en-US" altLang="zh-CN" b="1" i="1">
                <a:solidFill>
                  <a:srgbClr val="FF0000"/>
                </a:solidFill>
                <a:latin typeface="Times New Roman" panose="02020603050405020304" pitchFamily="18" charset="0"/>
                <a:cs typeface="Times New Roman" panose="02020603050405020304" pitchFamily="18" charset="0"/>
              </a:rPr>
              <a:t> · </a:t>
            </a:r>
            <a:r>
              <a:rPr kumimoji="1" lang="en-US" altLang="zh-CN" b="1" i="1">
                <a:solidFill>
                  <a:srgbClr val="FF0000"/>
                </a:solidFill>
                <a:latin typeface="Times New Roman" panose="02020603050405020304" pitchFamily="18" charset="0"/>
              </a:rPr>
              <a:t>,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76" name="Line 49"/>
          <p:cNvSpPr>
            <a:spLocks noChangeShapeType="1"/>
          </p:cNvSpPr>
          <p:nvPr/>
        </p:nvSpPr>
        <p:spPr bwMode="auto">
          <a:xfrm>
            <a:off x="6900863" y="2033588"/>
            <a:ext cx="500062" cy="1741487"/>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77" name="Text Box 50"/>
          <p:cNvSpPr txBox="1">
            <a:spLocks noChangeArrowheads="1"/>
          </p:cNvSpPr>
          <p:nvPr/>
        </p:nvSpPr>
        <p:spPr bwMode="auto">
          <a:xfrm>
            <a:off x="7450138" y="4321175"/>
            <a:ext cx="1296987" cy="6461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solidFill>
                  <a:srgbClr val="FF0000"/>
                </a:solidFill>
                <a:latin typeface="Times New Roman" panose="02020603050405020304" pitchFamily="18" charset="0"/>
              </a:rPr>
              <a:t>I</a:t>
            </a:r>
            <a:r>
              <a:rPr kumimoji="1" lang="en-US" altLang="zh-CN" b="1" i="1" baseline="-25000">
                <a:solidFill>
                  <a:srgbClr val="FF0000"/>
                </a:solidFill>
                <a:latin typeface="Times New Roman" panose="02020603050405020304" pitchFamily="18" charset="0"/>
              </a:rPr>
              <a:t>13</a:t>
            </a:r>
            <a:r>
              <a:rPr kumimoji="1" lang="en-US" altLang="zh-CN" b="1">
                <a:solidFill>
                  <a:srgbClr val="FF0000"/>
                </a:solidFill>
                <a:latin typeface="Times New Roman" panose="02020603050405020304" pitchFamily="18" charset="0"/>
              </a:rPr>
              <a:t>:</a:t>
            </a:r>
          </a:p>
          <a:p>
            <a:pPr>
              <a:defRPr/>
            </a:pPr>
            <a:r>
              <a:rPr kumimoji="1" lang="en-US" altLang="zh-CN" b="1" i="1">
                <a:solidFill>
                  <a:srgbClr val="FF0000"/>
                </a:solidFill>
                <a:latin typeface="Times New Roman" panose="02020603050405020304" pitchFamily="18" charset="0"/>
              </a:rPr>
              <a:t>L→*R</a:t>
            </a:r>
            <a:r>
              <a:rPr lang="en-US" altLang="zh-CN" b="1" i="1">
                <a:solidFill>
                  <a:srgbClr val="FF0000"/>
                </a:solidFill>
                <a:latin typeface="Times New Roman" panose="02020603050405020304" pitchFamily="18" charset="0"/>
                <a:cs typeface="Times New Roman" panose="02020603050405020304" pitchFamily="18" charset="0"/>
              </a:rPr>
              <a:t> ·</a:t>
            </a:r>
            <a:r>
              <a:rPr kumimoji="1" lang="en-US" altLang="zh-CN" b="1" i="1">
                <a:solidFill>
                  <a:srgbClr val="FF0000"/>
                </a:solidFill>
                <a:latin typeface="Times New Roman" panose="02020603050405020304" pitchFamily="18" charset="0"/>
              </a:rPr>
              <a:t> , </a:t>
            </a:r>
            <a:r>
              <a:rPr kumimoji="1" lang="en-US" altLang="zh-CN" b="1">
                <a:solidFill>
                  <a:srgbClr val="FF0000"/>
                </a:solidFill>
                <a:latin typeface="华文楷体" panose="02010600040101010101" pitchFamily="2" charset="-122"/>
              </a:rPr>
              <a:t>$</a:t>
            </a:r>
            <a:endParaRPr kumimoji="1" lang="en-US" altLang="zh-CN" b="1" i="1">
              <a:solidFill>
                <a:srgbClr val="FF0000"/>
              </a:solidFill>
              <a:latin typeface="Times New Roman" panose="02020603050405020304" pitchFamily="18" charset="0"/>
            </a:endParaRPr>
          </a:p>
        </p:txBody>
      </p:sp>
      <p:sp>
        <p:nvSpPr>
          <p:cNvPr id="129078" name="Freeform 51"/>
          <p:cNvSpPr>
            <a:spLocks noChangeArrowheads="1"/>
          </p:cNvSpPr>
          <p:nvPr/>
        </p:nvSpPr>
        <p:spPr bwMode="auto">
          <a:xfrm>
            <a:off x="8678863" y="3087688"/>
            <a:ext cx="360362" cy="1612900"/>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7023" name="Text Box 52"/>
          <p:cNvSpPr txBox="1">
            <a:spLocks noChangeArrowheads="1"/>
          </p:cNvSpPr>
          <p:nvPr/>
        </p:nvSpPr>
        <p:spPr bwMode="auto">
          <a:xfrm>
            <a:off x="8645525" y="2901950"/>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129080" name="Freeform 53"/>
          <p:cNvSpPr>
            <a:spLocks noChangeArrowheads="1"/>
          </p:cNvSpPr>
          <p:nvPr/>
        </p:nvSpPr>
        <p:spPr bwMode="auto">
          <a:xfrm>
            <a:off x="8678863" y="2519363"/>
            <a:ext cx="360362" cy="354012"/>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9081" name="Text Box 54"/>
          <p:cNvSpPr txBox="1">
            <a:spLocks noChangeArrowheads="1"/>
          </p:cNvSpPr>
          <p:nvPr/>
        </p:nvSpPr>
        <p:spPr bwMode="auto">
          <a:xfrm>
            <a:off x="8647113" y="25003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129082" name="Text Box 55"/>
          <p:cNvSpPr txBox="1">
            <a:spLocks noChangeArrowheads="1"/>
          </p:cNvSpPr>
          <p:nvPr/>
        </p:nvSpPr>
        <p:spPr bwMode="auto">
          <a:xfrm>
            <a:off x="7999413" y="1482725"/>
            <a:ext cx="381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129083" name="Line 56"/>
          <p:cNvSpPr>
            <a:spLocks noChangeShapeType="1"/>
          </p:cNvSpPr>
          <p:nvPr/>
        </p:nvSpPr>
        <p:spPr bwMode="auto">
          <a:xfrm flipV="1">
            <a:off x="7967663" y="1492250"/>
            <a:ext cx="0" cy="2698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84" name="Line 57"/>
          <p:cNvSpPr>
            <a:spLocks noChangeShapeType="1"/>
          </p:cNvSpPr>
          <p:nvPr/>
        </p:nvSpPr>
        <p:spPr bwMode="auto">
          <a:xfrm flipV="1">
            <a:off x="4986338" y="4987925"/>
            <a:ext cx="574675" cy="5556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9085" name="Line 58"/>
          <p:cNvSpPr>
            <a:spLocks noChangeShapeType="1"/>
          </p:cNvSpPr>
          <p:nvPr/>
        </p:nvSpPr>
        <p:spPr bwMode="auto">
          <a:xfrm flipH="1" flipV="1">
            <a:off x="3197225" y="5022850"/>
            <a:ext cx="1798638" cy="285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9086" name="Line 59"/>
          <p:cNvSpPr>
            <a:spLocks noChangeShapeType="1"/>
          </p:cNvSpPr>
          <p:nvPr/>
        </p:nvSpPr>
        <p:spPr bwMode="auto">
          <a:xfrm flipH="1" flipV="1">
            <a:off x="3178175" y="3498850"/>
            <a:ext cx="19050" cy="15097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56"/>
          <p:cNvSpPr>
            <a:spLocks noChangeShapeType="1"/>
          </p:cNvSpPr>
          <p:nvPr/>
        </p:nvSpPr>
        <p:spPr bwMode="auto">
          <a:xfrm flipH="1">
            <a:off x="8077200" y="3286125"/>
            <a:ext cx="9525" cy="3175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 name="Text Box 17"/>
          <p:cNvSpPr txBox="1">
            <a:spLocks noChangeArrowheads="1"/>
          </p:cNvSpPr>
          <p:nvPr/>
        </p:nvSpPr>
        <p:spPr bwMode="auto">
          <a:xfrm>
            <a:off x="8113713" y="3219450"/>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59" name="Rectangle 37"/>
          <p:cNvSpPr>
            <a:spLocks noChangeArrowheads="1"/>
          </p:cNvSpPr>
          <p:nvPr/>
        </p:nvSpPr>
        <p:spPr bwMode="auto">
          <a:xfrm>
            <a:off x="230188" y="1012825"/>
            <a:ext cx="1290637"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itchFamily="2" charset="2"/>
              <a:buNone/>
              <a:defRPr/>
            </a:pPr>
            <a:r>
              <a:rPr lang="zh-CN" altLang="zh-CN" b="1" noProof="1">
                <a:latin typeface="Times New Roman" pitchFamily="18" charset="0"/>
                <a:ea typeface="Times New Roman" pitchFamily="18" charset="0"/>
                <a:cs typeface="华文楷体" pitchFamily="2" charset="-122"/>
              </a:rPr>
              <a:t>0) </a:t>
            </a:r>
            <a:r>
              <a:rPr lang="en-US" altLang="zh-CN" b="1" i="1" noProof="1">
                <a:latin typeface="Times New Roman" pitchFamily="18" charset="0"/>
                <a:ea typeface="Times New Roman" pitchFamily="18" charset="0"/>
                <a:cs typeface="华文楷体" pitchFamily="2" charset="-122"/>
              </a:rPr>
              <a:t>S</a:t>
            </a:r>
            <a:r>
              <a:rPr lang="en-US" altLang="zh-CN" sz="1600" b="1" i="1" noProof="1">
                <a:latin typeface="Times New Roman" pitchFamily="18" charset="0"/>
                <a:ea typeface="Times New Roman" pitchFamily="18" charset="0"/>
                <a:cs typeface="华文楷体" pitchFamily="2" charset="-122"/>
              </a:rPr>
              <a:t>′ </a:t>
            </a:r>
            <a:r>
              <a:rPr lang="en-US" altLang="zh-CN" b="1" i="1" noProof="1">
                <a:latin typeface="Times New Roman" pitchFamily="18" charset="0"/>
                <a:ea typeface="Times New Roman" pitchFamily="18" charset="0"/>
                <a:cs typeface="华文楷体" pitchFamily="2" charset="-122"/>
              </a:rPr>
              <a:t>→S</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1) </a:t>
            </a:r>
            <a:r>
              <a:rPr lang="en-US" altLang="zh-CN" b="1" i="1" noProof="1">
                <a:latin typeface="Times New Roman" pitchFamily="18" charset="0"/>
                <a:ea typeface="Times New Roman" pitchFamily="18" charset="0"/>
                <a:cs typeface="华文楷体" pitchFamily="2" charset="-122"/>
              </a:rPr>
              <a:t>S→L=R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2) </a:t>
            </a:r>
            <a:r>
              <a:rPr lang="en-US" altLang="zh-CN" b="1" i="1" noProof="1">
                <a:latin typeface="Times New Roman" pitchFamily="18" charset="0"/>
                <a:ea typeface="Times New Roman" pitchFamily="18" charset="0"/>
                <a:cs typeface="华文楷体" pitchFamily="2" charset="-122"/>
              </a:rPr>
              <a:t>S→R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3) </a:t>
            </a:r>
            <a:r>
              <a:rPr lang="en-US" altLang="zh-CN" b="1" i="1" noProof="1">
                <a:latin typeface="Times New Roman" pitchFamily="18" charset="0"/>
                <a:ea typeface="Times New Roman" pitchFamily="18" charset="0"/>
                <a:cs typeface="华文楷体" pitchFamily="2" charset="-122"/>
              </a:rPr>
              <a:t>L→*R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4) </a:t>
            </a:r>
            <a:r>
              <a:rPr lang="en-US" altLang="zh-CN" b="1" i="1" noProof="1">
                <a:latin typeface="Times New Roman" pitchFamily="18" charset="0"/>
                <a:ea typeface="Times New Roman" pitchFamily="18" charset="0"/>
                <a:cs typeface="华文楷体" pitchFamily="2" charset="-122"/>
              </a:rPr>
              <a:t>L→</a:t>
            </a:r>
            <a:r>
              <a:rPr lang="en-US" altLang="zh-CN" b="1" noProof="1">
                <a:latin typeface="Times New Roman" pitchFamily="18" charset="0"/>
                <a:ea typeface="Times New Roman" pitchFamily="18" charset="0"/>
                <a:cs typeface="华文楷体" pitchFamily="2" charset="-122"/>
              </a:rPr>
              <a:t>id</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ea typeface="Times New Roman" pitchFamily="18" charset="0"/>
                <a:cs typeface="华文楷体" pitchFamily="2" charset="-122"/>
              </a:rPr>
              <a:t>5) </a:t>
            </a:r>
            <a:r>
              <a:rPr lang="en-US" altLang="zh-CN" b="1" i="1" noProof="1">
                <a:latin typeface="Times New Roman" pitchFamily="18" charset="0"/>
                <a:ea typeface="Times New Roman" pitchFamily="18" charset="0"/>
                <a:cs typeface="华文楷体" pitchFamily="2" charset="-122"/>
              </a:rPr>
              <a:t>R→L</a:t>
            </a:r>
          </a:p>
        </p:txBody>
      </p:sp>
      <p:sp>
        <p:nvSpPr>
          <p:cNvPr id="63" name="Freeform 53"/>
          <p:cNvSpPr>
            <a:spLocks noChangeArrowheads="1"/>
          </p:cNvSpPr>
          <p:nvPr/>
        </p:nvSpPr>
        <p:spPr bwMode="auto">
          <a:xfrm flipH="1">
            <a:off x="3359150" y="3651250"/>
            <a:ext cx="365125" cy="449263"/>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 name="矩形 1"/>
          <p:cNvSpPr/>
          <p:nvPr/>
        </p:nvSpPr>
        <p:spPr>
          <a:xfrm>
            <a:off x="0" y="4321175"/>
            <a:ext cx="2676524" cy="64633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b="1" i="0" u="none" strike="noStrike" kern="0" cap="none" spc="0" normalizeH="0" baseline="0" noProof="0" dirty="0">
                <a:ln>
                  <a:noFill/>
                </a:ln>
                <a:solidFill>
                  <a:schemeClr val="tx2">
                    <a:lumMod val="60000"/>
                    <a:lumOff val="40000"/>
                  </a:scheme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基于</a:t>
            </a:r>
            <a:r>
              <a:rPr kumimoji="0" lang="en-US" altLang="zh-CN" b="1" i="0" u="none" strike="noStrike" kern="0" cap="none" spc="0" normalizeH="0" baseline="0" noProof="0" dirty="0">
                <a:ln>
                  <a:noFill/>
                </a:ln>
                <a:solidFill>
                  <a:schemeClr val="tx2">
                    <a:lumMod val="60000"/>
                    <a:lumOff val="4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LR(1)</a:t>
            </a:r>
            <a:r>
              <a:rPr kumimoji="0" lang="zh-CN" altLang="en-US" b="1" i="0" u="none" strike="noStrike" kern="0" cap="none" spc="0" normalizeH="0" baseline="0" noProof="0" dirty="0">
                <a:ln>
                  <a:noFill/>
                </a:ln>
                <a:solidFill>
                  <a:schemeClr val="tx2">
                    <a:lumMod val="60000"/>
                    <a:lumOff val="40000"/>
                  </a:schemeClr>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项目识别文法全部活前缀的</a:t>
            </a:r>
            <a:r>
              <a:rPr kumimoji="0" lang="en-US" altLang="zh-CN" b="1" i="0" u="none" strike="noStrike" kern="0" cap="none" spc="0" normalizeH="0" baseline="0" noProof="0" dirty="0">
                <a:ln>
                  <a:noFill/>
                </a:ln>
                <a:solidFill>
                  <a:schemeClr val="tx2">
                    <a:lumMod val="60000"/>
                    <a:lumOff val="40000"/>
                  </a:schemeClr>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DFA</a:t>
            </a:r>
            <a:endParaRPr kumimoji="0" lang="zh-CN" altLang="en-US" sz="1100" b="0" i="0" u="none" strike="noStrike" kern="0" cap="none" spc="0" normalizeH="0" baseline="0" noProof="0" dirty="0">
              <a:ln>
                <a:noFill/>
              </a:ln>
              <a:solidFill>
                <a:schemeClr val="tx2">
                  <a:lumMod val="60000"/>
                  <a:lumOff val="40000"/>
                </a:schemeClr>
              </a:solidFill>
              <a:effectLst/>
              <a:uLnTx/>
              <a:uFillTx/>
            </a:endParaRPr>
          </a:p>
        </p:txBody>
      </p:sp>
      <p:sp>
        <p:nvSpPr>
          <p:cNvPr id="3" name="灯片编号占位符 2">
            <a:extLst>
              <a:ext uri="{FF2B5EF4-FFF2-40B4-BE49-F238E27FC236}">
                <a16:creationId xmlns:a16="http://schemas.microsoft.com/office/drawing/2014/main" id="{620A228F-2EEF-446A-B4DD-FD806A7CEEA2}"/>
              </a:ext>
            </a:extLst>
          </p:cNvPr>
          <p:cNvSpPr>
            <a:spLocks noGrp="1"/>
          </p:cNvSpPr>
          <p:nvPr>
            <p:ph type="sldNum" sz="quarter" idx="12"/>
          </p:nvPr>
        </p:nvSpPr>
        <p:spPr/>
        <p:txBody>
          <a:bodyPr/>
          <a:lstStyle/>
          <a:p>
            <a:pPr>
              <a:defRPr/>
            </a:pPr>
            <a:fld id="{76D20AB1-C80E-44EB-B890-88EEF3B3DC08}" type="slidenum">
              <a:rPr lang="zh-CN" altLang="en-US" smtClean="0"/>
              <a:pPr>
                <a:defRPr/>
              </a:pPr>
              <a:t>11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9035">
                                            <p:bg/>
                                          </p:spTgt>
                                        </p:tgtEl>
                                        <p:attrNameLst>
                                          <p:attrName>style.visibility</p:attrName>
                                        </p:attrNameLst>
                                      </p:cBhvr>
                                      <p:to>
                                        <p:strVal val="visible"/>
                                      </p:to>
                                    </p:set>
                                    <p:anim calcmode="lin" valueType="num">
                                      <p:cBhvr>
                                        <p:cTn id="7" dur="500" fill="hold"/>
                                        <p:tgtEl>
                                          <p:spTgt spid="129035">
                                            <p:bg/>
                                          </p:spTgt>
                                        </p:tgtEl>
                                        <p:attrNameLst>
                                          <p:attrName>ppt_w</p:attrName>
                                        </p:attrNameLst>
                                      </p:cBhvr>
                                      <p:tavLst>
                                        <p:tav tm="0">
                                          <p:val>
                                            <p:fltVal val="0"/>
                                          </p:val>
                                        </p:tav>
                                        <p:tav tm="100000">
                                          <p:val>
                                            <p:strVal val="#ppt_w"/>
                                          </p:val>
                                        </p:tav>
                                      </p:tavLst>
                                    </p:anim>
                                    <p:anim calcmode="lin" valueType="num">
                                      <p:cBhvr>
                                        <p:cTn id="8" dur="500" fill="hold"/>
                                        <p:tgtEl>
                                          <p:spTgt spid="129035">
                                            <p:bg/>
                                          </p:spTgt>
                                        </p:tgtEl>
                                        <p:attrNameLst>
                                          <p:attrName>ppt_h</p:attrName>
                                        </p:attrNameLst>
                                      </p:cBhvr>
                                      <p:tavLst>
                                        <p:tav tm="0">
                                          <p:val>
                                            <p:fltVal val="0"/>
                                          </p:val>
                                        </p:tav>
                                        <p:tav tm="100000">
                                          <p:val>
                                            <p:strVal val="#ppt_h"/>
                                          </p:val>
                                        </p:tav>
                                      </p:tavLst>
                                    </p:anim>
                                    <p:animEffect transition="in" filter="fade">
                                      <p:cBhvr>
                                        <p:cTn id="9" dur="500"/>
                                        <p:tgtEl>
                                          <p:spTgt spid="129035">
                                            <p:bg/>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9035">
                                            <p:txEl>
                                              <p:pRg st="0" end="0"/>
                                            </p:txEl>
                                          </p:spTgt>
                                        </p:tgtEl>
                                        <p:attrNameLst>
                                          <p:attrName>style.visibility</p:attrName>
                                        </p:attrNameLst>
                                      </p:cBhvr>
                                      <p:to>
                                        <p:strVal val="visible"/>
                                      </p:to>
                                    </p:set>
                                    <p:anim calcmode="lin" valueType="num">
                                      <p:cBhvr>
                                        <p:cTn id="12" dur="500" fill="hold"/>
                                        <p:tgtEl>
                                          <p:spTgt spid="12903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12903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129035">
                                            <p:txEl>
                                              <p:pRg st="0" end="0"/>
                                            </p:txEl>
                                          </p:spTgt>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9035">
                                            <p:txEl>
                                              <p:pRg st="1" end="1"/>
                                            </p:txEl>
                                          </p:spTgt>
                                        </p:tgtEl>
                                        <p:attrNameLst>
                                          <p:attrName>style.visibility</p:attrName>
                                        </p:attrNameLst>
                                      </p:cBhvr>
                                      <p:to>
                                        <p:strVal val="visible"/>
                                      </p:to>
                                    </p:set>
                                    <p:anim calcmode="lin" valueType="num">
                                      <p:cBhvr>
                                        <p:cTn id="17" dur="500" fill="hold"/>
                                        <p:tgtEl>
                                          <p:spTgt spid="129035">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29035">
                                            <p:txEl>
                                              <p:pRg st="1" end="1"/>
                                            </p:txEl>
                                          </p:spTgt>
                                        </p:tgtEl>
                                        <p:attrNameLst>
                                          <p:attrName>ppt_h</p:attrName>
                                        </p:attrNameLst>
                                      </p:cBhvr>
                                      <p:tavLst>
                                        <p:tav tm="0">
                                          <p:val>
                                            <p:fltVal val="0"/>
                                          </p:val>
                                        </p:tav>
                                        <p:tav tm="100000">
                                          <p:val>
                                            <p:strVal val="#ppt_h"/>
                                          </p:val>
                                        </p:tav>
                                      </p:tavLst>
                                    </p:anim>
                                    <p:animEffect transition="in" filter="fade">
                                      <p:cBhvr>
                                        <p:cTn id="19" dur="500"/>
                                        <p:tgtEl>
                                          <p:spTgt spid="129035">
                                            <p:txEl>
                                              <p:pRg st="1" end="1"/>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29035">
                                            <p:txEl>
                                              <p:pRg st="2" end="2"/>
                                            </p:txEl>
                                          </p:spTgt>
                                        </p:tgtEl>
                                        <p:attrNameLst>
                                          <p:attrName>style.visibility</p:attrName>
                                        </p:attrNameLst>
                                      </p:cBhvr>
                                      <p:to>
                                        <p:strVal val="visible"/>
                                      </p:to>
                                    </p:set>
                                    <p:anim calcmode="lin" valueType="num">
                                      <p:cBhvr>
                                        <p:cTn id="24" dur="500" fill="hold"/>
                                        <p:tgtEl>
                                          <p:spTgt spid="129035">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129035">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129035">
                                            <p:txEl>
                                              <p:pRg st="2" end="2"/>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29035">
                                            <p:txEl>
                                              <p:pRg st="3" end="3"/>
                                            </p:txEl>
                                          </p:spTgt>
                                        </p:tgtEl>
                                        <p:attrNameLst>
                                          <p:attrName>style.visibility</p:attrName>
                                        </p:attrNameLst>
                                      </p:cBhvr>
                                      <p:to>
                                        <p:strVal val="visible"/>
                                      </p:to>
                                    </p:set>
                                    <p:anim calcmode="lin" valueType="num">
                                      <p:cBhvr>
                                        <p:cTn id="31" dur="500" fill="hold"/>
                                        <p:tgtEl>
                                          <p:spTgt spid="129035">
                                            <p:txEl>
                                              <p:pRg st="3" end="3"/>
                                            </p:txEl>
                                          </p:spTgt>
                                        </p:tgtEl>
                                        <p:attrNameLst>
                                          <p:attrName>ppt_w</p:attrName>
                                        </p:attrNameLst>
                                      </p:cBhvr>
                                      <p:tavLst>
                                        <p:tav tm="0">
                                          <p:val>
                                            <p:fltVal val="0"/>
                                          </p:val>
                                        </p:tav>
                                        <p:tav tm="100000">
                                          <p:val>
                                            <p:strVal val="#ppt_w"/>
                                          </p:val>
                                        </p:tav>
                                      </p:tavLst>
                                    </p:anim>
                                    <p:anim calcmode="lin" valueType="num">
                                      <p:cBhvr>
                                        <p:cTn id="32" dur="500" fill="hold"/>
                                        <p:tgtEl>
                                          <p:spTgt spid="129035">
                                            <p:txEl>
                                              <p:pRg st="3" end="3"/>
                                            </p:txEl>
                                          </p:spTgt>
                                        </p:tgtEl>
                                        <p:attrNameLst>
                                          <p:attrName>ppt_h</p:attrName>
                                        </p:attrNameLst>
                                      </p:cBhvr>
                                      <p:tavLst>
                                        <p:tav tm="0">
                                          <p:val>
                                            <p:fltVal val="0"/>
                                          </p:val>
                                        </p:tav>
                                        <p:tav tm="100000">
                                          <p:val>
                                            <p:strVal val="#ppt_h"/>
                                          </p:val>
                                        </p:tav>
                                      </p:tavLst>
                                    </p:anim>
                                    <p:animEffect transition="in" filter="fade">
                                      <p:cBhvr>
                                        <p:cTn id="33" dur="500"/>
                                        <p:tgtEl>
                                          <p:spTgt spid="129035">
                                            <p:txEl>
                                              <p:pRg st="3" end="3"/>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129035">
                                            <p:txEl>
                                              <p:pRg st="4" end="4"/>
                                            </p:txEl>
                                          </p:spTgt>
                                        </p:tgtEl>
                                        <p:attrNameLst>
                                          <p:attrName>style.visibility</p:attrName>
                                        </p:attrNameLst>
                                      </p:cBhvr>
                                      <p:to>
                                        <p:strVal val="visible"/>
                                      </p:to>
                                    </p:set>
                                    <p:anim calcmode="lin" valueType="num">
                                      <p:cBhvr>
                                        <p:cTn id="38" dur="500" fill="hold"/>
                                        <p:tgtEl>
                                          <p:spTgt spid="129035">
                                            <p:txEl>
                                              <p:pRg st="4" end="4"/>
                                            </p:txEl>
                                          </p:spTgt>
                                        </p:tgtEl>
                                        <p:attrNameLst>
                                          <p:attrName>ppt_w</p:attrName>
                                        </p:attrNameLst>
                                      </p:cBhvr>
                                      <p:tavLst>
                                        <p:tav tm="0">
                                          <p:val>
                                            <p:fltVal val="0"/>
                                          </p:val>
                                        </p:tav>
                                        <p:tav tm="100000">
                                          <p:val>
                                            <p:strVal val="#ppt_w"/>
                                          </p:val>
                                        </p:tav>
                                      </p:tavLst>
                                    </p:anim>
                                    <p:anim calcmode="lin" valueType="num">
                                      <p:cBhvr>
                                        <p:cTn id="39" dur="500" fill="hold"/>
                                        <p:tgtEl>
                                          <p:spTgt spid="129035">
                                            <p:txEl>
                                              <p:pRg st="4" end="4"/>
                                            </p:txEl>
                                          </p:spTgt>
                                        </p:tgtEl>
                                        <p:attrNameLst>
                                          <p:attrName>ppt_h</p:attrName>
                                        </p:attrNameLst>
                                      </p:cBhvr>
                                      <p:tavLst>
                                        <p:tav tm="0">
                                          <p:val>
                                            <p:fltVal val="0"/>
                                          </p:val>
                                        </p:tav>
                                        <p:tav tm="100000">
                                          <p:val>
                                            <p:strVal val="#ppt_h"/>
                                          </p:val>
                                        </p:tav>
                                      </p:tavLst>
                                    </p:anim>
                                    <p:animEffect transition="in" filter="fade">
                                      <p:cBhvr>
                                        <p:cTn id="40" dur="500"/>
                                        <p:tgtEl>
                                          <p:spTgt spid="129035">
                                            <p:txEl>
                                              <p:pRg st="4" end="4"/>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129035">
                                            <p:txEl>
                                              <p:pRg st="5" end="5"/>
                                            </p:txEl>
                                          </p:spTgt>
                                        </p:tgtEl>
                                        <p:attrNameLst>
                                          <p:attrName>style.visibility</p:attrName>
                                        </p:attrNameLst>
                                      </p:cBhvr>
                                      <p:to>
                                        <p:strVal val="visible"/>
                                      </p:to>
                                    </p:set>
                                    <p:anim calcmode="lin" valueType="num">
                                      <p:cBhvr>
                                        <p:cTn id="45" dur="500" fill="hold"/>
                                        <p:tgtEl>
                                          <p:spTgt spid="129035">
                                            <p:txEl>
                                              <p:pRg st="5" end="5"/>
                                            </p:txEl>
                                          </p:spTgt>
                                        </p:tgtEl>
                                        <p:attrNameLst>
                                          <p:attrName>ppt_w</p:attrName>
                                        </p:attrNameLst>
                                      </p:cBhvr>
                                      <p:tavLst>
                                        <p:tav tm="0">
                                          <p:val>
                                            <p:fltVal val="0"/>
                                          </p:val>
                                        </p:tav>
                                        <p:tav tm="100000">
                                          <p:val>
                                            <p:strVal val="#ppt_w"/>
                                          </p:val>
                                        </p:tav>
                                      </p:tavLst>
                                    </p:anim>
                                    <p:anim calcmode="lin" valueType="num">
                                      <p:cBhvr>
                                        <p:cTn id="46" dur="500" fill="hold"/>
                                        <p:tgtEl>
                                          <p:spTgt spid="129035">
                                            <p:txEl>
                                              <p:pRg st="5" end="5"/>
                                            </p:txEl>
                                          </p:spTgt>
                                        </p:tgtEl>
                                        <p:attrNameLst>
                                          <p:attrName>ppt_h</p:attrName>
                                        </p:attrNameLst>
                                      </p:cBhvr>
                                      <p:tavLst>
                                        <p:tav tm="0">
                                          <p:val>
                                            <p:fltVal val="0"/>
                                          </p:val>
                                        </p:tav>
                                        <p:tav tm="100000">
                                          <p:val>
                                            <p:strVal val="#ppt_h"/>
                                          </p:val>
                                        </p:tav>
                                      </p:tavLst>
                                    </p:anim>
                                    <p:animEffect transition="in" filter="fade">
                                      <p:cBhvr>
                                        <p:cTn id="47" dur="500"/>
                                        <p:tgtEl>
                                          <p:spTgt spid="129035">
                                            <p:txEl>
                                              <p:pRg st="5" end="5"/>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129035">
                                            <p:txEl>
                                              <p:pRg st="6" end="6"/>
                                            </p:txEl>
                                          </p:spTgt>
                                        </p:tgtEl>
                                        <p:attrNameLst>
                                          <p:attrName>style.visibility</p:attrName>
                                        </p:attrNameLst>
                                      </p:cBhvr>
                                      <p:to>
                                        <p:strVal val="visible"/>
                                      </p:to>
                                    </p:set>
                                    <p:anim calcmode="lin" valueType="num">
                                      <p:cBhvr>
                                        <p:cTn id="52" dur="500" fill="hold"/>
                                        <p:tgtEl>
                                          <p:spTgt spid="129035">
                                            <p:txEl>
                                              <p:pRg st="6" end="6"/>
                                            </p:txEl>
                                          </p:spTgt>
                                        </p:tgtEl>
                                        <p:attrNameLst>
                                          <p:attrName>ppt_w</p:attrName>
                                        </p:attrNameLst>
                                      </p:cBhvr>
                                      <p:tavLst>
                                        <p:tav tm="0">
                                          <p:val>
                                            <p:fltVal val="0"/>
                                          </p:val>
                                        </p:tav>
                                        <p:tav tm="100000">
                                          <p:val>
                                            <p:strVal val="#ppt_w"/>
                                          </p:val>
                                        </p:tav>
                                      </p:tavLst>
                                    </p:anim>
                                    <p:anim calcmode="lin" valueType="num">
                                      <p:cBhvr>
                                        <p:cTn id="53" dur="500" fill="hold"/>
                                        <p:tgtEl>
                                          <p:spTgt spid="129035">
                                            <p:txEl>
                                              <p:pRg st="6" end="6"/>
                                            </p:txEl>
                                          </p:spTgt>
                                        </p:tgtEl>
                                        <p:attrNameLst>
                                          <p:attrName>ppt_h</p:attrName>
                                        </p:attrNameLst>
                                      </p:cBhvr>
                                      <p:tavLst>
                                        <p:tav tm="0">
                                          <p:val>
                                            <p:fltVal val="0"/>
                                          </p:val>
                                        </p:tav>
                                        <p:tav tm="100000">
                                          <p:val>
                                            <p:strVal val="#ppt_h"/>
                                          </p:val>
                                        </p:tav>
                                      </p:tavLst>
                                    </p:anim>
                                    <p:animEffect transition="in" filter="fade">
                                      <p:cBhvr>
                                        <p:cTn id="54" dur="500"/>
                                        <p:tgtEl>
                                          <p:spTgt spid="129035">
                                            <p:txEl>
                                              <p:pRg st="6" end="6"/>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129035">
                                            <p:txEl>
                                              <p:pRg st="7" end="7"/>
                                            </p:txEl>
                                          </p:spTgt>
                                        </p:tgtEl>
                                        <p:attrNameLst>
                                          <p:attrName>style.visibility</p:attrName>
                                        </p:attrNameLst>
                                      </p:cBhvr>
                                      <p:to>
                                        <p:strVal val="visible"/>
                                      </p:to>
                                    </p:set>
                                    <p:anim calcmode="lin" valueType="num">
                                      <p:cBhvr>
                                        <p:cTn id="59" dur="500" fill="hold"/>
                                        <p:tgtEl>
                                          <p:spTgt spid="129035">
                                            <p:txEl>
                                              <p:pRg st="7" end="7"/>
                                            </p:txEl>
                                          </p:spTgt>
                                        </p:tgtEl>
                                        <p:attrNameLst>
                                          <p:attrName>ppt_w</p:attrName>
                                        </p:attrNameLst>
                                      </p:cBhvr>
                                      <p:tavLst>
                                        <p:tav tm="0">
                                          <p:val>
                                            <p:fltVal val="0"/>
                                          </p:val>
                                        </p:tav>
                                        <p:tav tm="100000">
                                          <p:val>
                                            <p:strVal val="#ppt_w"/>
                                          </p:val>
                                        </p:tav>
                                      </p:tavLst>
                                    </p:anim>
                                    <p:anim calcmode="lin" valueType="num">
                                      <p:cBhvr>
                                        <p:cTn id="60" dur="500" fill="hold"/>
                                        <p:tgtEl>
                                          <p:spTgt spid="129035">
                                            <p:txEl>
                                              <p:pRg st="7" end="7"/>
                                            </p:txEl>
                                          </p:spTgt>
                                        </p:tgtEl>
                                        <p:attrNameLst>
                                          <p:attrName>ppt_h</p:attrName>
                                        </p:attrNameLst>
                                      </p:cBhvr>
                                      <p:tavLst>
                                        <p:tav tm="0">
                                          <p:val>
                                            <p:fltVal val="0"/>
                                          </p:val>
                                        </p:tav>
                                        <p:tav tm="100000">
                                          <p:val>
                                            <p:strVal val="#ppt_h"/>
                                          </p:val>
                                        </p:tav>
                                      </p:tavLst>
                                    </p:anim>
                                    <p:animEffect transition="in" filter="fade">
                                      <p:cBhvr>
                                        <p:cTn id="61" dur="500"/>
                                        <p:tgtEl>
                                          <p:spTgt spid="129035">
                                            <p:txEl>
                                              <p:pRg st="7" end="7"/>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129035">
                                            <p:txEl>
                                              <p:pRg st="8" end="8"/>
                                            </p:txEl>
                                          </p:spTgt>
                                        </p:tgtEl>
                                        <p:attrNameLst>
                                          <p:attrName>style.visibility</p:attrName>
                                        </p:attrNameLst>
                                      </p:cBhvr>
                                      <p:to>
                                        <p:strVal val="visible"/>
                                      </p:to>
                                    </p:set>
                                    <p:anim calcmode="lin" valueType="num">
                                      <p:cBhvr>
                                        <p:cTn id="66" dur="500" fill="hold"/>
                                        <p:tgtEl>
                                          <p:spTgt spid="129035">
                                            <p:txEl>
                                              <p:pRg st="8" end="8"/>
                                            </p:txEl>
                                          </p:spTgt>
                                        </p:tgtEl>
                                        <p:attrNameLst>
                                          <p:attrName>ppt_w</p:attrName>
                                        </p:attrNameLst>
                                      </p:cBhvr>
                                      <p:tavLst>
                                        <p:tav tm="0">
                                          <p:val>
                                            <p:fltVal val="0"/>
                                          </p:val>
                                        </p:tav>
                                        <p:tav tm="100000">
                                          <p:val>
                                            <p:strVal val="#ppt_w"/>
                                          </p:val>
                                        </p:tav>
                                      </p:tavLst>
                                    </p:anim>
                                    <p:anim calcmode="lin" valueType="num">
                                      <p:cBhvr>
                                        <p:cTn id="67" dur="500" fill="hold"/>
                                        <p:tgtEl>
                                          <p:spTgt spid="129035">
                                            <p:txEl>
                                              <p:pRg st="8" end="8"/>
                                            </p:txEl>
                                          </p:spTgt>
                                        </p:tgtEl>
                                        <p:attrNameLst>
                                          <p:attrName>ppt_h</p:attrName>
                                        </p:attrNameLst>
                                      </p:cBhvr>
                                      <p:tavLst>
                                        <p:tav tm="0">
                                          <p:val>
                                            <p:fltVal val="0"/>
                                          </p:val>
                                        </p:tav>
                                        <p:tav tm="100000">
                                          <p:val>
                                            <p:strVal val="#ppt_h"/>
                                          </p:val>
                                        </p:tav>
                                      </p:tavLst>
                                    </p:anim>
                                    <p:animEffect transition="in" filter="fade">
                                      <p:cBhvr>
                                        <p:cTn id="68" dur="500"/>
                                        <p:tgtEl>
                                          <p:spTgt spid="129035">
                                            <p:txEl>
                                              <p:pRg st="8" end="8"/>
                                            </p:txEl>
                                          </p:spTgt>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129037"/>
                                        </p:tgtEl>
                                        <p:attrNameLst>
                                          <p:attrName>style.visibility</p:attrName>
                                        </p:attrNameLst>
                                      </p:cBhvr>
                                      <p:to>
                                        <p:strVal val="visible"/>
                                      </p:to>
                                    </p:set>
                                    <p:anim calcmode="lin" valueType="num">
                                      <p:cBhvr>
                                        <p:cTn id="73" dur="500" fill="hold"/>
                                        <p:tgtEl>
                                          <p:spTgt spid="129037"/>
                                        </p:tgtEl>
                                        <p:attrNameLst>
                                          <p:attrName>ppt_w</p:attrName>
                                        </p:attrNameLst>
                                      </p:cBhvr>
                                      <p:tavLst>
                                        <p:tav tm="0">
                                          <p:val>
                                            <p:fltVal val="0"/>
                                          </p:val>
                                        </p:tav>
                                        <p:tav tm="100000">
                                          <p:val>
                                            <p:strVal val="#ppt_w"/>
                                          </p:val>
                                        </p:tav>
                                      </p:tavLst>
                                    </p:anim>
                                    <p:anim calcmode="lin" valueType="num">
                                      <p:cBhvr>
                                        <p:cTn id="74" dur="500" fill="hold"/>
                                        <p:tgtEl>
                                          <p:spTgt spid="129037"/>
                                        </p:tgtEl>
                                        <p:attrNameLst>
                                          <p:attrName>ppt_h</p:attrName>
                                        </p:attrNameLst>
                                      </p:cBhvr>
                                      <p:tavLst>
                                        <p:tav tm="0">
                                          <p:val>
                                            <p:fltVal val="0"/>
                                          </p:val>
                                        </p:tav>
                                        <p:tav tm="100000">
                                          <p:val>
                                            <p:strVal val="#ppt_h"/>
                                          </p:val>
                                        </p:tav>
                                      </p:tavLst>
                                    </p:anim>
                                    <p:animEffect transition="in" filter="fade">
                                      <p:cBhvr>
                                        <p:cTn id="75" dur="500"/>
                                        <p:tgtEl>
                                          <p:spTgt spid="129037"/>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129063"/>
                                        </p:tgtEl>
                                        <p:attrNameLst>
                                          <p:attrName>style.visibility</p:attrName>
                                        </p:attrNameLst>
                                      </p:cBhvr>
                                      <p:to>
                                        <p:strVal val="visible"/>
                                      </p:to>
                                    </p:set>
                                    <p:anim calcmode="lin" valueType="num">
                                      <p:cBhvr>
                                        <p:cTn id="78" dur="500" fill="hold"/>
                                        <p:tgtEl>
                                          <p:spTgt spid="129063"/>
                                        </p:tgtEl>
                                        <p:attrNameLst>
                                          <p:attrName>ppt_w</p:attrName>
                                        </p:attrNameLst>
                                      </p:cBhvr>
                                      <p:tavLst>
                                        <p:tav tm="0">
                                          <p:val>
                                            <p:fltVal val="0"/>
                                          </p:val>
                                        </p:tav>
                                        <p:tav tm="100000">
                                          <p:val>
                                            <p:strVal val="#ppt_w"/>
                                          </p:val>
                                        </p:tav>
                                      </p:tavLst>
                                    </p:anim>
                                    <p:anim calcmode="lin" valueType="num">
                                      <p:cBhvr>
                                        <p:cTn id="79" dur="500" fill="hold"/>
                                        <p:tgtEl>
                                          <p:spTgt spid="129063"/>
                                        </p:tgtEl>
                                        <p:attrNameLst>
                                          <p:attrName>ppt_h</p:attrName>
                                        </p:attrNameLst>
                                      </p:cBhvr>
                                      <p:tavLst>
                                        <p:tav tm="0">
                                          <p:val>
                                            <p:fltVal val="0"/>
                                          </p:val>
                                        </p:tav>
                                        <p:tav tm="100000">
                                          <p:val>
                                            <p:strVal val="#ppt_h"/>
                                          </p:val>
                                        </p:tav>
                                      </p:tavLst>
                                    </p:anim>
                                    <p:animEffect transition="in" filter="fade">
                                      <p:cBhvr>
                                        <p:cTn id="80" dur="500"/>
                                        <p:tgtEl>
                                          <p:spTgt spid="129063"/>
                                        </p:tgtEl>
                                      </p:cBhvr>
                                    </p:animEffect>
                                  </p:childTnLst>
                                </p:cTn>
                              </p:par>
                            </p:childTnLst>
                          </p:cTn>
                        </p:par>
                        <p:par>
                          <p:cTn id="81" fill="hold" nodeType="afterGroup">
                            <p:stCondLst>
                              <p:cond delay="500"/>
                            </p:stCondLst>
                            <p:childTnLst>
                              <p:par>
                                <p:cTn id="82" presetID="53" presetClass="entr" presetSubtype="16" fill="hold" grpId="0" nodeType="afterEffect">
                                  <p:stCondLst>
                                    <p:cond delay="0"/>
                                  </p:stCondLst>
                                  <p:childTnLst>
                                    <p:set>
                                      <p:cBhvr>
                                        <p:cTn id="83" dur="1" fill="hold">
                                          <p:stCondLst>
                                            <p:cond delay="0"/>
                                          </p:stCondLst>
                                        </p:cTn>
                                        <p:tgtEl>
                                          <p:spTgt spid="129036"/>
                                        </p:tgtEl>
                                        <p:attrNameLst>
                                          <p:attrName>style.visibility</p:attrName>
                                        </p:attrNameLst>
                                      </p:cBhvr>
                                      <p:to>
                                        <p:strVal val="visible"/>
                                      </p:to>
                                    </p:set>
                                    <p:anim calcmode="lin" valueType="num">
                                      <p:cBhvr>
                                        <p:cTn id="84" dur="500" fill="hold"/>
                                        <p:tgtEl>
                                          <p:spTgt spid="129036"/>
                                        </p:tgtEl>
                                        <p:attrNameLst>
                                          <p:attrName>ppt_w</p:attrName>
                                        </p:attrNameLst>
                                      </p:cBhvr>
                                      <p:tavLst>
                                        <p:tav tm="0">
                                          <p:val>
                                            <p:fltVal val="0"/>
                                          </p:val>
                                        </p:tav>
                                        <p:tav tm="100000">
                                          <p:val>
                                            <p:strVal val="#ppt_w"/>
                                          </p:val>
                                        </p:tav>
                                      </p:tavLst>
                                    </p:anim>
                                    <p:anim calcmode="lin" valueType="num">
                                      <p:cBhvr>
                                        <p:cTn id="85" dur="500" fill="hold"/>
                                        <p:tgtEl>
                                          <p:spTgt spid="129036"/>
                                        </p:tgtEl>
                                        <p:attrNameLst>
                                          <p:attrName>ppt_h</p:attrName>
                                        </p:attrNameLst>
                                      </p:cBhvr>
                                      <p:tavLst>
                                        <p:tav tm="0">
                                          <p:val>
                                            <p:fltVal val="0"/>
                                          </p:val>
                                        </p:tav>
                                        <p:tav tm="100000">
                                          <p:val>
                                            <p:strVal val="#ppt_h"/>
                                          </p:val>
                                        </p:tav>
                                      </p:tavLst>
                                    </p:anim>
                                    <p:animEffect transition="in" filter="fade">
                                      <p:cBhvr>
                                        <p:cTn id="86" dur="500"/>
                                        <p:tgtEl>
                                          <p:spTgt spid="129036"/>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129040"/>
                                        </p:tgtEl>
                                        <p:attrNameLst>
                                          <p:attrName>style.visibility</p:attrName>
                                        </p:attrNameLst>
                                      </p:cBhvr>
                                      <p:to>
                                        <p:strVal val="visible"/>
                                      </p:to>
                                    </p:set>
                                    <p:anim calcmode="lin" valueType="num">
                                      <p:cBhvr>
                                        <p:cTn id="91" dur="500" fill="hold"/>
                                        <p:tgtEl>
                                          <p:spTgt spid="129040"/>
                                        </p:tgtEl>
                                        <p:attrNameLst>
                                          <p:attrName>ppt_w</p:attrName>
                                        </p:attrNameLst>
                                      </p:cBhvr>
                                      <p:tavLst>
                                        <p:tav tm="0">
                                          <p:val>
                                            <p:fltVal val="0"/>
                                          </p:val>
                                        </p:tav>
                                        <p:tav tm="100000">
                                          <p:val>
                                            <p:strVal val="#ppt_w"/>
                                          </p:val>
                                        </p:tav>
                                      </p:tavLst>
                                    </p:anim>
                                    <p:anim calcmode="lin" valueType="num">
                                      <p:cBhvr>
                                        <p:cTn id="92" dur="500" fill="hold"/>
                                        <p:tgtEl>
                                          <p:spTgt spid="129040"/>
                                        </p:tgtEl>
                                        <p:attrNameLst>
                                          <p:attrName>ppt_h</p:attrName>
                                        </p:attrNameLst>
                                      </p:cBhvr>
                                      <p:tavLst>
                                        <p:tav tm="0">
                                          <p:val>
                                            <p:fltVal val="0"/>
                                          </p:val>
                                        </p:tav>
                                        <p:tav tm="100000">
                                          <p:val>
                                            <p:strVal val="#ppt_h"/>
                                          </p:val>
                                        </p:tav>
                                      </p:tavLst>
                                    </p:anim>
                                    <p:animEffect transition="in" filter="fade">
                                      <p:cBhvr>
                                        <p:cTn id="93" dur="500"/>
                                        <p:tgtEl>
                                          <p:spTgt spid="129040"/>
                                        </p:tgtEl>
                                      </p:cBhvr>
                                    </p:animEffect>
                                  </p:childTnLst>
                                </p:cTn>
                              </p:par>
                              <p:par>
                                <p:cTn id="94" presetID="53" presetClass="entr" presetSubtype="16" fill="hold" grpId="0" nodeType="withEffect">
                                  <p:stCondLst>
                                    <p:cond delay="0"/>
                                  </p:stCondLst>
                                  <p:childTnLst>
                                    <p:set>
                                      <p:cBhvr>
                                        <p:cTn id="95" dur="1" fill="hold">
                                          <p:stCondLst>
                                            <p:cond delay="0"/>
                                          </p:stCondLst>
                                        </p:cTn>
                                        <p:tgtEl>
                                          <p:spTgt spid="129039"/>
                                        </p:tgtEl>
                                        <p:attrNameLst>
                                          <p:attrName>style.visibility</p:attrName>
                                        </p:attrNameLst>
                                      </p:cBhvr>
                                      <p:to>
                                        <p:strVal val="visible"/>
                                      </p:to>
                                    </p:set>
                                    <p:anim calcmode="lin" valueType="num">
                                      <p:cBhvr>
                                        <p:cTn id="96" dur="500" fill="hold"/>
                                        <p:tgtEl>
                                          <p:spTgt spid="129039"/>
                                        </p:tgtEl>
                                        <p:attrNameLst>
                                          <p:attrName>ppt_w</p:attrName>
                                        </p:attrNameLst>
                                      </p:cBhvr>
                                      <p:tavLst>
                                        <p:tav tm="0">
                                          <p:val>
                                            <p:fltVal val="0"/>
                                          </p:val>
                                        </p:tav>
                                        <p:tav tm="100000">
                                          <p:val>
                                            <p:strVal val="#ppt_w"/>
                                          </p:val>
                                        </p:tav>
                                      </p:tavLst>
                                    </p:anim>
                                    <p:anim calcmode="lin" valueType="num">
                                      <p:cBhvr>
                                        <p:cTn id="97" dur="500" fill="hold"/>
                                        <p:tgtEl>
                                          <p:spTgt spid="129039"/>
                                        </p:tgtEl>
                                        <p:attrNameLst>
                                          <p:attrName>ppt_h</p:attrName>
                                        </p:attrNameLst>
                                      </p:cBhvr>
                                      <p:tavLst>
                                        <p:tav tm="0">
                                          <p:val>
                                            <p:fltVal val="0"/>
                                          </p:val>
                                        </p:tav>
                                        <p:tav tm="100000">
                                          <p:val>
                                            <p:strVal val="#ppt_h"/>
                                          </p:val>
                                        </p:tav>
                                      </p:tavLst>
                                    </p:anim>
                                    <p:animEffect transition="in" filter="fade">
                                      <p:cBhvr>
                                        <p:cTn id="98" dur="500"/>
                                        <p:tgtEl>
                                          <p:spTgt spid="129039"/>
                                        </p:tgtEl>
                                      </p:cBhvr>
                                    </p:animEffect>
                                  </p:childTnLst>
                                </p:cTn>
                              </p:par>
                            </p:childTnLst>
                          </p:cTn>
                        </p:par>
                        <p:par>
                          <p:cTn id="99" fill="hold" nodeType="afterGroup">
                            <p:stCondLst>
                              <p:cond delay="500"/>
                            </p:stCondLst>
                            <p:childTnLst>
                              <p:par>
                                <p:cTn id="100" presetID="53" presetClass="entr" presetSubtype="16" fill="hold" grpId="0" nodeType="afterEffect">
                                  <p:stCondLst>
                                    <p:cond delay="0"/>
                                  </p:stCondLst>
                                  <p:childTnLst>
                                    <p:set>
                                      <p:cBhvr>
                                        <p:cTn id="101" dur="1" fill="hold">
                                          <p:stCondLst>
                                            <p:cond delay="0"/>
                                          </p:stCondLst>
                                        </p:cTn>
                                        <p:tgtEl>
                                          <p:spTgt spid="129038">
                                            <p:bg/>
                                          </p:spTgt>
                                        </p:tgtEl>
                                        <p:attrNameLst>
                                          <p:attrName>style.visibility</p:attrName>
                                        </p:attrNameLst>
                                      </p:cBhvr>
                                      <p:to>
                                        <p:strVal val="visible"/>
                                      </p:to>
                                    </p:set>
                                    <p:anim calcmode="lin" valueType="num">
                                      <p:cBhvr>
                                        <p:cTn id="102" dur="500" fill="hold"/>
                                        <p:tgtEl>
                                          <p:spTgt spid="129038">
                                            <p:bg/>
                                          </p:spTgt>
                                        </p:tgtEl>
                                        <p:attrNameLst>
                                          <p:attrName>ppt_w</p:attrName>
                                        </p:attrNameLst>
                                      </p:cBhvr>
                                      <p:tavLst>
                                        <p:tav tm="0">
                                          <p:val>
                                            <p:fltVal val="0"/>
                                          </p:val>
                                        </p:tav>
                                        <p:tav tm="100000">
                                          <p:val>
                                            <p:strVal val="#ppt_w"/>
                                          </p:val>
                                        </p:tav>
                                      </p:tavLst>
                                    </p:anim>
                                    <p:anim calcmode="lin" valueType="num">
                                      <p:cBhvr>
                                        <p:cTn id="103" dur="500" fill="hold"/>
                                        <p:tgtEl>
                                          <p:spTgt spid="129038">
                                            <p:bg/>
                                          </p:spTgt>
                                        </p:tgtEl>
                                        <p:attrNameLst>
                                          <p:attrName>ppt_h</p:attrName>
                                        </p:attrNameLst>
                                      </p:cBhvr>
                                      <p:tavLst>
                                        <p:tav tm="0">
                                          <p:val>
                                            <p:fltVal val="0"/>
                                          </p:val>
                                        </p:tav>
                                        <p:tav tm="100000">
                                          <p:val>
                                            <p:strVal val="#ppt_h"/>
                                          </p:val>
                                        </p:tav>
                                      </p:tavLst>
                                    </p:anim>
                                    <p:animEffect transition="in" filter="fade">
                                      <p:cBhvr>
                                        <p:cTn id="104" dur="500"/>
                                        <p:tgtEl>
                                          <p:spTgt spid="129038">
                                            <p:bg/>
                                          </p:spTgt>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129038">
                                            <p:txEl>
                                              <p:pRg st="0" end="0"/>
                                            </p:txEl>
                                          </p:spTgt>
                                        </p:tgtEl>
                                        <p:attrNameLst>
                                          <p:attrName>style.visibility</p:attrName>
                                        </p:attrNameLst>
                                      </p:cBhvr>
                                      <p:to>
                                        <p:strVal val="visible"/>
                                      </p:to>
                                    </p:set>
                                    <p:anim calcmode="lin" valueType="num">
                                      <p:cBhvr>
                                        <p:cTn id="107" dur="500" fill="hold"/>
                                        <p:tgtEl>
                                          <p:spTgt spid="129038">
                                            <p:txEl>
                                              <p:pRg st="0" end="0"/>
                                            </p:txEl>
                                          </p:spTgt>
                                        </p:tgtEl>
                                        <p:attrNameLst>
                                          <p:attrName>ppt_w</p:attrName>
                                        </p:attrNameLst>
                                      </p:cBhvr>
                                      <p:tavLst>
                                        <p:tav tm="0">
                                          <p:val>
                                            <p:fltVal val="0"/>
                                          </p:val>
                                        </p:tav>
                                        <p:tav tm="100000">
                                          <p:val>
                                            <p:strVal val="#ppt_w"/>
                                          </p:val>
                                        </p:tav>
                                      </p:tavLst>
                                    </p:anim>
                                    <p:anim calcmode="lin" valueType="num">
                                      <p:cBhvr>
                                        <p:cTn id="108" dur="500" fill="hold"/>
                                        <p:tgtEl>
                                          <p:spTgt spid="129038">
                                            <p:txEl>
                                              <p:pRg st="0" end="0"/>
                                            </p:txEl>
                                          </p:spTgt>
                                        </p:tgtEl>
                                        <p:attrNameLst>
                                          <p:attrName>ppt_h</p:attrName>
                                        </p:attrNameLst>
                                      </p:cBhvr>
                                      <p:tavLst>
                                        <p:tav tm="0">
                                          <p:val>
                                            <p:fltVal val="0"/>
                                          </p:val>
                                        </p:tav>
                                        <p:tav tm="100000">
                                          <p:val>
                                            <p:strVal val="#ppt_h"/>
                                          </p:val>
                                        </p:tav>
                                      </p:tavLst>
                                    </p:anim>
                                    <p:animEffect transition="in" filter="fade">
                                      <p:cBhvr>
                                        <p:cTn id="109" dur="500"/>
                                        <p:tgtEl>
                                          <p:spTgt spid="129038">
                                            <p:txEl>
                                              <p:pRg st="0" end="0"/>
                                            </p:txEl>
                                          </p:spTgt>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129038">
                                            <p:txEl>
                                              <p:pRg st="1" end="1"/>
                                            </p:txEl>
                                          </p:spTgt>
                                        </p:tgtEl>
                                        <p:attrNameLst>
                                          <p:attrName>style.visibility</p:attrName>
                                        </p:attrNameLst>
                                      </p:cBhvr>
                                      <p:to>
                                        <p:strVal val="visible"/>
                                      </p:to>
                                    </p:set>
                                    <p:anim calcmode="lin" valueType="num">
                                      <p:cBhvr>
                                        <p:cTn id="112" dur="500" fill="hold"/>
                                        <p:tgtEl>
                                          <p:spTgt spid="129038">
                                            <p:txEl>
                                              <p:pRg st="1" end="1"/>
                                            </p:txEl>
                                          </p:spTgt>
                                        </p:tgtEl>
                                        <p:attrNameLst>
                                          <p:attrName>ppt_w</p:attrName>
                                        </p:attrNameLst>
                                      </p:cBhvr>
                                      <p:tavLst>
                                        <p:tav tm="0">
                                          <p:val>
                                            <p:fltVal val="0"/>
                                          </p:val>
                                        </p:tav>
                                        <p:tav tm="100000">
                                          <p:val>
                                            <p:strVal val="#ppt_w"/>
                                          </p:val>
                                        </p:tav>
                                      </p:tavLst>
                                    </p:anim>
                                    <p:anim calcmode="lin" valueType="num">
                                      <p:cBhvr>
                                        <p:cTn id="113" dur="500" fill="hold"/>
                                        <p:tgtEl>
                                          <p:spTgt spid="129038">
                                            <p:txEl>
                                              <p:pRg st="1" end="1"/>
                                            </p:txEl>
                                          </p:spTgt>
                                        </p:tgtEl>
                                        <p:attrNameLst>
                                          <p:attrName>ppt_h</p:attrName>
                                        </p:attrNameLst>
                                      </p:cBhvr>
                                      <p:tavLst>
                                        <p:tav tm="0">
                                          <p:val>
                                            <p:fltVal val="0"/>
                                          </p:val>
                                        </p:tav>
                                        <p:tav tm="100000">
                                          <p:val>
                                            <p:strVal val="#ppt_h"/>
                                          </p:val>
                                        </p:tav>
                                      </p:tavLst>
                                    </p:anim>
                                    <p:animEffect transition="in" filter="fade">
                                      <p:cBhvr>
                                        <p:cTn id="114" dur="500"/>
                                        <p:tgtEl>
                                          <p:spTgt spid="129038">
                                            <p:txEl>
                                              <p:pRg st="1" end="1"/>
                                            </p:txEl>
                                          </p:spTgt>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53" presetClass="entr" presetSubtype="16" fill="hold" grpId="0" nodeType="clickEffect">
                                  <p:stCondLst>
                                    <p:cond delay="0"/>
                                  </p:stCondLst>
                                  <p:childTnLst>
                                    <p:set>
                                      <p:cBhvr>
                                        <p:cTn id="118" dur="1" fill="hold">
                                          <p:stCondLst>
                                            <p:cond delay="0"/>
                                          </p:stCondLst>
                                        </p:cTn>
                                        <p:tgtEl>
                                          <p:spTgt spid="129038">
                                            <p:txEl>
                                              <p:pRg st="2" end="2"/>
                                            </p:txEl>
                                          </p:spTgt>
                                        </p:tgtEl>
                                        <p:attrNameLst>
                                          <p:attrName>style.visibility</p:attrName>
                                        </p:attrNameLst>
                                      </p:cBhvr>
                                      <p:to>
                                        <p:strVal val="visible"/>
                                      </p:to>
                                    </p:set>
                                    <p:anim calcmode="lin" valueType="num">
                                      <p:cBhvr>
                                        <p:cTn id="119" dur="500" fill="hold"/>
                                        <p:tgtEl>
                                          <p:spTgt spid="129038">
                                            <p:txEl>
                                              <p:pRg st="2" end="2"/>
                                            </p:txEl>
                                          </p:spTgt>
                                        </p:tgtEl>
                                        <p:attrNameLst>
                                          <p:attrName>ppt_w</p:attrName>
                                        </p:attrNameLst>
                                      </p:cBhvr>
                                      <p:tavLst>
                                        <p:tav tm="0">
                                          <p:val>
                                            <p:fltVal val="0"/>
                                          </p:val>
                                        </p:tav>
                                        <p:tav tm="100000">
                                          <p:val>
                                            <p:strVal val="#ppt_w"/>
                                          </p:val>
                                        </p:tav>
                                      </p:tavLst>
                                    </p:anim>
                                    <p:anim calcmode="lin" valueType="num">
                                      <p:cBhvr>
                                        <p:cTn id="120" dur="500" fill="hold"/>
                                        <p:tgtEl>
                                          <p:spTgt spid="129038">
                                            <p:txEl>
                                              <p:pRg st="2" end="2"/>
                                            </p:txEl>
                                          </p:spTgt>
                                        </p:tgtEl>
                                        <p:attrNameLst>
                                          <p:attrName>ppt_h</p:attrName>
                                        </p:attrNameLst>
                                      </p:cBhvr>
                                      <p:tavLst>
                                        <p:tav tm="0">
                                          <p:val>
                                            <p:fltVal val="0"/>
                                          </p:val>
                                        </p:tav>
                                        <p:tav tm="100000">
                                          <p:val>
                                            <p:strVal val="#ppt_h"/>
                                          </p:val>
                                        </p:tav>
                                      </p:tavLst>
                                    </p:anim>
                                    <p:animEffect transition="in" filter="fade">
                                      <p:cBhvr>
                                        <p:cTn id="121" dur="500"/>
                                        <p:tgtEl>
                                          <p:spTgt spid="129038">
                                            <p:txEl>
                                              <p:pRg st="2" end="2"/>
                                            </p:txEl>
                                          </p:spTgt>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129043"/>
                                        </p:tgtEl>
                                        <p:attrNameLst>
                                          <p:attrName>style.visibility</p:attrName>
                                        </p:attrNameLst>
                                      </p:cBhvr>
                                      <p:to>
                                        <p:strVal val="visible"/>
                                      </p:to>
                                    </p:set>
                                    <p:anim calcmode="lin" valueType="num">
                                      <p:cBhvr>
                                        <p:cTn id="126" dur="500" fill="hold"/>
                                        <p:tgtEl>
                                          <p:spTgt spid="129043"/>
                                        </p:tgtEl>
                                        <p:attrNameLst>
                                          <p:attrName>ppt_w</p:attrName>
                                        </p:attrNameLst>
                                      </p:cBhvr>
                                      <p:tavLst>
                                        <p:tav tm="0">
                                          <p:val>
                                            <p:fltVal val="0"/>
                                          </p:val>
                                        </p:tav>
                                        <p:tav tm="100000">
                                          <p:val>
                                            <p:strVal val="#ppt_w"/>
                                          </p:val>
                                        </p:tav>
                                      </p:tavLst>
                                    </p:anim>
                                    <p:anim calcmode="lin" valueType="num">
                                      <p:cBhvr>
                                        <p:cTn id="127" dur="500" fill="hold"/>
                                        <p:tgtEl>
                                          <p:spTgt spid="129043"/>
                                        </p:tgtEl>
                                        <p:attrNameLst>
                                          <p:attrName>ppt_h</p:attrName>
                                        </p:attrNameLst>
                                      </p:cBhvr>
                                      <p:tavLst>
                                        <p:tav tm="0">
                                          <p:val>
                                            <p:fltVal val="0"/>
                                          </p:val>
                                        </p:tav>
                                        <p:tav tm="100000">
                                          <p:val>
                                            <p:strVal val="#ppt_h"/>
                                          </p:val>
                                        </p:tav>
                                      </p:tavLst>
                                    </p:anim>
                                    <p:animEffect transition="in" filter="fade">
                                      <p:cBhvr>
                                        <p:cTn id="128" dur="500"/>
                                        <p:tgtEl>
                                          <p:spTgt spid="129043"/>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129042"/>
                                        </p:tgtEl>
                                        <p:attrNameLst>
                                          <p:attrName>style.visibility</p:attrName>
                                        </p:attrNameLst>
                                      </p:cBhvr>
                                      <p:to>
                                        <p:strVal val="visible"/>
                                      </p:to>
                                    </p:set>
                                    <p:anim calcmode="lin" valueType="num">
                                      <p:cBhvr>
                                        <p:cTn id="131" dur="500" fill="hold"/>
                                        <p:tgtEl>
                                          <p:spTgt spid="129042"/>
                                        </p:tgtEl>
                                        <p:attrNameLst>
                                          <p:attrName>ppt_w</p:attrName>
                                        </p:attrNameLst>
                                      </p:cBhvr>
                                      <p:tavLst>
                                        <p:tav tm="0">
                                          <p:val>
                                            <p:fltVal val="0"/>
                                          </p:val>
                                        </p:tav>
                                        <p:tav tm="100000">
                                          <p:val>
                                            <p:strVal val="#ppt_w"/>
                                          </p:val>
                                        </p:tav>
                                      </p:tavLst>
                                    </p:anim>
                                    <p:anim calcmode="lin" valueType="num">
                                      <p:cBhvr>
                                        <p:cTn id="132" dur="500" fill="hold"/>
                                        <p:tgtEl>
                                          <p:spTgt spid="129042"/>
                                        </p:tgtEl>
                                        <p:attrNameLst>
                                          <p:attrName>ppt_h</p:attrName>
                                        </p:attrNameLst>
                                      </p:cBhvr>
                                      <p:tavLst>
                                        <p:tav tm="0">
                                          <p:val>
                                            <p:fltVal val="0"/>
                                          </p:val>
                                        </p:tav>
                                        <p:tav tm="100000">
                                          <p:val>
                                            <p:strVal val="#ppt_h"/>
                                          </p:val>
                                        </p:tav>
                                      </p:tavLst>
                                    </p:anim>
                                    <p:animEffect transition="in" filter="fade">
                                      <p:cBhvr>
                                        <p:cTn id="133" dur="500"/>
                                        <p:tgtEl>
                                          <p:spTgt spid="129042"/>
                                        </p:tgtEl>
                                      </p:cBhvr>
                                    </p:animEffect>
                                  </p:childTnLst>
                                </p:cTn>
                              </p:par>
                            </p:childTnLst>
                          </p:cTn>
                        </p:par>
                        <p:par>
                          <p:cTn id="134" fill="hold" nodeType="afterGroup">
                            <p:stCondLst>
                              <p:cond delay="500"/>
                            </p:stCondLst>
                            <p:childTnLst>
                              <p:par>
                                <p:cTn id="135" presetID="53" presetClass="entr" presetSubtype="16" fill="hold" grpId="0" nodeType="afterEffect">
                                  <p:stCondLst>
                                    <p:cond delay="0"/>
                                  </p:stCondLst>
                                  <p:childTnLst>
                                    <p:set>
                                      <p:cBhvr>
                                        <p:cTn id="136" dur="1" fill="hold">
                                          <p:stCondLst>
                                            <p:cond delay="0"/>
                                          </p:stCondLst>
                                        </p:cTn>
                                        <p:tgtEl>
                                          <p:spTgt spid="129041"/>
                                        </p:tgtEl>
                                        <p:attrNameLst>
                                          <p:attrName>style.visibility</p:attrName>
                                        </p:attrNameLst>
                                      </p:cBhvr>
                                      <p:to>
                                        <p:strVal val="visible"/>
                                      </p:to>
                                    </p:set>
                                    <p:anim calcmode="lin" valueType="num">
                                      <p:cBhvr>
                                        <p:cTn id="137" dur="500" fill="hold"/>
                                        <p:tgtEl>
                                          <p:spTgt spid="129041"/>
                                        </p:tgtEl>
                                        <p:attrNameLst>
                                          <p:attrName>ppt_w</p:attrName>
                                        </p:attrNameLst>
                                      </p:cBhvr>
                                      <p:tavLst>
                                        <p:tav tm="0">
                                          <p:val>
                                            <p:fltVal val="0"/>
                                          </p:val>
                                        </p:tav>
                                        <p:tav tm="100000">
                                          <p:val>
                                            <p:strVal val="#ppt_w"/>
                                          </p:val>
                                        </p:tav>
                                      </p:tavLst>
                                    </p:anim>
                                    <p:anim calcmode="lin" valueType="num">
                                      <p:cBhvr>
                                        <p:cTn id="138" dur="500" fill="hold"/>
                                        <p:tgtEl>
                                          <p:spTgt spid="129041"/>
                                        </p:tgtEl>
                                        <p:attrNameLst>
                                          <p:attrName>ppt_h</p:attrName>
                                        </p:attrNameLst>
                                      </p:cBhvr>
                                      <p:tavLst>
                                        <p:tav tm="0">
                                          <p:val>
                                            <p:fltVal val="0"/>
                                          </p:val>
                                        </p:tav>
                                        <p:tav tm="100000">
                                          <p:val>
                                            <p:strVal val="#ppt_h"/>
                                          </p:val>
                                        </p:tav>
                                      </p:tavLst>
                                    </p:anim>
                                    <p:animEffect transition="in" filter="fade">
                                      <p:cBhvr>
                                        <p:cTn id="139" dur="500"/>
                                        <p:tgtEl>
                                          <p:spTgt spid="129041"/>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53" presetClass="entr" presetSubtype="16" fill="hold" grpId="0" nodeType="clickEffect">
                                  <p:stCondLst>
                                    <p:cond delay="0"/>
                                  </p:stCondLst>
                                  <p:childTnLst>
                                    <p:set>
                                      <p:cBhvr>
                                        <p:cTn id="143" dur="1" fill="hold">
                                          <p:stCondLst>
                                            <p:cond delay="0"/>
                                          </p:stCondLst>
                                        </p:cTn>
                                        <p:tgtEl>
                                          <p:spTgt spid="129046"/>
                                        </p:tgtEl>
                                        <p:attrNameLst>
                                          <p:attrName>style.visibility</p:attrName>
                                        </p:attrNameLst>
                                      </p:cBhvr>
                                      <p:to>
                                        <p:strVal val="visible"/>
                                      </p:to>
                                    </p:set>
                                    <p:anim calcmode="lin" valueType="num">
                                      <p:cBhvr>
                                        <p:cTn id="144" dur="500" fill="hold"/>
                                        <p:tgtEl>
                                          <p:spTgt spid="129046"/>
                                        </p:tgtEl>
                                        <p:attrNameLst>
                                          <p:attrName>ppt_w</p:attrName>
                                        </p:attrNameLst>
                                      </p:cBhvr>
                                      <p:tavLst>
                                        <p:tav tm="0">
                                          <p:val>
                                            <p:fltVal val="0"/>
                                          </p:val>
                                        </p:tav>
                                        <p:tav tm="100000">
                                          <p:val>
                                            <p:strVal val="#ppt_w"/>
                                          </p:val>
                                        </p:tav>
                                      </p:tavLst>
                                    </p:anim>
                                    <p:anim calcmode="lin" valueType="num">
                                      <p:cBhvr>
                                        <p:cTn id="145" dur="500" fill="hold"/>
                                        <p:tgtEl>
                                          <p:spTgt spid="129046"/>
                                        </p:tgtEl>
                                        <p:attrNameLst>
                                          <p:attrName>ppt_h</p:attrName>
                                        </p:attrNameLst>
                                      </p:cBhvr>
                                      <p:tavLst>
                                        <p:tav tm="0">
                                          <p:val>
                                            <p:fltVal val="0"/>
                                          </p:val>
                                        </p:tav>
                                        <p:tav tm="100000">
                                          <p:val>
                                            <p:strVal val="#ppt_h"/>
                                          </p:val>
                                        </p:tav>
                                      </p:tavLst>
                                    </p:anim>
                                    <p:animEffect transition="in" filter="fade">
                                      <p:cBhvr>
                                        <p:cTn id="146" dur="500"/>
                                        <p:tgtEl>
                                          <p:spTgt spid="129046"/>
                                        </p:tgtEl>
                                      </p:cBhvr>
                                    </p:animEffect>
                                  </p:childTnLst>
                                </p:cTn>
                              </p:par>
                              <p:par>
                                <p:cTn id="147" presetID="53" presetClass="entr" presetSubtype="16" fill="hold" grpId="0" nodeType="withEffect">
                                  <p:stCondLst>
                                    <p:cond delay="0"/>
                                  </p:stCondLst>
                                  <p:childTnLst>
                                    <p:set>
                                      <p:cBhvr>
                                        <p:cTn id="148" dur="1" fill="hold">
                                          <p:stCondLst>
                                            <p:cond delay="0"/>
                                          </p:stCondLst>
                                        </p:cTn>
                                        <p:tgtEl>
                                          <p:spTgt spid="129068"/>
                                        </p:tgtEl>
                                        <p:attrNameLst>
                                          <p:attrName>style.visibility</p:attrName>
                                        </p:attrNameLst>
                                      </p:cBhvr>
                                      <p:to>
                                        <p:strVal val="visible"/>
                                      </p:to>
                                    </p:set>
                                    <p:anim calcmode="lin" valueType="num">
                                      <p:cBhvr>
                                        <p:cTn id="149" dur="500" fill="hold"/>
                                        <p:tgtEl>
                                          <p:spTgt spid="129068"/>
                                        </p:tgtEl>
                                        <p:attrNameLst>
                                          <p:attrName>ppt_w</p:attrName>
                                        </p:attrNameLst>
                                      </p:cBhvr>
                                      <p:tavLst>
                                        <p:tav tm="0">
                                          <p:val>
                                            <p:fltVal val="0"/>
                                          </p:val>
                                        </p:tav>
                                        <p:tav tm="100000">
                                          <p:val>
                                            <p:strVal val="#ppt_w"/>
                                          </p:val>
                                        </p:tav>
                                      </p:tavLst>
                                    </p:anim>
                                    <p:anim calcmode="lin" valueType="num">
                                      <p:cBhvr>
                                        <p:cTn id="150" dur="500" fill="hold"/>
                                        <p:tgtEl>
                                          <p:spTgt spid="129068"/>
                                        </p:tgtEl>
                                        <p:attrNameLst>
                                          <p:attrName>ppt_h</p:attrName>
                                        </p:attrNameLst>
                                      </p:cBhvr>
                                      <p:tavLst>
                                        <p:tav tm="0">
                                          <p:val>
                                            <p:fltVal val="0"/>
                                          </p:val>
                                        </p:tav>
                                        <p:tav tm="100000">
                                          <p:val>
                                            <p:strVal val="#ppt_h"/>
                                          </p:val>
                                        </p:tav>
                                      </p:tavLst>
                                    </p:anim>
                                    <p:animEffect transition="in" filter="fade">
                                      <p:cBhvr>
                                        <p:cTn id="151" dur="500"/>
                                        <p:tgtEl>
                                          <p:spTgt spid="129068"/>
                                        </p:tgtEl>
                                      </p:cBhvr>
                                    </p:animEffect>
                                  </p:childTnLst>
                                </p:cTn>
                              </p:par>
                            </p:childTnLst>
                          </p:cTn>
                        </p:par>
                        <p:par>
                          <p:cTn id="152" fill="hold" nodeType="afterGroup">
                            <p:stCondLst>
                              <p:cond delay="500"/>
                            </p:stCondLst>
                            <p:childTnLst>
                              <p:par>
                                <p:cTn id="153" presetID="53" presetClass="entr" presetSubtype="16" fill="hold" grpId="0" nodeType="afterEffect">
                                  <p:stCondLst>
                                    <p:cond delay="0"/>
                                  </p:stCondLst>
                                  <p:childTnLst>
                                    <p:set>
                                      <p:cBhvr>
                                        <p:cTn id="154" dur="1" fill="hold">
                                          <p:stCondLst>
                                            <p:cond delay="0"/>
                                          </p:stCondLst>
                                        </p:cTn>
                                        <p:tgtEl>
                                          <p:spTgt spid="129044">
                                            <p:bg/>
                                          </p:spTgt>
                                        </p:tgtEl>
                                        <p:attrNameLst>
                                          <p:attrName>style.visibility</p:attrName>
                                        </p:attrNameLst>
                                      </p:cBhvr>
                                      <p:to>
                                        <p:strVal val="visible"/>
                                      </p:to>
                                    </p:set>
                                    <p:anim calcmode="lin" valueType="num">
                                      <p:cBhvr>
                                        <p:cTn id="155" dur="500" fill="hold"/>
                                        <p:tgtEl>
                                          <p:spTgt spid="129044">
                                            <p:bg/>
                                          </p:spTgt>
                                        </p:tgtEl>
                                        <p:attrNameLst>
                                          <p:attrName>ppt_w</p:attrName>
                                        </p:attrNameLst>
                                      </p:cBhvr>
                                      <p:tavLst>
                                        <p:tav tm="0">
                                          <p:val>
                                            <p:fltVal val="0"/>
                                          </p:val>
                                        </p:tav>
                                        <p:tav tm="100000">
                                          <p:val>
                                            <p:strVal val="#ppt_w"/>
                                          </p:val>
                                        </p:tav>
                                      </p:tavLst>
                                    </p:anim>
                                    <p:anim calcmode="lin" valueType="num">
                                      <p:cBhvr>
                                        <p:cTn id="156" dur="500" fill="hold"/>
                                        <p:tgtEl>
                                          <p:spTgt spid="129044">
                                            <p:bg/>
                                          </p:spTgt>
                                        </p:tgtEl>
                                        <p:attrNameLst>
                                          <p:attrName>ppt_h</p:attrName>
                                        </p:attrNameLst>
                                      </p:cBhvr>
                                      <p:tavLst>
                                        <p:tav tm="0">
                                          <p:val>
                                            <p:fltVal val="0"/>
                                          </p:val>
                                        </p:tav>
                                        <p:tav tm="100000">
                                          <p:val>
                                            <p:strVal val="#ppt_h"/>
                                          </p:val>
                                        </p:tav>
                                      </p:tavLst>
                                    </p:anim>
                                    <p:animEffect transition="in" filter="fade">
                                      <p:cBhvr>
                                        <p:cTn id="157" dur="500"/>
                                        <p:tgtEl>
                                          <p:spTgt spid="129044">
                                            <p:bg/>
                                          </p:spTgt>
                                        </p:tgtEl>
                                      </p:cBhvr>
                                    </p:animEffect>
                                  </p:childTnLst>
                                </p:cTn>
                              </p:par>
                            </p:childTnLst>
                          </p:cTn>
                        </p:par>
                        <p:par>
                          <p:cTn id="158" fill="hold" nodeType="afterGroup">
                            <p:stCondLst>
                              <p:cond delay="1000"/>
                            </p:stCondLst>
                            <p:childTnLst>
                              <p:par>
                                <p:cTn id="159" presetID="53" presetClass="entr" presetSubtype="16" fill="hold" grpId="0" nodeType="afterEffect">
                                  <p:stCondLst>
                                    <p:cond delay="0"/>
                                  </p:stCondLst>
                                  <p:childTnLst>
                                    <p:set>
                                      <p:cBhvr>
                                        <p:cTn id="160" dur="1" fill="hold">
                                          <p:stCondLst>
                                            <p:cond delay="0"/>
                                          </p:stCondLst>
                                        </p:cTn>
                                        <p:tgtEl>
                                          <p:spTgt spid="129044">
                                            <p:txEl>
                                              <p:pRg st="0" end="0"/>
                                            </p:txEl>
                                          </p:spTgt>
                                        </p:tgtEl>
                                        <p:attrNameLst>
                                          <p:attrName>style.visibility</p:attrName>
                                        </p:attrNameLst>
                                      </p:cBhvr>
                                      <p:to>
                                        <p:strVal val="visible"/>
                                      </p:to>
                                    </p:set>
                                    <p:anim calcmode="lin" valueType="num">
                                      <p:cBhvr>
                                        <p:cTn id="161" dur="500" fill="hold"/>
                                        <p:tgtEl>
                                          <p:spTgt spid="129044">
                                            <p:txEl>
                                              <p:pRg st="0" end="0"/>
                                            </p:txEl>
                                          </p:spTgt>
                                        </p:tgtEl>
                                        <p:attrNameLst>
                                          <p:attrName>ppt_w</p:attrName>
                                        </p:attrNameLst>
                                      </p:cBhvr>
                                      <p:tavLst>
                                        <p:tav tm="0">
                                          <p:val>
                                            <p:fltVal val="0"/>
                                          </p:val>
                                        </p:tav>
                                        <p:tav tm="100000">
                                          <p:val>
                                            <p:strVal val="#ppt_w"/>
                                          </p:val>
                                        </p:tav>
                                      </p:tavLst>
                                    </p:anim>
                                    <p:anim calcmode="lin" valueType="num">
                                      <p:cBhvr>
                                        <p:cTn id="162" dur="500" fill="hold"/>
                                        <p:tgtEl>
                                          <p:spTgt spid="129044">
                                            <p:txEl>
                                              <p:pRg st="0" end="0"/>
                                            </p:txEl>
                                          </p:spTgt>
                                        </p:tgtEl>
                                        <p:attrNameLst>
                                          <p:attrName>ppt_h</p:attrName>
                                        </p:attrNameLst>
                                      </p:cBhvr>
                                      <p:tavLst>
                                        <p:tav tm="0">
                                          <p:val>
                                            <p:fltVal val="0"/>
                                          </p:val>
                                        </p:tav>
                                        <p:tav tm="100000">
                                          <p:val>
                                            <p:strVal val="#ppt_h"/>
                                          </p:val>
                                        </p:tav>
                                      </p:tavLst>
                                    </p:anim>
                                    <p:animEffect transition="in" filter="fade">
                                      <p:cBhvr>
                                        <p:cTn id="163" dur="500"/>
                                        <p:tgtEl>
                                          <p:spTgt spid="129044">
                                            <p:txEl>
                                              <p:pRg st="0" end="0"/>
                                            </p:txEl>
                                          </p:spTgt>
                                        </p:tgtEl>
                                      </p:cBhvr>
                                    </p:animEffect>
                                  </p:childTnLst>
                                </p:cTn>
                              </p:par>
                            </p:childTnLst>
                          </p:cTn>
                        </p:par>
                        <p:par>
                          <p:cTn id="164" fill="hold" nodeType="afterGroup">
                            <p:stCondLst>
                              <p:cond delay="1500"/>
                            </p:stCondLst>
                            <p:childTnLst>
                              <p:par>
                                <p:cTn id="165" presetID="53" presetClass="entr" presetSubtype="16" fill="hold" grpId="0" nodeType="afterEffect">
                                  <p:stCondLst>
                                    <p:cond delay="0"/>
                                  </p:stCondLst>
                                  <p:childTnLst>
                                    <p:set>
                                      <p:cBhvr>
                                        <p:cTn id="166" dur="1" fill="hold">
                                          <p:stCondLst>
                                            <p:cond delay="0"/>
                                          </p:stCondLst>
                                        </p:cTn>
                                        <p:tgtEl>
                                          <p:spTgt spid="129044">
                                            <p:txEl>
                                              <p:pRg st="1" end="1"/>
                                            </p:txEl>
                                          </p:spTgt>
                                        </p:tgtEl>
                                        <p:attrNameLst>
                                          <p:attrName>style.visibility</p:attrName>
                                        </p:attrNameLst>
                                      </p:cBhvr>
                                      <p:to>
                                        <p:strVal val="visible"/>
                                      </p:to>
                                    </p:set>
                                    <p:anim calcmode="lin" valueType="num">
                                      <p:cBhvr>
                                        <p:cTn id="167" dur="500" fill="hold"/>
                                        <p:tgtEl>
                                          <p:spTgt spid="129044">
                                            <p:txEl>
                                              <p:pRg st="1" end="1"/>
                                            </p:txEl>
                                          </p:spTgt>
                                        </p:tgtEl>
                                        <p:attrNameLst>
                                          <p:attrName>ppt_w</p:attrName>
                                        </p:attrNameLst>
                                      </p:cBhvr>
                                      <p:tavLst>
                                        <p:tav tm="0">
                                          <p:val>
                                            <p:fltVal val="0"/>
                                          </p:val>
                                        </p:tav>
                                        <p:tav tm="100000">
                                          <p:val>
                                            <p:strVal val="#ppt_w"/>
                                          </p:val>
                                        </p:tav>
                                      </p:tavLst>
                                    </p:anim>
                                    <p:anim calcmode="lin" valueType="num">
                                      <p:cBhvr>
                                        <p:cTn id="168" dur="500" fill="hold"/>
                                        <p:tgtEl>
                                          <p:spTgt spid="129044">
                                            <p:txEl>
                                              <p:pRg st="1" end="1"/>
                                            </p:txEl>
                                          </p:spTgt>
                                        </p:tgtEl>
                                        <p:attrNameLst>
                                          <p:attrName>ppt_h</p:attrName>
                                        </p:attrNameLst>
                                      </p:cBhvr>
                                      <p:tavLst>
                                        <p:tav tm="0">
                                          <p:val>
                                            <p:fltVal val="0"/>
                                          </p:val>
                                        </p:tav>
                                        <p:tav tm="100000">
                                          <p:val>
                                            <p:strVal val="#ppt_h"/>
                                          </p:val>
                                        </p:tav>
                                      </p:tavLst>
                                    </p:anim>
                                    <p:animEffect transition="in" filter="fade">
                                      <p:cBhvr>
                                        <p:cTn id="169" dur="500"/>
                                        <p:tgtEl>
                                          <p:spTgt spid="129044">
                                            <p:txEl>
                                              <p:pRg st="1" end="1"/>
                                            </p:txEl>
                                          </p:spTgt>
                                        </p:tgtEl>
                                      </p:cBhvr>
                                    </p:animEffect>
                                  </p:childTnLst>
                                </p:cTn>
                              </p:par>
                            </p:childTnLst>
                          </p:cTn>
                        </p:par>
                        <p:par>
                          <p:cTn id="170" fill="hold" nodeType="afterGroup">
                            <p:stCondLst>
                              <p:cond delay="2000"/>
                            </p:stCondLst>
                            <p:childTnLst>
                              <p:par>
                                <p:cTn id="171" presetID="53" presetClass="entr" presetSubtype="16" fill="hold" grpId="0" nodeType="afterEffect">
                                  <p:stCondLst>
                                    <p:cond delay="0"/>
                                  </p:stCondLst>
                                  <p:childTnLst>
                                    <p:set>
                                      <p:cBhvr>
                                        <p:cTn id="172" dur="1" fill="hold">
                                          <p:stCondLst>
                                            <p:cond delay="0"/>
                                          </p:stCondLst>
                                        </p:cTn>
                                        <p:tgtEl>
                                          <p:spTgt spid="129044">
                                            <p:txEl>
                                              <p:pRg st="2" end="2"/>
                                            </p:txEl>
                                          </p:spTgt>
                                        </p:tgtEl>
                                        <p:attrNameLst>
                                          <p:attrName>style.visibility</p:attrName>
                                        </p:attrNameLst>
                                      </p:cBhvr>
                                      <p:to>
                                        <p:strVal val="visible"/>
                                      </p:to>
                                    </p:set>
                                    <p:anim calcmode="lin" valueType="num">
                                      <p:cBhvr>
                                        <p:cTn id="173" dur="500" fill="hold"/>
                                        <p:tgtEl>
                                          <p:spTgt spid="129044">
                                            <p:txEl>
                                              <p:pRg st="2" end="2"/>
                                            </p:txEl>
                                          </p:spTgt>
                                        </p:tgtEl>
                                        <p:attrNameLst>
                                          <p:attrName>ppt_w</p:attrName>
                                        </p:attrNameLst>
                                      </p:cBhvr>
                                      <p:tavLst>
                                        <p:tav tm="0">
                                          <p:val>
                                            <p:fltVal val="0"/>
                                          </p:val>
                                        </p:tav>
                                        <p:tav tm="100000">
                                          <p:val>
                                            <p:strVal val="#ppt_w"/>
                                          </p:val>
                                        </p:tav>
                                      </p:tavLst>
                                    </p:anim>
                                    <p:anim calcmode="lin" valueType="num">
                                      <p:cBhvr>
                                        <p:cTn id="174" dur="500" fill="hold"/>
                                        <p:tgtEl>
                                          <p:spTgt spid="129044">
                                            <p:txEl>
                                              <p:pRg st="2" end="2"/>
                                            </p:txEl>
                                          </p:spTgt>
                                        </p:tgtEl>
                                        <p:attrNameLst>
                                          <p:attrName>ppt_h</p:attrName>
                                        </p:attrNameLst>
                                      </p:cBhvr>
                                      <p:tavLst>
                                        <p:tav tm="0">
                                          <p:val>
                                            <p:fltVal val="0"/>
                                          </p:val>
                                        </p:tav>
                                        <p:tav tm="100000">
                                          <p:val>
                                            <p:strVal val="#ppt_h"/>
                                          </p:val>
                                        </p:tav>
                                      </p:tavLst>
                                    </p:anim>
                                    <p:animEffect transition="in" filter="fade">
                                      <p:cBhvr>
                                        <p:cTn id="175" dur="500"/>
                                        <p:tgtEl>
                                          <p:spTgt spid="129044">
                                            <p:txEl>
                                              <p:pRg st="2" end="2"/>
                                            </p:txEl>
                                          </p:spTgt>
                                        </p:tgtEl>
                                      </p:cBhvr>
                                    </p:animEffec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53" presetClass="entr" presetSubtype="16" fill="hold" grpId="0" nodeType="clickEffect">
                                  <p:stCondLst>
                                    <p:cond delay="0"/>
                                  </p:stCondLst>
                                  <p:childTnLst>
                                    <p:set>
                                      <p:cBhvr>
                                        <p:cTn id="179" dur="1" fill="hold">
                                          <p:stCondLst>
                                            <p:cond delay="0"/>
                                          </p:stCondLst>
                                        </p:cTn>
                                        <p:tgtEl>
                                          <p:spTgt spid="129044">
                                            <p:txEl>
                                              <p:pRg st="3" end="3"/>
                                            </p:txEl>
                                          </p:spTgt>
                                        </p:tgtEl>
                                        <p:attrNameLst>
                                          <p:attrName>style.visibility</p:attrName>
                                        </p:attrNameLst>
                                      </p:cBhvr>
                                      <p:to>
                                        <p:strVal val="visible"/>
                                      </p:to>
                                    </p:set>
                                    <p:anim calcmode="lin" valueType="num">
                                      <p:cBhvr>
                                        <p:cTn id="180" dur="500" fill="hold"/>
                                        <p:tgtEl>
                                          <p:spTgt spid="129044">
                                            <p:txEl>
                                              <p:pRg st="3" end="3"/>
                                            </p:txEl>
                                          </p:spTgt>
                                        </p:tgtEl>
                                        <p:attrNameLst>
                                          <p:attrName>ppt_w</p:attrName>
                                        </p:attrNameLst>
                                      </p:cBhvr>
                                      <p:tavLst>
                                        <p:tav tm="0">
                                          <p:val>
                                            <p:fltVal val="0"/>
                                          </p:val>
                                        </p:tav>
                                        <p:tav tm="100000">
                                          <p:val>
                                            <p:strVal val="#ppt_w"/>
                                          </p:val>
                                        </p:tav>
                                      </p:tavLst>
                                    </p:anim>
                                    <p:anim calcmode="lin" valueType="num">
                                      <p:cBhvr>
                                        <p:cTn id="181" dur="500" fill="hold"/>
                                        <p:tgtEl>
                                          <p:spTgt spid="129044">
                                            <p:txEl>
                                              <p:pRg st="3" end="3"/>
                                            </p:txEl>
                                          </p:spTgt>
                                        </p:tgtEl>
                                        <p:attrNameLst>
                                          <p:attrName>ppt_h</p:attrName>
                                        </p:attrNameLst>
                                      </p:cBhvr>
                                      <p:tavLst>
                                        <p:tav tm="0">
                                          <p:val>
                                            <p:fltVal val="0"/>
                                          </p:val>
                                        </p:tav>
                                        <p:tav tm="100000">
                                          <p:val>
                                            <p:strVal val="#ppt_h"/>
                                          </p:val>
                                        </p:tav>
                                      </p:tavLst>
                                    </p:anim>
                                    <p:animEffect transition="in" filter="fade">
                                      <p:cBhvr>
                                        <p:cTn id="182" dur="500"/>
                                        <p:tgtEl>
                                          <p:spTgt spid="129044">
                                            <p:txEl>
                                              <p:pRg st="3" end="3"/>
                                            </p:txEl>
                                          </p:spTgt>
                                        </p:tgtEl>
                                      </p:cBhvr>
                                    </p:animEffect>
                                  </p:childTnLst>
                                </p:cTn>
                              </p:par>
                            </p:childTnLst>
                          </p:cTn>
                        </p:par>
                        <p:par>
                          <p:cTn id="183" fill="hold" nodeType="afterGroup">
                            <p:stCondLst>
                              <p:cond delay="500"/>
                            </p:stCondLst>
                            <p:childTnLst>
                              <p:par>
                                <p:cTn id="184" presetID="53" presetClass="entr" presetSubtype="16" fill="hold" grpId="0" nodeType="afterEffect">
                                  <p:stCondLst>
                                    <p:cond delay="0"/>
                                  </p:stCondLst>
                                  <p:childTnLst>
                                    <p:set>
                                      <p:cBhvr>
                                        <p:cTn id="185" dur="1" fill="hold">
                                          <p:stCondLst>
                                            <p:cond delay="0"/>
                                          </p:stCondLst>
                                        </p:cTn>
                                        <p:tgtEl>
                                          <p:spTgt spid="129044">
                                            <p:txEl>
                                              <p:pRg st="4" end="4"/>
                                            </p:txEl>
                                          </p:spTgt>
                                        </p:tgtEl>
                                        <p:attrNameLst>
                                          <p:attrName>style.visibility</p:attrName>
                                        </p:attrNameLst>
                                      </p:cBhvr>
                                      <p:to>
                                        <p:strVal val="visible"/>
                                      </p:to>
                                    </p:set>
                                    <p:anim calcmode="lin" valueType="num">
                                      <p:cBhvr>
                                        <p:cTn id="186" dur="500" fill="hold"/>
                                        <p:tgtEl>
                                          <p:spTgt spid="129044">
                                            <p:txEl>
                                              <p:pRg st="4" end="4"/>
                                            </p:txEl>
                                          </p:spTgt>
                                        </p:tgtEl>
                                        <p:attrNameLst>
                                          <p:attrName>ppt_w</p:attrName>
                                        </p:attrNameLst>
                                      </p:cBhvr>
                                      <p:tavLst>
                                        <p:tav tm="0">
                                          <p:val>
                                            <p:fltVal val="0"/>
                                          </p:val>
                                        </p:tav>
                                        <p:tav tm="100000">
                                          <p:val>
                                            <p:strVal val="#ppt_w"/>
                                          </p:val>
                                        </p:tav>
                                      </p:tavLst>
                                    </p:anim>
                                    <p:anim calcmode="lin" valueType="num">
                                      <p:cBhvr>
                                        <p:cTn id="187" dur="500" fill="hold"/>
                                        <p:tgtEl>
                                          <p:spTgt spid="129044">
                                            <p:txEl>
                                              <p:pRg st="4" end="4"/>
                                            </p:txEl>
                                          </p:spTgt>
                                        </p:tgtEl>
                                        <p:attrNameLst>
                                          <p:attrName>ppt_h</p:attrName>
                                        </p:attrNameLst>
                                      </p:cBhvr>
                                      <p:tavLst>
                                        <p:tav tm="0">
                                          <p:val>
                                            <p:fltVal val="0"/>
                                          </p:val>
                                        </p:tav>
                                        <p:tav tm="100000">
                                          <p:val>
                                            <p:strVal val="#ppt_h"/>
                                          </p:val>
                                        </p:tav>
                                      </p:tavLst>
                                    </p:anim>
                                    <p:animEffect transition="in" filter="fade">
                                      <p:cBhvr>
                                        <p:cTn id="188" dur="500"/>
                                        <p:tgtEl>
                                          <p:spTgt spid="129044">
                                            <p:txEl>
                                              <p:pRg st="4" end="4"/>
                                            </p:txEl>
                                          </p:spTgt>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53" presetClass="entr" presetSubtype="16" fill="hold" grpId="0" nodeType="clickEffect">
                                  <p:stCondLst>
                                    <p:cond delay="0"/>
                                  </p:stCondLst>
                                  <p:childTnLst>
                                    <p:set>
                                      <p:cBhvr>
                                        <p:cTn id="192" dur="1" fill="hold">
                                          <p:stCondLst>
                                            <p:cond delay="0"/>
                                          </p:stCondLst>
                                        </p:cTn>
                                        <p:tgtEl>
                                          <p:spTgt spid="129044">
                                            <p:txEl>
                                              <p:pRg st="5" end="5"/>
                                            </p:txEl>
                                          </p:spTgt>
                                        </p:tgtEl>
                                        <p:attrNameLst>
                                          <p:attrName>style.visibility</p:attrName>
                                        </p:attrNameLst>
                                      </p:cBhvr>
                                      <p:to>
                                        <p:strVal val="visible"/>
                                      </p:to>
                                    </p:set>
                                    <p:anim calcmode="lin" valueType="num">
                                      <p:cBhvr>
                                        <p:cTn id="193" dur="500" fill="hold"/>
                                        <p:tgtEl>
                                          <p:spTgt spid="129044">
                                            <p:txEl>
                                              <p:pRg st="5" end="5"/>
                                            </p:txEl>
                                          </p:spTgt>
                                        </p:tgtEl>
                                        <p:attrNameLst>
                                          <p:attrName>ppt_w</p:attrName>
                                        </p:attrNameLst>
                                      </p:cBhvr>
                                      <p:tavLst>
                                        <p:tav tm="0">
                                          <p:val>
                                            <p:fltVal val="0"/>
                                          </p:val>
                                        </p:tav>
                                        <p:tav tm="100000">
                                          <p:val>
                                            <p:strVal val="#ppt_w"/>
                                          </p:val>
                                        </p:tav>
                                      </p:tavLst>
                                    </p:anim>
                                    <p:anim calcmode="lin" valueType="num">
                                      <p:cBhvr>
                                        <p:cTn id="194" dur="500" fill="hold"/>
                                        <p:tgtEl>
                                          <p:spTgt spid="129044">
                                            <p:txEl>
                                              <p:pRg st="5" end="5"/>
                                            </p:txEl>
                                          </p:spTgt>
                                        </p:tgtEl>
                                        <p:attrNameLst>
                                          <p:attrName>ppt_h</p:attrName>
                                        </p:attrNameLst>
                                      </p:cBhvr>
                                      <p:tavLst>
                                        <p:tav tm="0">
                                          <p:val>
                                            <p:fltVal val="0"/>
                                          </p:val>
                                        </p:tav>
                                        <p:tav tm="100000">
                                          <p:val>
                                            <p:strVal val="#ppt_h"/>
                                          </p:val>
                                        </p:tav>
                                      </p:tavLst>
                                    </p:anim>
                                    <p:animEffect transition="in" filter="fade">
                                      <p:cBhvr>
                                        <p:cTn id="195" dur="500"/>
                                        <p:tgtEl>
                                          <p:spTgt spid="129044">
                                            <p:txEl>
                                              <p:pRg st="5" end="5"/>
                                            </p:txEl>
                                          </p:spTgt>
                                        </p:tgtEl>
                                      </p:cBhvr>
                                    </p:animEffect>
                                  </p:childTnLst>
                                </p:cTn>
                              </p:par>
                            </p:childTnLst>
                          </p:cTn>
                        </p:par>
                        <p:par>
                          <p:cTn id="196" fill="hold" nodeType="afterGroup">
                            <p:stCondLst>
                              <p:cond delay="500"/>
                            </p:stCondLst>
                            <p:childTnLst>
                              <p:par>
                                <p:cTn id="197" presetID="53" presetClass="entr" presetSubtype="16" fill="hold" grpId="0" nodeType="afterEffect">
                                  <p:stCondLst>
                                    <p:cond delay="0"/>
                                  </p:stCondLst>
                                  <p:childTnLst>
                                    <p:set>
                                      <p:cBhvr>
                                        <p:cTn id="198" dur="1" fill="hold">
                                          <p:stCondLst>
                                            <p:cond delay="0"/>
                                          </p:stCondLst>
                                        </p:cTn>
                                        <p:tgtEl>
                                          <p:spTgt spid="129044">
                                            <p:txEl>
                                              <p:pRg st="6" end="6"/>
                                            </p:txEl>
                                          </p:spTgt>
                                        </p:tgtEl>
                                        <p:attrNameLst>
                                          <p:attrName>style.visibility</p:attrName>
                                        </p:attrNameLst>
                                      </p:cBhvr>
                                      <p:to>
                                        <p:strVal val="visible"/>
                                      </p:to>
                                    </p:set>
                                    <p:anim calcmode="lin" valueType="num">
                                      <p:cBhvr>
                                        <p:cTn id="199" dur="500" fill="hold"/>
                                        <p:tgtEl>
                                          <p:spTgt spid="129044">
                                            <p:txEl>
                                              <p:pRg st="6" end="6"/>
                                            </p:txEl>
                                          </p:spTgt>
                                        </p:tgtEl>
                                        <p:attrNameLst>
                                          <p:attrName>ppt_w</p:attrName>
                                        </p:attrNameLst>
                                      </p:cBhvr>
                                      <p:tavLst>
                                        <p:tav tm="0">
                                          <p:val>
                                            <p:fltVal val="0"/>
                                          </p:val>
                                        </p:tav>
                                        <p:tav tm="100000">
                                          <p:val>
                                            <p:strVal val="#ppt_w"/>
                                          </p:val>
                                        </p:tav>
                                      </p:tavLst>
                                    </p:anim>
                                    <p:anim calcmode="lin" valueType="num">
                                      <p:cBhvr>
                                        <p:cTn id="200" dur="500" fill="hold"/>
                                        <p:tgtEl>
                                          <p:spTgt spid="129044">
                                            <p:txEl>
                                              <p:pRg st="6" end="6"/>
                                            </p:txEl>
                                          </p:spTgt>
                                        </p:tgtEl>
                                        <p:attrNameLst>
                                          <p:attrName>ppt_h</p:attrName>
                                        </p:attrNameLst>
                                      </p:cBhvr>
                                      <p:tavLst>
                                        <p:tav tm="0">
                                          <p:val>
                                            <p:fltVal val="0"/>
                                          </p:val>
                                        </p:tav>
                                        <p:tav tm="100000">
                                          <p:val>
                                            <p:strVal val="#ppt_h"/>
                                          </p:val>
                                        </p:tav>
                                      </p:tavLst>
                                    </p:anim>
                                    <p:animEffect transition="in" filter="fade">
                                      <p:cBhvr>
                                        <p:cTn id="201" dur="500"/>
                                        <p:tgtEl>
                                          <p:spTgt spid="129044">
                                            <p:txEl>
                                              <p:pRg st="6" end="6"/>
                                            </p:txEl>
                                          </p:spTgt>
                                        </p:tgtEl>
                                      </p:cBhvr>
                                    </p:animEffect>
                                  </p:childTnLst>
                                </p:cTn>
                              </p:par>
                            </p:childTnLst>
                          </p:cTn>
                        </p:par>
                      </p:childTnLst>
                    </p:cTn>
                  </p:par>
                  <p:par>
                    <p:cTn id="202" fill="hold" nodeType="clickPar">
                      <p:stCondLst>
                        <p:cond delay="indefinite"/>
                      </p:stCondLst>
                      <p:childTnLst>
                        <p:par>
                          <p:cTn id="203" fill="hold" nodeType="withGroup">
                            <p:stCondLst>
                              <p:cond delay="0"/>
                            </p:stCondLst>
                            <p:childTnLst>
                              <p:par>
                                <p:cTn id="204" presetID="53" presetClass="entr" presetSubtype="16" fill="hold" grpId="0" nodeType="clickEffect">
                                  <p:stCondLst>
                                    <p:cond delay="0"/>
                                  </p:stCondLst>
                                  <p:childTnLst>
                                    <p:set>
                                      <p:cBhvr>
                                        <p:cTn id="205" dur="1" fill="hold">
                                          <p:stCondLst>
                                            <p:cond delay="0"/>
                                          </p:stCondLst>
                                        </p:cTn>
                                        <p:tgtEl>
                                          <p:spTgt spid="129044">
                                            <p:txEl>
                                              <p:pRg st="7" end="7"/>
                                            </p:txEl>
                                          </p:spTgt>
                                        </p:tgtEl>
                                        <p:attrNameLst>
                                          <p:attrName>style.visibility</p:attrName>
                                        </p:attrNameLst>
                                      </p:cBhvr>
                                      <p:to>
                                        <p:strVal val="visible"/>
                                      </p:to>
                                    </p:set>
                                    <p:anim calcmode="lin" valueType="num">
                                      <p:cBhvr>
                                        <p:cTn id="206" dur="500" fill="hold"/>
                                        <p:tgtEl>
                                          <p:spTgt spid="129044">
                                            <p:txEl>
                                              <p:pRg st="7" end="7"/>
                                            </p:txEl>
                                          </p:spTgt>
                                        </p:tgtEl>
                                        <p:attrNameLst>
                                          <p:attrName>ppt_w</p:attrName>
                                        </p:attrNameLst>
                                      </p:cBhvr>
                                      <p:tavLst>
                                        <p:tav tm="0">
                                          <p:val>
                                            <p:fltVal val="0"/>
                                          </p:val>
                                        </p:tav>
                                        <p:tav tm="100000">
                                          <p:val>
                                            <p:strVal val="#ppt_w"/>
                                          </p:val>
                                        </p:tav>
                                      </p:tavLst>
                                    </p:anim>
                                    <p:anim calcmode="lin" valueType="num">
                                      <p:cBhvr>
                                        <p:cTn id="207" dur="500" fill="hold"/>
                                        <p:tgtEl>
                                          <p:spTgt spid="129044">
                                            <p:txEl>
                                              <p:pRg st="7" end="7"/>
                                            </p:txEl>
                                          </p:spTgt>
                                        </p:tgtEl>
                                        <p:attrNameLst>
                                          <p:attrName>ppt_h</p:attrName>
                                        </p:attrNameLst>
                                      </p:cBhvr>
                                      <p:tavLst>
                                        <p:tav tm="0">
                                          <p:val>
                                            <p:fltVal val="0"/>
                                          </p:val>
                                        </p:tav>
                                        <p:tav tm="100000">
                                          <p:val>
                                            <p:strVal val="#ppt_h"/>
                                          </p:val>
                                        </p:tav>
                                      </p:tavLst>
                                    </p:anim>
                                    <p:animEffect transition="in" filter="fade">
                                      <p:cBhvr>
                                        <p:cTn id="208" dur="500"/>
                                        <p:tgtEl>
                                          <p:spTgt spid="129044">
                                            <p:txEl>
                                              <p:pRg st="7" end="7"/>
                                            </p:txEl>
                                          </p:spTgt>
                                        </p:tgtEl>
                                      </p:cBhvr>
                                    </p:animEffect>
                                  </p:childTnLst>
                                </p:cTn>
                              </p:par>
                            </p:childTnLst>
                          </p:cTn>
                        </p:par>
                        <p:par>
                          <p:cTn id="209" fill="hold" nodeType="afterGroup">
                            <p:stCondLst>
                              <p:cond delay="500"/>
                            </p:stCondLst>
                            <p:childTnLst>
                              <p:par>
                                <p:cTn id="210" presetID="53" presetClass="entr" presetSubtype="16" fill="hold" grpId="0" nodeType="afterEffect">
                                  <p:stCondLst>
                                    <p:cond delay="0"/>
                                  </p:stCondLst>
                                  <p:childTnLst>
                                    <p:set>
                                      <p:cBhvr>
                                        <p:cTn id="211" dur="1" fill="hold">
                                          <p:stCondLst>
                                            <p:cond delay="0"/>
                                          </p:stCondLst>
                                        </p:cTn>
                                        <p:tgtEl>
                                          <p:spTgt spid="129044">
                                            <p:txEl>
                                              <p:pRg st="8" end="8"/>
                                            </p:txEl>
                                          </p:spTgt>
                                        </p:tgtEl>
                                        <p:attrNameLst>
                                          <p:attrName>style.visibility</p:attrName>
                                        </p:attrNameLst>
                                      </p:cBhvr>
                                      <p:to>
                                        <p:strVal val="visible"/>
                                      </p:to>
                                    </p:set>
                                    <p:anim calcmode="lin" valueType="num">
                                      <p:cBhvr>
                                        <p:cTn id="212" dur="500" fill="hold"/>
                                        <p:tgtEl>
                                          <p:spTgt spid="129044">
                                            <p:txEl>
                                              <p:pRg st="8" end="8"/>
                                            </p:txEl>
                                          </p:spTgt>
                                        </p:tgtEl>
                                        <p:attrNameLst>
                                          <p:attrName>ppt_w</p:attrName>
                                        </p:attrNameLst>
                                      </p:cBhvr>
                                      <p:tavLst>
                                        <p:tav tm="0">
                                          <p:val>
                                            <p:fltVal val="0"/>
                                          </p:val>
                                        </p:tav>
                                        <p:tav tm="100000">
                                          <p:val>
                                            <p:strVal val="#ppt_w"/>
                                          </p:val>
                                        </p:tav>
                                      </p:tavLst>
                                    </p:anim>
                                    <p:anim calcmode="lin" valueType="num">
                                      <p:cBhvr>
                                        <p:cTn id="213" dur="500" fill="hold"/>
                                        <p:tgtEl>
                                          <p:spTgt spid="129044">
                                            <p:txEl>
                                              <p:pRg st="8" end="8"/>
                                            </p:txEl>
                                          </p:spTgt>
                                        </p:tgtEl>
                                        <p:attrNameLst>
                                          <p:attrName>ppt_h</p:attrName>
                                        </p:attrNameLst>
                                      </p:cBhvr>
                                      <p:tavLst>
                                        <p:tav tm="0">
                                          <p:val>
                                            <p:fltVal val="0"/>
                                          </p:val>
                                        </p:tav>
                                        <p:tav tm="100000">
                                          <p:val>
                                            <p:strVal val="#ppt_h"/>
                                          </p:val>
                                        </p:tav>
                                      </p:tavLst>
                                    </p:anim>
                                    <p:animEffect transition="in" filter="fade">
                                      <p:cBhvr>
                                        <p:cTn id="214" dur="500"/>
                                        <p:tgtEl>
                                          <p:spTgt spid="129044">
                                            <p:txEl>
                                              <p:pRg st="8" end="8"/>
                                            </p:txEl>
                                          </p:spTgt>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53" presetClass="entr" presetSubtype="16" fill="hold" grpId="0" nodeType="clickEffect">
                                  <p:stCondLst>
                                    <p:cond delay="0"/>
                                  </p:stCondLst>
                                  <p:childTnLst>
                                    <p:set>
                                      <p:cBhvr>
                                        <p:cTn id="218" dur="1" fill="hold">
                                          <p:stCondLst>
                                            <p:cond delay="0"/>
                                          </p:stCondLst>
                                        </p:cTn>
                                        <p:tgtEl>
                                          <p:spTgt spid="129067"/>
                                        </p:tgtEl>
                                        <p:attrNameLst>
                                          <p:attrName>style.visibility</p:attrName>
                                        </p:attrNameLst>
                                      </p:cBhvr>
                                      <p:to>
                                        <p:strVal val="visible"/>
                                      </p:to>
                                    </p:set>
                                    <p:anim calcmode="lin" valueType="num">
                                      <p:cBhvr>
                                        <p:cTn id="219" dur="500" fill="hold"/>
                                        <p:tgtEl>
                                          <p:spTgt spid="129067"/>
                                        </p:tgtEl>
                                        <p:attrNameLst>
                                          <p:attrName>ppt_w</p:attrName>
                                        </p:attrNameLst>
                                      </p:cBhvr>
                                      <p:tavLst>
                                        <p:tav tm="0">
                                          <p:val>
                                            <p:fltVal val="0"/>
                                          </p:val>
                                        </p:tav>
                                        <p:tav tm="100000">
                                          <p:val>
                                            <p:strVal val="#ppt_w"/>
                                          </p:val>
                                        </p:tav>
                                      </p:tavLst>
                                    </p:anim>
                                    <p:anim calcmode="lin" valueType="num">
                                      <p:cBhvr>
                                        <p:cTn id="220" dur="500" fill="hold"/>
                                        <p:tgtEl>
                                          <p:spTgt spid="129067"/>
                                        </p:tgtEl>
                                        <p:attrNameLst>
                                          <p:attrName>ppt_h</p:attrName>
                                        </p:attrNameLst>
                                      </p:cBhvr>
                                      <p:tavLst>
                                        <p:tav tm="0">
                                          <p:val>
                                            <p:fltVal val="0"/>
                                          </p:val>
                                        </p:tav>
                                        <p:tav tm="100000">
                                          <p:val>
                                            <p:strVal val="#ppt_h"/>
                                          </p:val>
                                        </p:tav>
                                      </p:tavLst>
                                    </p:anim>
                                    <p:animEffect transition="in" filter="fade">
                                      <p:cBhvr>
                                        <p:cTn id="221" dur="500"/>
                                        <p:tgtEl>
                                          <p:spTgt spid="129067"/>
                                        </p:tgtEl>
                                      </p:cBhvr>
                                    </p:animEffect>
                                  </p:childTnLst>
                                </p:cTn>
                              </p:par>
                              <p:par>
                                <p:cTn id="222" presetID="53" presetClass="entr" presetSubtype="16" fill="hold" grpId="0" nodeType="withEffect">
                                  <p:stCondLst>
                                    <p:cond delay="0"/>
                                  </p:stCondLst>
                                  <p:childTnLst>
                                    <p:set>
                                      <p:cBhvr>
                                        <p:cTn id="223" dur="1" fill="hold">
                                          <p:stCondLst>
                                            <p:cond delay="0"/>
                                          </p:stCondLst>
                                        </p:cTn>
                                        <p:tgtEl>
                                          <p:spTgt spid="63"/>
                                        </p:tgtEl>
                                        <p:attrNameLst>
                                          <p:attrName>style.visibility</p:attrName>
                                        </p:attrNameLst>
                                      </p:cBhvr>
                                      <p:to>
                                        <p:strVal val="visible"/>
                                      </p:to>
                                    </p:set>
                                    <p:anim calcmode="lin" valueType="num">
                                      <p:cBhvr>
                                        <p:cTn id="224" dur="500" fill="hold"/>
                                        <p:tgtEl>
                                          <p:spTgt spid="63"/>
                                        </p:tgtEl>
                                        <p:attrNameLst>
                                          <p:attrName>ppt_w</p:attrName>
                                        </p:attrNameLst>
                                      </p:cBhvr>
                                      <p:tavLst>
                                        <p:tav tm="0">
                                          <p:val>
                                            <p:fltVal val="0"/>
                                          </p:val>
                                        </p:tav>
                                        <p:tav tm="100000">
                                          <p:val>
                                            <p:strVal val="#ppt_w"/>
                                          </p:val>
                                        </p:tav>
                                      </p:tavLst>
                                    </p:anim>
                                    <p:anim calcmode="lin" valueType="num">
                                      <p:cBhvr>
                                        <p:cTn id="225" dur="500" fill="hold"/>
                                        <p:tgtEl>
                                          <p:spTgt spid="63"/>
                                        </p:tgtEl>
                                        <p:attrNameLst>
                                          <p:attrName>ppt_h</p:attrName>
                                        </p:attrNameLst>
                                      </p:cBhvr>
                                      <p:tavLst>
                                        <p:tav tm="0">
                                          <p:val>
                                            <p:fltVal val="0"/>
                                          </p:val>
                                        </p:tav>
                                        <p:tav tm="100000">
                                          <p:val>
                                            <p:strVal val="#ppt_h"/>
                                          </p:val>
                                        </p:tav>
                                      </p:tavLst>
                                    </p:anim>
                                    <p:animEffect transition="in" filter="fade">
                                      <p:cBhvr>
                                        <p:cTn id="226" dur="500"/>
                                        <p:tgtEl>
                                          <p:spTgt spid="63"/>
                                        </p:tgtEl>
                                      </p:cBhvr>
                                    </p:animEffec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53" presetClass="entr" presetSubtype="16" fill="hold" grpId="0" nodeType="clickEffect">
                                  <p:stCondLst>
                                    <p:cond delay="0"/>
                                  </p:stCondLst>
                                  <p:childTnLst>
                                    <p:set>
                                      <p:cBhvr>
                                        <p:cTn id="230" dur="1" fill="hold">
                                          <p:stCondLst>
                                            <p:cond delay="0"/>
                                          </p:stCondLst>
                                        </p:cTn>
                                        <p:tgtEl>
                                          <p:spTgt spid="129086"/>
                                        </p:tgtEl>
                                        <p:attrNameLst>
                                          <p:attrName>style.visibility</p:attrName>
                                        </p:attrNameLst>
                                      </p:cBhvr>
                                      <p:to>
                                        <p:strVal val="visible"/>
                                      </p:to>
                                    </p:set>
                                    <p:anim calcmode="lin" valueType="num">
                                      <p:cBhvr>
                                        <p:cTn id="231" dur="500" fill="hold"/>
                                        <p:tgtEl>
                                          <p:spTgt spid="129086"/>
                                        </p:tgtEl>
                                        <p:attrNameLst>
                                          <p:attrName>ppt_w</p:attrName>
                                        </p:attrNameLst>
                                      </p:cBhvr>
                                      <p:tavLst>
                                        <p:tav tm="0">
                                          <p:val>
                                            <p:fltVal val="0"/>
                                          </p:val>
                                        </p:tav>
                                        <p:tav tm="100000">
                                          <p:val>
                                            <p:strVal val="#ppt_w"/>
                                          </p:val>
                                        </p:tav>
                                      </p:tavLst>
                                    </p:anim>
                                    <p:anim calcmode="lin" valueType="num">
                                      <p:cBhvr>
                                        <p:cTn id="232" dur="500" fill="hold"/>
                                        <p:tgtEl>
                                          <p:spTgt spid="129086"/>
                                        </p:tgtEl>
                                        <p:attrNameLst>
                                          <p:attrName>ppt_h</p:attrName>
                                        </p:attrNameLst>
                                      </p:cBhvr>
                                      <p:tavLst>
                                        <p:tav tm="0">
                                          <p:val>
                                            <p:fltVal val="0"/>
                                          </p:val>
                                        </p:tav>
                                        <p:tav tm="100000">
                                          <p:val>
                                            <p:strVal val="#ppt_h"/>
                                          </p:val>
                                        </p:tav>
                                      </p:tavLst>
                                    </p:anim>
                                    <p:animEffect transition="in" filter="fade">
                                      <p:cBhvr>
                                        <p:cTn id="233" dur="500"/>
                                        <p:tgtEl>
                                          <p:spTgt spid="129086"/>
                                        </p:tgtEl>
                                      </p:cBhvr>
                                    </p:animEffect>
                                  </p:childTnLst>
                                </p:cTn>
                              </p:par>
                              <p:par>
                                <p:cTn id="234" presetID="53" presetClass="entr" presetSubtype="16" fill="hold" grpId="0" nodeType="withEffect">
                                  <p:stCondLst>
                                    <p:cond delay="0"/>
                                  </p:stCondLst>
                                  <p:childTnLst>
                                    <p:set>
                                      <p:cBhvr>
                                        <p:cTn id="235" dur="1" fill="hold">
                                          <p:stCondLst>
                                            <p:cond delay="0"/>
                                          </p:stCondLst>
                                        </p:cTn>
                                        <p:tgtEl>
                                          <p:spTgt spid="129047"/>
                                        </p:tgtEl>
                                        <p:attrNameLst>
                                          <p:attrName>style.visibility</p:attrName>
                                        </p:attrNameLst>
                                      </p:cBhvr>
                                      <p:to>
                                        <p:strVal val="visible"/>
                                      </p:to>
                                    </p:set>
                                    <p:anim calcmode="lin" valueType="num">
                                      <p:cBhvr>
                                        <p:cTn id="236" dur="500" fill="hold"/>
                                        <p:tgtEl>
                                          <p:spTgt spid="129047"/>
                                        </p:tgtEl>
                                        <p:attrNameLst>
                                          <p:attrName>ppt_w</p:attrName>
                                        </p:attrNameLst>
                                      </p:cBhvr>
                                      <p:tavLst>
                                        <p:tav tm="0">
                                          <p:val>
                                            <p:fltVal val="0"/>
                                          </p:val>
                                        </p:tav>
                                        <p:tav tm="100000">
                                          <p:val>
                                            <p:strVal val="#ppt_w"/>
                                          </p:val>
                                        </p:tav>
                                      </p:tavLst>
                                    </p:anim>
                                    <p:anim calcmode="lin" valueType="num">
                                      <p:cBhvr>
                                        <p:cTn id="237" dur="500" fill="hold"/>
                                        <p:tgtEl>
                                          <p:spTgt spid="129047"/>
                                        </p:tgtEl>
                                        <p:attrNameLst>
                                          <p:attrName>ppt_h</p:attrName>
                                        </p:attrNameLst>
                                      </p:cBhvr>
                                      <p:tavLst>
                                        <p:tav tm="0">
                                          <p:val>
                                            <p:fltVal val="0"/>
                                          </p:val>
                                        </p:tav>
                                        <p:tav tm="100000">
                                          <p:val>
                                            <p:strVal val="#ppt_h"/>
                                          </p:val>
                                        </p:tav>
                                      </p:tavLst>
                                    </p:anim>
                                    <p:animEffect transition="in" filter="fade">
                                      <p:cBhvr>
                                        <p:cTn id="238" dur="500"/>
                                        <p:tgtEl>
                                          <p:spTgt spid="129047"/>
                                        </p:tgtEl>
                                      </p:cBhvr>
                                    </p:animEffect>
                                  </p:childTnLst>
                                </p:cTn>
                              </p:par>
                              <p:par>
                                <p:cTn id="239" presetID="53" presetClass="entr" presetSubtype="16" fill="hold" grpId="0" nodeType="withEffect">
                                  <p:stCondLst>
                                    <p:cond delay="0"/>
                                  </p:stCondLst>
                                  <p:childTnLst>
                                    <p:set>
                                      <p:cBhvr>
                                        <p:cTn id="240" dur="1" fill="hold">
                                          <p:stCondLst>
                                            <p:cond delay="0"/>
                                          </p:stCondLst>
                                        </p:cTn>
                                        <p:tgtEl>
                                          <p:spTgt spid="129085"/>
                                        </p:tgtEl>
                                        <p:attrNameLst>
                                          <p:attrName>style.visibility</p:attrName>
                                        </p:attrNameLst>
                                      </p:cBhvr>
                                      <p:to>
                                        <p:strVal val="visible"/>
                                      </p:to>
                                    </p:set>
                                    <p:anim calcmode="lin" valueType="num">
                                      <p:cBhvr>
                                        <p:cTn id="241" dur="500" fill="hold"/>
                                        <p:tgtEl>
                                          <p:spTgt spid="129085"/>
                                        </p:tgtEl>
                                        <p:attrNameLst>
                                          <p:attrName>ppt_w</p:attrName>
                                        </p:attrNameLst>
                                      </p:cBhvr>
                                      <p:tavLst>
                                        <p:tav tm="0">
                                          <p:val>
                                            <p:fltVal val="0"/>
                                          </p:val>
                                        </p:tav>
                                        <p:tav tm="100000">
                                          <p:val>
                                            <p:strVal val="#ppt_w"/>
                                          </p:val>
                                        </p:tav>
                                      </p:tavLst>
                                    </p:anim>
                                    <p:anim calcmode="lin" valueType="num">
                                      <p:cBhvr>
                                        <p:cTn id="242" dur="500" fill="hold"/>
                                        <p:tgtEl>
                                          <p:spTgt spid="129085"/>
                                        </p:tgtEl>
                                        <p:attrNameLst>
                                          <p:attrName>ppt_h</p:attrName>
                                        </p:attrNameLst>
                                      </p:cBhvr>
                                      <p:tavLst>
                                        <p:tav tm="0">
                                          <p:val>
                                            <p:fltVal val="0"/>
                                          </p:val>
                                        </p:tav>
                                        <p:tav tm="100000">
                                          <p:val>
                                            <p:strVal val="#ppt_h"/>
                                          </p:val>
                                        </p:tav>
                                      </p:tavLst>
                                    </p:anim>
                                    <p:animEffect transition="in" filter="fade">
                                      <p:cBhvr>
                                        <p:cTn id="243" dur="500"/>
                                        <p:tgtEl>
                                          <p:spTgt spid="129085"/>
                                        </p:tgtEl>
                                      </p:cBhvr>
                                    </p:animEffect>
                                  </p:childTnLst>
                                </p:cTn>
                              </p:par>
                              <p:par>
                                <p:cTn id="244" presetID="53" presetClass="entr" presetSubtype="16" fill="hold" grpId="0" nodeType="withEffect">
                                  <p:stCondLst>
                                    <p:cond delay="0"/>
                                  </p:stCondLst>
                                  <p:childTnLst>
                                    <p:set>
                                      <p:cBhvr>
                                        <p:cTn id="245" dur="1" fill="hold">
                                          <p:stCondLst>
                                            <p:cond delay="0"/>
                                          </p:stCondLst>
                                        </p:cTn>
                                        <p:tgtEl>
                                          <p:spTgt spid="129084"/>
                                        </p:tgtEl>
                                        <p:attrNameLst>
                                          <p:attrName>style.visibility</p:attrName>
                                        </p:attrNameLst>
                                      </p:cBhvr>
                                      <p:to>
                                        <p:strVal val="visible"/>
                                      </p:to>
                                    </p:set>
                                    <p:anim calcmode="lin" valueType="num">
                                      <p:cBhvr>
                                        <p:cTn id="246" dur="500" fill="hold"/>
                                        <p:tgtEl>
                                          <p:spTgt spid="129084"/>
                                        </p:tgtEl>
                                        <p:attrNameLst>
                                          <p:attrName>ppt_w</p:attrName>
                                        </p:attrNameLst>
                                      </p:cBhvr>
                                      <p:tavLst>
                                        <p:tav tm="0">
                                          <p:val>
                                            <p:fltVal val="0"/>
                                          </p:val>
                                        </p:tav>
                                        <p:tav tm="100000">
                                          <p:val>
                                            <p:strVal val="#ppt_w"/>
                                          </p:val>
                                        </p:tav>
                                      </p:tavLst>
                                    </p:anim>
                                    <p:anim calcmode="lin" valueType="num">
                                      <p:cBhvr>
                                        <p:cTn id="247" dur="500" fill="hold"/>
                                        <p:tgtEl>
                                          <p:spTgt spid="129084"/>
                                        </p:tgtEl>
                                        <p:attrNameLst>
                                          <p:attrName>ppt_h</p:attrName>
                                        </p:attrNameLst>
                                      </p:cBhvr>
                                      <p:tavLst>
                                        <p:tav tm="0">
                                          <p:val>
                                            <p:fltVal val="0"/>
                                          </p:val>
                                        </p:tav>
                                        <p:tav tm="100000">
                                          <p:val>
                                            <p:strVal val="#ppt_h"/>
                                          </p:val>
                                        </p:tav>
                                      </p:tavLst>
                                    </p:anim>
                                    <p:animEffect transition="in" filter="fade">
                                      <p:cBhvr>
                                        <p:cTn id="248" dur="500"/>
                                        <p:tgtEl>
                                          <p:spTgt spid="129084"/>
                                        </p:tgtEl>
                                      </p:cBhvr>
                                    </p:animEffect>
                                  </p:childTnLst>
                                </p:cTn>
                              </p:par>
                            </p:childTnLst>
                          </p:cTn>
                        </p:par>
                        <p:par>
                          <p:cTn id="249" fill="hold" nodeType="afterGroup">
                            <p:stCondLst>
                              <p:cond delay="500"/>
                            </p:stCondLst>
                            <p:childTnLst>
                              <p:par>
                                <p:cTn id="250" presetID="53" presetClass="entr" presetSubtype="16" fill="hold" grpId="0" nodeType="afterEffect">
                                  <p:stCondLst>
                                    <p:cond delay="0"/>
                                  </p:stCondLst>
                                  <p:childTnLst>
                                    <p:set>
                                      <p:cBhvr>
                                        <p:cTn id="251" dur="1" fill="hold">
                                          <p:stCondLst>
                                            <p:cond delay="0"/>
                                          </p:stCondLst>
                                        </p:cTn>
                                        <p:tgtEl>
                                          <p:spTgt spid="129045"/>
                                        </p:tgtEl>
                                        <p:attrNameLst>
                                          <p:attrName>style.visibility</p:attrName>
                                        </p:attrNameLst>
                                      </p:cBhvr>
                                      <p:to>
                                        <p:strVal val="visible"/>
                                      </p:to>
                                    </p:set>
                                    <p:anim calcmode="lin" valueType="num">
                                      <p:cBhvr>
                                        <p:cTn id="252" dur="500" fill="hold"/>
                                        <p:tgtEl>
                                          <p:spTgt spid="129045"/>
                                        </p:tgtEl>
                                        <p:attrNameLst>
                                          <p:attrName>ppt_w</p:attrName>
                                        </p:attrNameLst>
                                      </p:cBhvr>
                                      <p:tavLst>
                                        <p:tav tm="0">
                                          <p:val>
                                            <p:fltVal val="0"/>
                                          </p:val>
                                        </p:tav>
                                        <p:tav tm="100000">
                                          <p:val>
                                            <p:strVal val="#ppt_w"/>
                                          </p:val>
                                        </p:tav>
                                      </p:tavLst>
                                    </p:anim>
                                    <p:anim calcmode="lin" valueType="num">
                                      <p:cBhvr>
                                        <p:cTn id="253" dur="500" fill="hold"/>
                                        <p:tgtEl>
                                          <p:spTgt spid="129045"/>
                                        </p:tgtEl>
                                        <p:attrNameLst>
                                          <p:attrName>ppt_h</p:attrName>
                                        </p:attrNameLst>
                                      </p:cBhvr>
                                      <p:tavLst>
                                        <p:tav tm="0">
                                          <p:val>
                                            <p:fltVal val="0"/>
                                          </p:val>
                                        </p:tav>
                                        <p:tav tm="100000">
                                          <p:val>
                                            <p:strVal val="#ppt_h"/>
                                          </p:val>
                                        </p:tav>
                                      </p:tavLst>
                                    </p:anim>
                                    <p:animEffect transition="in" filter="fade">
                                      <p:cBhvr>
                                        <p:cTn id="254" dur="500"/>
                                        <p:tgtEl>
                                          <p:spTgt spid="129045"/>
                                        </p:tgtEl>
                                      </p:cBhvr>
                                    </p:animEffect>
                                  </p:childTnLst>
                                </p:cTn>
                              </p:par>
                            </p:childTnLst>
                          </p:cTn>
                        </p:par>
                      </p:childTnLst>
                    </p:cTn>
                  </p:par>
                  <p:par>
                    <p:cTn id="255" fill="hold" nodeType="clickPar">
                      <p:stCondLst>
                        <p:cond delay="indefinite"/>
                      </p:stCondLst>
                      <p:childTnLst>
                        <p:par>
                          <p:cTn id="256" fill="hold" nodeType="withGroup">
                            <p:stCondLst>
                              <p:cond delay="0"/>
                            </p:stCondLst>
                            <p:childTnLst>
                              <p:par>
                                <p:cTn id="257" presetID="53" presetClass="entr" presetSubtype="16" fill="hold" grpId="0" nodeType="clickEffect">
                                  <p:stCondLst>
                                    <p:cond delay="0"/>
                                  </p:stCondLst>
                                  <p:childTnLst>
                                    <p:set>
                                      <p:cBhvr>
                                        <p:cTn id="258" dur="1" fill="hold">
                                          <p:stCondLst>
                                            <p:cond delay="0"/>
                                          </p:stCondLst>
                                        </p:cTn>
                                        <p:tgtEl>
                                          <p:spTgt spid="129049"/>
                                        </p:tgtEl>
                                        <p:attrNameLst>
                                          <p:attrName>style.visibility</p:attrName>
                                        </p:attrNameLst>
                                      </p:cBhvr>
                                      <p:to>
                                        <p:strVal val="visible"/>
                                      </p:to>
                                    </p:set>
                                    <p:anim calcmode="lin" valueType="num">
                                      <p:cBhvr>
                                        <p:cTn id="259" dur="500" fill="hold"/>
                                        <p:tgtEl>
                                          <p:spTgt spid="129049"/>
                                        </p:tgtEl>
                                        <p:attrNameLst>
                                          <p:attrName>ppt_w</p:attrName>
                                        </p:attrNameLst>
                                      </p:cBhvr>
                                      <p:tavLst>
                                        <p:tav tm="0">
                                          <p:val>
                                            <p:fltVal val="0"/>
                                          </p:val>
                                        </p:tav>
                                        <p:tav tm="100000">
                                          <p:val>
                                            <p:strVal val="#ppt_w"/>
                                          </p:val>
                                        </p:tav>
                                      </p:tavLst>
                                    </p:anim>
                                    <p:anim calcmode="lin" valueType="num">
                                      <p:cBhvr>
                                        <p:cTn id="260" dur="500" fill="hold"/>
                                        <p:tgtEl>
                                          <p:spTgt spid="129049"/>
                                        </p:tgtEl>
                                        <p:attrNameLst>
                                          <p:attrName>ppt_h</p:attrName>
                                        </p:attrNameLst>
                                      </p:cBhvr>
                                      <p:tavLst>
                                        <p:tav tm="0">
                                          <p:val>
                                            <p:fltVal val="0"/>
                                          </p:val>
                                        </p:tav>
                                        <p:tav tm="100000">
                                          <p:val>
                                            <p:strVal val="#ppt_h"/>
                                          </p:val>
                                        </p:tav>
                                      </p:tavLst>
                                    </p:anim>
                                    <p:animEffect transition="in" filter="fade">
                                      <p:cBhvr>
                                        <p:cTn id="261" dur="500"/>
                                        <p:tgtEl>
                                          <p:spTgt spid="129049"/>
                                        </p:tgtEl>
                                      </p:cBhvr>
                                    </p:animEffect>
                                  </p:childTnLst>
                                </p:cTn>
                              </p:par>
                              <p:par>
                                <p:cTn id="262" presetID="53" presetClass="entr" presetSubtype="16" fill="hold" grpId="0" nodeType="withEffect">
                                  <p:stCondLst>
                                    <p:cond delay="0"/>
                                  </p:stCondLst>
                                  <p:childTnLst>
                                    <p:set>
                                      <p:cBhvr>
                                        <p:cTn id="263" dur="1" fill="hold">
                                          <p:stCondLst>
                                            <p:cond delay="0"/>
                                          </p:stCondLst>
                                        </p:cTn>
                                        <p:tgtEl>
                                          <p:spTgt spid="129050"/>
                                        </p:tgtEl>
                                        <p:attrNameLst>
                                          <p:attrName>style.visibility</p:attrName>
                                        </p:attrNameLst>
                                      </p:cBhvr>
                                      <p:to>
                                        <p:strVal val="visible"/>
                                      </p:to>
                                    </p:set>
                                    <p:anim calcmode="lin" valueType="num">
                                      <p:cBhvr>
                                        <p:cTn id="264" dur="500" fill="hold"/>
                                        <p:tgtEl>
                                          <p:spTgt spid="129050"/>
                                        </p:tgtEl>
                                        <p:attrNameLst>
                                          <p:attrName>ppt_w</p:attrName>
                                        </p:attrNameLst>
                                      </p:cBhvr>
                                      <p:tavLst>
                                        <p:tav tm="0">
                                          <p:val>
                                            <p:fltVal val="0"/>
                                          </p:val>
                                        </p:tav>
                                        <p:tav tm="100000">
                                          <p:val>
                                            <p:strVal val="#ppt_w"/>
                                          </p:val>
                                        </p:tav>
                                      </p:tavLst>
                                    </p:anim>
                                    <p:anim calcmode="lin" valueType="num">
                                      <p:cBhvr>
                                        <p:cTn id="265" dur="500" fill="hold"/>
                                        <p:tgtEl>
                                          <p:spTgt spid="129050"/>
                                        </p:tgtEl>
                                        <p:attrNameLst>
                                          <p:attrName>ppt_h</p:attrName>
                                        </p:attrNameLst>
                                      </p:cBhvr>
                                      <p:tavLst>
                                        <p:tav tm="0">
                                          <p:val>
                                            <p:fltVal val="0"/>
                                          </p:val>
                                        </p:tav>
                                        <p:tav tm="100000">
                                          <p:val>
                                            <p:strVal val="#ppt_h"/>
                                          </p:val>
                                        </p:tav>
                                      </p:tavLst>
                                    </p:anim>
                                    <p:animEffect transition="in" filter="fade">
                                      <p:cBhvr>
                                        <p:cTn id="266" dur="500"/>
                                        <p:tgtEl>
                                          <p:spTgt spid="129050"/>
                                        </p:tgtEl>
                                      </p:cBhvr>
                                    </p:animEffect>
                                  </p:childTnLst>
                                </p:cTn>
                              </p:par>
                            </p:childTnLst>
                          </p:cTn>
                        </p:par>
                        <p:par>
                          <p:cTn id="267" fill="hold" nodeType="afterGroup">
                            <p:stCondLst>
                              <p:cond delay="500"/>
                            </p:stCondLst>
                            <p:childTnLst>
                              <p:par>
                                <p:cTn id="268" presetID="53" presetClass="entr" presetSubtype="16" fill="hold" grpId="0" nodeType="afterEffect">
                                  <p:stCondLst>
                                    <p:cond delay="0"/>
                                  </p:stCondLst>
                                  <p:childTnLst>
                                    <p:set>
                                      <p:cBhvr>
                                        <p:cTn id="269" dur="1" fill="hold">
                                          <p:stCondLst>
                                            <p:cond delay="0"/>
                                          </p:stCondLst>
                                        </p:cTn>
                                        <p:tgtEl>
                                          <p:spTgt spid="129048">
                                            <p:bg/>
                                          </p:spTgt>
                                        </p:tgtEl>
                                        <p:attrNameLst>
                                          <p:attrName>style.visibility</p:attrName>
                                        </p:attrNameLst>
                                      </p:cBhvr>
                                      <p:to>
                                        <p:strVal val="visible"/>
                                      </p:to>
                                    </p:set>
                                    <p:anim calcmode="lin" valueType="num">
                                      <p:cBhvr>
                                        <p:cTn id="270" dur="500" fill="hold"/>
                                        <p:tgtEl>
                                          <p:spTgt spid="129048">
                                            <p:bg/>
                                          </p:spTgt>
                                        </p:tgtEl>
                                        <p:attrNameLst>
                                          <p:attrName>ppt_w</p:attrName>
                                        </p:attrNameLst>
                                      </p:cBhvr>
                                      <p:tavLst>
                                        <p:tav tm="0">
                                          <p:val>
                                            <p:fltVal val="0"/>
                                          </p:val>
                                        </p:tav>
                                        <p:tav tm="100000">
                                          <p:val>
                                            <p:strVal val="#ppt_w"/>
                                          </p:val>
                                        </p:tav>
                                      </p:tavLst>
                                    </p:anim>
                                    <p:anim calcmode="lin" valueType="num">
                                      <p:cBhvr>
                                        <p:cTn id="271" dur="500" fill="hold"/>
                                        <p:tgtEl>
                                          <p:spTgt spid="129048">
                                            <p:bg/>
                                          </p:spTgt>
                                        </p:tgtEl>
                                        <p:attrNameLst>
                                          <p:attrName>ppt_h</p:attrName>
                                        </p:attrNameLst>
                                      </p:cBhvr>
                                      <p:tavLst>
                                        <p:tav tm="0">
                                          <p:val>
                                            <p:fltVal val="0"/>
                                          </p:val>
                                        </p:tav>
                                        <p:tav tm="100000">
                                          <p:val>
                                            <p:strVal val="#ppt_h"/>
                                          </p:val>
                                        </p:tav>
                                      </p:tavLst>
                                    </p:anim>
                                    <p:animEffect transition="in" filter="fade">
                                      <p:cBhvr>
                                        <p:cTn id="272" dur="500"/>
                                        <p:tgtEl>
                                          <p:spTgt spid="129048">
                                            <p:bg/>
                                          </p:spTgt>
                                        </p:tgtEl>
                                      </p:cBhvr>
                                    </p:animEffect>
                                  </p:childTnLst>
                                </p:cTn>
                              </p:par>
                            </p:childTnLst>
                          </p:cTn>
                        </p:par>
                        <p:par>
                          <p:cTn id="273" fill="hold" nodeType="afterGroup">
                            <p:stCondLst>
                              <p:cond delay="1000"/>
                            </p:stCondLst>
                            <p:childTnLst>
                              <p:par>
                                <p:cTn id="274" presetID="53" presetClass="entr" presetSubtype="16" fill="hold" grpId="0" nodeType="afterEffect">
                                  <p:stCondLst>
                                    <p:cond delay="0"/>
                                  </p:stCondLst>
                                  <p:childTnLst>
                                    <p:set>
                                      <p:cBhvr>
                                        <p:cTn id="275" dur="1" fill="hold">
                                          <p:stCondLst>
                                            <p:cond delay="0"/>
                                          </p:stCondLst>
                                        </p:cTn>
                                        <p:tgtEl>
                                          <p:spTgt spid="129048">
                                            <p:txEl>
                                              <p:pRg st="0" end="0"/>
                                            </p:txEl>
                                          </p:spTgt>
                                        </p:tgtEl>
                                        <p:attrNameLst>
                                          <p:attrName>style.visibility</p:attrName>
                                        </p:attrNameLst>
                                      </p:cBhvr>
                                      <p:to>
                                        <p:strVal val="visible"/>
                                      </p:to>
                                    </p:set>
                                    <p:anim calcmode="lin" valueType="num">
                                      <p:cBhvr>
                                        <p:cTn id="276" dur="500" fill="hold"/>
                                        <p:tgtEl>
                                          <p:spTgt spid="129048">
                                            <p:txEl>
                                              <p:pRg st="0" end="0"/>
                                            </p:txEl>
                                          </p:spTgt>
                                        </p:tgtEl>
                                        <p:attrNameLst>
                                          <p:attrName>ppt_w</p:attrName>
                                        </p:attrNameLst>
                                      </p:cBhvr>
                                      <p:tavLst>
                                        <p:tav tm="0">
                                          <p:val>
                                            <p:fltVal val="0"/>
                                          </p:val>
                                        </p:tav>
                                        <p:tav tm="100000">
                                          <p:val>
                                            <p:strVal val="#ppt_w"/>
                                          </p:val>
                                        </p:tav>
                                      </p:tavLst>
                                    </p:anim>
                                    <p:anim calcmode="lin" valueType="num">
                                      <p:cBhvr>
                                        <p:cTn id="277" dur="500" fill="hold"/>
                                        <p:tgtEl>
                                          <p:spTgt spid="129048">
                                            <p:txEl>
                                              <p:pRg st="0" end="0"/>
                                            </p:txEl>
                                          </p:spTgt>
                                        </p:tgtEl>
                                        <p:attrNameLst>
                                          <p:attrName>ppt_h</p:attrName>
                                        </p:attrNameLst>
                                      </p:cBhvr>
                                      <p:tavLst>
                                        <p:tav tm="0">
                                          <p:val>
                                            <p:fltVal val="0"/>
                                          </p:val>
                                        </p:tav>
                                        <p:tav tm="100000">
                                          <p:val>
                                            <p:strVal val="#ppt_h"/>
                                          </p:val>
                                        </p:tav>
                                      </p:tavLst>
                                    </p:anim>
                                    <p:animEffect transition="in" filter="fade">
                                      <p:cBhvr>
                                        <p:cTn id="278" dur="500"/>
                                        <p:tgtEl>
                                          <p:spTgt spid="129048">
                                            <p:txEl>
                                              <p:pRg st="0" end="0"/>
                                            </p:txEl>
                                          </p:spTgt>
                                        </p:tgtEl>
                                      </p:cBhvr>
                                    </p:animEffect>
                                  </p:childTnLst>
                                </p:cTn>
                              </p:par>
                            </p:childTnLst>
                          </p:cTn>
                        </p:par>
                        <p:par>
                          <p:cTn id="279" fill="hold" nodeType="afterGroup">
                            <p:stCondLst>
                              <p:cond delay="1500"/>
                            </p:stCondLst>
                            <p:childTnLst>
                              <p:par>
                                <p:cTn id="280" presetID="53" presetClass="entr" presetSubtype="16" fill="hold" grpId="0" nodeType="afterEffect">
                                  <p:stCondLst>
                                    <p:cond delay="0"/>
                                  </p:stCondLst>
                                  <p:childTnLst>
                                    <p:set>
                                      <p:cBhvr>
                                        <p:cTn id="281" dur="1" fill="hold">
                                          <p:stCondLst>
                                            <p:cond delay="0"/>
                                          </p:stCondLst>
                                        </p:cTn>
                                        <p:tgtEl>
                                          <p:spTgt spid="129048">
                                            <p:txEl>
                                              <p:pRg st="1" end="1"/>
                                            </p:txEl>
                                          </p:spTgt>
                                        </p:tgtEl>
                                        <p:attrNameLst>
                                          <p:attrName>style.visibility</p:attrName>
                                        </p:attrNameLst>
                                      </p:cBhvr>
                                      <p:to>
                                        <p:strVal val="visible"/>
                                      </p:to>
                                    </p:set>
                                    <p:anim calcmode="lin" valueType="num">
                                      <p:cBhvr>
                                        <p:cTn id="282" dur="500" fill="hold"/>
                                        <p:tgtEl>
                                          <p:spTgt spid="129048">
                                            <p:txEl>
                                              <p:pRg st="1" end="1"/>
                                            </p:txEl>
                                          </p:spTgt>
                                        </p:tgtEl>
                                        <p:attrNameLst>
                                          <p:attrName>ppt_w</p:attrName>
                                        </p:attrNameLst>
                                      </p:cBhvr>
                                      <p:tavLst>
                                        <p:tav tm="0">
                                          <p:val>
                                            <p:fltVal val="0"/>
                                          </p:val>
                                        </p:tav>
                                        <p:tav tm="100000">
                                          <p:val>
                                            <p:strVal val="#ppt_w"/>
                                          </p:val>
                                        </p:tav>
                                      </p:tavLst>
                                    </p:anim>
                                    <p:anim calcmode="lin" valueType="num">
                                      <p:cBhvr>
                                        <p:cTn id="283" dur="500" fill="hold"/>
                                        <p:tgtEl>
                                          <p:spTgt spid="129048">
                                            <p:txEl>
                                              <p:pRg st="1" end="1"/>
                                            </p:txEl>
                                          </p:spTgt>
                                        </p:tgtEl>
                                        <p:attrNameLst>
                                          <p:attrName>ppt_h</p:attrName>
                                        </p:attrNameLst>
                                      </p:cBhvr>
                                      <p:tavLst>
                                        <p:tav tm="0">
                                          <p:val>
                                            <p:fltVal val="0"/>
                                          </p:val>
                                        </p:tav>
                                        <p:tav tm="100000">
                                          <p:val>
                                            <p:strVal val="#ppt_h"/>
                                          </p:val>
                                        </p:tav>
                                      </p:tavLst>
                                    </p:anim>
                                    <p:animEffect transition="in" filter="fade">
                                      <p:cBhvr>
                                        <p:cTn id="284" dur="500"/>
                                        <p:tgtEl>
                                          <p:spTgt spid="129048">
                                            <p:txEl>
                                              <p:pRg st="1" end="1"/>
                                            </p:txEl>
                                          </p:spTgt>
                                        </p:tgtEl>
                                      </p:cBhvr>
                                    </p:animEffect>
                                  </p:childTnLst>
                                </p:cTn>
                              </p:par>
                            </p:childTnLst>
                          </p:cTn>
                        </p:par>
                      </p:childTnLst>
                    </p:cTn>
                  </p:par>
                  <p:par>
                    <p:cTn id="285" fill="hold" nodeType="clickPar">
                      <p:stCondLst>
                        <p:cond delay="indefinite"/>
                      </p:stCondLst>
                      <p:childTnLst>
                        <p:par>
                          <p:cTn id="286" fill="hold" nodeType="withGroup">
                            <p:stCondLst>
                              <p:cond delay="0"/>
                            </p:stCondLst>
                            <p:childTnLst>
                              <p:par>
                                <p:cTn id="287" presetID="53" presetClass="entr" presetSubtype="16" fill="hold" grpId="0" nodeType="clickEffect">
                                  <p:stCondLst>
                                    <p:cond delay="0"/>
                                  </p:stCondLst>
                                  <p:childTnLst>
                                    <p:set>
                                      <p:cBhvr>
                                        <p:cTn id="288" dur="1" fill="hold">
                                          <p:stCondLst>
                                            <p:cond delay="0"/>
                                          </p:stCondLst>
                                        </p:cTn>
                                        <p:tgtEl>
                                          <p:spTgt spid="129048">
                                            <p:txEl>
                                              <p:pRg st="2" end="2"/>
                                            </p:txEl>
                                          </p:spTgt>
                                        </p:tgtEl>
                                        <p:attrNameLst>
                                          <p:attrName>style.visibility</p:attrName>
                                        </p:attrNameLst>
                                      </p:cBhvr>
                                      <p:to>
                                        <p:strVal val="visible"/>
                                      </p:to>
                                    </p:set>
                                    <p:anim calcmode="lin" valueType="num">
                                      <p:cBhvr>
                                        <p:cTn id="289" dur="500" fill="hold"/>
                                        <p:tgtEl>
                                          <p:spTgt spid="129048">
                                            <p:txEl>
                                              <p:pRg st="2" end="2"/>
                                            </p:txEl>
                                          </p:spTgt>
                                        </p:tgtEl>
                                        <p:attrNameLst>
                                          <p:attrName>ppt_w</p:attrName>
                                        </p:attrNameLst>
                                      </p:cBhvr>
                                      <p:tavLst>
                                        <p:tav tm="0">
                                          <p:val>
                                            <p:fltVal val="0"/>
                                          </p:val>
                                        </p:tav>
                                        <p:tav tm="100000">
                                          <p:val>
                                            <p:strVal val="#ppt_w"/>
                                          </p:val>
                                        </p:tav>
                                      </p:tavLst>
                                    </p:anim>
                                    <p:anim calcmode="lin" valueType="num">
                                      <p:cBhvr>
                                        <p:cTn id="290" dur="500" fill="hold"/>
                                        <p:tgtEl>
                                          <p:spTgt spid="129048">
                                            <p:txEl>
                                              <p:pRg st="2" end="2"/>
                                            </p:txEl>
                                          </p:spTgt>
                                        </p:tgtEl>
                                        <p:attrNameLst>
                                          <p:attrName>ppt_h</p:attrName>
                                        </p:attrNameLst>
                                      </p:cBhvr>
                                      <p:tavLst>
                                        <p:tav tm="0">
                                          <p:val>
                                            <p:fltVal val="0"/>
                                          </p:val>
                                        </p:tav>
                                        <p:tav tm="100000">
                                          <p:val>
                                            <p:strVal val="#ppt_h"/>
                                          </p:val>
                                        </p:tav>
                                      </p:tavLst>
                                    </p:anim>
                                    <p:animEffect transition="in" filter="fade">
                                      <p:cBhvr>
                                        <p:cTn id="291" dur="500"/>
                                        <p:tgtEl>
                                          <p:spTgt spid="129048">
                                            <p:txEl>
                                              <p:pRg st="2" end="2"/>
                                            </p:txEl>
                                          </p:spTgt>
                                        </p:tgtEl>
                                      </p:cBhvr>
                                    </p:animEffect>
                                  </p:childTnLst>
                                </p:cTn>
                              </p:par>
                            </p:childTnLst>
                          </p:cTn>
                        </p:par>
                      </p:childTnLst>
                    </p:cTn>
                  </p:par>
                  <p:par>
                    <p:cTn id="292" fill="hold" nodeType="clickPar">
                      <p:stCondLst>
                        <p:cond delay="indefinite"/>
                      </p:stCondLst>
                      <p:childTnLst>
                        <p:par>
                          <p:cTn id="293" fill="hold" nodeType="withGroup">
                            <p:stCondLst>
                              <p:cond delay="0"/>
                            </p:stCondLst>
                            <p:childTnLst>
                              <p:par>
                                <p:cTn id="294" presetID="53" presetClass="entr" presetSubtype="16" fill="hold" grpId="0" nodeType="clickEffect">
                                  <p:stCondLst>
                                    <p:cond delay="0"/>
                                  </p:stCondLst>
                                  <p:childTnLst>
                                    <p:set>
                                      <p:cBhvr>
                                        <p:cTn id="295" dur="1" fill="hold">
                                          <p:stCondLst>
                                            <p:cond delay="0"/>
                                          </p:stCondLst>
                                        </p:cTn>
                                        <p:tgtEl>
                                          <p:spTgt spid="129048">
                                            <p:txEl>
                                              <p:pRg st="3" end="3"/>
                                            </p:txEl>
                                          </p:spTgt>
                                        </p:tgtEl>
                                        <p:attrNameLst>
                                          <p:attrName>style.visibility</p:attrName>
                                        </p:attrNameLst>
                                      </p:cBhvr>
                                      <p:to>
                                        <p:strVal val="visible"/>
                                      </p:to>
                                    </p:set>
                                    <p:anim calcmode="lin" valueType="num">
                                      <p:cBhvr>
                                        <p:cTn id="296" dur="500" fill="hold"/>
                                        <p:tgtEl>
                                          <p:spTgt spid="129048">
                                            <p:txEl>
                                              <p:pRg st="3" end="3"/>
                                            </p:txEl>
                                          </p:spTgt>
                                        </p:tgtEl>
                                        <p:attrNameLst>
                                          <p:attrName>ppt_w</p:attrName>
                                        </p:attrNameLst>
                                      </p:cBhvr>
                                      <p:tavLst>
                                        <p:tav tm="0">
                                          <p:val>
                                            <p:fltVal val="0"/>
                                          </p:val>
                                        </p:tav>
                                        <p:tav tm="100000">
                                          <p:val>
                                            <p:strVal val="#ppt_w"/>
                                          </p:val>
                                        </p:tav>
                                      </p:tavLst>
                                    </p:anim>
                                    <p:anim calcmode="lin" valueType="num">
                                      <p:cBhvr>
                                        <p:cTn id="297" dur="500" fill="hold"/>
                                        <p:tgtEl>
                                          <p:spTgt spid="129048">
                                            <p:txEl>
                                              <p:pRg st="3" end="3"/>
                                            </p:txEl>
                                          </p:spTgt>
                                        </p:tgtEl>
                                        <p:attrNameLst>
                                          <p:attrName>ppt_h</p:attrName>
                                        </p:attrNameLst>
                                      </p:cBhvr>
                                      <p:tavLst>
                                        <p:tav tm="0">
                                          <p:val>
                                            <p:fltVal val="0"/>
                                          </p:val>
                                        </p:tav>
                                        <p:tav tm="100000">
                                          <p:val>
                                            <p:strVal val="#ppt_h"/>
                                          </p:val>
                                        </p:tav>
                                      </p:tavLst>
                                    </p:anim>
                                    <p:animEffect transition="in" filter="fade">
                                      <p:cBhvr>
                                        <p:cTn id="298" dur="500"/>
                                        <p:tgtEl>
                                          <p:spTgt spid="129048">
                                            <p:txEl>
                                              <p:pRg st="3" end="3"/>
                                            </p:txEl>
                                          </p:spTgt>
                                        </p:tgtEl>
                                      </p:cBhvr>
                                    </p:animEffect>
                                  </p:childTnLst>
                                </p:cTn>
                              </p:par>
                            </p:childTnLst>
                          </p:cTn>
                        </p:par>
                      </p:childTnLst>
                    </p:cTn>
                  </p:par>
                  <p:par>
                    <p:cTn id="299" fill="hold" nodeType="clickPar">
                      <p:stCondLst>
                        <p:cond delay="indefinite"/>
                      </p:stCondLst>
                      <p:childTnLst>
                        <p:par>
                          <p:cTn id="300" fill="hold" nodeType="withGroup">
                            <p:stCondLst>
                              <p:cond delay="0"/>
                            </p:stCondLst>
                            <p:childTnLst>
                              <p:par>
                                <p:cTn id="301" presetID="53" presetClass="entr" presetSubtype="16" fill="hold" grpId="0" nodeType="clickEffect">
                                  <p:stCondLst>
                                    <p:cond delay="0"/>
                                  </p:stCondLst>
                                  <p:childTnLst>
                                    <p:set>
                                      <p:cBhvr>
                                        <p:cTn id="302" dur="1" fill="hold">
                                          <p:stCondLst>
                                            <p:cond delay="0"/>
                                          </p:stCondLst>
                                        </p:cTn>
                                        <p:tgtEl>
                                          <p:spTgt spid="129048">
                                            <p:txEl>
                                              <p:pRg st="4" end="4"/>
                                            </p:txEl>
                                          </p:spTgt>
                                        </p:tgtEl>
                                        <p:attrNameLst>
                                          <p:attrName>style.visibility</p:attrName>
                                        </p:attrNameLst>
                                      </p:cBhvr>
                                      <p:to>
                                        <p:strVal val="visible"/>
                                      </p:to>
                                    </p:set>
                                    <p:anim calcmode="lin" valueType="num">
                                      <p:cBhvr>
                                        <p:cTn id="303" dur="500" fill="hold"/>
                                        <p:tgtEl>
                                          <p:spTgt spid="129048">
                                            <p:txEl>
                                              <p:pRg st="4" end="4"/>
                                            </p:txEl>
                                          </p:spTgt>
                                        </p:tgtEl>
                                        <p:attrNameLst>
                                          <p:attrName>ppt_w</p:attrName>
                                        </p:attrNameLst>
                                      </p:cBhvr>
                                      <p:tavLst>
                                        <p:tav tm="0">
                                          <p:val>
                                            <p:fltVal val="0"/>
                                          </p:val>
                                        </p:tav>
                                        <p:tav tm="100000">
                                          <p:val>
                                            <p:strVal val="#ppt_w"/>
                                          </p:val>
                                        </p:tav>
                                      </p:tavLst>
                                    </p:anim>
                                    <p:anim calcmode="lin" valueType="num">
                                      <p:cBhvr>
                                        <p:cTn id="304" dur="500" fill="hold"/>
                                        <p:tgtEl>
                                          <p:spTgt spid="129048">
                                            <p:txEl>
                                              <p:pRg st="4" end="4"/>
                                            </p:txEl>
                                          </p:spTgt>
                                        </p:tgtEl>
                                        <p:attrNameLst>
                                          <p:attrName>ppt_h</p:attrName>
                                        </p:attrNameLst>
                                      </p:cBhvr>
                                      <p:tavLst>
                                        <p:tav tm="0">
                                          <p:val>
                                            <p:fltVal val="0"/>
                                          </p:val>
                                        </p:tav>
                                        <p:tav tm="100000">
                                          <p:val>
                                            <p:strVal val="#ppt_h"/>
                                          </p:val>
                                        </p:tav>
                                      </p:tavLst>
                                    </p:anim>
                                    <p:animEffect transition="in" filter="fade">
                                      <p:cBhvr>
                                        <p:cTn id="305" dur="500"/>
                                        <p:tgtEl>
                                          <p:spTgt spid="129048">
                                            <p:txEl>
                                              <p:pRg st="4" end="4"/>
                                            </p:txEl>
                                          </p:spTgt>
                                        </p:tgtEl>
                                      </p:cBhvr>
                                    </p:animEffect>
                                  </p:childTnLst>
                                </p:cTn>
                              </p:par>
                            </p:childTnLst>
                          </p:cTn>
                        </p:par>
                      </p:childTnLst>
                    </p:cTn>
                  </p:par>
                  <p:par>
                    <p:cTn id="306" fill="hold" nodeType="clickPar">
                      <p:stCondLst>
                        <p:cond delay="indefinite"/>
                      </p:stCondLst>
                      <p:childTnLst>
                        <p:par>
                          <p:cTn id="307" fill="hold" nodeType="withGroup">
                            <p:stCondLst>
                              <p:cond delay="0"/>
                            </p:stCondLst>
                            <p:childTnLst>
                              <p:par>
                                <p:cTn id="308" presetID="53" presetClass="entr" presetSubtype="16" fill="hold" grpId="0" nodeType="clickEffect">
                                  <p:stCondLst>
                                    <p:cond delay="0"/>
                                  </p:stCondLst>
                                  <p:childTnLst>
                                    <p:set>
                                      <p:cBhvr>
                                        <p:cTn id="309" dur="1" fill="hold">
                                          <p:stCondLst>
                                            <p:cond delay="0"/>
                                          </p:stCondLst>
                                        </p:cTn>
                                        <p:tgtEl>
                                          <p:spTgt spid="129053"/>
                                        </p:tgtEl>
                                        <p:attrNameLst>
                                          <p:attrName>style.visibility</p:attrName>
                                        </p:attrNameLst>
                                      </p:cBhvr>
                                      <p:to>
                                        <p:strVal val="visible"/>
                                      </p:to>
                                    </p:set>
                                    <p:anim calcmode="lin" valueType="num">
                                      <p:cBhvr>
                                        <p:cTn id="310" dur="500" fill="hold"/>
                                        <p:tgtEl>
                                          <p:spTgt spid="129053"/>
                                        </p:tgtEl>
                                        <p:attrNameLst>
                                          <p:attrName>ppt_w</p:attrName>
                                        </p:attrNameLst>
                                      </p:cBhvr>
                                      <p:tavLst>
                                        <p:tav tm="0">
                                          <p:val>
                                            <p:fltVal val="0"/>
                                          </p:val>
                                        </p:tav>
                                        <p:tav tm="100000">
                                          <p:val>
                                            <p:strVal val="#ppt_w"/>
                                          </p:val>
                                        </p:tav>
                                      </p:tavLst>
                                    </p:anim>
                                    <p:anim calcmode="lin" valueType="num">
                                      <p:cBhvr>
                                        <p:cTn id="311" dur="500" fill="hold"/>
                                        <p:tgtEl>
                                          <p:spTgt spid="129053"/>
                                        </p:tgtEl>
                                        <p:attrNameLst>
                                          <p:attrName>ppt_h</p:attrName>
                                        </p:attrNameLst>
                                      </p:cBhvr>
                                      <p:tavLst>
                                        <p:tav tm="0">
                                          <p:val>
                                            <p:fltVal val="0"/>
                                          </p:val>
                                        </p:tav>
                                        <p:tav tm="100000">
                                          <p:val>
                                            <p:strVal val="#ppt_h"/>
                                          </p:val>
                                        </p:tav>
                                      </p:tavLst>
                                    </p:anim>
                                    <p:animEffect transition="in" filter="fade">
                                      <p:cBhvr>
                                        <p:cTn id="312" dur="500"/>
                                        <p:tgtEl>
                                          <p:spTgt spid="129053"/>
                                        </p:tgtEl>
                                      </p:cBhvr>
                                    </p:animEffect>
                                  </p:childTnLst>
                                </p:cTn>
                              </p:par>
                              <p:par>
                                <p:cTn id="313" presetID="53" presetClass="entr" presetSubtype="16" fill="hold" grpId="0" nodeType="withEffect">
                                  <p:stCondLst>
                                    <p:cond delay="0"/>
                                  </p:stCondLst>
                                  <p:childTnLst>
                                    <p:set>
                                      <p:cBhvr>
                                        <p:cTn id="314" dur="1" fill="hold">
                                          <p:stCondLst>
                                            <p:cond delay="0"/>
                                          </p:stCondLst>
                                        </p:cTn>
                                        <p:tgtEl>
                                          <p:spTgt spid="129052"/>
                                        </p:tgtEl>
                                        <p:attrNameLst>
                                          <p:attrName>style.visibility</p:attrName>
                                        </p:attrNameLst>
                                      </p:cBhvr>
                                      <p:to>
                                        <p:strVal val="visible"/>
                                      </p:to>
                                    </p:set>
                                    <p:anim calcmode="lin" valueType="num">
                                      <p:cBhvr>
                                        <p:cTn id="315" dur="500" fill="hold"/>
                                        <p:tgtEl>
                                          <p:spTgt spid="129052"/>
                                        </p:tgtEl>
                                        <p:attrNameLst>
                                          <p:attrName>ppt_w</p:attrName>
                                        </p:attrNameLst>
                                      </p:cBhvr>
                                      <p:tavLst>
                                        <p:tav tm="0">
                                          <p:val>
                                            <p:fltVal val="0"/>
                                          </p:val>
                                        </p:tav>
                                        <p:tav tm="100000">
                                          <p:val>
                                            <p:strVal val="#ppt_w"/>
                                          </p:val>
                                        </p:tav>
                                      </p:tavLst>
                                    </p:anim>
                                    <p:anim calcmode="lin" valueType="num">
                                      <p:cBhvr>
                                        <p:cTn id="316" dur="500" fill="hold"/>
                                        <p:tgtEl>
                                          <p:spTgt spid="129052"/>
                                        </p:tgtEl>
                                        <p:attrNameLst>
                                          <p:attrName>ppt_h</p:attrName>
                                        </p:attrNameLst>
                                      </p:cBhvr>
                                      <p:tavLst>
                                        <p:tav tm="0">
                                          <p:val>
                                            <p:fltVal val="0"/>
                                          </p:val>
                                        </p:tav>
                                        <p:tav tm="100000">
                                          <p:val>
                                            <p:strVal val="#ppt_h"/>
                                          </p:val>
                                        </p:tav>
                                      </p:tavLst>
                                    </p:anim>
                                    <p:animEffect transition="in" filter="fade">
                                      <p:cBhvr>
                                        <p:cTn id="317" dur="500"/>
                                        <p:tgtEl>
                                          <p:spTgt spid="129052"/>
                                        </p:tgtEl>
                                      </p:cBhvr>
                                    </p:animEffect>
                                  </p:childTnLst>
                                </p:cTn>
                              </p:par>
                            </p:childTnLst>
                          </p:cTn>
                        </p:par>
                        <p:par>
                          <p:cTn id="318" fill="hold" nodeType="afterGroup">
                            <p:stCondLst>
                              <p:cond delay="500"/>
                            </p:stCondLst>
                            <p:childTnLst>
                              <p:par>
                                <p:cTn id="319" presetID="53" presetClass="entr" presetSubtype="16" fill="hold" grpId="0" nodeType="afterEffect">
                                  <p:stCondLst>
                                    <p:cond delay="0"/>
                                  </p:stCondLst>
                                  <p:childTnLst>
                                    <p:set>
                                      <p:cBhvr>
                                        <p:cTn id="320" dur="1" fill="hold">
                                          <p:stCondLst>
                                            <p:cond delay="0"/>
                                          </p:stCondLst>
                                        </p:cTn>
                                        <p:tgtEl>
                                          <p:spTgt spid="129051"/>
                                        </p:tgtEl>
                                        <p:attrNameLst>
                                          <p:attrName>style.visibility</p:attrName>
                                        </p:attrNameLst>
                                      </p:cBhvr>
                                      <p:to>
                                        <p:strVal val="visible"/>
                                      </p:to>
                                    </p:set>
                                    <p:anim calcmode="lin" valueType="num">
                                      <p:cBhvr>
                                        <p:cTn id="321" dur="500" fill="hold"/>
                                        <p:tgtEl>
                                          <p:spTgt spid="129051"/>
                                        </p:tgtEl>
                                        <p:attrNameLst>
                                          <p:attrName>ppt_w</p:attrName>
                                        </p:attrNameLst>
                                      </p:cBhvr>
                                      <p:tavLst>
                                        <p:tav tm="0">
                                          <p:val>
                                            <p:fltVal val="0"/>
                                          </p:val>
                                        </p:tav>
                                        <p:tav tm="100000">
                                          <p:val>
                                            <p:strVal val="#ppt_w"/>
                                          </p:val>
                                        </p:tav>
                                      </p:tavLst>
                                    </p:anim>
                                    <p:anim calcmode="lin" valueType="num">
                                      <p:cBhvr>
                                        <p:cTn id="322" dur="500" fill="hold"/>
                                        <p:tgtEl>
                                          <p:spTgt spid="129051"/>
                                        </p:tgtEl>
                                        <p:attrNameLst>
                                          <p:attrName>ppt_h</p:attrName>
                                        </p:attrNameLst>
                                      </p:cBhvr>
                                      <p:tavLst>
                                        <p:tav tm="0">
                                          <p:val>
                                            <p:fltVal val="0"/>
                                          </p:val>
                                        </p:tav>
                                        <p:tav tm="100000">
                                          <p:val>
                                            <p:strVal val="#ppt_h"/>
                                          </p:val>
                                        </p:tav>
                                      </p:tavLst>
                                    </p:anim>
                                    <p:animEffect transition="in" filter="fade">
                                      <p:cBhvr>
                                        <p:cTn id="323" dur="500"/>
                                        <p:tgtEl>
                                          <p:spTgt spid="129051"/>
                                        </p:tgtEl>
                                      </p:cBhvr>
                                    </p:animEffect>
                                  </p:childTnLst>
                                </p:cTn>
                              </p:par>
                            </p:childTnLst>
                          </p:cTn>
                        </p:par>
                      </p:childTnLst>
                    </p:cTn>
                  </p:par>
                  <p:par>
                    <p:cTn id="324" fill="hold" nodeType="clickPar">
                      <p:stCondLst>
                        <p:cond delay="indefinite"/>
                      </p:stCondLst>
                      <p:childTnLst>
                        <p:par>
                          <p:cTn id="325" fill="hold" nodeType="withGroup">
                            <p:stCondLst>
                              <p:cond delay="0"/>
                            </p:stCondLst>
                            <p:childTnLst>
                              <p:par>
                                <p:cTn id="326" presetID="53" presetClass="entr" presetSubtype="16" fill="hold" grpId="0" nodeType="clickEffect">
                                  <p:stCondLst>
                                    <p:cond delay="0"/>
                                  </p:stCondLst>
                                  <p:childTnLst>
                                    <p:set>
                                      <p:cBhvr>
                                        <p:cTn id="327" dur="1" fill="hold">
                                          <p:stCondLst>
                                            <p:cond delay="0"/>
                                          </p:stCondLst>
                                        </p:cTn>
                                        <p:tgtEl>
                                          <p:spTgt spid="129056"/>
                                        </p:tgtEl>
                                        <p:attrNameLst>
                                          <p:attrName>style.visibility</p:attrName>
                                        </p:attrNameLst>
                                      </p:cBhvr>
                                      <p:to>
                                        <p:strVal val="visible"/>
                                      </p:to>
                                    </p:set>
                                    <p:anim calcmode="lin" valueType="num">
                                      <p:cBhvr>
                                        <p:cTn id="328" dur="500" fill="hold"/>
                                        <p:tgtEl>
                                          <p:spTgt spid="129056"/>
                                        </p:tgtEl>
                                        <p:attrNameLst>
                                          <p:attrName>ppt_w</p:attrName>
                                        </p:attrNameLst>
                                      </p:cBhvr>
                                      <p:tavLst>
                                        <p:tav tm="0">
                                          <p:val>
                                            <p:fltVal val="0"/>
                                          </p:val>
                                        </p:tav>
                                        <p:tav tm="100000">
                                          <p:val>
                                            <p:strVal val="#ppt_w"/>
                                          </p:val>
                                        </p:tav>
                                      </p:tavLst>
                                    </p:anim>
                                    <p:anim calcmode="lin" valueType="num">
                                      <p:cBhvr>
                                        <p:cTn id="329" dur="500" fill="hold"/>
                                        <p:tgtEl>
                                          <p:spTgt spid="129056"/>
                                        </p:tgtEl>
                                        <p:attrNameLst>
                                          <p:attrName>ppt_h</p:attrName>
                                        </p:attrNameLst>
                                      </p:cBhvr>
                                      <p:tavLst>
                                        <p:tav tm="0">
                                          <p:val>
                                            <p:fltVal val="0"/>
                                          </p:val>
                                        </p:tav>
                                        <p:tav tm="100000">
                                          <p:val>
                                            <p:strVal val="#ppt_h"/>
                                          </p:val>
                                        </p:tav>
                                      </p:tavLst>
                                    </p:anim>
                                    <p:animEffect transition="in" filter="fade">
                                      <p:cBhvr>
                                        <p:cTn id="330" dur="500"/>
                                        <p:tgtEl>
                                          <p:spTgt spid="129056"/>
                                        </p:tgtEl>
                                      </p:cBhvr>
                                    </p:animEffect>
                                  </p:childTnLst>
                                </p:cTn>
                              </p:par>
                              <p:par>
                                <p:cTn id="331" presetID="53" presetClass="entr" presetSubtype="16" fill="hold" grpId="0" nodeType="withEffect">
                                  <p:stCondLst>
                                    <p:cond delay="0"/>
                                  </p:stCondLst>
                                  <p:childTnLst>
                                    <p:set>
                                      <p:cBhvr>
                                        <p:cTn id="332" dur="1" fill="hold">
                                          <p:stCondLst>
                                            <p:cond delay="0"/>
                                          </p:stCondLst>
                                        </p:cTn>
                                        <p:tgtEl>
                                          <p:spTgt spid="129055"/>
                                        </p:tgtEl>
                                        <p:attrNameLst>
                                          <p:attrName>style.visibility</p:attrName>
                                        </p:attrNameLst>
                                      </p:cBhvr>
                                      <p:to>
                                        <p:strVal val="visible"/>
                                      </p:to>
                                    </p:set>
                                    <p:anim calcmode="lin" valueType="num">
                                      <p:cBhvr>
                                        <p:cTn id="333" dur="500" fill="hold"/>
                                        <p:tgtEl>
                                          <p:spTgt spid="129055"/>
                                        </p:tgtEl>
                                        <p:attrNameLst>
                                          <p:attrName>ppt_w</p:attrName>
                                        </p:attrNameLst>
                                      </p:cBhvr>
                                      <p:tavLst>
                                        <p:tav tm="0">
                                          <p:val>
                                            <p:fltVal val="0"/>
                                          </p:val>
                                        </p:tav>
                                        <p:tav tm="100000">
                                          <p:val>
                                            <p:strVal val="#ppt_w"/>
                                          </p:val>
                                        </p:tav>
                                      </p:tavLst>
                                    </p:anim>
                                    <p:anim calcmode="lin" valueType="num">
                                      <p:cBhvr>
                                        <p:cTn id="334" dur="500" fill="hold"/>
                                        <p:tgtEl>
                                          <p:spTgt spid="129055"/>
                                        </p:tgtEl>
                                        <p:attrNameLst>
                                          <p:attrName>ppt_h</p:attrName>
                                        </p:attrNameLst>
                                      </p:cBhvr>
                                      <p:tavLst>
                                        <p:tav tm="0">
                                          <p:val>
                                            <p:fltVal val="0"/>
                                          </p:val>
                                        </p:tav>
                                        <p:tav tm="100000">
                                          <p:val>
                                            <p:strVal val="#ppt_h"/>
                                          </p:val>
                                        </p:tav>
                                      </p:tavLst>
                                    </p:anim>
                                    <p:animEffect transition="in" filter="fade">
                                      <p:cBhvr>
                                        <p:cTn id="335" dur="500"/>
                                        <p:tgtEl>
                                          <p:spTgt spid="129055"/>
                                        </p:tgtEl>
                                      </p:cBhvr>
                                    </p:animEffect>
                                  </p:childTnLst>
                                </p:cTn>
                              </p:par>
                            </p:childTnLst>
                          </p:cTn>
                        </p:par>
                        <p:par>
                          <p:cTn id="336" fill="hold" nodeType="afterGroup">
                            <p:stCondLst>
                              <p:cond delay="500"/>
                            </p:stCondLst>
                            <p:childTnLst>
                              <p:par>
                                <p:cTn id="337" presetID="53" presetClass="entr" presetSubtype="16" fill="hold" grpId="0" nodeType="afterEffect">
                                  <p:stCondLst>
                                    <p:cond delay="0"/>
                                  </p:stCondLst>
                                  <p:childTnLst>
                                    <p:set>
                                      <p:cBhvr>
                                        <p:cTn id="338" dur="1" fill="hold">
                                          <p:stCondLst>
                                            <p:cond delay="0"/>
                                          </p:stCondLst>
                                        </p:cTn>
                                        <p:tgtEl>
                                          <p:spTgt spid="129054"/>
                                        </p:tgtEl>
                                        <p:attrNameLst>
                                          <p:attrName>style.visibility</p:attrName>
                                        </p:attrNameLst>
                                      </p:cBhvr>
                                      <p:to>
                                        <p:strVal val="visible"/>
                                      </p:to>
                                    </p:set>
                                    <p:anim calcmode="lin" valueType="num">
                                      <p:cBhvr>
                                        <p:cTn id="339" dur="500" fill="hold"/>
                                        <p:tgtEl>
                                          <p:spTgt spid="129054"/>
                                        </p:tgtEl>
                                        <p:attrNameLst>
                                          <p:attrName>ppt_w</p:attrName>
                                        </p:attrNameLst>
                                      </p:cBhvr>
                                      <p:tavLst>
                                        <p:tav tm="0">
                                          <p:val>
                                            <p:fltVal val="0"/>
                                          </p:val>
                                        </p:tav>
                                        <p:tav tm="100000">
                                          <p:val>
                                            <p:strVal val="#ppt_w"/>
                                          </p:val>
                                        </p:tav>
                                      </p:tavLst>
                                    </p:anim>
                                    <p:anim calcmode="lin" valueType="num">
                                      <p:cBhvr>
                                        <p:cTn id="340" dur="500" fill="hold"/>
                                        <p:tgtEl>
                                          <p:spTgt spid="129054"/>
                                        </p:tgtEl>
                                        <p:attrNameLst>
                                          <p:attrName>ppt_h</p:attrName>
                                        </p:attrNameLst>
                                      </p:cBhvr>
                                      <p:tavLst>
                                        <p:tav tm="0">
                                          <p:val>
                                            <p:fltVal val="0"/>
                                          </p:val>
                                        </p:tav>
                                        <p:tav tm="100000">
                                          <p:val>
                                            <p:strVal val="#ppt_h"/>
                                          </p:val>
                                        </p:tav>
                                      </p:tavLst>
                                    </p:anim>
                                    <p:animEffect transition="in" filter="fade">
                                      <p:cBhvr>
                                        <p:cTn id="341" dur="500"/>
                                        <p:tgtEl>
                                          <p:spTgt spid="129054"/>
                                        </p:tgtEl>
                                      </p:cBhvr>
                                    </p:animEffect>
                                  </p:childTnLst>
                                </p:cTn>
                              </p:par>
                            </p:childTnLst>
                          </p:cTn>
                        </p:par>
                      </p:childTnLst>
                    </p:cTn>
                  </p:par>
                  <p:par>
                    <p:cTn id="342" fill="hold" nodeType="clickPar">
                      <p:stCondLst>
                        <p:cond delay="indefinite"/>
                      </p:stCondLst>
                      <p:childTnLst>
                        <p:par>
                          <p:cTn id="343" fill="hold" nodeType="withGroup">
                            <p:stCondLst>
                              <p:cond delay="0"/>
                            </p:stCondLst>
                            <p:childTnLst>
                              <p:par>
                                <p:cTn id="344" presetID="53" presetClass="entr" presetSubtype="16" fill="hold" grpId="0" nodeType="clickEffect">
                                  <p:stCondLst>
                                    <p:cond delay="0"/>
                                  </p:stCondLst>
                                  <p:childTnLst>
                                    <p:set>
                                      <p:cBhvr>
                                        <p:cTn id="345" dur="1" fill="hold">
                                          <p:stCondLst>
                                            <p:cond delay="0"/>
                                          </p:stCondLst>
                                        </p:cTn>
                                        <p:tgtEl>
                                          <p:spTgt spid="129065"/>
                                        </p:tgtEl>
                                        <p:attrNameLst>
                                          <p:attrName>style.visibility</p:attrName>
                                        </p:attrNameLst>
                                      </p:cBhvr>
                                      <p:to>
                                        <p:strVal val="visible"/>
                                      </p:to>
                                    </p:set>
                                    <p:anim calcmode="lin" valueType="num">
                                      <p:cBhvr>
                                        <p:cTn id="346" dur="500" fill="hold"/>
                                        <p:tgtEl>
                                          <p:spTgt spid="129065"/>
                                        </p:tgtEl>
                                        <p:attrNameLst>
                                          <p:attrName>ppt_w</p:attrName>
                                        </p:attrNameLst>
                                      </p:cBhvr>
                                      <p:tavLst>
                                        <p:tav tm="0">
                                          <p:val>
                                            <p:fltVal val="0"/>
                                          </p:val>
                                        </p:tav>
                                        <p:tav tm="100000">
                                          <p:val>
                                            <p:strVal val="#ppt_w"/>
                                          </p:val>
                                        </p:tav>
                                      </p:tavLst>
                                    </p:anim>
                                    <p:anim calcmode="lin" valueType="num">
                                      <p:cBhvr>
                                        <p:cTn id="347" dur="500" fill="hold"/>
                                        <p:tgtEl>
                                          <p:spTgt spid="129065"/>
                                        </p:tgtEl>
                                        <p:attrNameLst>
                                          <p:attrName>ppt_h</p:attrName>
                                        </p:attrNameLst>
                                      </p:cBhvr>
                                      <p:tavLst>
                                        <p:tav tm="0">
                                          <p:val>
                                            <p:fltVal val="0"/>
                                          </p:val>
                                        </p:tav>
                                        <p:tav tm="100000">
                                          <p:val>
                                            <p:strVal val="#ppt_h"/>
                                          </p:val>
                                        </p:tav>
                                      </p:tavLst>
                                    </p:anim>
                                    <p:animEffect transition="in" filter="fade">
                                      <p:cBhvr>
                                        <p:cTn id="348" dur="500"/>
                                        <p:tgtEl>
                                          <p:spTgt spid="129065"/>
                                        </p:tgtEl>
                                      </p:cBhvr>
                                    </p:animEffect>
                                  </p:childTnLst>
                                </p:cTn>
                              </p:par>
                              <p:par>
                                <p:cTn id="349" presetID="53" presetClass="entr" presetSubtype="16" fill="hold" grpId="0" nodeType="withEffect">
                                  <p:stCondLst>
                                    <p:cond delay="0"/>
                                  </p:stCondLst>
                                  <p:childTnLst>
                                    <p:set>
                                      <p:cBhvr>
                                        <p:cTn id="350" dur="1" fill="hold">
                                          <p:stCondLst>
                                            <p:cond delay="0"/>
                                          </p:stCondLst>
                                        </p:cTn>
                                        <p:tgtEl>
                                          <p:spTgt spid="129064"/>
                                        </p:tgtEl>
                                        <p:attrNameLst>
                                          <p:attrName>style.visibility</p:attrName>
                                        </p:attrNameLst>
                                      </p:cBhvr>
                                      <p:to>
                                        <p:strVal val="visible"/>
                                      </p:to>
                                    </p:set>
                                    <p:anim calcmode="lin" valueType="num">
                                      <p:cBhvr>
                                        <p:cTn id="351" dur="500" fill="hold"/>
                                        <p:tgtEl>
                                          <p:spTgt spid="129064"/>
                                        </p:tgtEl>
                                        <p:attrNameLst>
                                          <p:attrName>ppt_w</p:attrName>
                                        </p:attrNameLst>
                                      </p:cBhvr>
                                      <p:tavLst>
                                        <p:tav tm="0">
                                          <p:val>
                                            <p:fltVal val="0"/>
                                          </p:val>
                                        </p:tav>
                                        <p:tav tm="100000">
                                          <p:val>
                                            <p:strVal val="#ppt_w"/>
                                          </p:val>
                                        </p:tav>
                                      </p:tavLst>
                                    </p:anim>
                                    <p:anim calcmode="lin" valueType="num">
                                      <p:cBhvr>
                                        <p:cTn id="352" dur="500" fill="hold"/>
                                        <p:tgtEl>
                                          <p:spTgt spid="129064"/>
                                        </p:tgtEl>
                                        <p:attrNameLst>
                                          <p:attrName>ppt_h</p:attrName>
                                        </p:attrNameLst>
                                      </p:cBhvr>
                                      <p:tavLst>
                                        <p:tav tm="0">
                                          <p:val>
                                            <p:fltVal val="0"/>
                                          </p:val>
                                        </p:tav>
                                        <p:tav tm="100000">
                                          <p:val>
                                            <p:strVal val="#ppt_h"/>
                                          </p:val>
                                        </p:tav>
                                      </p:tavLst>
                                    </p:anim>
                                    <p:animEffect transition="in" filter="fade">
                                      <p:cBhvr>
                                        <p:cTn id="353" dur="500"/>
                                        <p:tgtEl>
                                          <p:spTgt spid="129064"/>
                                        </p:tgtEl>
                                      </p:cBhvr>
                                    </p:animEffect>
                                  </p:childTnLst>
                                </p:cTn>
                              </p:par>
                            </p:childTnLst>
                          </p:cTn>
                        </p:par>
                      </p:childTnLst>
                    </p:cTn>
                  </p:par>
                  <p:par>
                    <p:cTn id="354" fill="hold" nodeType="clickPar">
                      <p:stCondLst>
                        <p:cond delay="indefinite"/>
                      </p:stCondLst>
                      <p:childTnLst>
                        <p:par>
                          <p:cTn id="355" fill="hold" nodeType="withGroup">
                            <p:stCondLst>
                              <p:cond delay="0"/>
                            </p:stCondLst>
                            <p:childTnLst>
                              <p:par>
                                <p:cTn id="356" presetID="53" presetClass="entr" presetSubtype="16" fill="hold" grpId="0" nodeType="clickEffect">
                                  <p:stCondLst>
                                    <p:cond delay="0"/>
                                  </p:stCondLst>
                                  <p:childTnLst>
                                    <p:set>
                                      <p:cBhvr>
                                        <p:cTn id="357" dur="1" fill="hold">
                                          <p:stCondLst>
                                            <p:cond delay="0"/>
                                          </p:stCondLst>
                                        </p:cTn>
                                        <p:tgtEl>
                                          <p:spTgt spid="129058"/>
                                        </p:tgtEl>
                                        <p:attrNameLst>
                                          <p:attrName>style.visibility</p:attrName>
                                        </p:attrNameLst>
                                      </p:cBhvr>
                                      <p:to>
                                        <p:strVal val="visible"/>
                                      </p:to>
                                    </p:set>
                                    <p:anim calcmode="lin" valueType="num">
                                      <p:cBhvr>
                                        <p:cTn id="358" dur="500" fill="hold"/>
                                        <p:tgtEl>
                                          <p:spTgt spid="129058"/>
                                        </p:tgtEl>
                                        <p:attrNameLst>
                                          <p:attrName>ppt_w</p:attrName>
                                        </p:attrNameLst>
                                      </p:cBhvr>
                                      <p:tavLst>
                                        <p:tav tm="0">
                                          <p:val>
                                            <p:fltVal val="0"/>
                                          </p:val>
                                        </p:tav>
                                        <p:tav tm="100000">
                                          <p:val>
                                            <p:strVal val="#ppt_w"/>
                                          </p:val>
                                        </p:tav>
                                      </p:tavLst>
                                    </p:anim>
                                    <p:anim calcmode="lin" valueType="num">
                                      <p:cBhvr>
                                        <p:cTn id="359" dur="500" fill="hold"/>
                                        <p:tgtEl>
                                          <p:spTgt spid="129058"/>
                                        </p:tgtEl>
                                        <p:attrNameLst>
                                          <p:attrName>ppt_h</p:attrName>
                                        </p:attrNameLst>
                                      </p:cBhvr>
                                      <p:tavLst>
                                        <p:tav tm="0">
                                          <p:val>
                                            <p:fltVal val="0"/>
                                          </p:val>
                                        </p:tav>
                                        <p:tav tm="100000">
                                          <p:val>
                                            <p:strVal val="#ppt_h"/>
                                          </p:val>
                                        </p:tav>
                                      </p:tavLst>
                                    </p:anim>
                                    <p:animEffect transition="in" filter="fade">
                                      <p:cBhvr>
                                        <p:cTn id="360" dur="500"/>
                                        <p:tgtEl>
                                          <p:spTgt spid="129058"/>
                                        </p:tgtEl>
                                      </p:cBhvr>
                                    </p:animEffect>
                                  </p:childTnLst>
                                </p:cTn>
                              </p:par>
                              <p:par>
                                <p:cTn id="361" presetID="53" presetClass="entr" presetSubtype="16" fill="hold" grpId="0" nodeType="withEffect">
                                  <p:stCondLst>
                                    <p:cond delay="0"/>
                                  </p:stCondLst>
                                  <p:childTnLst>
                                    <p:set>
                                      <p:cBhvr>
                                        <p:cTn id="362" dur="1" fill="hold">
                                          <p:stCondLst>
                                            <p:cond delay="0"/>
                                          </p:stCondLst>
                                        </p:cTn>
                                        <p:tgtEl>
                                          <p:spTgt spid="129059"/>
                                        </p:tgtEl>
                                        <p:attrNameLst>
                                          <p:attrName>style.visibility</p:attrName>
                                        </p:attrNameLst>
                                      </p:cBhvr>
                                      <p:to>
                                        <p:strVal val="visible"/>
                                      </p:to>
                                    </p:set>
                                    <p:anim calcmode="lin" valueType="num">
                                      <p:cBhvr>
                                        <p:cTn id="363" dur="500" fill="hold"/>
                                        <p:tgtEl>
                                          <p:spTgt spid="129059"/>
                                        </p:tgtEl>
                                        <p:attrNameLst>
                                          <p:attrName>ppt_w</p:attrName>
                                        </p:attrNameLst>
                                      </p:cBhvr>
                                      <p:tavLst>
                                        <p:tav tm="0">
                                          <p:val>
                                            <p:fltVal val="0"/>
                                          </p:val>
                                        </p:tav>
                                        <p:tav tm="100000">
                                          <p:val>
                                            <p:strVal val="#ppt_w"/>
                                          </p:val>
                                        </p:tav>
                                      </p:tavLst>
                                    </p:anim>
                                    <p:anim calcmode="lin" valueType="num">
                                      <p:cBhvr>
                                        <p:cTn id="364" dur="500" fill="hold"/>
                                        <p:tgtEl>
                                          <p:spTgt spid="129059"/>
                                        </p:tgtEl>
                                        <p:attrNameLst>
                                          <p:attrName>ppt_h</p:attrName>
                                        </p:attrNameLst>
                                      </p:cBhvr>
                                      <p:tavLst>
                                        <p:tav tm="0">
                                          <p:val>
                                            <p:fltVal val="0"/>
                                          </p:val>
                                        </p:tav>
                                        <p:tav tm="100000">
                                          <p:val>
                                            <p:strVal val="#ppt_h"/>
                                          </p:val>
                                        </p:tav>
                                      </p:tavLst>
                                    </p:anim>
                                    <p:animEffect transition="in" filter="fade">
                                      <p:cBhvr>
                                        <p:cTn id="365" dur="500"/>
                                        <p:tgtEl>
                                          <p:spTgt spid="129059"/>
                                        </p:tgtEl>
                                      </p:cBhvr>
                                    </p:animEffect>
                                  </p:childTnLst>
                                </p:cTn>
                              </p:par>
                            </p:childTnLst>
                          </p:cTn>
                        </p:par>
                        <p:par>
                          <p:cTn id="366" fill="hold" nodeType="afterGroup">
                            <p:stCondLst>
                              <p:cond delay="500"/>
                            </p:stCondLst>
                            <p:childTnLst>
                              <p:par>
                                <p:cTn id="367" presetID="53" presetClass="entr" presetSubtype="16" fill="hold" grpId="0" nodeType="afterEffect">
                                  <p:stCondLst>
                                    <p:cond delay="0"/>
                                  </p:stCondLst>
                                  <p:childTnLst>
                                    <p:set>
                                      <p:cBhvr>
                                        <p:cTn id="368" dur="1" fill="hold">
                                          <p:stCondLst>
                                            <p:cond delay="0"/>
                                          </p:stCondLst>
                                        </p:cTn>
                                        <p:tgtEl>
                                          <p:spTgt spid="129057"/>
                                        </p:tgtEl>
                                        <p:attrNameLst>
                                          <p:attrName>style.visibility</p:attrName>
                                        </p:attrNameLst>
                                      </p:cBhvr>
                                      <p:to>
                                        <p:strVal val="visible"/>
                                      </p:to>
                                    </p:set>
                                    <p:anim calcmode="lin" valueType="num">
                                      <p:cBhvr>
                                        <p:cTn id="369" dur="500" fill="hold"/>
                                        <p:tgtEl>
                                          <p:spTgt spid="129057"/>
                                        </p:tgtEl>
                                        <p:attrNameLst>
                                          <p:attrName>ppt_w</p:attrName>
                                        </p:attrNameLst>
                                      </p:cBhvr>
                                      <p:tavLst>
                                        <p:tav tm="0">
                                          <p:val>
                                            <p:fltVal val="0"/>
                                          </p:val>
                                        </p:tav>
                                        <p:tav tm="100000">
                                          <p:val>
                                            <p:strVal val="#ppt_w"/>
                                          </p:val>
                                        </p:tav>
                                      </p:tavLst>
                                    </p:anim>
                                    <p:anim calcmode="lin" valueType="num">
                                      <p:cBhvr>
                                        <p:cTn id="370" dur="500" fill="hold"/>
                                        <p:tgtEl>
                                          <p:spTgt spid="129057"/>
                                        </p:tgtEl>
                                        <p:attrNameLst>
                                          <p:attrName>ppt_h</p:attrName>
                                        </p:attrNameLst>
                                      </p:cBhvr>
                                      <p:tavLst>
                                        <p:tav tm="0">
                                          <p:val>
                                            <p:fltVal val="0"/>
                                          </p:val>
                                        </p:tav>
                                        <p:tav tm="100000">
                                          <p:val>
                                            <p:strVal val="#ppt_h"/>
                                          </p:val>
                                        </p:tav>
                                      </p:tavLst>
                                    </p:anim>
                                    <p:animEffect transition="in" filter="fade">
                                      <p:cBhvr>
                                        <p:cTn id="371" dur="500"/>
                                        <p:tgtEl>
                                          <p:spTgt spid="129057"/>
                                        </p:tgtEl>
                                      </p:cBhvr>
                                    </p:animEffect>
                                  </p:childTnLst>
                                </p:cTn>
                              </p:par>
                            </p:childTnLst>
                          </p:cTn>
                        </p:par>
                      </p:childTnLst>
                    </p:cTn>
                  </p:par>
                  <p:par>
                    <p:cTn id="372" fill="hold" nodeType="clickPar">
                      <p:stCondLst>
                        <p:cond delay="indefinite"/>
                      </p:stCondLst>
                      <p:childTnLst>
                        <p:par>
                          <p:cTn id="373" fill="hold" nodeType="withGroup">
                            <p:stCondLst>
                              <p:cond delay="0"/>
                            </p:stCondLst>
                            <p:childTnLst>
                              <p:par>
                                <p:cTn id="374" presetID="53" presetClass="entr" presetSubtype="16" fill="hold" grpId="0" nodeType="clickEffect">
                                  <p:stCondLst>
                                    <p:cond delay="0"/>
                                  </p:stCondLst>
                                  <p:childTnLst>
                                    <p:set>
                                      <p:cBhvr>
                                        <p:cTn id="375" dur="1" fill="hold">
                                          <p:stCondLst>
                                            <p:cond delay="0"/>
                                          </p:stCondLst>
                                        </p:cTn>
                                        <p:tgtEl>
                                          <p:spTgt spid="129071"/>
                                        </p:tgtEl>
                                        <p:attrNameLst>
                                          <p:attrName>style.visibility</p:attrName>
                                        </p:attrNameLst>
                                      </p:cBhvr>
                                      <p:to>
                                        <p:strVal val="visible"/>
                                      </p:to>
                                    </p:set>
                                    <p:anim calcmode="lin" valueType="num">
                                      <p:cBhvr>
                                        <p:cTn id="376" dur="500" fill="hold"/>
                                        <p:tgtEl>
                                          <p:spTgt spid="129071"/>
                                        </p:tgtEl>
                                        <p:attrNameLst>
                                          <p:attrName>ppt_w</p:attrName>
                                        </p:attrNameLst>
                                      </p:cBhvr>
                                      <p:tavLst>
                                        <p:tav tm="0">
                                          <p:val>
                                            <p:fltVal val="0"/>
                                          </p:val>
                                        </p:tav>
                                        <p:tav tm="100000">
                                          <p:val>
                                            <p:strVal val="#ppt_w"/>
                                          </p:val>
                                        </p:tav>
                                      </p:tavLst>
                                    </p:anim>
                                    <p:anim calcmode="lin" valueType="num">
                                      <p:cBhvr>
                                        <p:cTn id="377" dur="500" fill="hold"/>
                                        <p:tgtEl>
                                          <p:spTgt spid="129071"/>
                                        </p:tgtEl>
                                        <p:attrNameLst>
                                          <p:attrName>ppt_h</p:attrName>
                                        </p:attrNameLst>
                                      </p:cBhvr>
                                      <p:tavLst>
                                        <p:tav tm="0">
                                          <p:val>
                                            <p:fltVal val="0"/>
                                          </p:val>
                                        </p:tav>
                                        <p:tav tm="100000">
                                          <p:val>
                                            <p:strVal val="#ppt_h"/>
                                          </p:val>
                                        </p:tav>
                                      </p:tavLst>
                                    </p:anim>
                                    <p:animEffect transition="in" filter="fade">
                                      <p:cBhvr>
                                        <p:cTn id="378" dur="500"/>
                                        <p:tgtEl>
                                          <p:spTgt spid="129071"/>
                                        </p:tgtEl>
                                      </p:cBhvr>
                                    </p:animEffect>
                                  </p:childTnLst>
                                </p:cTn>
                              </p:par>
                              <p:par>
                                <p:cTn id="379" presetID="53" presetClass="entr" presetSubtype="16" fill="hold" grpId="0" nodeType="withEffect">
                                  <p:stCondLst>
                                    <p:cond delay="0"/>
                                  </p:stCondLst>
                                  <p:childTnLst>
                                    <p:set>
                                      <p:cBhvr>
                                        <p:cTn id="380" dur="1" fill="hold">
                                          <p:stCondLst>
                                            <p:cond delay="0"/>
                                          </p:stCondLst>
                                        </p:cTn>
                                        <p:tgtEl>
                                          <p:spTgt spid="129070"/>
                                        </p:tgtEl>
                                        <p:attrNameLst>
                                          <p:attrName>style.visibility</p:attrName>
                                        </p:attrNameLst>
                                      </p:cBhvr>
                                      <p:to>
                                        <p:strVal val="visible"/>
                                      </p:to>
                                    </p:set>
                                    <p:anim calcmode="lin" valueType="num">
                                      <p:cBhvr>
                                        <p:cTn id="381" dur="500" fill="hold"/>
                                        <p:tgtEl>
                                          <p:spTgt spid="129070"/>
                                        </p:tgtEl>
                                        <p:attrNameLst>
                                          <p:attrName>ppt_w</p:attrName>
                                        </p:attrNameLst>
                                      </p:cBhvr>
                                      <p:tavLst>
                                        <p:tav tm="0">
                                          <p:val>
                                            <p:fltVal val="0"/>
                                          </p:val>
                                        </p:tav>
                                        <p:tav tm="100000">
                                          <p:val>
                                            <p:strVal val="#ppt_w"/>
                                          </p:val>
                                        </p:tav>
                                      </p:tavLst>
                                    </p:anim>
                                    <p:anim calcmode="lin" valueType="num">
                                      <p:cBhvr>
                                        <p:cTn id="382" dur="500" fill="hold"/>
                                        <p:tgtEl>
                                          <p:spTgt spid="129070"/>
                                        </p:tgtEl>
                                        <p:attrNameLst>
                                          <p:attrName>ppt_h</p:attrName>
                                        </p:attrNameLst>
                                      </p:cBhvr>
                                      <p:tavLst>
                                        <p:tav tm="0">
                                          <p:val>
                                            <p:fltVal val="0"/>
                                          </p:val>
                                        </p:tav>
                                        <p:tav tm="100000">
                                          <p:val>
                                            <p:strVal val="#ppt_h"/>
                                          </p:val>
                                        </p:tav>
                                      </p:tavLst>
                                    </p:anim>
                                    <p:animEffect transition="in" filter="fade">
                                      <p:cBhvr>
                                        <p:cTn id="383" dur="500"/>
                                        <p:tgtEl>
                                          <p:spTgt spid="129070"/>
                                        </p:tgtEl>
                                      </p:cBhvr>
                                    </p:animEffect>
                                  </p:childTnLst>
                                </p:cTn>
                              </p:par>
                            </p:childTnLst>
                          </p:cTn>
                        </p:par>
                        <p:par>
                          <p:cTn id="384" fill="hold" nodeType="afterGroup">
                            <p:stCondLst>
                              <p:cond delay="500"/>
                            </p:stCondLst>
                            <p:childTnLst>
                              <p:par>
                                <p:cTn id="385" presetID="53" presetClass="entr" presetSubtype="16" fill="hold" grpId="0" nodeType="afterEffect">
                                  <p:stCondLst>
                                    <p:cond delay="0"/>
                                  </p:stCondLst>
                                  <p:childTnLst>
                                    <p:set>
                                      <p:cBhvr>
                                        <p:cTn id="386" dur="1" fill="hold">
                                          <p:stCondLst>
                                            <p:cond delay="0"/>
                                          </p:stCondLst>
                                        </p:cTn>
                                        <p:tgtEl>
                                          <p:spTgt spid="129069"/>
                                        </p:tgtEl>
                                        <p:attrNameLst>
                                          <p:attrName>style.visibility</p:attrName>
                                        </p:attrNameLst>
                                      </p:cBhvr>
                                      <p:to>
                                        <p:strVal val="visible"/>
                                      </p:to>
                                    </p:set>
                                    <p:anim calcmode="lin" valueType="num">
                                      <p:cBhvr>
                                        <p:cTn id="387" dur="500" fill="hold"/>
                                        <p:tgtEl>
                                          <p:spTgt spid="129069"/>
                                        </p:tgtEl>
                                        <p:attrNameLst>
                                          <p:attrName>ppt_w</p:attrName>
                                        </p:attrNameLst>
                                      </p:cBhvr>
                                      <p:tavLst>
                                        <p:tav tm="0">
                                          <p:val>
                                            <p:fltVal val="0"/>
                                          </p:val>
                                        </p:tav>
                                        <p:tav tm="100000">
                                          <p:val>
                                            <p:strVal val="#ppt_w"/>
                                          </p:val>
                                        </p:tav>
                                      </p:tavLst>
                                    </p:anim>
                                    <p:anim calcmode="lin" valueType="num">
                                      <p:cBhvr>
                                        <p:cTn id="388" dur="500" fill="hold"/>
                                        <p:tgtEl>
                                          <p:spTgt spid="129069"/>
                                        </p:tgtEl>
                                        <p:attrNameLst>
                                          <p:attrName>ppt_h</p:attrName>
                                        </p:attrNameLst>
                                      </p:cBhvr>
                                      <p:tavLst>
                                        <p:tav tm="0">
                                          <p:val>
                                            <p:fltVal val="0"/>
                                          </p:val>
                                        </p:tav>
                                        <p:tav tm="100000">
                                          <p:val>
                                            <p:strVal val="#ppt_h"/>
                                          </p:val>
                                        </p:tav>
                                      </p:tavLst>
                                    </p:anim>
                                    <p:animEffect transition="in" filter="fade">
                                      <p:cBhvr>
                                        <p:cTn id="389" dur="500"/>
                                        <p:tgtEl>
                                          <p:spTgt spid="129069"/>
                                        </p:tgtEl>
                                      </p:cBhvr>
                                    </p:animEffect>
                                  </p:childTnLst>
                                </p:cTn>
                              </p:par>
                            </p:childTnLst>
                          </p:cTn>
                        </p:par>
                      </p:childTnLst>
                    </p:cTn>
                  </p:par>
                  <p:par>
                    <p:cTn id="390" fill="hold" nodeType="clickPar">
                      <p:stCondLst>
                        <p:cond delay="indefinite"/>
                      </p:stCondLst>
                      <p:childTnLst>
                        <p:par>
                          <p:cTn id="391" fill="hold" nodeType="withGroup">
                            <p:stCondLst>
                              <p:cond delay="0"/>
                            </p:stCondLst>
                            <p:childTnLst>
                              <p:par>
                                <p:cTn id="392" presetID="53" presetClass="entr" presetSubtype="16" fill="hold" grpId="0" nodeType="clickEffect">
                                  <p:stCondLst>
                                    <p:cond delay="0"/>
                                  </p:stCondLst>
                                  <p:childTnLst>
                                    <p:set>
                                      <p:cBhvr>
                                        <p:cTn id="393" dur="1" fill="hold">
                                          <p:stCondLst>
                                            <p:cond delay="0"/>
                                          </p:stCondLst>
                                        </p:cTn>
                                        <p:tgtEl>
                                          <p:spTgt spid="129073"/>
                                        </p:tgtEl>
                                        <p:attrNameLst>
                                          <p:attrName>style.visibility</p:attrName>
                                        </p:attrNameLst>
                                      </p:cBhvr>
                                      <p:to>
                                        <p:strVal val="visible"/>
                                      </p:to>
                                    </p:set>
                                    <p:anim calcmode="lin" valueType="num">
                                      <p:cBhvr>
                                        <p:cTn id="394" dur="500" fill="hold"/>
                                        <p:tgtEl>
                                          <p:spTgt spid="129073"/>
                                        </p:tgtEl>
                                        <p:attrNameLst>
                                          <p:attrName>ppt_w</p:attrName>
                                        </p:attrNameLst>
                                      </p:cBhvr>
                                      <p:tavLst>
                                        <p:tav tm="0">
                                          <p:val>
                                            <p:fltVal val="0"/>
                                          </p:val>
                                        </p:tav>
                                        <p:tav tm="100000">
                                          <p:val>
                                            <p:strVal val="#ppt_w"/>
                                          </p:val>
                                        </p:tav>
                                      </p:tavLst>
                                    </p:anim>
                                    <p:anim calcmode="lin" valueType="num">
                                      <p:cBhvr>
                                        <p:cTn id="395" dur="500" fill="hold"/>
                                        <p:tgtEl>
                                          <p:spTgt spid="129073"/>
                                        </p:tgtEl>
                                        <p:attrNameLst>
                                          <p:attrName>ppt_h</p:attrName>
                                        </p:attrNameLst>
                                      </p:cBhvr>
                                      <p:tavLst>
                                        <p:tav tm="0">
                                          <p:val>
                                            <p:fltVal val="0"/>
                                          </p:val>
                                        </p:tav>
                                        <p:tav tm="100000">
                                          <p:val>
                                            <p:strVal val="#ppt_h"/>
                                          </p:val>
                                        </p:tav>
                                      </p:tavLst>
                                    </p:anim>
                                    <p:animEffect transition="in" filter="fade">
                                      <p:cBhvr>
                                        <p:cTn id="396" dur="500"/>
                                        <p:tgtEl>
                                          <p:spTgt spid="129073"/>
                                        </p:tgtEl>
                                      </p:cBhvr>
                                    </p:animEffect>
                                  </p:childTnLst>
                                </p:cTn>
                              </p:par>
                              <p:par>
                                <p:cTn id="397" presetID="53" presetClass="entr" presetSubtype="16" fill="hold" grpId="0" nodeType="withEffect">
                                  <p:stCondLst>
                                    <p:cond delay="0"/>
                                  </p:stCondLst>
                                  <p:childTnLst>
                                    <p:set>
                                      <p:cBhvr>
                                        <p:cTn id="398" dur="1" fill="hold">
                                          <p:stCondLst>
                                            <p:cond delay="0"/>
                                          </p:stCondLst>
                                        </p:cTn>
                                        <p:tgtEl>
                                          <p:spTgt spid="129074"/>
                                        </p:tgtEl>
                                        <p:attrNameLst>
                                          <p:attrName>style.visibility</p:attrName>
                                        </p:attrNameLst>
                                      </p:cBhvr>
                                      <p:to>
                                        <p:strVal val="visible"/>
                                      </p:to>
                                    </p:set>
                                    <p:anim calcmode="lin" valueType="num">
                                      <p:cBhvr>
                                        <p:cTn id="399" dur="500" fill="hold"/>
                                        <p:tgtEl>
                                          <p:spTgt spid="129074"/>
                                        </p:tgtEl>
                                        <p:attrNameLst>
                                          <p:attrName>ppt_w</p:attrName>
                                        </p:attrNameLst>
                                      </p:cBhvr>
                                      <p:tavLst>
                                        <p:tav tm="0">
                                          <p:val>
                                            <p:fltVal val="0"/>
                                          </p:val>
                                        </p:tav>
                                        <p:tav tm="100000">
                                          <p:val>
                                            <p:strVal val="#ppt_w"/>
                                          </p:val>
                                        </p:tav>
                                      </p:tavLst>
                                    </p:anim>
                                    <p:anim calcmode="lin" valueType="num">
                                      <p:cBhvr>
                                        <p:cTn id="400" dur="500" fill="hold"/>
                                        <p:tgtEl>
                                          <p:spTgt spid="129074"/>
                                        </p:tgtEl>
                                        <p:attrNameLst>
                                          <p:attrName>ppt_h</p:attrName>
                                        </p:attrNameLst>
                                      </p:cBhvr>
                                      <p:tavLst>
                                        <p:tav tm="0">
                                          <p:val>
                                            <p:fltVal val="0"/>
                                          </p:val>
                                        </p:tav>
                                        <p:tav tm="100000">
                                          <p:val>
                                            <p:strVal val="#ppt_h"/>
                                          </p:val>
                                        </p:tav>
                                      </p:tavLst>
                                    </p:anim>
                                    <p:animEffect transition="in" filter="fade">
                                      <p:cBhvr>
                                        <p:cTn id="401" dur="500"/>
                                        <p:tgtEl>
                                          <p:spTgt spid="129074"/>
                                        </p:tgtEl>
                                      </p:cBhvr>
                                    </p:animEffect>
                                  </p:childTnLst>
                                </p:cTn>
                              </p:par>
                            </p:childTnLst>
                          </p:cTn>
                        </p:par>
                        <p:par>
                          <p:cTn id="402" fill="hold" nodeType="afterGroup">
                            <p:stCondLst>
                              <p:cond delay="500"/>
                            </p:stCondLst>
                            <p:childTnLst>
                              <p:par>
                                <p:cTn id="403" presetID="53" presetClass="entr" presetSubtype="16" fill="hold" grpId="0" nodeType="afterEffect">
                                  <p:stCondLst>
                                    <p:cond delay="0"/>
                                  </p:stCondLst>
                                  <p:childTnLst>
                                    <p:set>
                                      <p:cBhvr>
                                        <p:cTn id="404" dur="1" fill="hold">
                                          <p:stCondLst>
                                            <p:cond delay="0"/>
                                          </p:stCondLst>
                                        </p:cTn>
                                        <p:tgtEl>
                                          <p:spTgt spid="129072">
                                            <p:bg/>
                                          </p:spTgt>
                                        </p:tgtEl>
                                        <p:attrNameLst>
                                          <p:attrName>style.visibility</p:attrName>
                                        </p:attrNameLst>
                                      </p:cBhvr>
                                      <p:to>
                                        <p:strVal val="visible"/>
                                      </p:to>
                                    </p:set>
                                    <p:anim calcmode="lin" valueType="num">
                                      <p:cBhvr>
                                        <p:cTn id="405" dur="500" fill="hold"/>
                                        <p:tgtEl>
                                          <p:spTgt spid="129072">
                                            <p:bg/>
                                          </p:spTgt>
                                        </p:tgtEl>
                                        <p:attrNameLst>
                                          <p:attrName>ppt_w</p:attrName>
                                        </p:attrNameLst>
                                      </p:cBhvr>
                                      <p:tavLst>
                                        <p:tav tm="0">
                                          <p:val>
                                            <p:fltVal val="0"/>
                                          </p:val>
                                        </p:tav>
                                        <p:tav tm="100000">
                                          <p:val>
                                            <p:strVal val="#ppt_w"/>
                                          </p:val>
                                        </p:tav>
                                      </p:tavLst>
                                    </p:anim>
                                    <p:anim calcmode="lin" valueType="num">
                                      <p:cBhvr>
                                        <p:cTn id="406" dur="500" fill="hold"/>
                                        <p:tgtEl>
                                          <p:spTgt spid="129072">
                                            <p:bg/>
                                          </p:spTgt>
                                        </p:tgtEl>
                                        <p:attrNameLst>
                                          <p:attrName>ppt_h</p:attrName>
                                        </p:attrNameLst>
                                      </p:cBhvr>
                                      <p:tavLst>
                                        <p:tav tm="0">
                                          <p:val>
                                            <p:fltVal val="0"/>
                                          </p:val>
                                        </p:tav>
                                        <p:tav tm="100000">
                                          <p:val>
                                            <p:strVal val="#ppt_h"/>
                                          </p:val>
                                        </p:tav>
                                      </p:tavLst>
                                    </p:anim>
                                    <p:animEffect transition="in" filter="fade">
                                      <p:cBhvr>
                                        <p:cTn id="407" dur="500"/>
                                        <p:tgtEl>
                                          <p:spTgt spid="129072">
                                            <p:bg/>
                                          </p:spTgt>
                                        </p:tgtEl>
                                      </p:cBhvr>
                                    </p:animEffect>
                                  </p:childTnLst>
                                </p:cTn>
                              </p:par>
                            </p:childTnLst>
                          </p:cTn>
                        </p:par>
                        <p:par>
                          <p:cTn id="408" fill="hold" nodeType="afterGroup">
                            <p:stCondLst>
                              <p:cond delay="1000"/>
                            </p:stCondLst>
                            <p:childTnLst>
                              <p:par>
                                <p:cTn id="409" presetID="53" presetClass="entr" presetSubtype="16" fill="hold" grpId="0" nodeType="afterEffect">
                                  <p:stCondLst>
                                    <p:cond delay="0"/>
                                  </p:stCondLst>
                                  <p:childTnLst>
                                    <p:set>
                                      <p:cBhvr>
                                        <p:cTn id="410" dur="1" fill="hold">
                                          <p:stCondLst>
                                            <p:cond delay="0"/>
                                          </p:stCondLst>
                                        </p:cTn>
                                        <p:tgtEl>
                                          <p:spTgt spid="129072">
                                            <p:txEl>
                                              <p:pRg st="0" end="0"/>
                                            </p:txEl>
                                          </p:spTgt>
                                        </p:tgtEl>
                                        <p:attrNameLst>
                                          <p:attrName>style.visibility</p:attrName>
                                        </p:attrNameLst>
                                      </p:cBhvr>
                                      <p:to>
                                        <p:strVal val="visible"/>
                                      </p:to>
                                    </p:set>
                                    <p:anim calcmode="lin" valueType="num">
                                      <p:cBhvr>
                                        <p:cTn id="411" dur="500" fill="hold"/>
                                        <p:tgtEl>
                                          <p:spTgt spid="129072">
                                            <p:txEl>
                                              <p:pRg st="0" end="0"/>
                                            </p:txEl>
                                          </p:spTgt>
                                        </p:tgtEl>
                                        <p:attrNameLst>
                                          <p:attrName>ppt_w</p:attrName>
                                        </p:attrNameLst>
                                      </p:cBhvr>
                                      <p:tavLst>
                                        <p:tav tm="0">
                                          <p:val>
                                            <p:fltVal val="0"/>
                                          </p:val>
                                        </p:tav>
                                        <p:tav tm="100000">
                                          <p:val>
                                            <p:strVal val="#ppt_w"/>
                                          </p:val>
                                        </p:tav>
                                      </p:tavLst>
                                    </p:anim>
                                    <p:anim calcmode="lin" valueType="num">
                                      <p:cBhvr>
                                        <p:cTn id="412" dur="500" fill="hold"/>
                                        <p:tgtEl>
                                          <p:spTgt spid="129072">
                                            <p:txEl>
                                              <p:pRg st="0" end="0"/>
                                            </p:txEl>
                                          </p:spTgt>
                                        </p:tgtEl>
                                        <p:attrNameLst>
                                          <p:attrName>ppt_h</p:attrName>
                                        </p:attrNameLst>
                                      </p:cBhvr>
                                      <p:tavLst>
                                        <p:tav tm="0">
                                          <p:val>
                                            <p:fltVal val="0"/>
                                          </p:val>
                                        </p:tav>
                                        <p:tav tm="100000">
                                          <p:val>
                                            <p:strVal val="#ppt_h"/>
                                          </p:val>
                                        </p:tav>
                                      </p:tavLst>
                                    </p:anim>
                                    <p:animEffect transition="in" filter="fade">
                                      <p:cBhvr>
                                        <p:cTn id="413" dur="500"/>
                                        <p:tgtEl>
                                          <p:spTgt spid="129072">
                                            <p:txEl>
                                              <p:pRg st="0" end="0"/>
                                            </p:txEl>
                                          </p:spTgt>
                                        </p:tgtEl>
                                      </p:cBhvr>
                                    </p:animEffect>
                                  </p:childTnLst>
                                </p:cTn>
                              </p:par>
                            </p:childTnLst>
                          </p:cTn>
                        </p:par>
                        <p:par>
                          <p:cTn id="414" fill="hold" nodeType="afterGroup">
                            <p:stCondLst>
                              <p:cond delay="1500"/>
                            </p:stCondLst>
                            <p:childTnLst>
                              <p:par>
                                <p:cTn id="415" presetID="53" presetClass="entr" presetSubtype="16" fill="hold" grpId="0" nodeType="afterEffect">
                                  <p:stCondLst>
                                    <p:cond delay="0"/>
                                  </p:stCondLst>
                                  <p:childTnLst>
                                    <p:set>
                                      <p:cBhvr>
                                        <p:cTn id="416" dur="1" fill="hold">
                                          <p:stCondLst>
                                            <p:cond delay="0"/>
                                          </p:stCondLst>
                                        </p:cTn>
                                        <p:tgtEl>
                                          <p:spTgt spid="129072">
                                            <p:txEl>
                                              <p:pRg st="1" end="1"/>
                                            </p:txEl>
                                          </p:spTgt>
                                        </p:tgtEl>
                                        <p:attrNameLst>
                                          <p:attrName>style.visibility</p:attrName>
                                        </p:attrNameLst>
                                      </p:cBhvr>
                                      <p:to>
                                        <p:strVal val="visible"/>
                                      </p:to>
                                    </p:set>
                                    <p:anim calcmode="lin" valueType="num">
                                      <p:cBhvr>
                                        <p:cTn id="417" dur="500" fill="hold"/>
                                        <p:tgtEl>
                                          <p:spTgt spid="129072">
                                            <p:txEl>
                                              <p:pRg st="1" end="1"/>
                                            </p:txEl>
                                          </p:spTgt>
                                        </p:tgtEl>
                                        <p:attrNameLst>
                                          <p:attrName>ppt_w</p:attrName>
                                        </p:attrNameLst>
                                      </p:cBhvr>
                                      <p:tavLst>
                                        <p:tav tm="0">
                                          <p:val>
                                            <p:fltVal val="0"/>
                                          </p:val>
                                        </p:tav>
                                        <p:tav tm="100000">
                                          <p:val>
                                            <p:strVal val="#ppt_w"/>
                                          </p:val>
                                        </p:tav>
                                      </p:tavLst>
                                    </p:anim>
                                    <p:anim calcmode="lin" valueType="num">
                                      <p:cBhvr>
                                        <p:cTn id="418" dur="500" fill="hold"/>
                                        <p:tgtEl>
                                          <p:spTgt spid="129072">
                                            <p:txEl>
                                              <p:pRg st="1" end="1"/>
                                            </p:txEl>
                                          </p:spTgt>
                                        </p:tgtEl>
                                        <p:attrNameLst>
                                          <p:attrName>ppt_h</p:attrName>
                                        </p:attrNameLst>
                                      </p:cBhvr>
                                      <p:tavLst>
                                        <p:tav tm="0">
                                          <p:val>
                                            <p:fltVal val="0"/>
                                          </p:val>
                                        </p:tav>
                                        <p:tav tm="100000">
                                          <p:val>
                                            <p:strVal val="#ppt_h"/>
                                          </p:val>
                                        </p:tav>
                                      </p:tavLst>
                                    </p:anim>
                                    <p:animEffect transition="in" filter="fade">
                                      <p:cBhvr>
                                        <p:cTn id="419" dur="500"/>
                                        <p:tgtEl>
                                          <p:spTgt spid="129072">
                                            <p:txEl>
                                              <p:pRg st="1" end="1"/>
                                            </p:txEl>
                                          </p:spTgt>
                                        </p:tgtEl>
                                      </p:cBhvr>
                                    </p:animEffect>
                                  </p:childTnLst>
                                </p:cTn>
                              </p:par>
                            </p:childTnLst>
                          </p:cTn>
                        </p:par>
                      </p:childTnLst>
                    </p:cTn>
                  </p:par>
                  <p:par>
                    <p:cTn id="420" fill="hold" nodeType="clickPar">
                      <p:stCondLst>
                        <p:cond delay="indefinite"/>
                      </p:stCondLst>
                      <p:childTnLst>
                        <p:par>
                          <p:cTn id="421" fill="hold" nodeType="withGroup">
                            <p:stCondLst>
                              <p:cond delay="0"/>
                            </p:stCondLst>
                            <p:childTnLst>
                              <p:par>
                                <p:cTn id="422" presetID="53" presetClass="entr" presetSubtype="16" fill="hold" grpId="0" nodeType="clickEffect">
                                  <p:stCondLst>
                                    <p:cond delay="0"/>
                                  </p:stCondLst>
                                  <p:childTnLst>
                                    <p:set>
                                      <p:cBhvr>
                                        <p:cTn id="423" dur="1" fill="hold">
                                          <p:stCondLst>
                                            <p:cond delay="0"/>
                                          </p:stCondLst>
                                        </p:cTn>
                                        <p:tgtEl>
                                          <p:spTgt spid="129072">
                                            <p:txEl>
                                              <p:pRg st="2" end="2"/>
                                            </p:txEl>
                                          </p:spTgt>
                                        </p:tgtEl>
                                        <p:attrNameLst>
                                          <p:attrName>style.visibility</p:attrName>
                                        </p:attrNameLst>
                                      </p:cBhvr>
                                      <p:to>
                                        <p:strVal val="visible"/>
                                      </p:to>
                                    </p:set>
                                    <p:anim calcmode="lin" valueType="num">
                                      <p:cBhvr>
                                        <p:cTn id="424" dur="500" fill="hold"/>
                                        <p:tgtEl>
                                          <p:spTgt spid="129072">
                                            <p:txEl>
                                              <p:pRg st="2" end="2"/>
                                            </p:txEl>
                                          </p:spTgt>
                                        </p:tgtEl>
                                        <p:attrNameLst>
                                          <p:attrName>ppt_w</p:attrName>
                                        </p:attrNameLst>
                                      </p:cBhvr>
                                      <p:tavLst>
                                        <p:tav tm="0">
                                          <p:val>
                                            <p:fltVal val="0"/>
                                          </p:val>
                                        </p:tav>
                                        <p:tav tm="100000">
                                          <p:val>
                                            <p:strVal val="#ppt_w"/>
                                          </p:val>
                                        </p:tav>
                                      </p:tavLst>
                                    </p:anim>
                                    <p:anim calcmode="lin" valueType="num">
                                      <p:cBhvr>
                                        <p:cTn id="425" dur="500" fill="hold"/>
                                        <p:tgtEl>
                                          <p:spTgt spid="129072">
                                            <p:txEl>
                                              <p:pRg st="2" end="2"/>
                                            </p:txEl>
                                          </p:spTgt>
                                        </p:tgtEl>
                                        <p:attrNameLst>
                                          <p:attrName>ppt_h</p:attrName>
                                        </p:attrNameLst>
                                      </p:cBhvr>
                                      <p:tavLst>
                                        <p:tav tm="0">
                                          <p:val>
                                            <p:fltVal val="0"/>
                                          </p:val>
                                        </p:tav>
                                        <p:tav tm="100000">
                                          <p:val>
                                            <p:strVal val="#ppt_h"/>
                                          </p:val>
                                        </p:tav>
                                      </p:tavLst>
                                    </p:anim>
                                    <p:animEffect transition="in" filter="fade">
                                      <p:cBhvr>
                                        <p:cTn id="426" dur="500"/>
                                        <p:tgtEl>
                                          <p:spTgt spid="129072">
                                            <p:txEl>
                                              <p:pRg st="2" end="2"/>
                                            </p:txEl>
                                          </p:spTgt>
                                        </p:tgtEl>
                                      </p:cBhvr>
                                    </p:animEffect>
                                  </p:childTnLst>
                                </p:cTn>
                              </p:par>
                            </p:childTnLst>
                          </p:cTn>
                        </p:par>
                      </p:childTnLst>
                    </p:cTn>
                  </p:par>
                  <p:par>
                    <p:cTn id="427" fill="hold" nodeType="clickPar">
                      <p:stCondLst>
                        <p:cond delay="indefinite"/>
                      </p:stCondLst>
                      <p:childTnLst>
                        <p:par>
                          <p:cTn id="428" fill="hold" nodeType="withGroup">
                            <p:stCondLst>
                              <p:cond delay="0"/>
                            </p:stCondLst>
                            <p:childTnLst>
                              <p:par>
                                <p:cTn id="429" presetID="53" presetClass="entr" presetSubtype="16" fill="hold" grpId="0" nodeType="clickEffect">
                                  <p:stCondLst>
                                    <p:cond delay="0"/>
                                  </p:stCondLst>
                                  <p:childTnLst>
                                    <p:set>
                                      <p:cBhvr>
                                        <p:cTn id="430" dur="1" fill="hold">
                                          <p:stCondLst>
                                            <p:cond delay="0"/>
                                          </p:stCondLst>
                                        </p:cTn>
                                        <p:tgtEl>
                                          <p:spTgt spid="129072">
                                            <p:txEl>
                                              <p:pRg st="3" end="3"/>
                                            </p:txEl>
                                          </p:spTgt>
                                        </p:tgtEl>
                                        <p:attrNameLst>
                                          <p:attrName>style.visibility</p:attrName>
                                        </p:attrNameLst>
                                      </p:cBhvr>
                                      <p:to>
                                        <p:strVal val="visible"/>
                                      </p:to>
                                    </p:set>
                                    <p:anim calcmode="lin" valueType="num">
                                      <p:cBhvr>
                                        <p:cTn id="431" dur="500" fill="hold"/>
                                        <p:tgtEl>
                                          <p:spTgt spid="129072">
                                            <p:txEl>
                                              <p:pRg st="3" end="3"/>
                                            </p:txEl>
                                          </p:spTgt>
                                        </p:tgtEl>
                                        <p:attrNameLst>
                                          <p:attrName>ppt_w</p:attrName>
                                        </p:attrNameLst>
                                      </p:cBhvr>
                                      <p:tavLst>
                                        <p:tav tm="0">
                                          <p:val>
                                            <p:fltVal val="0"/>
                                          </p:val>
                                        </p:tav>
                                        <p:tav tm="100000">
                                          <p:val>
                                            <p:strVal val="#ppt_w"/>
                                          </p:val>
                                        </p:tav>
                                      </p:tavLst>
                                    </p:anim>
                                    <p:anim calcmode="lin" valueType="num">
                                      <p:cBhvr>
                                        <p:cTn id="432" dur="500" fill="hold"/>
                                        <p:tgtEl>
                                          <p:spTgt spid="129072">
                                            <p:txEl>
                                              <p:pRg st="3" end="3"/>
                                            </p:txEl>
                                          </p:spTgt>
                                        </p:tgtEl>
                                        <p:attrNameLst>
                                          <p:attrName>ppt_h</p:attrName>
                                        </p:attrNameLst>
                                      </p:cBhvr>
                                      <p:tavLst>
                                        <p:tav tm="0">
                                          <p:val>
                                            <p:fltVal val="0"/>
                                          </p:val>
                                        </p:tav>
                                        <p:tav tm="100000">
                                          <p:val>
                                            <p:strVal val="#ppt_h"/>
                                          </p:val>
                                        </p:tav>
                                      </p:tavLst>
                                    </p:anim>
                                    <p:animEffect transition="in" filter="fade">
                                      <p:cBhvr>
                                        <p:cTn id="433" dur="500"/>
                                        <p:tgtEl>
                                          <p:spTgt spid="129072">
                                            <p:txEl>
                                              <p:pRg st="3" end="3"/>
                                            </p:txEl>
                                          </p:spTgt>
                                        </p:tgtEl>
                                      </p:cBhvr>
                                    </p:animEffect>
                                  </p:childTnLst>
                                </p:cTn>
                              </p:par>
                            </p:childTnLst>
                          </p:cTn>
                        </p:par>
                      </p:childTnLst>
                    </p:cTn>
                  </p:par>
                  <p:par>
                    <p:cTn id="434" fill="hold" nodeType="clickPar">
                      <p:stCondLst>
                        <p:cond delay="indefinite"/>
                      </p:stCondLst>
                      <p:childTnLst>
                        <p:par>
                          <p:cTn id="435" fill="hold" nodeType="withGroup">
                            <p:stCondLst>
                              <p:cond delay="0"/>
                            </p:stCondLst>
                            <p:childTnLst>
                              <p:par>
                                <p:cTn id="436" presetID="53" presetClass="entr" presetSubtype="16" fill="hold" grpId="0" nodeType="clickEffect">
                                  <p:stCondLst>
                                    <p:cond delay="0"/>
                                  </p:stCondLst>
                                  <p:childTnLst>
                                    <p:set>
                                      <p:cBhvr>
                                        <p:cTn id="437" dur="1" fill="hold">
                                          <p:stCondLst>
                                            <p:cond delay="0"/>
                                          </p:stCondLst>
                                        </p:cTn>
                                        <p:tgtEl>
                                          <p:spTgt spid="129072">
                                            <p:txEl>
                                              <p:pRg st="4" end="4"/>
                                            </p:txEl>
                                          </p:spTgt>
                                        </p:tgtEl>
                                        <p:attrNameLst>
                                          <p:attrName>style.visibility</p:attrName>
                                        </p:attrNameLst>
                                      </p:cBhvr>
                                      <p:to>
                                        <p:strVal val="visible"/>
                                      </p:to>
                                    </p:set>
                                    <p:anim calcmode="lin" valueType="num">
                                      <p:cBhvr>
                                        <p:cTn id="438" dur="500" fill="hold"/>
                                        <p:tgtEl>
                                          <p:spTgt spid="129072">
                                            <p:txEl>
                                              <p:pRg st="4" end="4"/>
                                            </p:txEl>
                                          </p:spTgt>
                                        </p:tgtEl>
                                        <p:attrNameLst>
                                          <p:attrName>ppt_w</p:attrName>
                                        </p:attrNameLst>
                                      </p:cBhvr>
                                      <p:tavLst>
                                        <p:tav tm="0">
                                          <p:val>
                                            <p:fltVal val="0"/>
                                          </p:val>
                                        </p:tav>
                                        <p:tav tm="100000">
                                          <p:val>
                                            <p:strVal val="#ppt_w"/>
                                          </p:val>
                                        </p:tav>
                                      </p:tavLst>
                                    </p:anim>
                                    <p:anim calcmode="lin" valueType="num">
                                      <p:cBhvr>
                                        <p:cTn id="439" dur="500" fill="hold"/>
                                        <p:tgtEl>
                                          <p:spTgt spid="129072">
                                            <p:txEl>
                                              <p:pRg st="4" end="4"/>
                                            </p:txEl>
                                          </p:spTgt>
                                        </p:tgtEl>
                                        <p:attrNameLst>
                                          <p:attrName>ppt_h</p:attrName>
                                        </p:attrNameLst>
                                      </p:cBhvr>
                                      <p:tavLst>
                                        <p:tav tm="0">
                                          <p:val>
                                            <p:fltVal val="0"/>
                                          </p:val>
                                        </p:tav>
                                        <p:tav tm="100000">
                                          <p:val>
                                            <p:strVal val="#ppt_h"/>
                                          </p:val>
                                        </p:tav>
                                      </p:tavLst>
                                    </p:anim>
                                    <p:animEffect transition="in" filter="fade">
                                      <p:cBhvr>
                                        <p:cTn id="440" dur="500"/>
                                        <p:tgtEl>
                                          <p:spTgt spid="129072">
                                            <p:txEl>
                                              <p:pRg st="4" end="4"/>
                                            </p:txEl>
                                          </p:spTgt>
                                        </p:tgtEl>
                                      </p:cBhvr>
                                    </p:animEffect>
                                  </p:childTnLst>
                                </p:cTn>
                              </p:par>
                            </p:childTnLst>
                          </p:cTn>
                        </p:par>
                      </p:childTnLst>
                    </p:cTn>
                  </p:par>
                  <p:par>
                    <p:cTn id="441" fill="hold" nodeType="clickPar">
                      <p:stCondLst>
                        <p:cond delay="indefinite"/>
                      </p:stCondLst>
                      <p:childTnLst>
                        <p:par>
                          <p:cTn id="442" fill="hold" nodeType="withGroup">
                            <p:stCondLst>
                              <p:cond delay="0"/>
                            </p:stCondLst>
                            <p:childTnLst>
                              <p:par>
                                <p:cTn id="443" presetID="53" presetClass="entr" presetSubtype="16" fill="hold" grpId="0" nodeType="clickEffect">
                                  <p:stCondLst>
                                    <p:cond delay="0"/>
                                  </p:stCondLst>
                                  <p:childTnLst>
                                    <p:set>
                                      <p:cBhvr>
                                        <p:cTn id="444" dur="1" fill="hold">
                                          <p:stCondLst>
                                            <p:cond delay="0"/>
                                          </p:stCondLst>
                                        </p:cTn>
                                        <p:tgtEl>
                                          <p:spTgt spid="129076"/>
                                        </p:tgtEl>
                                        <p:attrNameLst>
                                          <p:attrName>style.visibility</p:attrName>
                                        </p:attrNameLst>
                                      </p:cBhvr>
                                      <p:to>
                                        <p:strVal val="visible"/>
                                      </p:to>
                                    </p:set>
                                    <p:anim calcmode="lin" valueType="num">
                                      <p:cBhvr>
                                        <p:cTn id="445" dur="500" fill="hold"/>
                                        <p:tgtEl>
                                          <p:spTgt spid="129076"/>
                                        </p:tgtEl>
                                        <p:attrNameLst>
                                          <p:attrName>ppt_w</p:attrName>
                                        </p:attrNameLst>
                                      </p:cBhvr>
                                      <p:tavLst>
                                        <p:tav tm="0">
                                          <p:val>
                                            <p:fltVal val="0"/>
                                          </p:val>
                                        </p:tav>
                                        <p:tav tm="100000">
                                          <p:val>
                                            <p:strVal val="#ppt_w"/>
                                          </p:val>
                                        </p:tav>
                                      </p:tavLst>
                                    </p:anim>
                                    <p:anim calcmode="lin" valueType="num">
                                      <p:cBhvr>
                                        <p:cTn id="446" dur="500" fill="hold"/>
                                        <p:tgtEl>
                                          <p:spTgt spid="129076"/>
                                        </p:tgtEl>
                                        <p:attrNameLst>
                                          <p:attrName>ppt_h</p:attrName>
                                        </p:attrNameLst>
                                      </p:cBhvr>
                                      <p:tavLst>
                                        <p:tav tm="0">
                                          <p:val>
                                            <p:fltVal val="0"/>
                                          </p:val>
                                        </p:tav>
                                        <p:tav tm="100000">
                                          <p:val>
                                            <p:strVal val="#ppt_h"/>
                                          </p:val>
                                        </p:tav>
                                      </p:tavLst>
                                    </p:anim>
                                    <p:animEffect transition="in" filter="fade">
                                      <p:cBhvr>
                                        <p:cTn id="447" dur="500"/>
                                        <p:tgtEl>
                                          <p:spTgt spid="129076"/>
                                        </p:tgtEl>
                                      </p:cBhvr>
                                    </p:animEffect>
                                  </p:childTnLst>
                                </p:cTn>
                              </p:par>
                              <p:par>
                                <p:cTn id="448" presetID="53" presetClass="entr" presetSubtype="16" fill="hold" grpId="0" nodeType="withEffect">
                                  <p:stCondLst>
                                    <p:cond delay="0"/>
                                  </p:stCondLst>
                                  <p:childTnLst>
                                    <p:set>
                                      <p:cBhvr>
                                        <p:cTn id="449" dur="1" fill="hold">
                                          <p:stCondLst>
                                            <p:cond delay="0"/>
                                          </p:stCondLst>
                                        </p:cTn>
                                        <p:tgtEl>
                                          <p:spTgt spid="129062"/>
                                        </p:tgtEl>
                                        <p:attrNameLst>
                                          <p:attrName>style.visibility</p:attrName>
                                        </p:attrNameLst>
                                      </p:cBhvr>
                                      <p:to>
                                        <p:strVal val="visible"/>
                                      </p:to>
                                    </p:set>
                                    <p:anim calcmode="lin" valueType="num">
                                      <p:cBhvr>
                                        <p:cTn id="450" dur="500" fill="hold"/>
                                        <p:tgtEl>
                                          <p:spTgt spid="129062"/>
                                        </p:tgtEl>
                                        <p:attrNameLst>
                                          <p:attrName>ppt_w</p:attrName>
                                        </p:attrNameLst>
                                      </p:cBhvr>
                                      <p:tavLst>
                                        <p:tav tm="0">
                                          <p:val>
                                            <p:fltVal val="0"/>
                                          </p:val>
                                        </p:tav>
                                        <p:tav tm="100000">
                                          <p:val>
                                            <p:strVal val="#ppt_w"/>
                                          </p:val>
                                        </p:tav>
                                      </p:tavLst>
                                    </p:anim>
                                    <p:anim calcmode="lin" valueType="num">
                                      <p:cBhvr>
                                        <p:cTn id="451" dur="500" fill="hold"/>
                                        <p:tgtEl>
                                          <p:spTgt spid="129062"/>
                                        </p:tgtEl>
                                        <p:attrNameLst>
                                          <p:attrName>ppt_h</p:attrName>
                                        </p:attrNameLst>
                                      </p:cBhvr>
                                      <p:tavLst>
                                        <p:tav tm="0">
                                          <p:val>
                                            <p:fltVal val="0"/>
                                          </p:val>
                                        </p:tav>
                                        <p:tav tm="100000">
                                          <p:val>
                                            <p:strVal val="#ppt_h"/>
                                          </p:val>
                                        </p:tav>
                                      </p:tavLst>
                                    </p:anim>
                                    <p:animEffect transition="in" filter="fade">
                                      <p:cBhvr>
                                        <p:cTn id="452" dur="500"/>
                                        <p:tgtEl>
                                          <p:spTgt spid="129062"/>
                                        </p:tgtEl>
                                      </p:cBhvr>
                                    </p:animEffect>
                                  </p:childTnLst>
                                </p:cTn>
                              </p:par>
                            </p:childTnLst>
                          </p:cTn>
                        </p:par>
                        <p:par>
                          <p:cTn id="453" fill="hold" nodeType="afterGroup">
                            <p:stCondLst>
                              <p:cond delay="500"/>
                            </p:stCondLst>
                            <p:childTnLst>
                              <p:par>
                                <p:cTn id="454" presetID="53" presetClass="entr" presetSubtype="16" fill="hold" grpId="0" nodeType="afterEffect">
                                  <p:stCondLst>
                                    <p:cond delay="0"/>
                                  </p:stCondLst>
                                  <p:childTnLst>
                                    <p:set>
                                      <p:cBhvr>
                                        <p:cTn id="455" dur="1" fill="hold">
                                          <p:stCondLst>
                                            <p:cond delay="0"/>
                                          </p:stCondLst>
                                        </p:cTn>
                                        <p:tgtEl>
                                          <p:spTgt spid="129075"/>
                                        </p:tgtEl>
                                        <p:attrNameLst>
                                          <p:attrName>style.visibility</p:attrName>
                                        </p:attrNameLst>
                                      </p:cBhvr>
                                      <p:to>
                                        <p:strVal val="visible"/>
                                      </p:to>
                                    </p:set>
                                    <p:anim calcmode="lin" valueType="num">
                                      <p:cBhvr>
                                        <p:cTn id="456" dur="500" fill="hold"/>
                                        <p:tgtEl>
                                          <p:spTgt spid="129075"/>
                                        </p:tgtEl>
                                        <p:attrNameLst>
                                          <p:attrName>ppt_w</p:attrName>
                                        </p:attrNameLst>
                                      </p:cBhvr>
                                      <p:tavLst>
                                        <p:tav tm="0">
                                          <p:val>
                                            <p:fltVal val="0"/>
                                          </p:val>
                                        </p:tav>
                                        <p:tav tm="100000">
                                          <p:val>
                                            <p:strVal val="#ppt_w"/>
                                          </p:val>
                                        </p:tav>
                                      </p:tavLst>
                                    </p:anim>
                                    <p:anim calcmode="lin" valueType="num">
                                      <p:cBhvr>
                                        <p:cTn id="457" dur="500" fill="hold"/>
                                        <p:tgtEl>
                                          <p:spTgt spid="129075"/>
                                        </p:tgtEl>
                                        <p:attrNameLst>
                                          <p:attrName>ppt_h</p:attrName>
                                        </p:attrNameLst>
                                      </p:cBhvr>
                                      <p:tavLst>
                                        <p:tav tm="0">
                                          <p:val>
                                            <p:fltVal val="0"/>
                                          </p:val>
                                        </p:tav>
                                        <p:tav tm="100000">
                                          <p:val>
                                            <p:strVal val="#ppt_h"/>
                                          </p:val>
                                        </p:tav>
                                      </p:tavLst>
                                    </p:anim>
                                    <p:animEffect transition="in" filter="fade">
                                      <p:cBhvr>
                                        <p:cTn id="458" dur="500"/>
                                        <p:tgtEl>
                                          <p:spTgt spid="129075"/>
                                        </p:tgtEl>
                                      </p:cBhvr>
                                    </p:animEffect>
                                  </p:childTnLst>
                                </p:cTn>
                              </p:par>
                            </p:childTnLst>
                          </p:cTn>
                        </p:par>
                      </p:childTnLst>
                    </p:cTn>
                  </p:par>
                  <p:par>
                    <p:cTn id="459" fill="hold" nodeType="clickPar">
                      <p:stCondLst>
                        <p:cond delay="indefinite"/>
                      </p:stCondLst>
                      <p:childTnLst>
                        <p:par>
                          <p:cTn id="460" fill="hold" nodeType="withGroup">
                            <p:stCondLst>
                              <p:cond delay="0"/>
                            </p:stCondLst>
                            <p:childTnLst>
                              <p:par>
                                <p:cTn id="461" presetID="53" presetClass="entr" presetSubtype="16" fill="hold" grpId="0" nodeType="clickEffect">
                                  <p:stCondLst>
                                    <p:cond delay="0"/>
                                  </p:stCondLst>
                                  <p:childTnLst>
                                    <p:set>
                                      <p:cBhvr>
                                        <p:cTn id="462" dur="1" fill="hold">
                                          <p:stCondLst>
                                            <p:cond delay="0"/>
                                          </p:stCondLst>
                                        </p:cTn>
                                        <p:tgtEl>
                                          <p:spTgt spid="129078"/>
                                        </p:tgtEl>
                                        <p:attrNameLst>
                                          <p:attrName>style.visibility</p:attrName>
                                        </p:attrNameLst>
                                      </p:cBhvr>
                                      <p:to>
                                        <p:strVal val="visible"/>
                                      </p:to>
                                    </p:set>
                                    <p:anim calcmode="lin" valueType="num">
                                      <p:cBhvr>
                                        <p:cTn id="463" dur="500" fill="hold"/>
                                        <p:tgtEl>
                                          <p:spTgt spid="129078"/>
                                        </p:tgtEl>
                                        <p:attrNameLst>
                                          <p:attrName>ppt_w</p:attrName>
                                        </p:attrNameLst>
                                      </p:cBhvr>
                                      <p:tavLst>
                                        <p:tav tm="0">
                                          <p:val>
                                            <p:fltVal val="0"/>
                                          </p:val>
                                        </p:tav>
                                        <p:tav tm="100000">
                                          <p:val>
                                            <p:strVal val="#ppt_w"/>
                                          </p:val>
                                        </p:tav>
                                      </p:tavLst>
                                    </p:anim>
                                    <p:anim calcmode="lin" valueType="num">
                                      <p:cBhvr>
                                        <p:cTn id="464" dur="500" fill="hold"/>
                                        <p:tgtEl>
                                          <p:spTgt spid="129078"/>
                                        </p:tgtEl>
                                        <p:attrNameLst>
                                          <p:attrName>ppt_h</p:attrName>
                                        </p:attrNameLst>
                                      </p:cBhvr>
                                      <p:tavLst>
                                        <p:tav tm="0">
                                          <p:val>
                                            <p:fltVal val="0"/>
                                          </p:val>
                                        </p:tav>
                                        <p:tav tm="100000">
                                          <p:val>
                                            <p:strVal val="#ppt_h"/>
                                          </p:val>
                                        </p:tav>
                                      </p:tavLst>
                                    </p:anim>
                                    <p:animEffect transition="in" filter="fade">
                                      <p:cBhvr>
                                        <p:cTn id="465" dur="500"/>
                                        <p:tgtEl>
                                          <p:spTgt spid="129078"/>
                                        </p:tgtEl>
                                      </p:cBhvr>
                                    </p:animEffect>
                                  </p:childTnLst>
                                </p:cTn>
                              </p:par>
                              <p:par>
                                <p:cTn id="466" presetID="53" presetClass="entr" presetSubtype="16" fill="hold" grpId="0" nodeType="withEffect">
                                  <p:stCondLst>
                                    <p:cond delay="0"/>
                                  </p:stCondLst>
                                  <p:childTnLst>
                                    <p:set>
                                      <p:cBhvr>
                                        <p:cTn id="467" dur="1" fill="hold">
                                          <p:stCondLst>
                                            <p:cond delay="0"/>
                                          </p:stCondLst>
                                        </p:cTn>
                                        <p:tgtEl>
                                          <p:spTgt spid="127023"/>
                                        </p:tgtEl>
                                        <p:attrNameLst>
                                          <p:attrName>style.visibility</p:attrName>
                                        </p:attrNameLst>
                                      </p:cBhvr>
                                      <p:to>
                                        <p:strVal val="visible"/>
                                      </p:to>
                                    </p:set>
                                    <p:anim calcmode="lin" valueType="num">
                                      <p:cBhvr>
                                        <p:cTn id="468" dur="500" fill="hold"/>
                                        <p:tgtEl>
                                          <p:spTgt spid="127023"/>
                                        </p:tgtEl>
                                        <p:attrNameLst>
                                          <p:attrName>ppt_w</p:attrName>
                                        </p:attrNameLst>
                                      </p:cBhvr>
                                      <p:tavLst>
                                        <p:tav tm="0">
                                          <p:val>
                                            <p:fltVal val="0"/>
                                          </p:val>
                                        </p:tav>
                                        <p:tav tm="100000">
                                          <p:val>
                                            <p:strVal val="#ppt_w"/>
                                          </p:val>
                                        </p:tav>
                                      </p:tavLst>
                                    </p:anim>
                                    <p:anim calcmode="lin" valueType="num">
                                      <p:cBhvr>
                                        <p:cTn id="469" dur="500" fill="hold"/>
                                        <p:tgtEl>
                                          <p:spTgt spid="127023"/>
                                        </p:tgtEl>
                                        <p:attrNameLst>
                                          <p:attrName>ppt_h</p:attrName>
                                        </p:attrNameLst>
                                      </p:cBhvr>
                                      <p:tavLst>
                                        <p:tav tm="0">
                                          <p:val>
                                            <p:fltVal val="0"/>
                                          </p:val>
                                        </p:tav>
                                        <p:tav tm="100000">
                                          <p:val>
                                            <p:strVal val="#ppt_h"/>
                                          </p:val>
                                        </p:tav>
                                      </p:tavLst>
                                    </p:anim>
                                    <p:animEffect transition="in" filter="fade">
                                      <p:cBhvr>
                                        <p:cTn id="470" dur="500"/>
                                        <p:tgtEl>
                                          <p:spTgt spid="127023"/>
                                        </p:tgtEl>
                                      </p:cBhvr>
                                    </p:animEffect>
                                  </p:childTnLst>
                                </p:cTn>
                              </p:par>
                            </p:childTnLst>
                          </p:cTn>
                        </p:par>
                        <p:par>
                          <p:cTn id="471" fill="hold" nodeType="afterGroup">
                            <p:stCondLst>
                              <p:cond delay="500"/>
                            </p:stCondLst>
                            <p:childTnLst>
                              <p:par>
                                <p:cTn id="472" presetID="53" presetClass="entr" presetSubtype="16" fill="hold" grpId="0" nodeType="afterEffect">
                                  <p:stCondLst>
                                    <p:cond delay="0"/>
                                  </p:stCondLst>
                                  <p:childTnLst>
                                    <p:set>
                                      <p:cBhvr>
                                        <p:cTn id="473" dur="1" fill="hold">
                                          <p:stCondLst>
                                            <p:cond delay="0"/>
                                          </p:stCondLst>
                                        </p:cTn>
                                        <p:tgtEl>
                                          <p:spTgt spid="129077"/>
                                        </p:tgtEl>
                                        <p:attrNameLst>
                                          <p:attrName>style.visibility</p:attrName>
                                        </p:attrNameLst>
                                      </p:cBhvr>
                                      <p:to>
                                        <p:strVal val="visible"/>
                                      </p:to>
                                    </p:set>
                                    <p:anim calcmode="lin" valueType="num">
                                      <p:cBhvr>
                                        <p:cTn id="474" dur="500" fill="hold"/>
                                        <p:tgtEl>
                                          <p:spTgt spid="129077"/>
                                        </p:tgtEl>
                                        <p:attrNameLst>
                                          <p:attrName>ppt_w</p:attrName>
                                        </p:attrNameLst>
                                      </p:cBhvr>
                                      <p:tavLst>
                                        <p:tav tm="0">
                                          <p:val>
                                            <p:fltVal val="0"/>
                                          </p:val>
                                        </p:tav>
                                        <p:tav tm="100000">
                                          <p:val>
                                            <p:strVal val="#ppt_w"/>
                                          </p:val>
                                        </p:tav>
                                      </p:tavLst>
                                    </p:anim>
                                    <p:anim calcmode="lin" valueType="num">
                                      <p:cBhvr>
                                        <p:cTn id="475" dur="500" fill="hold"/>
                                        <p:tgtEl>
                                          <p:spTgt spid="129077"/>
                                        </p:tgtEl>
                                        <p:attrNameLst>
                                          <p:attrName>ppt_h</p:attrName>
                                        </p:attrNameLst>
                                      </p:cBhvr>
                                      <p:tavLst>
                                        <p:tav tm="0">
                                          <p:val>
                                            <p:fltVal val="0"/>
                                          </p:val>
                                        </p:tav>
                                        <p:tav tm="100000">
                                          <p:val>
                                            <p:strVal val="#ppt_h"/>
                                          </p:val>
                                        </p:tav>
                                      </p:tavLst>
                                    </p:anim>
                                    <p:animEffect transition="in" filter="fade">
                                      <p:cBhvr>
                                        <p:cTn id="476" dur="500"/>
                                        <p:tgtEl>
                                          <p:spTgt spid="129077"/>
                                        </p:tgtEl>
                                      </p:cBhvr>
                                    </p:animEffect>
                                  </p:childTnLst>
                                </p:cTn>
                              </p:par>
                            </p:childTnLst>
                          </p:cTn>
                        </p:par>
                      </p:childTnLst>
                    </p:cTn>
                  </p:par>
                  <p:par>
                    <p:cTn id="477" fill="hold" nodeType="clickPar">
                      <p:stCondLst>
                        <p:cond delay="indefinite"/>
                      </p:stCondLst>
                      <p:childTnLst>
                        <p:par>
                          <p:cTn id="478" fill="hold" nodeType="withGroup">
                            <p:stCondLst>
                              <p:cond delay="0"/>
                            </p:stCondLst>
                            <p:childTnLst>
                              <p:par>
                                <p:cTn id="479" presetID="53" presetClass="entr" presetSubtype="16" fill="hold" grpId="0" nodeType="clickEffect">
                                  <p:stCondLst>
                                    <p:cond delay="0"/>
                                  </p:stCondLst>
                                  <p:childTnLst>
                                    <p:set>
                                      <p:cBhvr>
                                        <p:cTn id="480" dur="1" fill="hold">
                                          <p:stCondLst>
                                            <p:cond delay="0"/>
                                          </p:stCondLst>
                                        </p:cTn>
                                        <p:tgtEl>
                                          <p:spTgt spid="129082"/>
                                        </p:tgtEl>
                                        <p:attrNameLst>
                                          <p:attrName>style.visibility</p:attrName>
                                        </p:attrNameLst>
                                      </p:cBhvr>
                                      <p:to>
                                        <p:strVal val="visible"/>
                                      </p:to>
                                    </p:set>
                                    <p:anim calcmode="lin" valueType="num">
                                      <p:cBhvr>
                                        <p:cTn id="481" dur="500" fill="hold"/>
                                        <p:tgtEl>
                                          <p:spTgt spid="129082"/>
                                        </p:tgtEl>
                                        <p:attrNameLst>
                                          <p:attrName>ppt_w</p:attrName>
                                        </p:attrNameLst>
                                      </p:cBhvr>
                                      <p:tavLst>
                                        <p:tav tm="0">
                                          <p:val>
                                            <p:fltVal val="0"/>
                                          </p:val>
                                        </p:tav>
                                        <p:tav tm="100000">
                                          <p:val>
                                            <p:strVal val="#ppt_w"/>
                                          </p:val>
                                        </p:tav>
                                      </p:tavLst>
                                    </p:anim>
                                    <p:anim calcmode="lin" valueType="num">
                                      <p:cBhvr>
                                        <p:cTn id="482" dur="500" fill="hold"/>
                                        <p:tgtEl>
                                          <p:spTgt spid="129082"/>
                                        </p:tgtEl>
                                        <p:attrNameLst>
                                          <p:attrName>ppt_h</p:attrName>
                                        </p:attrNameLst>
                                      </p:cBhvr>
                                      <p:tavLst>
                                        <p:tav tm="0">
                                          <p:val>
                                            <p:fltVal val="0"/>
                                          </p:val>
                                        </p:tav>
                                        <p:tav tm="100000">
                                          <p:val>
                                            <p:strVal val="#ppt_h"/>
                                          </p:val>
                                        </p:tav>
                                      </p:tavLst>
                                    </p:anim>
                                    <p:animEffect transition="in" filter="fade">
                                      <p:cBhvr>
                                        <p:cTn id="483" dur="500"/>
                                        <p:tgtEl>
                                          <p:spTgt spid="129082"/>
                                        </p:tgtEl>
                                      </p:cBhvr>
                                    </p:animEffect>
                                  </p:childTnLst>
                                </p:cTn>
                              </p:par>
                              <p:par>
                                <p:cTn id="484" presetID="53" presetClass="entr" presetSubtype="16" fill="hold" grpId="0" nodeType="withEffect">
                                  <p:stCondLst>
                                    <p:cond delay="0"/>
                                  </p:stCondLst>
                                  <p:childTnLst>
                                    <p:set>
                                      <p:cBhvr>
                                        <p:cTn id="485" dur="1" fill="hold">
                                          <p:stCondLst>
                                            <p:cond delay="0"/>
                                          </p:stCondLst>
                                        </p:cTn>
                                        <p:tgtEl>
                                          <p:spTgt spid="129083"/>
                                        </p:tgtEl>
                                        <p:attrNameLst>
                                          <p:attrName>style.visibility</p:attrName>
                                        </p:attrNameLst>
                                      </p:cBhvr>
                                      <p:to>
                                        <p:strVal val="visible"/>
                                      </p:to>
                                    </p:set>
                                    <p:anim calcmode="lin" valueType="num">
                                      <p:cBhvr>
                                        <p:cTn id="486" dur="500" fill="hold"/>
                                        <p:tgtEl>
                                          <p:spTgt spid="129083"/>
                                        </p:tgtEl>
                                        <p:attrNameLst>
                                          <p:attrName>ppt_w</p:attrName>
                                        </p:attrNameLst>
                                      </p:cBhvr>
                                      <p:tavLst>
                                        <p:tav tm="0">
                                          <p:val>
                                            <p:fltVal val="0"/>
                                          </p:val>
                                        </p:tav>
                                        <p:tav tm="100000">
                                          <p:val>
                                            <p:strVal val="#ppt_w"/>
                                          </p:val>
                                        </p:tav>
                                      </p:tavLst>
                                    </p:anim>
                                    <p:anim calcmode="lin" valueType="num">
                                      <p:cBhvr>
                                        <p:cTn id="487" dur="500" fill="hold"/>
                                        <p:tgtEl>
                                          <p:spTgt spid="129083"/>
                                        </p:tgtEl>
                                        <p:attrNameLst>
                                          <p:attrName>ppt_h</p:attrName>
                                        </p:attrNameLst>
                                      </p:cBhvr>
                                      <p:tavLst>
                                        <p:tav tm="0">
                                          <p:val>
                                            <p:fltVal val="0"/>
                                          </p:val>
                                        </p:tav>
                                        <p:tav tm="100000">
                                          <p:val>
                                            <p:strVal val="#ppt_h"/>
                                          </p:val>
                                        </p:tav>
                                      </p:tavLst>
                                    </p:anim>
                                    <p:animEffect transition="in" filter="fade">
                                      <p:cBhvr>
                                        <p:cTn id="488" dur="500"/>
                                        <p:tgtEl>
                                          <p:spTgt spid="129083"/>
                                        </p:tgtEl>
                                      </p:cBhvr>
                                    </p:animEffect>
                                  </p:childTnLst>
                                </p:cTn>
                              </p:par>
                            </p:childTnLst>
                          </p:cTn>
                        </p:par>
                      </p:childTnLst>
                    </p:cTn>
                  </p:par>
                  <p:par>
                    <p:cTn id="489" fill="hold" nodeType="clickPar">
                      <p:stCondLst>
                        <p:cond delay="indefinite"/>
                      </p:stCondLst>
                      <p:childTnLst>
                        <p:par>
                          <p:cTn id="490" fill="hold" nodeType="withGroup">
                            <p:stCondLst>
                              <p:cond delay="0"/>
                            </p:stCondLst>
                            <p:childTnLst>
                              <p:par>
                                <p:cTn id="491" presetID="53" presetClass="entr" presetSubtype="16" fill="hold" grpId="0" nodeType="clickEffect">
                                  <p:stCondLst>
                                    <p:cond delay="0"/>
                                  </p:stCondLst>
                                  <p:childTnLst>
                                    <p:set>
                                      <p:cBhvr>
                                        <p:cTn id="492" dur="1" fill="hold">
                                          <p:stCondLst>
                                            <p:cond delay="0"/>
                                          </p:stCondLst>
                                        </p:cTn>
                                        <p:tgtEl>
                                          <p:spTgt spid="129080"/>
                                        </p:tgtEl>
                                        <p:attrNameLst>
                                          <p:attrName>style.visibility</p:attrName>
                                        </p:attrNameLst>
                                      </p:cBhvr>
                                      <p:to>
                                        <p:strVal val="visible"/>
                                      </p:to>
                                    </p:set>
                                    <p:anim calcmode="lin" valueType="num">
                                      <p:cBhvr>
                                        <p:cTn id="493" dur="500" fill="hold"/>
                                        <p:tgtEl>
                                          <p:spTgt spid="129080"/>
                                        </p:tgtEl>
                                        <p:attrNameLst>
                                          <p:attrName>ppt_w</p:attrName>
                                        </p:attrNameLst>
                                      </p:cBhvr>
                                      <p:tavLst>
                                        <p:tav tm="0">
                                          <p:val>
                                            <p:fltVal val="0"/>
                                          </p:val>
                                        </p:tav>
                                        <p:tav tm="100000">
                                          <p:val>
                                            <p:strVal val="#ppt_w"/>
                                          </p:val>
                                        </p:tav>
                                      </p:tavLst>
                                    </p:anim>
                                    <p:anim calcmode="lin" valueType="num">
                                      <p:cBhvr>
                                        <p:cTn id="494" dur="500" fill="hold"/>
                                        <p:tgtEl>
                                          <p:spTgt spid="129080"/>
                                        </p:tgtEl>
                                        <p:attrNameLst>
                                          <p:attrName>ppt_h</p:attrName>
                                        </p:attrNameLst>
                                      </p:cBhvr>
                                      <p:tavLst>
                                        <p:tav tm="0">
                                          <p:val>
                                            <p:fltVal val="0"/>
                                          </p:val>
                                        </p:tav>
                                        <p:tav tm="100000">
                                          <p:val>
                                            <p:strVal val="#ppt_h"/>
                                          </p:val>
                                        </p:tav>
                                      </p:tavLst>
                                    </p:anim>
                                    <p:animEffect transition="in" filter="fade">
                                      <p:cBhvr>
                                        <p:cTn id="495" dur="500"/>
                                        <p:tgtEl>
                                          <p:spTgt spid="129080"/>
                                        </p:tgtEl>
                                      </p:cBhvr>
                                    </p:animEffect>
                                  </p:childTnLst>
                                </p:cTn>
                              </p:par>
                              <p:par>
                                <p:cTn id="496" presetID="53" presetClass="entr" presetSubtype="16" fill="hold" grpId="0" nodeType="withEffect">
                                  <p:stCondLst>
                                    <p:cond delay="0"/>
                                  </p:stCondLst>
                                  <p:childTnLst>
                                    <p:set>
                                      <p:cBhvr>
                                        <p:cTn id="497" dur="1" fill="hold">
                                          <p:stCondLst>
                                            <p:cond delay="0"/>
                                          </p:stCondLst>
                                        </p:cTn>
                                        <p:tgtEl>
                                          <p:spTgt spid="129081"/>
                                        </p:tgtEl>
                                        <p:attrNameLst>
                                          <p:attrName>style.visibility</p:attrName>
                                        </p:attrNameLst>
                                      </p:cBhvr>
                                      <p:to>
                                        <p:strVal val="visible"/>
                                      </p:to>
                                    </p:set>
                                    <p:anim calcmode="lin" valueType="num">
                                      <p:cBhvr>
                                        <p:cTn id="498" dur="500" fill="hold"/>
                                        <p:tgtEl>
                                          <p:spTgt spid="129081"/>
                                        </p:tgtEl>
                                        <p:attrNameLst>
                                          <p:attrName>ppt_w</p:attrName>
                                        </p:attrNameLst>
                                      </p:cBhvr>
                                      <p:tavLst>
                                        <p:tav tm="0">
                                          <p:val>
                                            <p:fltVal val="0"/>
                                          </p:val>
                                        </p:tav>
                                        <p:tav tm="100000">
                                          <p:val>
                                            <p:strVal val="#ppt_w"/>
                                          </p:val>
                                        </p:tav>
                                      </p:tavLst>
                                    </p:anim>
                                    <p:anim calcmode="lin" valueType="num">
                                      <p:cBhvr>
                                        <p:cTn id="499" dur="500" fill="hold"/>
                                        <p:tgtEl>
                                          <p:spTgt spid="129081"/>
                                        </p:tgtEl>
                                        <p:attrNameLst>
                                          <p:attrName>ppt_h</p:attrName>
                                        </p:attrNameLst>
                                      </p:cBhvr>
                                      <p:tavLst>
                                        <p:tav tm="0">
                                          <p:val>
                                            <p:fltVal val="0"/>
                                          </p:val>
                                        </p:tav>
                                        <p:tav tm="100000">
                                          <p:val>
                                            <p:strVal val="#ppt_h"/>
                                          </p:val>
                                        </p:tav>
                                      </p:tavLst>
                                    </p:anim>
                                    <p:animEffect transition="in" filter="fade">
                                      <p:cBhvr>
                                        <p:cTn id="500" dur="500"/>
                                        <p:tgtEl>
                                          <p:spTgt spid="129081"/>
                                        </p:tgtEl>
                                      </p:cBhvr>
                                    </p:animEffect>
                                  </p:childTnLst>
                                </p:cTn>
                              </p:par>
                            </p:childTnLst>
                          </p:cTn>
                        </p:par>
                      </p:childTnLst>
                    </p:cTn>
                  </p:par>
                  <p:par>
                    <p:cTn id="501" fill="hold" nodeType="clickPar">
                      <p:stCondLst>
                        <p:cond delay="indefinite"/>
                      </p:stCondLst>
                      <p:childTnLst>
                        <p:par>
                          <p:cTn id="502" fill="hold" nodeType="withGroup">
                            <p:stCondLst>
                              <p:cond delay="0"/>
                            </p:stCondLst>
                            <p:childTnLst>
                              <p:par>
                                <p:cTn id="503" presetID="53" presetClass="entr" presetSubtype="16" fill="hold" grpId="0" nodeType="clickEffect">
                                  <p:stCondLst>
                                    <p:cond delay="0"/>
                                  </p:stCondLst>
                                  <p:childTnLst>
                                    <p:set>
                                      <p:cBhvr>
                                        <p:cTn id="504" dur="1" fill="hold">
                                          <p:stCondLst>
                                            <p:cond delay="0"/>
                                          </p:stCondLst>
                                        </p:cTn>
                                        <p:tgtEl>
                                          <p:spTgt spid="61"/>
                                        </p:tgtEl>
                                        <p:attrNameLst>
                                          <p:attrName>style.visibility</p:attrName>
                                        </p:attrNameLst>
                                      </p:cBhvr>
                                      <p:to>
                                        <p:strVal val="visible"/>
                                      </p:to>
                                    </p:set>
                                    <p:anim calcmode="lin" valueType="num">
                                      <p:cBhvr>
                                        <p:cTn id="505" dur="500" fill="hold"/>
                                        <p:tgtEl>
                                          <p:spTgt spid="61"/>
                                        </p:tgtEl>
                                        <p:attrNameLst>
                                          <p:attrName>ppt_w</p:attrName>
                                        </p:attrNameLst>
                                      </p:cBhvr>
                                      <p:tavLst>
                                        <p:tav tm="0">
                                          <p:val>
                                            <p:fltVal val="0"/>
                                          </p:val>
                                        </p:tav>
                                        <p:tav tm="100000">
                                          <p:val>
                                            <p:strVal val="#ppt_w"/>
                                          </p:val>
                                        </p:tav>
                                      </p:tavLst>
                                    </p:anim>
                                    <p:anim calcmode="lin" valueType="num">
                                      <p:cBhvr>
                                        <p:cTn id="506" dur="500" fill="hold"/>
                                        <p:tgtEl>
                                          <p:spTgt spid="61"/>
                                        </p:tgtEl>
                                        <p:attrNameLst>
                                          <p:attrName>ppt_h</p:attrName>
                                        </p:attrNameLst>
                                      </p:cBhvr>
                                      <p:tavLst>
                                        <p:tav tm="0">
                                          <p:val>
                                            <p:fltVal val="0"/>
                                          </p:val>
                                        </p:tav>
                                        <p:tav tm="100000">
                                          <p:val>
                                            <p:strVal val="#ppt_h"/>
                                          </p:val>
                                        </p:tav>
                                      </p:tavLst>
                                    </p:anim>
                                    <p:animEffect transition="in" filter="fade">
                                      <p:cBhvr>
                                        <p:cTn id="507" dur="500"/>
                                        <p:tgtEl>
                                          <p:spTgt spid="61"/>
                                        </p:tgtEl>
                                      </p:cBhvr>
                                    </p:animEffect>
                                  </p:childTnLst>
                                </p:cTn>
                              </p:par>
                              <p:par>
                                <p:cTn id="508" presetID="53" presetClass="entr" presetSubtype="16" fill="hold" grpId="0" nodeType="withEffect">
                                  <p:stCondLst>
                                    <p:cond delay="0"/>
                                  </p:stCondLst>
                                  <p:childTnLst>
                                    <p:set>
                                      <p:cBhvr>
                                        <p:cTn id="509" dur="1" fill="hold">
                                          <p:stCondLst>
                                            <p:cond delay="0"/>
                                          </p:stCondLst>
                                        </p:cTn>
                                        <p:tgtEl>
                                          <p:spTgt spid="60"/>
                                        </p:tgtEl>
                                        <p:attrNameLst>
                                          <p:attrName>style.visibility</p:attrName>
                                        </p:attrNameLst>
                                      </p:cBhvr>
                                      <p:to>
                                        <p:strVal val="visible"/>
                                      </p:to>
                                    </p:set>
                                    <p:anim calcmode="lin" valueType="num">
                                      <p:cBhvr>
                                        <p:cTn id="510" dur="500" fill="hold"/>
                                        <p:tgtEl>
                                          <p:spTgt spid="60"/>
                                        </p:tgtEl>
                                        <p:attrNameLst>
                                          <p:attrName>ppt_w</p:attrName>
                                        </p:attrNameLst>
                                      </p:cBhvr>
                                      <p:tavLst>
                                        <p:tav tm="0">
                                          <p:val>
                                            <p:fltVal val="0"/>
                                          </p:val>
                                        </p:tav>
                                        <p:tav tm="100000">
                                          <p:val>
                                            <p:strVal val="#ppt_w"/>
                                          </p:val>
                                        </p:tav>
                                      </p:tavLst>
                                    </p:anim>
                                    <p:anim calcmode="lin" valueType="num">
                                      <p:cBhvr>
                                        <p:cTn id="511" dur="500" fill="hold"/>
                                        <p:tgtEl>
                                          <p:spTgt spid="60"/>
                                        </p:tgtEl>
                                        <p:attrNameLst>
                                          <p:attrName>ppt_h</p:attrName>
                                        </p:attrNameLst>
                                      </p:cBhvr>
                                      <p:tavLst>
                                        <p:tav tm="0">
                                          <p:val>
                                            <p:fltVal val="0"/>
                                          </p:val>
                                        </p:tav>
                                        <p:tav tm="100000">
                                          <p:val>
                                            <p:strVal val="#ppt_h"/>
                                          </p:val>
                                        </p:tav>
                                      </p:tavLst>
                                    </p:anim>
                                    <p:animEffect transition="in" filter="fade">
                                      <p:cBhvr>
                                        <p:cTn id="512"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44" grpId="0" build="allAtOnce" animBg="1"/>
      <p:bldP spid="129035" grpId="0" build="allAtOnce" animBg="1"/>
      <p:bldP spid="129036" grpId="0" animBg="1"/>
      <p:bldP spid="129037" grpId="0" animBg="1"/>
      <p:bldP spid="129038" grpId="0" build="allAtOnce" animBg="1"/>
      <p:bldP spid="129039" grpId="0" animBg="1"/>
      <p:bldP spid="129040" grpId="0"/>
      <p:bldP spid="129041" grpId="0" animBg="1"/>
      <p:bldP spid="129042" grpId="0" animBg="1"/>
      <p:bldP spid="129043" grpId="0"/>
      <p:bldP spid="129045" grpId="0" animBg="1"/>
      <p:bldP spid="129046" grpId="0"/>
      <p:bldP spid="129047" grpId="0"/>
      <p:bldP spid="129048" grpId="0" build="allAtOnce" animBg="1"/>
      <p:bldP spid="129049" grpId="0" animBg="1"/>
      <p:bldP spid="129050" grpId="0"/>
      <p:bldP spid="129051" grpId="0" animBg="1"/>
      <p:bldP spid="129052" grpId="0" animBg="1"/>
      <p:bldP spid="129053" grpId="0"/>
      <p:bldP spid="129054" grpId="0" animBg="1"/>
      <p:bldP spid="129055" grpId="0" animBg="1"/>
      <p:bldP spid="129056" grpId="0"/>
      <p:bldP spid="129057" grpId="0" animBg="1"/>
      <p:bldP spid="129058" grpId="0" animBg="1"/>
      <p:bldP spid="129059" grpId="0"/>
      <p:bldP spid="129062" grpId="0"/>
      <p:bldP spid="129063" grpId="0"/>
      <p:bldP spid="129064" grpId="0" animBg="1"/>
      <p:bldP spid="129065" grpId="0"/>
      <p:bldP spid="129067" grpId="0"/>
      <p:bldP spid="129068" grpId="0" animBg="1"/>
      <p:bldP spid="129069" grpId="0" animBg="1"/>
      <p:bldP spid="129070" grpId="0" animBg="1"/>
      <p:bldP spid="129071" grpId="0"/>
      <p:bldP spid="129072" grpId="0" build="allAtOnce" animBg="1"/>
      <p:bldP spid="129073" grpId="0"/>
      <p:bldP spid="129074" grpId="0" animBg="1"/>
      <p:bldP spid="129075" grpId="0" animBg="1"/>
      <p:bldP spid="129076" grpId="0" animBg="1"/>
      <p:bldP spid="129077" grpId="0" animBg="1"/>
      <p:bldP spid="129078" grpId="0" animBg="1"/>
      <p:bldP spid="127023" grpId="0"/>
      <p:bldP spid="129080" grpId="0" animBg="1"/>
      <p:bldP spid="129081" grpId="0"/>
      <p:bldP spid="129082" grpId="0"/>
      <p:bldP spid="129083" grpId="0" animBg="1"/>
      <p:bldP spid="129084" grpId="0" animBg="1"/>
      <p:bldP spid="129085" grpId="0" animBg="1"/>
      <p:bldP spid="129086" grpId="0" animBg="1"/>
      <p:bldP spid="60" grpId="0" animBg="1"/>
      <p:bldP spid="61" grpId="0"/>
      <p:bldP spid="6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506" name="内容占位符 2"/>
              <p:cNvSpPr>
                <a:spLocks noGrp="1" noChangeArrowheads="1"/>
              </p:cNvSpPr>
              <p:nvPr>
                <p:ph idx="1"/>
              </p:nvPr>
            </p:nvSpPr>
            <p:spPr>
              <a:xfrm>
                <a:off x="323528" y="684213"/>
                <a:ext cx="8712968" cy="4263801"/>
              </a:xfrm>
            </p:spPr>
            <p:txBody>
              <a:bodyPr/>
              <a:lstStyle/>
              <a:p>
                <a:pPr marL="0" indent="0" algn="ctr" eaLnBrk="1" hangingPunct="1">
                  <a:spcBef>
                    <a:spcPts val="0"/>
                  </a:spcBef>
                  <a:buClr>
                    <a:schemeClr val="tx1"/>
                  </a:buClr>
                  <a:buNone/>
                  <a:defRPr/>
                </a:pPr>
                <a:r>
                  <a:rPr lang="zh-CN" altLang="en-US" sz="2800" b="1" dirty="0">
                    <a:solidFill>
                      <a:schemeClr val="tx1"/>
                    </a:solidFill>
                  </a:rPr>
                  <a:t>形如</a:t>
                </a:r>
                <a:r>
                  <a:rPr lang="en-US" altLang="zh-CN" sz="2800" b="1" dirty="0">
                    <a:solidFill>
                      <a:schemeClr val="tx1"/>
                    </a:solidFill>
                  </a:rPr>
                  <a:t> </a:t>
                </a:r>
                <a:r>
                  <a:rPr lang="en-US" altLang="zh-CN" sz="2800" b="1" dirty="0">
                    <a:solidFill>
                      <a:srgbClr val="FF0000"/>
                    </a:solidFill>
                    <a:ea typeface="宋体" pitchFamily="2" charset="-122"/>
                  </a:rPr>
                  <a:t>[</a:t>
                </a:r>
                <a:r>
                  <a:rPr lang="en-US" altLang="zh-CN" sz="2800" b="1" i="1" dirty="0">
                    <a:solidFill>
                      <a:srgbClr val="FF0000"/>
                    </a:solidFill>
                    <a:latin typeface="Times New Roman" panose="02020603050405020304" pitchFamily="18" charset="0"/>
                    <a:ea typeface="宋体" pitchFamily="2" charset="-122"/>
                    <a:cs typeface="Times New Roman" panose="02020603050405020304" pitchFamily="18" charset="0"/>
                  </a:rPr>
                  <a:t>A</a:t>
                </a:r>
                <a:r>
                  <a:rPr lang="en-US" altLang="zh-CN" sz="2800" b="1" dirty="0">
                    <a:solidFill>
                      <a:srgbClr val="FF0000"/>
                    </a:solidFill>
                    <a:latin typeface="Times New Roman" panose="02020603050405020304" pitchFamily="18" charset="0"/>
                    <a:ea typeface="宋体" pitchFamily="2" charset="-122"/>
                    <a:cs typeface="Times New Roman" panose="02020603050405020304" pitchFamily="18" charset="0"/>
                  </a:rPr>
                  <a:t>→</a:t>
                </a:r>
                <a:r>
                  <a:rPr lang="en-US" altLang="zh-CN" sz="2800" b="1" i="1" dirty="0">
                    <a:solidFill>
                      <a:srgbClr val="FF0000"/>
                    </a:solidFill>
                    <a:latin typeface="Times New Roman" panose="02020603050405020304" pitchFamily="18" charset="0"/>
                    <a:ea typeface="宋体" pitchFamily="2" charset="-122"/>
                    <a:cs typeface="Times New Roman" panose="02020603050405020304" pitchFamily="18" charset="0"/>
                  </a:rPr>
                  <a:t>α</a:t>
                </a:r>
                <a:r>
                  <a:rPr lang="en-US" altLang="zh-CN" sz="3200" b="1" i="1" dirty="0">
                    <a:solidFill>
                      <a:srgbClr val="FF0000"/>
                    </a:solidFill>
                    <a:latin typeface="Times New Roman" panose="02020603050405020304" pitchFamily="18" charset="0"/>
                    <a:ea typeface="宋体" pitchFamily="2" charset="-122"/>
                    <a:cs typeface="Times New Roman" panose="02020603050405020304" pitchFamily="18" charset="0"/>
                  </a:rPr>
                  <a:t>·</a:t>
                </a:r>
                <a:r>
                  <a:rPr lang="en-US" altLang="zh-CN" sz="2800" b="1" i="1" dirty="0">
                    <a:solidFill>
                      <a:srgbClr val="FF0000"/>
                    </a:solidFill>
                    <a:latin typeface="Times New Roman" panose="02020603050405020304" pitchFamily="18" charset="0"/>
                    <a:ea typeface="宋体" pitchFamily="2" charset="-122"/>
                    <a:cs typeface="Times New Roman" panose="02020603050405020304" pitchFamily="18" charset="0"/>
                  </a:rPr>
                  <a:t>β</a:t>
                </a:r>
                <a:r>
                  <a:rPr lang="en-US" altLang="zh-CN" sz="2800" b="1" dirty="0">
                    <a:solidFill>
                      <a:srgbClr val="FF0000"/>
                    </a:solidFill>
                    <a:latin typeface="Times New Roman" panose="02020603050405020304" pitchFamily="18" charset="0"/>
                    <a:ea typeface="宋体" pitchFamily="2" charset="-122"/>
                    <a:cs typeface="Times New Roman" panose="02020603050405020304" pitchFamily="18" charset="0"/>
                  </a:rPr>
                  <a:t>, </a:t>
                </a:r>
                <a:r>
                  <a:rPr lang="en-US" altLang="zh-CN" sz="2800" b="1" i="1" dirty="0">
                    <a:solidFill>
                      <a:srgbClr val="FF0000"/>
                    </a:solidFill>
                    <a:latin typeface="Times New Roman" panose="02020603050405020304" pitchFamily="18" charset="0"/>
                    <a:ea typeface="宋体" pitchFamily="2" charset="-122"/>
                    <a:cs typeface="Times New Roman" panose="02020603050405020304" pitchFamily="18" charset="0"/>
                  </a:rPr>
                  <a:t>a</a:t>
                </a:r>
                <a:r>
                  <a:rPr lang="en-US" altLang="zh-CN" sz="2800" b="1" dirty="0">
                    <a:solidFill>
                      <a:srgbClr val="FF0000"/>
                    </a:solidFill>
                    <a:latin typeface="Times New Roman" panose="02020603050405020304" pitchFamily="18" charset="0"/>
                    <a:ea typeface="宋体" pitchFamily="2" charset="-122"/>
                    <a:cs typeface="Times New Roman" panose="02020603050405020304" pitchFamily="18" charset="0"/>
                  </a:rPr>
                  <a:t>]</a:t>
                </a:r>
                <a:r>
                  <a:rPr lang="zh-CN" altLang="en-US" sz="2800" b="1" dirty="0">
                    <a:solidFill>
                      <a:schemeClr val="tx1"/>
                    </a:solidFill>
                    <a:latin typeface="Times New Roman" panose="02020603050405020304" pitchFamily="18" charset="0"/>
                    <a:cs typeface="Times New Roman" panose="02020603050405020304" pitchFamily="18" charset="0"/>
                  </a:rPr>
                  <a:t>的</a:t>
                </a:r>
                <a:r>
                  <a:rPr lang="zh-CN" altLang="en-US" sz="2800" b="1" dirty="0">
                    <a:solidFill>
                      <a:schemeClr val="tx1"/>
                    </a:solidFill>
                  </a:rPr>
                  <a:t>项称为</a:t>
                </a:r>
                <a:r>
                  <a:rPr lang="en-US" altLang="zh-CN" sz="2800" b="1" dirty="0">
                    <a:solidFill>
                      <a:schemeClr val="tx1"/>
                    </a:solidFill>
                  </a:rPr>
                  <a:t> </a:t>
                </a:r>
                <a:r>
                  <a:rPr lang="en-US" altLang="zh-CN" sz="2800" b="1" i="1" dirty="0">
                    <a:solidFill>
                      <a:srgbClr val="FF0000"/>
                    </a:solidFill>
                    <a:ea typeface="宋体" pitchFamily="2" charset="-122"/>
                  </a:rPr>
                  <a:t>LR</a:t>
                </a:r>
                <a:r>
                  <a:rPr lang="en-US" altLang="zh-CN" sz="2800" b="1" dirty="0">
                    <a:solidFill>
                      <a:srgbClr val="FF0000"/>
                    </a:solidFill>
                    <a:ea typeface="宋体" pitchFamily="2" charset="-122"/>
                  </a:rPr>
                  <a:t>(1)</a:t>
                </a:r>
                <a:r>
                  <a:rPr lang="en-US" altLang="zh-CN" sz="2800" b="1" i="1" dirty="0">
                    <a:solidFill>
                      <a:schemeClr val="tx1"/>
                    </a:solidFill>
                    <a:ea typeface="宋体" pitchFamily="2" charset="-122"/>
                  </a:rPr>
                  <a:t> </a:t>
                </a:r>
                <a:r>
                  <a:rPr lang="zh-CN" altLang="en-US" sz="2800" b="1" dirty="0">
                    <a:solidFill>
                      <a:srgbClr val="FF0000"/>
                    </a:solidFill>
                  </a:rPr>
                  <a:t>项</a:t>
                </a:r>
                <a:endParaRPr lang="en-US" altLang="zh-CN" sz="2800" b="1" dirty="0">
                  <a:solidFill>
                    <a:schemeClr val="tx1"/>
                  </a:solidFill>
                </a:endParaRPr>
              </a:p>
              <a:p>
                <a:pPr marL="0" indent="0" eaLnBrk="1" hangingPunct="1">
                  <a:lnSpc>
                    <a:spcPts val="3200"/>
                  </a:lnSpc>
                  <a:spcBef>
                    <a:spcPts val="600"/>
                  </a:spcBef>
                  <a:buClr>
                    <a:schemeClr val="tx1"/>
                  </a:buClr>
                  <a:buNone/>
                  <a:defRPr/>
                </a:pPr>
                <a:r>
                  <a:rPr lang="zh-CN" altLang="en-US" sz="2500" b="1" dirty="0">
                    <a:solidFill>
                      <a:schemeClr val="tx1"/>
                    </a:solidFill>
                    <a:latin typeface="+mn-ea"/>
                  </a:rPr>
                  <a:t>其中</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αβ</a:t>
                </a:r>
                <a14:m>
                  <m:oMath xmlns:m="http://schemas.openxmlformats.org/officeDocument/2006/math">
                    <m:r>
                      <a:rPr lang="en-US" altLang="zh-CN" sz="2500"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sz="2500" b="1" i="1">
                        <a:latin typeface="Cambria Math" panose="02040503050406030204" pitchFamily="18" charset="0"/>
                        <a:ea typeface="Cambria Math" panose="02040503050406030204" pitchFamily="18" charset="0"/>
                        <a:cs typeface="Times New Roman" panose="02020603050405020304" pitchFamily="18" charset="0"/>
                      </a:rPr>
                      <m:t>𝑷</m:t>
                    </m:r>
                  </m:oMath>
                </a14:m>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zh-CN" altLang="en-US" sz="2500" b="1" dirty="0">
                    <a:solidFill>
                      <a:schemeClr val="tx1"/>
                    </a:solidFill>
                    <a:latin typeface="+mn-ea"/>
                  </a:rPr>
                  <a:t>，</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a</a:t>
                </a:r>
                <a14:m>
                  <m:oMath xmlns:m="http://schemas.openxmlformats.org/officeDocument/2006/math">
                    <m:r>
                      <a:rPr lang="en-US" altLang="zh-CN" sz="2500" b="1" i="1" smtClean="0">
                        <a:solidFill>
                          <a:srgbClr val="2D83F4"/>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2500" b="1" i="1" smtClean="0">
                            <a:solidFill>
                              <a:srgbClr val="2D83F4"/>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500" b="1" i="1">
                            <a:solidFill>
                              <a:srgbClr val="2D83F4"/>
                            </a:solidFill>
                            <a:latin typeface="Cambria Math" panose="02040503050406030204" pitchFamily="18" charset="0"/>
                            <a:ea typeface="Cambria Math" panose="02040503050406030204" pitchFamily="18" charset="0"/>
                            <a:cs typeface="Times New Roman" panose="02020603050405020304" pitchFamily="18" charset="0"/>
                          </a:rPr>
                          <m:t>𝑽</m:t>
                        </m:r>
                      </m:e>
                      <m:sub>
                        <m:r>
                          <a:rPr lang="en-US" altLang="zh-CN" sz="2500" b="1" i="1">
                            <a:solidFill>
                              <a:srgbClr val="2D83F4"/>
                            </a:solidFill>
                            <a:latin typeface="Cambria Math" panose="02040503050406030204" pitchFamily="18" charset="0"/>
                            <a:ea typeface="Cambria Math" panose="02040503050406030204" pitchFamily="18" charset="0"/>
                            <a:cs typeface="Times New Roman" panose="02020603050405020304" pitchFamily="18" charset="0"/>
                          </a:rPr>
                          <m:t>𝑻</m:t>
                        </m:r>
                      </m:sub>
                    </m:sSub>
                    <m:r>
                      <a:rPr lang="en-US" altLang="zh-CN" sz="2500" b="1" i="1" smtClean="0">
                        <a:solidFill>
                          <a:srgbClr val="2D83F4"/>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500" b="1" i="1" dirty="0">
                    <a:solidFill>
                      <a:srgbClr val="2D83F4"/>
                    </a:solidFill>
                    <a:ea typeface="宋体" pitchFamily="2" charset="-122"/>
                  </a:rPr>
                  <a:t> </a:t>
                </a:r>
                <a:r>
                  <a:rPr lang="en-US" altLang="zh-CN" sz="2500" b="1" dirty="0">
                    <a:solidFill>
                      <a:srgbClr val="2D83F4"/>
                    </a:solidFill>
                  </a:rPr>
                  <a:t>,</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FF0000"/>
                    </a:solidFill>
                    <a:latin typeface="Times New Roman" panose="02020603050405020304" pitchFamily="18" charset="0"/>
                    <a:ea typeface="宋体" pitchFamily="2" charset="-122"/>
                    <a:cs typeface="Times New Roman" panose="02020603050405020304" pitchFamily="18" charset="0"/>
                  </a:rPr>
                  <a:t>a</a:t>
                </a:r>
                <a:r>
                  <a:rPr lang="zh-CN" altLang="en-US" sz="2500" b="1" dirty="0">
                    <a:solidFill>
                      <a:schemeClr val="tx1"/>
                    </a:solidFill>
                    <a:latin typeface="+mn-ea"/>
                  </a:rPr>
                  <a:t>称为该项的</a:t>
                </a:r>
                <a:r>
                  <a:rPr lang="zh-CN" altLang="en-US" sz="2500" b="1" dirty="0">
                    <a:solidFill>
                      <a:srgbClr val="FF0000"/>
                    </a:solidFill>
                    <a:latin typeface="+mn-ea"/>
                  </a:rPr>
                  <a:t>展望符</a:t>
                </a:r>
                <a:r>
                  <a:rPr lang="en-US" altLang="zh-CN" sz="2500" b="1" dirty="0">
                    <a:solidFill>
                      <a:schemeClr val="tx1"/>
                    </a:solidFill>
                    <a:ea typeface="宋体" pitchFamily="2" charset="-122"/>
                  </a:rPr>
                  <a:t>(</a:t>
                </a:r>
                <a:r>
                  <a:rPr lang="en-US" altLang="zh-CN" sz="2500" b="1" i="1" dirty="0">
                    <a:solidFill>
                      <a:schemeClr val="tx1"/>
                    </a:solidFill>
                    <a:ea typeface="宋体" pitchFamily="2" charset="-122"/>
                  </a:rPr>
                  <a:t>lookahead</a:t>
                </a:r>
                <a:r>
                  <a:rPr lang="en-US" altLang="zh-CN" sz="2500" b="1" i="1" dirty="0">
                    <a:ea typeface="宋体" pitchFamily="2" charset="-122"/>
                  </a:rPr>
                  <a:t>,</a:t>
                </a:r>
                <a:r>
                  <a:rPr lang="en-US" altLang="zh-CN" sz="2500" b="1" dirty="0"/>
                  <a:t> </a:t>
                </a:r>
                <a:r>
                  <a:rPr lang="zh-CN" altLang="en-US" sz="2500" b="1" dirty="0">
                    <a:solidFill>
                      <a:srgbClr val="0070C0"/>
                    </a:solidFill>
                  </a:rPr>
                  <a:t>向前看符号</a:t>
                </a:r>
                <a:r>
                  <a:rPr lang="en-US" altLang="zh-CN" sz="2500" b="1" dirty="0">
                    <a:solidFill>
                      <a:schemeClr val="tx1"/>
                    </a:solidFill>
                    <a:ea typeface="宋体" pitchFamily="2" charset="-122"/>
                  </a:rPr>
                  <a:t>)</a:t>
                </a:r>
                <a:r>
                  <a:rPr lang="zh-CN" altLang="en-US" sz="2500" b="1" dirty="0">
                    <a:ea typeface="宋体" pitchFamily="2" charset="-122"/>
                  </a:rPr>
                  <a:t>，</a:t>
                </a:r>
                <a:r>
                  <a:rPr lang="zh-CN" altLang="en-US" sz="2500" b="1" dirty="0">
                    <a:latin typeface="华文楷体" panose="02010600040101010101" pitchFamily="2" charset="-122"/>
                    <a:ea typeface="华文楷体" panose="02010600040101010101" pitchFamily="2" charset="-122"/>
                  </a:rPr>
                  <a:t>也称为</a:t>
                </a:r>
                <a:r>
                  <a:rPr lang="zh-CN" altLang="en-US" sz="2500" b="1" dirty="0">
                    <a:solidFill>
                      <a:srgbClr val="0070C0"/>
                    </a:solidFill>
                    <a:latin typeface="华文楷体" panose="02010600040101010101" pitchFamily="2" charset="-122"/>
                    <a:ea typeface="华文楷体" panose="02010600040101010101" pitchFamily="2" charset="-122"/>
                  </a:rPr>
                  <a:t>搜索符</a:t>
                </a:r>
                <a:r>
                  <a:rPr lang="zh-CN" altLang="en-US" sz="2500" b="1" dirty="0">
                    <a:ea typeface="宋体" pitchFamily="2" charset="-122"/>
                  </a:rPr>
                  <a:t>。</a:t>
                </a:r>
                <a:endParaRPr lang="en-US" altLang="zh-CN" sz="2500" b="1" dirty="0">
                  <a:solidFill>
                    <a:schemeClr val="tx1"/>
                  </a:solidFill>
                  <a:ea typeface="宋体" pitchFamily="2" charset="-122"/>
                </a:endParaRPr>
              </a:p>
              <a:p>
                <a:pPr marL="273050" lvl="1" eaLnBrk="1" hangingPunct="1">
                  <a:spcBef>
                    <a:spcPts val="600"/>
                  </a:spcBef>
                  <a:buClr>
                    <a:schemeClr val="tx1"/>
                  </a:buClr>
                  <a:defRPr/>
                </a:pPr>
                <a:r>
                  <a:rPr lang="zh-CN" altLang="en-US" sz="2400" b="1" dirty="0">
                    <a:latin typeface="Times New Roman" panose="02020603050405020304" pitchFamily="18" charset="0"/>
                    <a:cs typeface="Times New Roman" panose="02020603050405020304" pitchFamily="18" charset="0"/>
                  </a:rPr>
                  <a:t>对于形如</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A</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α·</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 </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a</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的归约项，当前</a:t>
                </a:r>
                <a:r>
                  <a:rPr lang="zh-CN" altLang="en-US" sz="2400" b="1" dirty="0">
                    <a:solidFill>
                      <a:srgbClr val="2D83F4"/>
                    </a:solidFill>
                    <a:latin typeface="Times New Roman" panose="02020603050405020304" pitchFamily="18" charset="0"/>
                    <a:cs typeface="Times New Roman" panose="02020603050405020304" pitchFamily="18" charset="0"/>
                  </a:rPr>
                  <a:t>输入符号为</a:t>
                </a:r>
                <a:r>
                  <a:rPr lang="en-US" altLang="zh-CN" sz="2400" b="1" i="1" dirty="0">
                    <a:solidFill>
                      <a:srgbClr val="2D83F4"/>
                    </a:solidFill>
                    <a:latin typeface="Times New Roman" panose="02020603050405020304" pitchFamily="18" charset="0"/>
                    <a:ea typeface="宋体" pitchFamily="2" charset="-122"/>
                    <a:cs typeface="Times New Roman" panose="02020603050405020304" pitchFamily="18" charset="0"/>
                  </a:rPr>
                  <a:t>a</a:t>
                </a:r>
                <a:r>
                  <a:rPr lang="zh-CN" altLang="en-US" sz="2400" b="1" dirty="0">
                    <a:solidFill>
                      <a:srgbClr val="2D83F4"/>
                    </a:solidFill>
                    <a:latin typeface="Times New Roman" panose="02020603050405020304" pitchFamily="18" charset="0"/>
                    <a:cs typeface="Times New Roman" panose="02020603050405020304" pitchFamily="18" charset="0"/>
                  </a:rPr>
                  <a:t>时</a:t>
                </a:r>
                <a:r>
                  <a:rPr lang="zh-CN" altLang="en-US" sz="2400" b="1" dirty="0">
                    <a:latin typeface="Times New Roman" panose="02020603050405020304" pitchFamily="18" charset="0"/>
                    <a:cs typeface="Times New Roman" panose="02020603050405020304" pitchFamily="18" charset="0"/>
                  </a:rPr>
                  <a:t>才能归约</a:t>
                </a:r>
                <a:endParaRPr lang="en-US" altLang="zh-CN" sz="2400" b="1" i="1" dirty="0">
                  <a:solidFill>
                    <a:schemeClr val="tx1"/>
                  </a:solidFill>
                  <a:ea typeface="宋体" pitchFamily="2" charset="-122"/>
                </a:endParaRPr>
              </a:p>
              <a:p>
                <a:pPr marL="273050" lvl="1" eaLnBrk="1" hangingPunct="1">
                  <a:spcBef>
                    <a:spcPts val="600"/>
                  </a:spcBef>
                  <a:buClr>
                    <a:schemeClr val="tx1"/>
                  </a:buClr>
                  <a:buFont typeface="Wingdings" pitchFamily="2" charset="2"/>
                  <a:buChar char="Ø"/>
                  <a:defRPr/>
                </a:pPr>
                <a:r>
                  <a:rPr lang="zh-CN" altLang="en-US" sz="2400" b="1" dirty="0">
                    <a:solidFill>
                      <a:schemeClr val="tx1"/>
                    </a:solidFill>
                  </a:rPr>
                  <a:t>对于形如</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sz="2400" b="1" i="1" dirty="0" err="1">
                    <a:solidFill>
                      <a:srgbClr val="0070C0"/>
                    </a:solidFill>
                    <a:latin typeface="Times New Roman" panose="02020603050405020304" pitchFamily="18" charset="0"/>
                    <a:ea typeface="宋体" pitchFamily="2" charset="-122"/>
                    <a:cs typeface="Times New Roman" panose="02020603050405020304" pitchFamily="18" charset="0"/>
                  </a:rPr>
                  <a:t>A</a:t>
                </a:r>
                <a:r>
                  <a:rPr lang="en-US" altLang="zh-CN" sz="2400" b="1" dirty="0" err="1">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sz="2400" b="1" i="1" dirty="0" err="1">
                    <a:solidFill>
                      <a:srgbClr val="0070C0"/>
                    </a:solidFill>
                    <a:latin typeface="Times New Roman" panose="02020603050405020304" pitchFamily="18" charset="0"/>
                    <a:ea typeface="宋体" pitchFamily="2" charset="-122"/>
                    <a:cs typeface="Times New Roman" panose="02020603050405020304" pitchFamily="18" charset="0"/>
                  </a:rPr>
                  <a:t>α·β</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 </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a</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zh-CN" altLang="en-US" sz="2400" b="1" dirty="0">
                    <a:solidFill>
                      <a:schemeClr val="tx1"/>
                    </a:solidFill>
                    <a:latin typeface="Times New Roman" panose="02020603050405020304" pitchFamily="18" charset="0"/>
                    <a:cs typeface="Times New Roman" panose="02020603050405020304" pitchFamily="18" charset="0"/>
                  </a:rPr>
                  <a:t>且</a:t>
                </a:r>
                <a:r>
                  <a:rPr lang="en-US" altLang="zh-CN" sz="2400" b="1" i="1" dirty="0">
                    <a:solidFill>
                      <a:srgbClr val="2D83F4"/>
                    </a:solidFill>
                    <a:latin typeface="Times New Roman" panose="02020603050405020304" pitchFamily="18" charset="0"/>
                    <a:ea typeface="宋体" pitchFamily="2" charset="-122"/>
                    <a:cs typeface="Times New Roman" panose="02020603050405020304" pitchFamily="18" charset="0"/>
                  </a:rPr>
                  <a:t>β</a:t>
                </a:r>
                <a:r>
                  <a:rPr lang="en-US" altLang="zh-CN" sz="2400" b="1" dirty="0">
                    <a:solidFill>
                      <a:srgbClr val="2D83F4"/>
                    </a:solidFill>
                    <a:latin typeface="Times New Roman" panose="02020603050405020304" pitchFamily="18" charset="0"/>
                    <a:ea typeface="宋体" pitchFamily="2" charset="-122"/>
                    <a:cs typeface="Times New Roman" panose="02020603050405020304" pitchFamily="18" charset="0"/>
                  </a:rPr>
                  <a:t> ≠ ε</a:t>
                </a:r>
                <a:r>
                  <a:rPr lang="zh-CN" altLang="en-US" sz="2400" b="1" dirty="0">
                    <a:solidFill>
                      <a:schemeClr val="tx1"/>
                    </a:solidFill>
                    <a:latin typeface="Times New Roman" panose="02020603050405020304" pitchFamily="18" charset="0"/>
                    <a:cs typeface="Times New Roman" panose="02020603050405020304" pitchFamily="18" charset="0"/>
                  </a:rPr>
                  <a:t>的非归约项，展望符</a:t>
                </a:r>
                <a:r>
                  <a:rPr lang="en-US" altLang="zh-CN" sz="2400" b="1" i="1" dirty="0">
                    <a:solidFill>
                      <a:schemeClr val="tx1"/>
                    </a:solidFill>
                    <a:latin typeface="Times New Roman" panose="02020603050405020304" pitchFamily="18" charset="0"/>
                    <a:ea typeface="宋体" pitchFamily="2" charset="-122"/>
                    <a:cs typeface="Times New Roman" panose="02020603050405020304" pitchFamily="18" charset="0"/>
                  </a:rPr>
                  <a:t>a</a:t>
                </a:r>
                <a:r>
                  <a:rPr lang="zh-CN" altLang="en-US" sz="2400" b="1"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不起</a:t>
                </a:r>
                <a:r>
                  <a:rPr lang="zh-CN" altLang="en-US" sz="2400" b="1" dirty="0">
                    <a:solidFill>
                      <a:srgbClr val="2D83F4"/>
                    </a:solidFill>
                    <a:latin typeface="Times New Roman" panose="02020603050405020304" pitchFamily="18" charset="0"/>
                    <a:cs typeface="Times New Roman" panose="02020603050405020304" pitchFamily="18" charset="0"/>
                  </a:rPr>
                  <a:t>作用</a:t>
                </a:r>
                <a:endParaRPr lang="en-US" altLang="zh-CN" sz="2400" b="1" dirty="0">
                  <a:solidFill>
                    <a:srgbClr val="2D83F4"/>
                  </a:solidFill>
                  <a:latin typeface="Times New Roman" panose="02020603050405020304" pitchFamily="18" charset="0"/>
                  <a:cs typeface="Times New Roman" panose="02020603050405020304" pitchFamily="18" charset="0"/>
                </a:endParaRPr>
              </a:p>
              <a:p>
                <a:pPr marL="273050" lvl="1" eaLnBrk="1" hangingPunct="1">
                  <a:spcBef>
                    <a:spcPts val="600"/>
                  </a:spcBef>
                  <a:buClr>
                    <a:schemeClr val="tx1"/>
                  </a:buClr>
                  <a:defRPr/>
                </a:pPr>
                <a:r>
                  <a:rPr lang="zh-CN" altLang="en-US" sz="2400" b="1" dirty="0">
                    <a:latin typeface="Times New Roman" panose="02020603050405020304" pitchFamily="18" charset="0"/>
                    <a:cs typeface="Times New Roman" panose="02020603050405020304" pitchFamily="18" charset="0"/>
                  </a:rPr>
                  <a:t>具有相同第一分量的所有项的展望符</a:t>
                </a:r>
                <a:r>
                  <a:rPr lang="en-US" altLang="zh-CN" sz="2400" b="1" i="1" dirty="0">
                    <a:solidFill>
                      <a:srgbClr val="2D83F4"/>
                    </a:solidFill>
                    <a:latin typeface="Times New Roman" panose="02020603050405020304" pitchFamily="18" charset="0"/>
                    <a:ea typeface="宋体" pitchFamily="2" charset="-122"/>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的</a:t>
                </a:r>
                <a:r>
                  <a:rPr lang="zh-CN" altLang="en-US" sz="2400" b="1" dirty="0">
                    <a:solidFill>
                      <a:schemeClr val="tx1"/>
                    </a:solidFill>
                    <a:latin typeface="Times New Roman" panose="02020603050405020304" pitchFamily="18" charset="0"/>
                    <a:cs typeface="Times New Roman" panose="02020603050405020304" pitchFamily="18" charset="0"/>
                  </a:rPr>
                  <a:t>集合总是</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FOLLOW</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en-US" altLang="zh-CN" sz="2400" b="1" i="1" dirty="0">
                    <a:solidFill>
                      <a:srgbClr val="0070C0"/>
                    </a:solidFill>
                    <a:latin typeface="Times New Roman" panose="02020603050405020304" pitchFamily="18" charset="0"/>
                    <a:ea typeface="宋体" pitchFamily="2" charset="-122"/>
                    <a:cs typeface="Times New Roman" panose="02020603050405020304" pitchFamily="18" charset="0"/>
                  </a:rPr>
                  <a:t>A</a:t>
                </a:r>
                <a:r>
                  <a:rPr lang="en-US" altLang="zh-CN" sz="2400" b="1" dirty="0">
                    <a:solidFill>
                      <a:srgbClr val="0070C0"/>
                    </a:solidFill>
                    <a:latin typeface="Times New Roman" panose="02020603050405020304" pitchFamily="18" charset="0"/>
                    <a:ea typeface="宋体" pitchFamily="2" charset="-122"/>
                    <a:cs typeface="Times New Roman" panose="02020603050405020304" pitchFamily="18" charset="0"/>
                  </a:rPr>
                  <a:t>)</a:t>
                </a:r>
                <a:r>
                  <a:rPr lang="zh-CN" altLang="en-US" sz="2400" b="1" dirty="0">
                    <a:solidFill>
                      <a:schemeClr val="tx1"/>
                    </a:solidFill>
                    <a:latin typeface="Times New Roman" panose="02020603050405020304" pitchFamily="18" charset="0"/>
                    <a:cs typeface="Times New Roman" panose="02020603050405020304" pitchFamily="18" charset="0"/>
                  </a:rPr>
                  <a:t>的</a:t>
                </a:r>
                <a:r>
                  <a:rPr lang="zh-CN" altLang="en-US" sz="2400" b="1" dirty="0">
                    <a:solidFill>
                      <a:srgbClr val="2D83F4"/>
                    </a:solidFill>
                    <a:latin typeface="Times New Roman" panose="02020603050405020304" pitchFamily="18" charset="0"/>
                    <a:cs typeface="Times New Roman" panose="02020603050405020304" pitchFamily="18" charset="0"/>
                  </a:rPr>
                  <a:t>子集</a:t>
                </a:r>
                <a:r>
                  <a:rPr lang="zh-CN" altLang="en-US" sz="2400" b="1" dirty="0">
                    <a:solidFill>
                      <a:schemeClr val="tx1"/>
                    </a:solidFill>
                    <a:latin typeface="Times New Roman" panose="02020603050405020304" pitchFamily="18" charset="0"/>
                    <a:cs typeface="Times New Roman" panose="02020603050405020304" pitchFamily="18" charset="0"/>
                  </a:rPr>
                  <a:t>，而且通常是真子集，</a:t>
                </a:r>
                <a:r>
                  <a:rPr lang="en-US" altLang="zh-CN" sz="2400" b="1" i="1" dirty="0">
                    <a:solidFill>
                      <a:schemeClr val="tx1"/>
                    </a:solidFill>
                    <a:latin typeface="Times New Roman" panose="02020603050405020304" pitchFamily="18" charset="0"/>
                    <a:cs typeface="Times New Roman" panose="02020603050405020304" pitchFamily="18" charset="0"/>
                  </a:rPr>
                  <a:t>A</a:t>
                </a:r>
                <a:r>
                  <a:rPr lang="zh-CN" altLang="en-US" sz="2400" b="1" dirty="0">
                    <a:solidFill>
                      <a:schemeClr val="tx1"/>
                    </a:solidFill>
                    <a:latin typeface="Times New Roman" panose="02020603050405020304" pitchFamily="18" charset="0"/>
                    <a:cs typeface="Times New Roman" panose="02020603050405020304" pitchFamily="18" charset="0"/>
                  </a:rPr>
                  <a:t>为对应产生式的左部。</a:t>
                </a:r>
                <a:endParaRPr lang="en-US" altLang="zh-CN" sz="2400" b="1" dirty="0">
                  <a:solidFill>
                    <a:schemeClr val="tx1"/>
                  </a:solidFill>
                  <a:latin typeface="Times New Roman" panose="02020603050405020304" pitchFamily="18" charset="0"/>
                  <a:cs typeface="Times New Roman" panose="02020603050405020304" pitchFamily="18" charset="0"/>
                </a:endParaRPr>
              </a:p>
              <a:p>
                <a:pPr marL="273050" lvl="1" eaLnBrk="1" hangingPunct="1">
                  <a:spcBef>
                    <a:spcPts val="600"/>
                  </a:spcBef>
                  <a:buClr>
                    <a:schemeClr val="tx1"/>
                  </a:buClr>
                  <a:defRPr/>
                </a:pPr>
                <a:r>
                  <a:rPr lang="en-US" altLang="zh-CN" sz="2400" b="1" i="1" dirty="0">
                    <a:latin typeface="Times New Roman" panose="02020603050405020304" pitchFamily="18" charset="0"/>
                    <a:ea typeface="宋体" pitchFamily="2" charset="-122"/>
                    <a:cs typeface="Times New Roman" panose="02020603050405020304" pitchFamily="18" charset="0"/>
                  </a:rPr>
                  <a:t>LR</a:t>
                </a:r>
                <a:r>
                  <a:rPr lang="en-US" altLang="zh-CN" sz="2400" b="1" dirty="0">
                    <a:latin typeface="Times New Roman" panose="02020603050405020304" pitchFamily="18" charset="0"/>
                    <a:ea typeface="宋体" pitchFamily="2" charset="-122"/>
                    <a:cs typeface="Times New Roman" panose="02020603050405020304" pitchFamily="18" charset="0"/>
                  </a:rPr>
                  <a:t>(1) </a:t>
                </a:r>
                <a:r>
                  <a:rPr lang="zh-CN" altLang="en-US" sz="2400" b="1" dirty="0">
                    <a:latin typeface="Times New Roman" panose="02020603050405020304" pitchFamily="18" charset="0"/>
                    <a:cs typeface="Times New Roman" panose="02020603050405020304" pitchFamily="18" charset="0"/>
                  </a:rPr>
                  <a:t>中</a:t>
                </a:r>
                <a:r>
                  <a:rPr lang="zh-CN" altLang="en-US" sz="2400" b="1" dirty="0"/>
                  <a:t>的</a:t>
                </a:r>
                <a:r>
                  <a:rPr lang="en-US" altLang="zh-CN" sz="2400" b="1" dirty="0">
                    <a:solidFill>
                      <a:srgbClr val="0070C0"/>
                    </a:solidFill>
                    <a:ea typeface="宋体" pitchFamily="2" charset="-122"/>
                  </a:rPr>
                  <a:t>1</a:t>
                </a:r>
                <a:r>
                  <a:rPr lang="zh-CN" altLang="en-US" sz="2400" b="1" dirty="0"/>
                  <a:t>指的是项的</a:t>
                </a:r>
                <a:r>
                  <a:rPr lang="zh-CN" altLang="en-US" sz="2400" b="1" dirty="0">
                    <a:solidFill>
                      <a:srgbClr val="0070C0"/>
                    </a:solidFill>
                  </a:rPr>
                  <a:t>第二个分量的长度</a:t>
                </a:r>
                <a:endParaRPr lang="en-US" altLang="zh-CN" sz="2400" b="1" dirty="0">
                  <a:solidFill>
                    <a:srgbClr val="0070C0"/>
                  </a:solidFill>
                </a:endParaRPr>
              </a:p>
            </p:txBody>
          </p:sp>
        </mc:Choice>
        <mc:Fallback xmlns="">
          <p:sp>
            <p:nvSpPr>
              <p:cNvPr id="21506" name="内容占位符 2"/>
              <p:cNvSpPr>
                <a:spLocks noGrp="1" noRot="1" noChangeAspect="1" noMove="1" noResize="1" noEditPoints="1" noAdjustHandles="1" noChangeArrowheads="1" noChangeShapeType="1" noTextEdit="1"/>
              </p:cNvSpPr>
              <p:nvPr>
                <p:ph idx="1"/>
              </p:nvPr>
            </p:nvSpPr>
            <p:spPr>
              <a:xfrm>
                <a:off x="323528" y="684213"/>
                <a:ext cx="8712968" cy="4263801"/>
              </a:xfrm>
              <a:blipFill>
                <a:blip r:embed="rId3"/>
                <a:stretch>
                  <a:fillRect l="-1120" t="-2000" r="-1120"/>
                </a:stretch>
              </a:blipFill>
            </p:spPr>
            <p:txBody>
              <a:bodyPr/>
              <a:lstStyle/>
              <a:p>
                <a:r>
                  <a:rPr lang="zh-CN" altLang="en-US">
                    <a:noFill/>
                  </a:rPr>
                  <a:t> </a:t>
                </a:r>
              </a:p>
            </p:txBody>
          </p:sp>
        </mc:Fallback>
      </mc:AlternateContent>
      <p:sp>
        <p:nvSpPr>
          <p:cNvPr id="34819" name="标题 1"/>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规范</a:t>
            </a:r>
            <a:r>
              <a:rPr lang="en-US" altLang="zh-CN" sz="3000" i="1">
                <a:solidFill>
                  <a:schemeClr val="tx1"/>
                </a:solidFill>
                <a:ea typeface="黑体" panose="02010609060101010101" pitchFamily="49" charset="-122"/>
                <a:cs typeface="Times New Roman" panose="02020603050405020304" pitchFamily="18" charset="0"/>
              </a:rPr>
              <a:t>LR</a:t>
            </a:r>
            <a:r>
              <a:rPr lang="en-US" altLang="zh-CN" sz="3000">
                <a:solidFill>
                  <a:schemeClr val="tx1"/>
                </a:solidFill>
                <a:ea typeface="黑体" panose="02010609060101010101" pitchFamily="49" charset="-122"/>
                <a:cs typeface="Times New Roman" panose="02020603050405020304" pitchFamily="18" charset="0"/>
              </a:rPr>
              <a:t>(1)</a:t>
            </a:r>
            <a:r>
              <a:rPr lang="zh-CN" altLang="en-US" sz="3000">
                <a:solidFill>
                  <a:schemeClr val="tx1"/>
                </a:solidFill>
                <a:latin typeface="微软雅黑" panose="020B0503020204020204" pitchFamily="34" charset="-122"/>
                <a:ea typeface="微软雅黑" panose="020B0503020204020204" pitchFamily="34" charset="-122"/>
              </a:rPr>
              <a:t>项目</a:t>
            </a:r>
          </a:p>
        </p:txBody>
      </p:sp>
      <p:sp>
        <p:nvSpPr>
          <p:cNvPr id="2" name="灯片编号占位符 1">
            <a:extLst>
              <a:ext uri="{FF2B5EF4-FFF2-40B4-BE49-F238E27FC236}">
                <a16:creationId xmlns:a16="http://schemas.microsoft.com/office/drawing/2014/main" id="{9EC1D493-303B-4FD2-9CAB-088F3953732E}"/>
              </a:ext>
            </a:extLst>
          </p:cNvPr>
          <p:cNvSpPr>
            <a:spLocks noGrp="1"/>
          </p:cNvSpPr>
          <p:nvPr>
            <p:ph type="sldNum" sz="quarter" idx="12"/>
          </p:nvPr>
        </p:nvSpPr>
        <p:spPr/>
        <p:txBody>
          <a:bodyPr/>
          <a:lstStyle/>
          <a:p>
            <a:pPr>
              <a:defRPr/>
            </a:pPr>
            <a:fld id="{76D20AB1-C80E-44EB-B890-88EEF3B3DC08}" type="slidenum">
              <a:rPr lang="zh-CN" altLang="en-US" smtClean="0"/>
              <a:pPr>
                <a:defRPr/>
              </a:pPr>
              <a:t>12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animEffect transition="in" filter="wipe(down)">
                                      <p:cBhvr>
                                        <p:cTn id="7" dur="500"/>
                                        <p:tgtEl>
                                          <p:spTgt spid="215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1506">
                                            <p:txEl>
                                              <p:pRg st="1" end="1"/>
                                            </p:txEl>
                                          </p:spTgt>
                                        </p:tgtEl>
                                        <p:attrNameLst>
                                          <p:attrName>style.visibility</p:attrName>
                                        </p:attrNameLst>
                                      </p:cBhvr>
                                      <p:to>
                                        <p:strVal val="visible"/>
                                      </p:to>
                                    </p:set>
                                    <p:animEffect transition="in" filter="wipe(down)">
                                      <p:cBhvr>
                                        <p:cTn id="12" dur="500"/>
                                        <p:tgtEl>
                                          <p:spTgt spid="2150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1506">
                                            <p:txEl>
                                              <p:pRg st="2" end="2"/>
                                            </p:txEl>
                                          </p:spTgt>
                                        </p:tgtEl>
                                        <p:attrNameLst>
                                          <p:attrName>style.visibility</p:attrName>
                                        </p:attrNameLst>
                                      </p:cBhvr>
                                      <p:to>
                                        <p:strVal val="visible"/>
                                      </p:to>
                                    </p:set>
                                    <p:animEffect transition="in" filter="wipe(down)">
                                      <p:cBhvr>
                                        <p:cTn id="17" dur="500"/>
                                        <p:tgtEl>
                                          <p:spTgt spid="2150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1506">
                                            <p:txEl>
                                              <p:pRg st="3" end="3"/>
                                            </p:txEl>
                                          </p:spTgt>
                                        </p:tgtEl>
                                        <p:attrNameLst>
                                          <p:attrName>style.visibility</p:attrName>
                                        </p:attrNameLst>
                                      </p:cBhvr>
                                      <p:to>
                                        <p:strVal val="visible"/>
                                      </p:to>
                                    </p:set>
                                    <p:animEffect transition="in" filter="wipe(down)">
                                      <p:cBhvr>
                                        <p:cTn id="22" dur="500"/>
                                        <p:tgtEl>
                                          <p:spTgt spid="2150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1506">
                                            <p:txEl>
                                              <p:pRg st="4" end="4"/>
                                            </p:txEl>
                                          </p:spTgt>
                                        </p:tgtEl>
                                        <p:attrNameLst>
                                          <p:attrName>style.visibility</p:attrName>
                                        </p:attrNameLst>
                                      </p:cBhvr>
                                      <p:to>
                                        <p:strVal val="visible"/>
                                      </p:to>
                                    </p:set>
                                    <p:animEffect transition="in" filter="wipe(down)">
                                      <p:cBhvr>
                                        <p:cTn id="27" dur="500"/>
                                        <p:tgtEl>
                                          <p:spTgt spid="2150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1506">
                                            <p:txEl>
                                              <p:pRg st="5" end="5"/>
                                            </p:txEl>
                                          </p:spTgt>
                                        </p:tgtEl>
                                        <p:attrNameLst>
                                          <p:attrName>style.visibility</p:attrName>
                                        </p:attrNameLst>
                                      </p:cBhvr>
                                      <p:to>
                                        <p:strVal val="visible"/>
                                      </p:to>
                                    </p:set>
                                    <p:animEffect transition="in" filter="wipe(down)">
                                      <p:cBhvr>
                                        <p:cTn id="32" dur="500"/>
                                        <p:tgtEl>
                                          <p:spTgt spid="2150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16"/>
          <p:cNvSpPr>
            <a:spLocks noGrp="1" noChangeArrowheads="1"/>
          </p:cNvSpPr>
          <p:nvPr>
            <p:ph type="title"/>
          </p:nvPr>
        </p:nvSpPr>
        <p:spPr>
          <a:xfrm>
            <a:off x="755650" y="268288"/>
            <a:ext cx="7931150" cy="358775"/>
          </a:xfrm>
        </p:spPr>
        <p:txBody>
          <a:bodyPr/>
          <a:lstStyle/>
          <a:p>
            <a:pPr eaLnBrk="1" hangingPunct="1"/>
            <a:r>
              <a:rPr lang="en-US" altLang="zh-CN" sz="3000" i="1" dirty="0">
                <a:solidFill>
                  <a:schemeClr val="tx1"/>
                </a:solidFill>
                <a:ea typeface="黑体" panose="02010609060101010101" pitchFamily="49" charset="-122"/>
              </a:rPr>
              <a:t>LR</a:t>
            </a:r>
            <a:r>
              <a:rPr lang="en-US" altLang="zh-CN" sz="3000" dirty="0">
                <a:solidFill>
                  <a:schemeClr val="tx1"/>
                </a:solidFill>
                <a:ea typeface="黑体" panose="02010609060101010101" pitchFamily="49" charset="-122"/>
              </a:rPr>
              <a:t>(1)</a:t>
            </a:r>
            <a:r>
              <a:rPr lang="zh-CN" altLang="en-US" sz="3000" dirty="0">
                <a:solidFill>
                  <a:schemeClr val="tx1"/>
                </a:solidFill>
                <a:latin typeface="微软雅黑" panose="020B0503020204020204" pitchFamily="34" charset="-122"/>
                <a:ea typeface="微软雅黑" panose="020B0503020204020204" pitchFamily="34" charset="-122"/>
              </a:rPr>
              <a:t>项目展望符的确定</a:t>
            </a:r>
          </a:p>
        </p:txBody>
      </p:sp>
      <p:sp>
        <p:nvSpPr>
          <p:cNvPr id="38916" name="矩形 2"/>
          <p:cNvSpPr>
            <a:spLocks noChangeArrowheads="1"/>
          </p:cNvSpPr>
          <p:nvPr/>
        </p:nvSpPr>
        <p:spPr bwMode="auto">
          <a:xfrm>
            <a:off x="5590307" y="1707654"/>
            <a:ext cx="20589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500" b="1" dirty="0">
                <a:solidFill>
                  <a:srgbClr val="000000"/>
                </a:solidFill>
                <a:latin typeface="Times New Roman" panose="02020603050405020304" pitchFamily="18" charset="0"/>
                <a:cs typeface="Times New Roman" panose="02020603050405020304" pitchFamily="18" charset="0"/>
              </a:rPr>
              <a:t>[ </a:t>
            </a:r>
            <a:r>
              <a:rPr lang="en-US" altLang="zh-CN" sz="2500" b="1" i="1" dirty="0">
                <a:solidFill>
                  <a:srgbClr val="000000"/>
                </a:solidFill>
                <a:latin typeface="Times New Roman" panose="02020603050405020304" pitchFamily="18" charset="0"/>
                <a:cs typeface="Times New Roman" panose="02020603050405020304" pitchFamily="18" charset="0"/>
              </a:rPr>
              <a:t>A</a:t>
            </a:r>
            <a:r>
              <a:rPr lang="en-US" altLang="zh-CN" sz="2500" b="1" dirty="0">
                <a:solidFill>
                  <a:srgbClr val="000000"/>
                </a:solidFill>
                <a:latin typeface="Times New Roman" panose="02020603050405020304" pitchFamily="18" charset="0"/>
                <a:cs typeface="Times New Roman" panose="02020603050405020304" pitchFamily="18" charset="0"/>
              </a:rPr>
              <a:t>→</a:t>
            </a:r>
            <a:r>
              <a:rPr lang="en-US" altLang="zh-CN" sz="2500" b="1" i="1" dirty="0">
                <a:solidFill>
                  <a:srgbClr val="000000"/>
                </a:solidFill>
                <a:latin typeface="Times New Roman" panose="02020603050405020304" pitchFamily="18" charset="0"/>
                <a:cs typeface="Times New Roman" panose="02020603050405020304" pitchFamily="18" charset="0"/>
              </a:rPr>
              <a:t>α</a:t>
            </a:r>
            <a:r>
              <a:rPr lang="en-US" altLang="zh-CN" sz="2800" b="1" i="1" dirty="0">
                <a:solidFill>
                  <a:srgbClr val="000000"/>
                </a:solidFill>
                <a:latin typeface="Times New Roman" panose="02020603050405020304" pitchFamily="18" charset="0"/>
                <a:cs typeface="Times New Roman" panose="02020603050405020304" pitchFamily="18" charset="0"/>
              </a:rPr>
              <a:t>·</a:t>
            </a:r>
            <a:r>
              <a:rPr lang="en-US" altLang="zh-CN" sz="2500" b="1" i="1" dirty="0">
                <a:solidFill>
                  <a:srgbClr val="000000"/>
                </a:solidFill>
                <a:latin typeface="Times New Roman" panose="02020603050405020304" pitchFamily="18" charset="0"/>
                <a:cs typeface="Times New Roman" panose="02020603050405020304" pitchFamily="18" charset="0"/>
              </a:rPr>
              <a:t>Bβ</a:t>
            </a:r>
            <a:r>
              <a:rPr lang="en-US" altLang="zh-CN" sz="2500" b="1" dirty="0">
                <a:solidFill>
                  <a:srgbClr val="000000"/>
                </a:solidFill>
                <a:latin typeface="Times New Roman" panose="02020603050405020304" pitchFamily="18" charset="0"/>
                <a:cs typeface="Times New Roman" panose="02020603050405020304" pitchFamily="18" charset="0"/>
              </a:rPr>
              <a:t>, </a:t>
            </a:r>
            <a:r>
              <a:rPr lang="en-US" altLang="zh-CN" sz="2500" b="1" i="1" dirty="0">
                <a:solidFill>
                  <a:srgbClr val="FF0000"/>
                </a:solidFill>
                <a:latin typeface="Times New Roman" panose="02020603050405020304" pitchFamily="18" charset="0"/>
                <a:cs typeface="Times New Roman" panose="02020603050405020304" pitchFamily="18" charset="0"/>
              </a:rPr>
              <a:t>a</a:t>
            </a:r>
            <a:r>
              <a:rPr lang="en-US" altLang="zh-CN" sz="2500" b="1" dirty="0">
                <a:solidFill>
                  <a:srgbClr val="FF0000"/>
                </a:solidFill>
                <a:latin typeface="Times New Roman" panose="02020603050405020304" pitchFamily="18" charset="0"/>
                <a:cs typeface="Times New Roman" panose="02020603050405020304" pitchFamily="18" charset="0"/>
              </a:rPr>
              <a:t> </a:t>
            </a:r>
            <a:r>
              <a:rPr lang="en-US" altLang="zh-CN" sz="2500" b="1" dirty="0">
                <a:solidFill>
                  <a:srgbClr val="000000"/>
                </a:solidFill>
                <a:latin typeface="Times New Roman" panose="02020603050405020304" pitchFamily="18" charset="0"/>
                <a:cs typeface="Times New Roman" panose="02020603050405020304" pitchFamily="18" charset="0"/>
              </a:rPr>
              <a:t>]</a:t>
            </a:r>
            <a:endParaRPr lang="zh-CN" altLang="en-US" sz="2500" b="1" dirty="0">
              <a:solidFill>
                <a:srgbClr val="000000"/>
              </a:solidFill>
              <a:latin typeface="Times New Roman" panose="02020603050405020304" pitchFamily="18" charset="0"/>
              <a:cs typeface="Times New Roman" panose="02020603050405020304" pitchFamily="18" charset="0"/>
            </a:endParaRPr>
          </a:p>
        </p:txBody>
      </p:sp>
      <p:sp>
        <p:nvSpPr>
          <p:cNvPr id="4" name="上下箭头 3"/>
          <p:cNvSpPr/>
          <p:nvPr/>
        </p:nvSpPr>
        <p:spPr>
          <a:xfrm>
            <a:off x="6350719" y="2462502"/>
            <a:ext cx="576262" cy="947738"/>
          </a:xfrm>
          <a:prstGeom prst="upDownArrow">
            <a:avLst/>
          </a:prstGeom>
          <a:solidFill>
            <a:schemeClr val="tx2">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sz="2400">
              <a:latin typeface="Times New Roman" panose="02020603050405020304" pitchFamily="18" charset="0"/>
              <a:cs typeface="Times New Roman" panose="02020603050405020304" pitchFamily="18" charset="0"/>
            </a:endParaRPr>
          </a:p>
        </p:txBody>
      </p:sp>
      <p:sp>
        <p:nvSpPr>
          <p:cNvPr id="6" name="矩形 5"/>
          <p:cNvSpPr>
            <a:spLocks noChangeArrowheads="1"/>
          </p:cNvSpPr>
          <p:nvPr/>
        </p:nvSpPr>
        <p:spPr bwMode="auto">
          <a:xfrm>
            <a:off x="5457482" y="3452141"/>
            <a:ext cx="2210862" cy="124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eaLnBrk="1" hangingPunct="1">
              <a:lnSpc>
                <a:spcPct val="150000"/>
              </a:lnSpc>
              <a:spcBef>
                <a:spcPct val="0"/>
              </a:spcBef>
              <a:buClrTx/>
              <a:buSzTx/>
              <a:buFont typeface="Arial" panose="020B0604020202020204" pitchFamily="34" charset="0"/>
              <a:buNone/>
            </a:pPr>
            <a:r>
              <a:rPr lang="en-US" altLang="zh-CN" sz="2500" b="1" dirty="0">
                <a:solidFill>
                  <a:srgbClr val="000000"/>
                </a:solidFill>
                <a:latin typeface="Times New Roman" panose="02020603050405020304" pitchFamily="18" charset="0"/>
                <a:cs typeface="Times New Roman" panose="02020603050405020304" pitchFamily="18" charset="0"/>
              </a:rPr>
              <a:t>[</a:t>
            </a:r>
            <a:r>
              <a:rPr lang="en-US" altLang="zh-CN" sz="2500" b="1" i="1" dirty="0">
                <a:solidFill>
                  <a:srgbClr val="000000"/>
                </a:solidFill>
                <a:latin typeface="Times New Roman" panose="02020603050405020304" pitchFamily="18" charset="0"/>
                <a:cs typeface="Times New Roman" panose="02020603050405020304" pitchFamily="18" charset="0"/>
              </a:rPr>
              <a:t> B</a:t>
            </a:r>
            <a:r>
              <a:rPr lang="en-US" altLang="zh-CN" sz="2500" b="1" dirty="0">
                <a:solidFill>
                  <a:srgbClr val="000000"/>
                </a:solidFill>
                <a:latin typeface="Times New Roman" panose="02020603050405020304" pitchFamily="18" charset="0"/>
                <a:cs typeface="Times New Roman" panose="02020603050405020304" pitchFamily="18" charset="0"/>
              </a:rPr>
              <a:t>→</a:t>
            </a:r>
            <a:r>
              <a:rPr lang="en-US" altLang="zh-CN" sz="2800" b="1" i="1" dirty="0">
                <a:solidFill>
                  <a:srgbClr val="000000"/>
                </a:solidFill>
                <a:latin typeface="Times New Roman" panose="02020603050405020304" pitchFamily="18" charset="0"/>
                <a:cs typeface="Times New Roman" panose="02020603050405020304" pitchFamily="18" charset="0"/>
              </a:rPr>
              <a:t>·</a:t>
            </a:r>
            <a:r>
              <a:rPr lang="el-GR" altLang="zh-CN" sz="2500" b="1" i="1" dirty="0">
                <a:solidFill>
                  <a:srgbClr val="000000"/>
                </a:solidFill>
                <a:latin typeface="Times New Roman" panose="02020603050405020304" pitchFamily="18" charset="0"/>
                <a:cs typeface="Times New Roman" panose="02020603050405020304" pitchFamily="18" charset="0"/>
              </a:rPr>
              <a:t>γ</a:t>
            </a:r>
            <a:r>
              <a:rPr lang="en-US" altLang="zh-CN" sz="2500" b="1" dirty="0">
                <a:solidFill>
                  <a:srgbClr val="000000"/>
                </a:solidFill>
                <a:latin typeface="Times New Roman" panose="02020603050405020304" pitchFamily="18" charset="0"/>
                <a:cs typeface="Times New Roman" panose="02020603050405020304" pitchFamily="18" charset="0"/>
              </a:rPr>
              <a:t>, </a:t>
            </a:r>
            <a:r>
              <a:rPr lang="el-GR" altLang="zh-CN" sz="2500" b="1" i="1" dirty="0">
                <a:solidFill>
                  <a:srgbClr val="FF0000"/>
                </a:solidFill>
                <a:latin typeface="Times New Roman" panose="02020603050405020304" pitchFamily="18" charset="0"/>
                <a:cs typeface="Times New Roman" panose="02020603050405020304" pitchFamily="18" charset="0"/>
              </a:rPr>
              <a:t>b</a:t>
            </a:r>
            <a:r>
              <a:rPr lang="en-US" altLang="zh-CN" sz="2500" b="1" i="1" dirty="0">
                <a:solidFill>
                  <a:schemeClr val="tx1"/>
                </a:solidFill>
                <a:latin typeface="Times New Roman" panose="02020603050405020304" pitchFamily="18" charset="0"/>
                <a:cs typeface="Times New Roman" panose="02020603050405020304" pitchFamily="18" charset="0"/>
              </a:rPr>
              <a:t> </a:t>
            </a:r>
            <a:r>
              <a:rPr lang="en-US" altLang="zh-CN" sz="2500" b="1" dirty="0">
                <a:solidFill>
                  <a:srgbClr val="000000"/>
                </a:solidFill>
                <a:latin typeface="Times New Roman" panose="02020603050405020304" pitchFamily="18" charset="0"/>
                <a:cs typeface="Times New Roman" panose="02020603050405020304" pitchFamily="18" charset="0"/>
              </a:rPr>
              <a:t>]</a:t>
            </a:r>
            <a:r>
              <a:rPr lang="zh-CN" altLang="en-US" sz="2500" b="1" dirty="0">
                <a:solidFill>
                  <a:srgbClr val="000000"/>
                </a:solidFill>
                <a:latin typeface="Times New Roman" panose="02020603050405020304" pitchFamily="18" charset="0"/>
                <a:cs typeface="Times New Roman" panose="02020603050405020304" pitchFamily="18" charset="0"/>
              </a:rPr>
              <a:t> </a:t>
            </a:r>
            <a:endParaRPr lang="en-US" altLang="zh-CN" sz="2500" b="1" dirty="0">
              <a:solidFill>
                <a:srgbClr val="000000"/>
              </a:solidFill>
              <a:latin typeface="Times New Roman" panose="02020603050405020304" pitchFamily="18" charset="0"/>
              <a:cs typeface="Times New Roman" panose="02020603050405020304" pitchFamily="18" charset="0"/>
            </a:endParaRPr>
          </a:p>
          <a:p>
            <a:pPr algn="ctr" eaLnBrk="1" hangingPunct="1">
              <a:lnSpc>
                <a:spcPct val="150000"/>
              </a:lnSpc>
              <a:spcBef>
                <a:spcPct val="0"/>
              </a:spcBef>
              <a:buClrTx/>
              <a:buSzTx/>
              <a:buFont typeface="Arial" panose="020B0604020202020204" pitchFamily="34" charset="0"/>
              <a:buNone/>
            </a:pPr>
            <a:r>
              <a:rPr lang="el-GR" altLang="zh-CN" sz="2500" b="1" i="1" dirty="0">
                <a:solidFill>
                  <a:srgbClr val="FF0000"/>
                </a:solidFill>
                <a:latin typeface="Times New Roman" panose="02020603050405020304" pitchFamily="18" charset="0"/>
                <a:cs typeface="Times New Roman" panose="02020603050405020304" pitchFamily="18" charset="0"/>
              </a:rPr>
              <a:t>b</a:t>
            </a:r>
            <a:r>
              <a:rPr lang="el-GR" altLang="zh-CN" sz="2500" b="1" dirty="0">
                <a:solidFill>
                  <a:srgbClr val="FF0000"/>
                </a:solidFill>
                <a:latin typeface="Times New Roman" panose="02020603050405020304" pitchFamily="18" charset="0"/>
                <a:cs typeface="Times New Roman" panose="02020603050405020304" pitchFamily="18" charset="0"/>
              </a:rPr>
              <a:t>∈</a:t>
            </a:r>
            <a:r>
              <a:rPr lang="el-GR" altLang="zh-CN" sz="2500" b="1" i="1" dirty="0">
                <a:solidFill>
                  <a:srgbClr val="FF0000"/>
                </a:solidFill>
                <a:latin typeface="Times New Roman" panose="02020603050405020304" pitchFamily="18" charset="0"/>
                <a:cs typeface="Times New Roman" panose="02020603050405020304" pitchFamily="18" charset="0"/>
              </a:rPr>
              <a:t>FIRST</a:t>
            </a:r>
            <a:r>
              <a:rPr lang="en-US" altLang="zh-CN" sz="2500" b="1" i="1" dirty="0">
                <a:solidFill>
                  <a:srgbClr val="FF0000"/>
                </a:solidFill>
                <a:latin typeface="Times New Roman" panose="02020603050405020304" pitchFamily="18" charset="0"/>
                <a:cs typeface="Times New Roman" panose="02020603050405020304" pitchFamily="18" charset="0"/>
              </a:rPr>
              <a:t> </a:t>
            </a:r>
            <a:r>
              <a:rPr lang="en-US" altLang="zh-CN" sz="2500" b="1" dirty="0">
                <a:solidFill>
                  <a:srgbClr val="FF0000"/>
                </a:solidFill>
                <a:latin typeface="Times New Roman" panose="02020603050405020304" pitchFamily="18" charset="0"/>
                <a:cs typeface="Times New Roman" panose="02020603050405020304" pitchFamily="18" charset="0"/>
              </a:rPr>
              <a:t>(</a:t>
            </a:r>
            <a:r>
              <a:rPr lang="en-US" altLang="zh-CN" sz="2500" b="1" i="1" dirty="0">
                <a:solidFill>
                  <a:srgbClr val="FF0000"/>
                </a:solidFill>
                <a:latin typeface="Times New Roman" panose="02020603050405020304" pitchFamily="18" charset="0"/>
                <a:cs typeface="Times New Roman" panose="02020603050405020304" pitchFamily="18" charset="0"/>
              </a:rPr>
              <a:t>βa</a:t>
            </a:r>
            <a:r>
              <a:rPr lang="en-US" altLang="zh-CN" sz="2500" b="1" dirty="0">
                <a:solidFill>
                  <a:srgbClr val="FF0000"/>
                </a:solidFill>
                <a:latin typeface="Times New Roman" panose="02020603050405020304" pitchFamily="18" charset="0"/>
                <a:cs typeface="Times New Roman" panose="02020603050405020304" pitchFamily="18" charset="0"/>
              </a:rPr>
              <a:t>)</a:t>
            </a:r>
            <a:endParaRPr lang="zh-CN" altLang="en-US" sz="2500" b="1" dirty="0">
              <a:solidFill>
                <a:srgbClr val="FF0000"/>
              </a:solidFill>
              <a:latin typeface="Times New Roman" panose="02020603050405020304" pitchFamily="18" charset="0"/>
              <a:cs typeface="Times New Roman" panose="02020603050405020304" pitchFamily="18" charset="0"/>
            </a:endParaRPr>
          </a:p>
        </p:txBody>
      </p:sp>
      <p:sp>
        <p:nvSpPr>
          <p:cNvPr id="38919" name="矩形 6"/>
          <p:cNvSpPr>
            <a:spLocks noChangeArrowheads="1"/>
          </p:cNvSpPr>
          <p:nvPr/>
        </p:nvSpPr>
        <p:spPr bwMode="auto">
          <a:xfrm>
            <a:off x="5015681" y="2635110"/>
            <a:ext cx="1498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500" b="1" i="1" dirty="0">
                <a:solidFill>
                  <a:srgbClr val="000000"/>
                </a:solidFill>
                <a:latin typeface="Times New Roman" panose="02020603050405020304" pitchFamily="18" charset="0"/>
                <a:cs typeface="Times New Roman" panose="02020603050405020304" pitchFamily="18" charset="0"/>
              </a:rPr>
              <a:t>B</a:t>
            </a:r>
            <a:r>
              <a:rPr lang="en-US" altLang="zh-CN" sz="2500" b="1" dirty="0">
                <a:solidFill>
                  <a:srgbClr val="000000"/>
                </a:solidFill>
                <a:latin typeface="Times New Roman" panose="02020603050405020304" pitchFamily="18" charset="0"/>
                <a:cs typeface="Times New Roman" panose="02020603050405020304" pitchFamily="18" charset="0"/>
              </a:rPr>
              <a:t>→</a:t>
            </a:r>
            <a:r>
              <a:rPr lang="el-GR" altLang="zh-CN" sz="2500" b="1" i="1" dirty="0">
                <a:solidFill>
                  <a:srgbClr val="000000"/>
                </a:solidFill>
                <a:latin typeface="Times New Roman" panose="02020603050405020304" pitchFamily="18" charset="0"/>
                <a:cs typeface="Times New Roman" panose="02020603050405020304" pitchFamily="18" charset="0"/>
              </a:rPr>
              <a:t>γ</a:t>
            </a:r>
            <a:r>
              <a:rPr lang="el-GR" altLang="zh-CN" sz="2500" b="1" dirty="0">
                <a:solidFill>
                  <a:srgbClr val="000000"/>
                </a:solidFill>
                <a:latin typeface="Times New Roman" panose="02020603050405020304" pitchFamily="18" charset="0"/>
                <a:cs typeface="Times New Roman" panose="02020603050405020304" pitchFamily="18" charset="0"/>
              </a:rPr>
              <a:t>∈</a:t>
            </a:r>
            <a:r>
              <a:rPr lang="en-US" altLang="zh-CN" sz="2500" b="1" i="1" dirty="0">
                <a:solidFill>
                  <a:srgbClr val="000000"/>
                </a:solidFill>
                <a:latin typeface="Times New Roman" panose="02020603050405020304" pitchFamily="18" charset="0"/>
                <a:cs typeface="Times New Roman" panose="02020603050405020304" pitchFamily="18" charset="0"/>
              </a:rPr>
              <a:t>P</a:t>
            </a:r>
            <a:endParaRPr lang="zh-CN" altLang="en-US" sz="2500" b="1" i="1" dirty="0">
              <a:solidFill>
                <a:schemeClr val="tx1"/>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CA5C0048-A83A-4649-A130-00730D01B5F6}"/>
              </a:ext>
            </a:extLst>
          </p:cNvPr>
          <p:cNvSpPr>
            <a:spLocks noGrp="1"/>
          </p:cNvSpPr>
          <p:nvPr>
            <p:ph type="sldNum" sz="quarter" idx="12"/>
          </p:nvPr>
        </p:nvSpPr>
        <p:spPr/>
        <p:txBody>
          <a:bodyPr/>
          <a:lstStyle/>
          <a:p>
            <a:pPr>
              <a:defRPr/>
            </a:pPr>
            <a:fld id="{76D20AB1-C80E-44EB-B890-88EEF3B3DC08}" type="slidenum">
              <a:rPr lang="zh-CN" altLang="en-US" smtClean="0"/>
              <a:pPr>
                <a:defRPr/>
              </a:pPr>
              <a:t>13</a:t>
            </a:fld>
            <a:endParaRPr lang="en-US" altLang="zh-CN"/>
          </a:p>
        </p:txBody>
      </p:sp>
      <mc:AlternateContent xmlns:mc="http://schemas.openxmlformats.org/markup-compatibility/2006" xmlns:a14="http://schemas.microsoft.com/office/drawing/2010/main">
        <mc:Choice Requires="a14">
          <p:sp>
            <p:nvSpPr>
              <p:cNvPr id="3" name="矩形 2"/>
              <p:cNvSpPr/>
              <p:nvPr/>
            </p:nvSpPr>
            <p:spPr>
              <a:xfrm>
                <a:off x="347136" y="2668146"/>
                <a:ext cx="4008840" cy="1785104"/>
              </a:xfrm>
              <a:prstGeom prst="rect">
                <a:avLst/>
              </a:prstGeom>
            </p:spPr>
            <p:txBody>
              <a:bodyPr wrap="square">
                <a:spAutoFit/>
              </a:bodyPr>
              <a:lstStyle/>
              <a:p>
                <a:pPr marL="273050" lvl="1" eaLnBrk="1" hangingPunct="1">
                  <a:spcBef>
                    <a:spcPts val="600"/>
                  </a:spcBef>
                  <a:buClr>
                    <a:schemeClr val="tx1"/>
                  </a:buClr>
                  <a:defRPr/>
                </a:pPr>
                <a:r>
                  <a:rPr lang="zh-CN" altLang="en-US" sz="2400" b="1" dirty="0">
                    <a:latin typeface="Times New Roman" panose="02020603050405020304" pitchFamily="18" charset="0"/>
                    <a:ea typeface="+mn-ea"/>
                    <a:cs typeface="Times New Roman" panose="02020603050405020304" pitchFamily="18" charset="0"/>
                  </a:rPr>
                  <a:t>若存在</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A</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α</a:t>
                </a:r>
                <a:r>
                  <a:rPr lang="en-US" altLang="zh-CN" sz="2800" b="1" i="1" dirty="0">
                    <a:solidFill>
                      <a:srgbClr val="000000"/>
                    </a:solidFill>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Xβ</a:t>
                </a: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a:solidFill>
                      <a:srgbClr val="0070C0"/>
                    </a:solidFill>
                    <a:latin typeface="Times New Roman" panose="02020603050405020304" pitchFamily="18" charset="0"/>
                    <a:ea typeface="+mn-ea"/>
                    <a:cs typeface="Times New Roman" panose="02020603050405020304" pitchFamily="18" charset="0"/>
                  </a:rPr>
                  <a:t>a</a:t>
                </a:r>
                <a:r>
                  <a:rPr lang="en-US" altLang="zh-CN" sz="2400" b="1" dirty="0">
                    <a:latin typeface="Times New Roman" panose="02020603050405020304" pitchFamily="18" charset="0"/>
                    <a:ea typeface="+mn-ea"/>
                    <a:cs typeface="Times New Roman" panose="02020603050405020304" pitchFamily="18" charset="0"/>
                  </a:rPr>
                  <a:t>]</a:t>
                </a:r>
                <a14:m>
                  <m:oMath xmlns:m="http://schemas.openxmlformats.org/officeDocument/2006/math">
                    <m:r>
                      <a:rPr lang="en-US" altLang="zh-CN" sz="2400" b="1"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400" b="1" dirty="0">
                    <a:latin typeface="Times New Roman" panose="02020603050405020304" pitchFamily="18" charset="0"/>
                    <a:ea typeface="+mn-ea"/>
                    <a:cs typeface="Times New Roman" panose="02020603050405020304" pitchFamily="18" charset="0"/>
                  </a:rPr>
                  <a:t>I</a:t>
                </a:r>
                <a:r>
                  <a:rPr lang="zh-CN" altLang="en-US" sz="2400" b="1" dirty="0">
                    <a:latin typeface="Times New Roman" panose="02020603050405020304" pitchFamily="18" charset="0"/>
                    <a:ea typeface="+mn-ea"/>
                    <a:cs typeface="Times New Roman" panose="02020603050405020304" pitchFamily="18" charset="0"/>
                  </a:rPr>
                  <a:t>，其</a:t>
                </a:r>
                <a:r>
                  <a:rPr lang="zh-CN" altLang="en-US" sz="2400" b="1" dirty="0">
                    <a:solidFill>
                      <a:srgbClr val="0070C0"/>
                    </a:solidFill>
                    <a:latin typeface="Times New Roman" panose="02020603050405020304" pitchFamily="18" charset="0"/>
                    <a:ea typeface="+mn-ea"/>
                    <a:cs typeface="Times New Roman" panose="02020603050405020304" pitchFamily="18" charset="0"/>
                  </a:rPr>
                  <a:t>后继项目</a:t>
                </a:r>
                <a:r>
                  <a:rPr lang="zh-CN" altLang="en-US" sz="2400" b="1" dirty="0">
                    <a:solidFill>
                      <a:srgbClr val="FF0000"/>
                    </a:solidFill>
                    <a:latin typeface="Times New Roman" panose="02020603050405020304" pitchFamily="18" charset="0"/>
                    <a:ea typeface="+mn-ea"/>
                    <a:cs typeface="Times New Roman" panose="02020603050405020304" pitchFamily="18" charset="0"/>
                  </a:rPr>
                  <a:t>继承</a:t>
                </a:r>
                <a:r>
                  <a:rPr lang="zh-CN" altLang="en-US" sz="2400" b="1" dirty="0">
                    <a:latin typeface="Times New Roman" panose="02020603050405020304" pitchFamily="18" charset="0"/>
                    <a:ea typeface="+mn-ea"/>
                    <a:cs typeface="Times New Roman" panose="02020603050405020304" pitchFamily="18" charset="0"/>
                  </a:rPr>
                  <a:t>展望符</a:t>
                </a:r>
                <a:r>
                  <a:rPr lang="en-US" altLang="zh-CN" sz="2400" b="1" i="1" dirty="0">
                    <a:solidFill>
                      <a:srgbClr val="0070C0"/>
                    </a:solidFill>
                    <a:latin typeface="Times New Roman" panose="02020603050405020304" pitchFamily="18" charset="0"/>
                    <a:ea typeface="+mn-ea"/>
                    <a:cs typeface="Times New Roman" panose="02020603050405020304" pitchFamily="18" charset="0"/>
                  </a:rPr>
                  <a:t>a,</a:t>
                </a:r>
              </a:p>
              <a:p>
                <a:pPr marL="273050" lvl="1" eaLnBrk="1" hangingPunct="1">
                  <a:spcBef>
                    <a:spcPts val="600"/>
                  </a:spcBef>
                  <a:buClr>
                    <a:schemeClr val="tx1"/>
                  </a:buClr>
                  <a:defRPr/>
                </a:pPr>
                <a:r>
                  <a:rPr lang="zh-CN" altLang="en-US" sz="2400" b="1" dirty="0">
                    <a:latin typeface="Times New Roman" panose="02020603050405020304" pitchFamily="18" charset="0"/>
                    <a:ea typeface="+mn-ea"/>
                    <a:cs typeface="Times New Roman" panose="02020603050405020304" pitchFamily="18" charset="0"/>
                  </a:rPr>
                  <a:t>即后继项目为：</a:t>
                </a:r>
                <a:endParaRPr lang="en-US" altLang="zh-CN" sz="2400" b="1" dirty="0">
                  <a:latin typeface="Times New Roman" panose="02020603050405020304" pitchFamily="18" charset="0"/>
                  <a:ea typeface="+mn-ea"/>
                  <a:cs typeface="Times New Roman" panose="02020603050405020304" pitchFamily="18" charset="0"/>
                </a:endParaRPr>
              </a:p>
              <a:p>
                <a:pPr marL="273050" lvl="1" algn="ctr" eaLnBrk="1" hangingPunct="1">
                  <a:spcBef>
                    <a:spcPts val="600"/>
                  </a:spcBef>
                  <a:buClr>
                    <a:schemeClr val="tx1"/>
                  </a:buClr>
                  <a:defRPr/>
                </a:pP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A</a:t>
                </a:r>
                <a:r>
                  <a:rPr lang="en-US" altLang="zh-CN" sz="2400" b="1" dirty="0">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αX</a:t>
                </a:r>
                <a:r>
                  <a:rPr lang="en-US" altLang="zh-CN" sz="2400" b="1" i="1" dirty="0">
                    <a:solidFill>
                      <a:srgbClr val="000000"/>
                    </a:solidFill>
                    <a:latin typeface="Times New Roman" panose="02020603050405020304" pitchFamily="18" charset="0"/>
                    <a:ea typeface="+mn-ea"/>
                    <a:cs typeface="Times New Roman" panose="02020603050405020304" pitchFamily="18" charset="0"/>
                  </a:rPr>
                  <a:t>·</a:t>
                </a:r>
                <a:r>
                  <a:rPr lang="en-US" altLang="zh-CN" sz="2400" b="1" i="1" dirty="0">
                    <a:latin typeface="Times New Roman" panose="02020603050405020304" pitchFamily="18" charset="0"/>
                    <a:ea typeface="+mn-ea"/>
                    <a:cs typeface="Times New Roman" panose="02020603050405020304" pitchFamily="18" charset="0"/>
                  </a:rPr>
                  <a:t>β</a:t>
                </a:r>
                <a:r>
                  <a:rPr lang="en-US" altLang="zh-CN" sz="2400" b="1" dirty="0">
                    <a:latin typeface="Times New Roman" panose="02020603050405020304" pitchFamily="18" charset="0"/>
                    <a:ea typeface="+mn-ea"/>
                    <a:cs typeface="Times New Roman" panose="02020603050405020304" pitchFamily="18" charset="0"/>
                  </a:rPr>
                  <a:t>, </a:t>
                </a:r>
                <a:r>
                  <a:rPr lang="en-US" altLang="zh-CN" sz="2400" b="1" i="1" dirty="0">
                    <a:solidFill>
                      <a:srgbClr val="0070C0"/>
                    </a:solidFill>
                    <a:latin typeface="Times New Roman" panose="02020603050405020304" pitchFamily="18" charset="0"/>
                    <a:ea typeface="+mn-ea"/>
                    <a:cs typeface="Times New Roman" panose="02020603050405020304" pitchFamily="18" charset="0"/>
                  </a:rPr>
                  <a:t>a</a:t>
                </a:r>
                <a:r>
                  <a:rPr lang="en-US" altLang="zh-CN" sz="2400" b="1" dirty="0">
                    <a:solidFill>
                      <a:srgbClr val="0070C0"/>
                    </a:solidFill>
                    <a:latin typeface="Times New Roman" panose="02020603050405020304" pitchFamily="18" charset="0"/>
                    <a:ea typeface="+mn-ea"/>
                    <a:cs typeface="Times New Roman" panose="02020603050405020304" pitchFamily="18" charset="0"/>
                  </a:rPr>
                  <a:t>]</a:t>
                </a:r>
                <a:endParaRPr lang="en-US" altLang="zh-CN" sz="2400" b="1" dirty="0">
                  <a:latin typeface="Times New Roman" panose="02020603050405020304" pitchFamily="18" charset="0"/>
                  <a:ea typeface="+mn-ea"/>
                  <a:cs typeface="Times New Roman" panose="02020603050405020304" pitchFamily="18" charset="0"/>
                </a:endParaRPr>
              </a:p>
            </p:txBody>
          </p:sp>
        </mc:Choice>
        <mc:Fallback xmlns="">
          <p:sp>
            <p:nvSpPr>
              <p:cNvPr id="3" name="矩形 2"/>
              <p:cNvSpPr>
                <a:spLocks noRot="1" noChangeAspect="1" noMove="1" noResize="1" noEditPoints="1" noAdjustHandles="1" noChangeArrowheads="1" noChangeShapeType="1" noTextEdit="1"/>
              </p:cNvSpPr>
              <p:nvPr/>
            </p:nvSpPr>
            <p:spPr>
              <a:xfrm>
                <a:off x="347136" y="2668146"/>
                <a:ext cx="4008840" cy="1785104"/>
              </a:xfrm>
              <a:prstGeom prst="rect">
                <a:avLst/>
              </a:prstGeom>
              <a:blipFill>
                <a:blip r:embed="rId3"/>
                <a:stretch>
                  <a:fillRect t="-3754" r="-304" b="-6826"/>
                </a:stretch>
              </a:blipFill>
            </p:spPr>
            <p:txBody>
              <a:bodyPr/>
              <a:lstStyle/>
              <a:p>
                <a:r>
                  <a:rPr lang="zh-CN" altLang="en-US">
                    <a:noFill/>
                  </a:rPr>
                  <a:t> </a:t>
                </a:r>
              </a:p>
            </p:txBody>
          </p:sp>
        </mc:Fallback>
      </mc:AlternateContent>
      <p:sp>
        <p:nvSpPr>
          <p:cNvPr id="5" name="矩形 4"/>
          <p:cNvSpPr/>
          <p:nvPr/>
        </p:nvSpPr>
        <p:spPr>
          <a:xfrm>
            <a:off x="430579" y="2211710"/>
            <a:ext cx="3901790" cy="461665"/>
          </a:xfrm>
          <a:prstGeom prst="rect">
            <a:avLst/>
          </a:prstGeom>
          <a:solidFill>
            <a:schemeClr val="accent2">
              <a:lumMod val="20000"/>
              <a:lumOff val="80000"/>
            </a:schemeClr>
          </a:solidFill>
          <a:ln>
            <a:solidFill>
              <a:schemeClr val="tx1"/>
            </a:solidFill>
          </a:ln>
        </p:spPr>
        <p:txBody>
          <a:bodyPr wrap="square">
            <a:spAutoFit/>
          </a:bodyPr>
          <a:lstStyle/>
          <a:p>
            <a:pPr algn="ctr"/>
            <a:r>
              <a:rPr lang="en-US" altLang="zh-CN" sz="2400" dirty="0">
                <a:ea typeface="黑体" panose="02010609060101010101" pitchFamily="49" charset="-122"/>
              </a:rPr>
              <a:t>3.</a:t>
            </a:r>
            <a:r>
              <a:rPr lang="zh-CN" altLang="en-US" sz="2400" dirty="0">
                <a:ea typeface="黑体" panose="02010609060101010101" pitchFamily="49" charset="-122"/>
              </a:rPr>
              <a:t>后继项目展望符是继承的</a:t>
            </a:r>
            <a:endParaRPr lang="zh-CN" altLang="en-US" sz="2400" dirty="0"/>
          </a:p>
        </p:txBody>
      </p:sp>
      <p:sp>
        <p:nvSpPr>
          <p:cNvPr id="11" name="矩形 10"/>
          <p:cNvSpPr/>
          <p:nvPr/>
        </p:nvSpPr>
        <p:spPr>
          <a:xfrm>
            <a:off x="4355976" y="897849"/>
            <a:ext cx="4104456" cy="707886"/>
          </a:xfrm>
          <a:prstGeom prst="rect">
            <a:avLst/>
          </a:prstGeom>
          <a:solidFill>
            <a:schemeClr val="accent2">
              <a:lumMod val="20000"/>
              <a:lumOff val="80000"/>
            </a:schemeClr>
          </a:solidFill>
          <a:ln>
            <a:solidFill>
              <a:schemeClr val="tx1"/>
            </a:solidFill>
          </a:ln>
        </p:spPr>
        <p:txBody>
          <a:bodyPr wrap="square">
            <a:spAutoFit/>
          </a:bodyPr>
          <a:lstStyle/>
          <a:p>
            <a:pPr algn="ctr" eaLnBrk="1" hangingPunct="1"/>
            <a:r>
              <a:rPr lang="en-US" altLang="zh-CN" sz="2000" dirty="0">
                <a:latin typeface="微软雅黑" panose="020B0503020204020204" pitchFamily="34" charset="-122"/>
                <a:ea typeface="微软雅黑" panose="020B0503020204020204" pitchFamily="34" charset="-122"/>
              </a:rPr>
              <a:t>2. </a:t>
            </a:r>
            <a:r>
              <a:rPr lang="zh-CN" altLang="en-US" sz="2000" dirty="0">
                <a:latin typeface="微软雅黑" panose="020B0503020204020204" pitchFamily="34" charset="-122"/>
                <a:ea typeface="微软雅黑" panose="020B0503020204020204" pitchFamily="34" charset="-122"/>
              </a:rPr>
              <a:t>闭包运算中新加入项的展望符</a:t>
            </a:r>
            <a:endParaRPr lang="en-US" altLang="zh-CN" sz="2000" dirty="0">
              <a:latin typeface="微软雅黑" panose="020B0503020204020204" pitchFamily="34" charset="-122"/>
              <a:ea typeface="微软雅黑" panose="020B0503020204020204" pitchFamily="34" charset="-122"/>
            </a:endParaRPr>
          </a:p>
          <a:p>
            <a:pPr algn="ctr" eaLnBrk="1" hangingPunct="1"/>
            <a:r>
              <a:rPr lang="el-GR" altLang="zh-CN" sz="2000" b="1" i="1" dirty="0">
                <a:solidFill>
                  <a:srgbClr val="FF0000"/>
                </a:solidFill>
                <a:latin typeface="Times New Roman" panose="02020603050405020304" pitchFamily="18" charset="0"/>
                <a:cs typeface="Times New Roman" panose="02020603050405020304" pitchFamily="18" charset="0"/>
              </a:rPr>
              <a:t>FIRST</a:t>
            </a:r>
            <a:r>
              <a:rPr lang="en-US" altLang="zh-CN" sz="2000" b="1" i="1" dirty="0">
                <a:solidFill>
                  <a:srgbClr val="FF0000"/>
                </a:solidFill>
                <a:latin typeface="Times New Roman" panose="02020603050405020304" pitchFamily="18" charset="0"/>
                <a:cs typeface="Times New Roman" panose="02020603050405020304" pitchFamily="18" charset="0"/>
              </a:rPr>
              <a:t> </a:t>
            </a:r>
            <a:r>
              <a:rPr lang="en-US" altLang="zh-CN" sz="2000" b="1" dirty="0">
                <a:solidFill>
                  <a:srgbClr val="FF0000"/>
                </a:solidFill>
                <a:latin typeface="Times New Roman" panose="02020603050405020304" pitchFamily="18" charset="0"/>
                <a:cs typeface="Times New Roman" panose="02020603050405020304" pitchFamily="18" charset="0"/>
              </a:rPr>
              <a:t>(</a:t>
            </a:r>
            <a:r>
              <a:rPr lang="en-US" altLang="zh-CN" sz="2000" b="1" i="1" dirty="0">
                <a:solidFill>
                  <a:srgbClr val="FF0000"/>
                </a:solidFill>
                <a:latin typeface="Times New Roman" panose="02020603050405020304" pitchFamily="18" charset="0"/>
                <a:cs typeface="Times New Roman" panose="02020603050405020304" pitchFamily="18" charset="0"/>
              </a:rPr>
              <a:t>βa</a:t>
            </a:r>
            <a:r>
              <a:rPr lang="en-US" altLang="zh-CN" sz="2000" b="1" dirty="0">
                <a:solidFill>
                  <a:srgbClr val="FF0000"/>
                </a:solidFill>
                <a:latin typeface="Times New Roman" panose="02020603050405020304" pitchFamily="18" charset="0"/>
                <a:cs typeface="Times New Roman" panose="02020603050405020304" pitchFamily="18" charset="0"/>
              </a:rPr>
              <a:t>)</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sp>
        <p:nvSpPr>
          <p:cNvPr id="12" name="矩形 11"/>
          <p:cNvSpPr/>
          <p:nvPr/>
        </p:nvSpPr>
        <p:spPr>
          <a:xfrm>
            <a:off x="430579" y="890445"/>
            <a:ext cx="3565431" cy="830997"/>
          </a:xfrm>
          <a:prstGeom prst="rect">
            <a:avLst/>
          </a:prstGeom>
          <a:solidFill>
            <a:schemeClr val="accent2">
              <a:lumMod val="20000"/>
              <a:lumOff val="80000"/>
            </a:schemeClr>
          </a:solidFill>
          <a:ln>
            <a:solidFill>
              <a:schemeClr val="tx1"/>
            </a:solidFill>
          </a:ln>
        </p:spPr>
        <p:txBody>
          <a:bodyPr wrap="square">
            <a:spAutoFit/>
          </a:bodyPr>
          <a:lstStyle/>
          <a:p>
            <a:pPr algn="ctr"/>
            <a:r>
              <a:rPr lang="en-US" altLang="zh-CN" sz="2400" dirty="0">
                <a:ea typeface="黑体" panose="02010609060101010101" pitchFamily="49" charset="-122"/>
              </a:rPr>
              <a:t>1</a:t>
            </a:r>
            <a:r>
              <a:rPr lang="zh-CN" altLang="en-US" sz="2400" dirty="0">
                <a:ea typeface="黑体" panose="02010609060101010101" pitchFamily="49" charset="-122"/>
              </a:rPr>
              <a:t>、初始项目展望符是</a:t>
            </a:r>
            <a:r>
              <a:rPr lang="en-US" altLang="zh-CN" sz="2400" dirty="0">
                <a:ea typeface="黑体" panose="02010609060101010101" pitchFamily="49" charset="-122"/>
              </a:rPr>
              <a:t>:$</a:t>
            </a:r>
          </a:p>
          <a:p>
            <a:pPr algn="ctr"/>
            <a:r>
              <a:rPr lang="en-US" altLang="zh-CN" sz="2400" dirty="0"/>
              <a:t>[</a:t>
            </a:r>
            <a:r>
              <a:rPr lang="en-US" altLang="zh-CN" sz="2400" b="1" i="1" dirty="0">
                <a:latin typeface="Times New Roman" panose="02020603050405020304" pitchFamily="18" charset="0"/>
              </a:rPr>
              <a:t>S</a:t>
            </a:r>
            <a:r>
              <a:rPr lang="en-US" altLang="zh-CN" sz="2400" b="1" i="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rPr>
              <a:t>→</a:t>
            </a:r>
            <a:r>
              <a:rPr lang="en-US" altLang="zh-CN" sz="2400" b="1" i="1" dirty="0">
                <a:solidFill>
                  <a:srgbClr val="000000"/>
                </a:solidFill>
                <a:latin typeface="Times New Roman" panose="02020603050405020304" pitchFamily="18" charset="0"/>
              </a:rPr>
              <a:t> · </a:t>
            </a:r>
            <a:r>
              <a:rPr lang="en-US" altLang="zh-CN" sz="2400" b="1" i="1" dirty="0">
                <a:latin typeface="Times New Roman" panose="02020603050405020304" pitchFamily="18" charset="0"/>
              </a:rPr>
              <a:t>S , </a:t>
            </a:r>
            <a:r>
              <a:rPr lang="en-US" altLang="zh-CN" sz="2400" b="1" dirty="0">
                <a:latin typeface="华文楷体" panose="02010600040101010101" pitchFamily="2" charset="-122"/>
                <a:ea typeface="华文楷体" panose="02010600040101010101" pitchFamily="2" charset="-122"/>
              </a:rPr>
              <a:t>$ </a:t>
            </a:r>
            <a:r>
              <a:rPr lang="en-US" altLang="zh-CN" sz="2400" dirty="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down)">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 calcmode="lin" valueType="num">
                                      <p:cBhvr>
                                        <p:cTn id="15" dur="500" fill="hold"/>
                                        <p:tgtEl>
                                          <p:spTgt spid="6">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6">
                                            <p:txEl>
                                              <p:pRg st="0" end="0"/>
                                            </p:txEl>
                                          </p:spTgt>
                                        </p:tgtEl>
                                        <p:attrNameLst>
                                          <p:attrName>ppt_h</p:attrName>
                                        </p:attrNameLst>
                                      </p:cBhvr>
                                      <p:tavLst>
                                        <p:tav tm="0">
                                          <p:val>
                                            <p:fltVal val="0"/>
                                          </p:val>
                                        </p:tav>
                                        <p:tav tm="100000">
                                          <p:val>
                                            <p:strVal val="#ppt_h"/>
                                          </p:val>
                                        </p:tav>
                                      </p:tavLst>
                                    </p:anim>
                                    <p:animEffect transition="in" filter="fade">
                                      <p:cBhvr>
                                        <p:cTn id="17" dur="500"/>
                                        <p:tgtEl>
                                          <p:spTgt spid="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ntr" presetSubtype="16" fill="hold"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 calcmode="lin" valueType="num">
                                      <p:cBhvr>
                                        <p:cTn id="22" dur="500" fill="hold"/>
                                        <p:tgtEl>
                                          <p:spTgt spid="6">
                                            <p:txEl>
                                              <p:pRg st="1" end="1"/>
                                            </p:txEl>
                                          </p:spTgt>
                                        </p:tgtEl>
                                        <p:attrNameLst>
                                          <p:attrName>ppt_w</p:attrName>
                                        </p:attrNameLst>
                                      </p:cBhvr>
                                      <p:tavLst>
                                        <p:tav tm="0">
                                          <p:val>
                                            <p:fltVal val="0"/>
                                          </p:val>
                                        </p:tav>
                                        <p:tav tm="100000">
                                          <p:val>
                                            <p:strVal val="#ppt_w"/>
                                          </p:val>
                                        </p:tav>
                                      </p:tavLst>
                                    </p:anim>
                                    <p:anim calcmode="lin" valueType="num">
                                      <p:cBhvr>
                                        <p:cTn id="23" dur="500" fill="hold"/>
                                        <p:tgtEl>
                                          <p:spTgt spid="6">
                                            <p:txEl>
                                              <p:pRg st="1" end="1"/>
                                            </p:txEl>
                                          </p:spTgt>
                                        </p:tgtEl>
                                        <p:attrNameLst>
                                          <p:attrName>ppt_h</p:attrName>
                                        </p:attrNameLst>
                                      </p:cBhvr>
                                      <p:tavLst>
                                        <p:tav tm="0">
                                          <p:val>
                                            <p:fltVal val="0"/>
                                          </p:val>
                                        </p:tav>
                                        <p:tav tm="100000">
                                          <p:val>
                                            <p:strVal val="#ppt_h"/>
                                          </p:val>
                                        </p:tav>
                                      </p:tavLst>
                                    </p:anim>
                                    <p:animEffect transition="in" filter="fade">
                                      <p:cBhvr>
                                        <p:cTn id="24" dur="500"/>
                                        <p:tgtEl>
                                          <p:spTgt spid="6">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down)">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noChangeArrowheads="1"/>
          </p:cNvSpPr>
          <p:nvPr>
            <p:ph type="title"/>
          </p:nvPr>
        </p:nvSpPr>
        <p:spPr>
          <a:xfrm>
            <a:off x="755650" y="4841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赋值语句文法的</a:t>
            </a:r>
            <a:br>
              <a:rPr lang="zh-CN" altLang="en-US" sz="3000">
                <a:solidFill>
                  <a:schemeClr val="tx1"/>
                </a:solidFill>
                <a:latin typeface="微软雅黑" panose="020B0503020204020204" pitchFamily="34" charset="-122"/>
                <a:ea typeface="微软雅黑" panose="020B0503020204020204" pitchFamily="34" charset="-122"/>
              </a:rPr>
            </a:br>
            <a:r>
              <a:rPr lang="en-US" altLang="zh-CN" sz="3000" i="1">
                <a:solidFill>
                  <a:schemeClr val="tx1"/>
                </a:solidFill>
                <a:ea typeface="黑体" panose="02010609060101010101" pitchFamily="49" charset="-122"/>
              </a:rPr>
              <a:t>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分析表</a:t>
            </a:r>
          </a:p>
        </p:txBody>
      </p:sp>
      <p:graphicFrame>
        <p:nvGraphicFramePr>
          <p:cNvPr id="77826" name="表格 77825"/>
          <p:cNvGraphicFramePr/>
          <p:nvPr/>
        </p:nvGraphicFramePr>
        <p:xfrm>
          <a:off x="3986213" y="93663"/>
          <a:ext cx="4618038" cy="5003800"/>
        </p:xfrm>
        <a:graphic>
          <a:graphicData uri="http://schemas.openxmlformats.org/drawingml/2006/table">
            <a:tbl>
              <a:tblPr/>
              <a:tblGrid>
                <a:gridCol w="681038">
                  <a:extLst>
                    <a:ext uri="{9D8B030D-6E8A-4147-A177-3AD203B41FA5}">
                      <a16:colId xmlns:a16="http://schemas.microsoft.com/office/drawing/2014/main" val="20000"/>
                    </a:ext>
                  </a:extLst>
                </a:gridCol>
                <a:gridCol w="519112">
                  <a:extLst>
                    <a:ext uri="{9D8B030D-6E8A-4147-A177-3AD203B41FA5}">
                      <a16:colId xmlns:a16="http://schemas.microsoft.com/office/drawing/2014/main" val="20001"/>
                    </a:ext>
                  </a:extLst>
                </a:gridCol>
                <a:gridCol w="523875">
                  <a:extLst>
                    <a:ext uri="{9D8B030D-6E8A-4147-A177-3AD203B41FA5}">
                      <a16:colId xmlns:a16="http://schemas.microsoft.com/office/drawing/2014/main" val="20002"/>
                    </a:ext>
                  </a:extLst>
                </a:gridCol>
                <a:gridCol w="581025">
                  <a:extLst>
                    <a:ext uri="{9D8B030D-6E8A-4147-A177-3AD203B41FA5}">
                      <a16:colId xmlns:a16="http://schemas.microsoft.com/office/drawing/2014/main" val="20003"/>
                    </a:ext>
                  </a:extLst>
                </a:gridCol>
                <a:gridCol w="523875">
                  <a:extLst>
                    <a:ext uri="{9D8B030D-6E8A-4147-A177-3AD203B41FA5}">
                      <a16:colId xmlns:a16="http://schemas.microsoft.com/office/drawing/2014/main" val="20004"/>
                    </a:ext>
                  </a:extLst>
                </a:gridCol>
                <a:gridCol w="565150">
                  <a:extLst>
                    <a:ext uri="{9D8B030D-6E8A-4147-A177-3AD203B41FA5}">
                      <a16:colId xmlns:a16="http://schemas.microsoft.com/office/drawing/2014/main" val="20005"/>
                    </a:ext>
                  </a:extLst>
                </a:gridCol>
                <a:gridCol w="647700">
                  <a:extLst>
                    <a:ext uri="{9D8B030D-6E8A-4147-A177-3AD203B41FA5}">
                      <a16:colId xmlns:a16="http://schemas.microsoft.com/office/drawing/2014/main" val="20006"/>
                    </a:ext>
                  </a:extLst>
                </a:gridCol>
                <a:gridCol w="576263">
                  <a:extLst>
                    <a:ext uri="{9D8B030D-6E8A-4147-A177-3AD203B41FA5}">
                      <a16:colId xmlns:a16="http://schemas.microsoft.com/office/drawing/2014/main" val="20007"/>
                    </a:ext>
                  </a:extLst>
                </a:gridCol>
              </a:tblGrid>
              <a:tr h="312738">
                <a:tc rowSpan="2">
                  <a:txBody>
                    <a:bodyPr/>
                    <a:lstStyle/>
                    <a:p>
                      <a:pPr lvl="0" algn="ctr" eaLnBrk="1" hangingPunct="1">
                        <a:buNone/>
                      </a:pPr>
                      <a:r>
                        <a:rPr lang="zh-CN" altLang="en-US" b="1">
                          <a:solidFill>
                            <a:srgbClr val="000000"/>
                          </a:solidFill>
                          <a:latin typeface="华文楷体" panose="02010600040101010101" pitchFamily="2" charset="-122"/>
                          <a:ea typeface="华文楷体" panose="02010600040101010101" pitchFamily="2" charset="-122"/>
                        </a:rPr>
                        <a:t>状态</a:t>
                      </a:r>
                    </a:p>
                  </a:txBody>
                  <a:tcPr marL="91444" marR="91444" marT="34291" marB="34291"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4">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ACTION</a:t>
                      </a:r>
                      <a:endParaRPr lang="zh-CN" altLang="en-US" sz="1600" b="1" i="1">
                        <a:latin typeface="Times New Roman" panose="02020603050405020304" pitchFamily="18" charset="0"/>
                        <a:ea typeface="楷体" panose="02010609060101010101" pitchFamily="49"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p>
                      <a:pPr lvl="0" algn="ctr" eaLnBrk="1" hangingPunct="1">
                        <a:buNone/>
                      </a:pPr>
                      <a:r>
                        <a:rPr lang="en-US" altLang="zh-CN" sz="1600" b="1" i="1">
                          <a:latin typeface="Times New Roman" panose="02020603050405020304" pitchFamily="18" charset="0"/>
                          <a:ea typeface="楷体" panose="02010609060101010101" pitchFamily="49" charset="-122"/>
                        </a:rPr>
                        <a:t>GOTO</a:t>
                      </a:r>
                      <a:endParaRPr lang="zh-CN" altLang="en-US" sz="1600" b="1" i="1">
                        <a:latin typeface="Times New Roman" panose="02020603050405020304" pitchFamily="18" charset="0"/>
                        <a:ea typeface="楷体" panose="02010609060101010101" pitchFamily="49"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312737">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id</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a:latin typeface="华文楷体" panose="02010600040101010101" pitchFamily="2" charset="-122"/>
                          <a:ea typeface="Times New Roman" panose="02020603050405020304" pitchFamily="18" charset="0"/>
                        </a:rPr>
                        <a:t>$</a:t>
                      </a:r>
                      <a:endParaRPr lang="zh-CN" altLang="en-US" sz="1500" b="1">
                        <a:latin typeface="华文楷体" panose="02010600040101010101" pitchFamily="2" charset="-122"/>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i="1">
                          <a:latin typeface="Times New Roman" panose="02020603050405020304" pitchFamily="18" charset="0"/>
                          <a:ea typeface="Times New Roman" panose="02020603050405020304" pitchFamily="18" charset="0"/>
                        </a:rPr>
                        <a:t>S</a:t>
                      </a:r>
                      <a:endParaRPr lang="zh-CN" altLang="en-US" sz="1500" b="1" i="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i="1">
                          <a:latin typeface="Times New Roman" panose="02020603050405020304" pitchFamily="18" charset="0"/>
                          <a:ea typeface="Times New Roman" panose="02020603050405020304" pitchFamily="18" charset="0"/>
                        </a:rPr>
                        <a:t>L</a:t>
                      </a:r>
                      <a:endParaRPr lang="zh-CN" altLang="en-US" sz="1500" b="1" i="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500" b="1" i="1">
                          <a:latin typeface="Times New Roman" panose="02020603050405020304" pitchFamily="18" charset="0"/>
                          <a:ea typeface="Times New Roman" panose="02020603050405020304" pitchFamily="18" charset="0"/>
                        </a:rPr>
                        <a:t>R</a:t>
                      </a:r>
                      <a:endParaRPr lang="zh-CN" altLang="en-US" sz="1500" b="1" i="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0</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s4</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s5</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1</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2</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3</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acc</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2</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s6</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r5</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04"/>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3</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r2</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4</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s4</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s5</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8</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7</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5</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r4</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r4</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6</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s11</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s12</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10</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9</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7</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r3</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r3</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8</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r5</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r5</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9</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r1</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10</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r5</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11</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s11</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s12</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10</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latin typeface="Times New Roman" panose="02020603050405020304" pitchFamily="18" charset="0"/>
                          <a:ea typeface="Times New Roman" panose="02020603050405020304" pitchFamily="18" charset="0"/>
                        </a:rPr>
                        <a:t>13</a:t>
                      </a: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312738">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12</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r4</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312737">
                <a:tc>
                  <a:txBody>
                    <a:bodyPr/>
                    <a:lstStyle/>
                    <a:p>
                      <a:pPr lvl="0" algn="ctr" eaLnBrk="1" hangingPunct="1">
                        <a:buNone/>
                      </a:pPr>
                      <a:r>
                        <a:rPr lang="en-US" altLang="zh-CN" sz="1600" b="1">
                          <a:solidFill>
                            <a:srgbClr val="000000"/>
                          </a:solidFill>
                          <a:latin typeface="Times New Roman" panose="02020603050405020304" pitchFamily="18" charset="0"/>
                          <a:ea typeface="宋体" panose="02010600030101010101" pitchFamily="2" charset="-122"/>
                        </a:rPr>
                        <a:t>13</a:t>
                      </a:r>
                      <a:endParaRPr lang="zh-CN" altLang="en-US" sz="1600" b="1">
                        <a:solidFill>
                          <a:srgbClr val="000000"/>
                        </a:solidFill>
                        <a:latin typeface="Times New Roman" panose="02020603050405020304" pitchFamily="18" charset="0"/>
                        <a:ea typeface="宋体" panose="02010600030101010101" pitchFamily="2" charset="-122"/>
                      </a:endParaRPr>
                    </a:p>
                  </a:txBody>
                  <a:tcPr marL="91444" marR="91444" marT="34291" marB="34291">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500" b="1">
                          <a:solidFill>
                            <a:srgbClr val="FF0000"/>
                          </a:solidFill>
                          <a:latin typeface="Times New Roman" panose="02020603050405020304" pitchFamily="18" charset="0"/>
                          <a:ea typeface="Times New Roman" panose="02020603050405020304" pitchFamily="18" charset="0"/>
                        </a:rPr>
                        <a:t>r3</a:t>
                      </a:r>
                      <a:endParaRPr lang="zh-CN" altLang="en-US" sz="1500" b="1">
                        <a:solidFill>
                          <a:srgbClr val="FF0000"/>
                        </a:solidFill>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500" b="1" dirty="0">
                        <a:latin typeface="Times New Roman" panose="02020603050405020304" pitchFamily="18" charset="0"/>
                        <a:ea typeface="华文楷体" panose="02010600040101010101" pitchFamily="2" charset="-122"/>
                      </a:endParaRPr>
                    </a:p>
                  </a:txBody>
                  <a:tcPr marL="91446" marR="91446" marT="34296" marB="34296">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bl>
          </a:graphicData>
        </a:graphic>
      </p:graphicFrame>
      <p:sp>
        <p:nvSpPr>
          <p:cNvPr id="4" name="Rectangle 37"/>
          <p:cNvSpPr>
            <a:spLocks noChangeArrowheads="1"/>
          </p:cNvSpPr>
          <p:nvPr/>
        </p:nvSpPr>
        <p:spPr bwMode="auto">
          <a:xfrm>
            <a:off x="1244600" y="1392238"/>
            <a:ext cx="1290638" cy="2220912"/>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itchFamily="2" charset="2"/>
              <a:buNone/>
              <a:defRPr/>
            </a:pPr>
            <a:r>
              <a:rPr lang="zh-CN" altLang="en-US" b="1" noProof="1">
                <a:latin typeface="华文楷体" pitchFamily="2" charset="-122"/>
                <a:ea typeface="华文楷体" pitchFamily="2" charset="-122"/>
              </a:rPr>
              <a:t>文法</a:t>
            </a:r>
            <a:endParaRPr lang="zh-CN" altLang="zh-CN" b="1" noProof="1">
              <a:latin typeface="华文楷体" pitchFamily="2" charset="-122"/>
              <a:cs typeface="Times New Roman" pitchFamily="18" charset="0"/>
            </a:endParaRPr>
          </a:p>
          <a:p>
            <a:pPr marL="609600" indent="-609600" eaLnBrk="1" hangingPunct="1">
              <a:lnSpc>
                <a:spcPts val="2000"/>
              </a:lnSpc>
              <a:spcBef>
                <a:spcPct val="20000"/>
              </a:spcBef>
              <a:buFont typeface="Wingdings" pitchFamily="2" charset="2"/>
              <a:buNone/>
              <a:defRPr/>
            </a:pPr>
            <a:r>
              <a:rPr lang="zh-CN" altLang="zh-CN" b="1" noProof="1">
                <a:latin typeface="Times New Roman" pitchFamily="18" charset="0"/>
                <a:ea typeface="Times New Roman" pitchFamily="18" charset="0"/>
                <a:cs typeface="华文楷体" pitchFamily="2" charset="-122"/>
              </a:rPr>
              <a:t>0) </a:t>
            </a:r>
            <a:r>
              <a:rPr lang="en-US" altLang="zh-CN" b="1" i="1" noProof="1">
                <a:latin typeface="Times New Roman" pitchFamily="18" charset="0"/>
                <a:ea typeface="Times New Roman" pitchFamily="18" charset="0"/>
                <a:cs typeface="华文楷体" pitchFamily="2" charset="-122"/>
              </a:rPr>
              <a:t>S</a:t>
            </a:r>
            <a:r>
              <a:rPr lang="en-US" altLang="zh-CN" sz="1600" b="1" i="1" noProof="1">
                <a:latin typeface="Times New Roman" pitchFamily="18" charset="0"/>
                <a:ea typeface="Times New Roman" pitchFamily="18" charset="0"/>
                <a:cs typeface="华文楷体" pitchFamily="2" charset="-122"/>
              </a:rPr>
              <a:t>′ </a:t>
            </a:r>
            <a:r>
              <a:rPr lang="en-US" altLang="zh-CN" b="1" i="1" noProof="1">
                <a:latin typeface="Times New Roman" pitchFamily="18" charset="0"/>
                <a:ea typeface="Times New Roman" pitchFamily="18" charset="0"/>
                <a:cs typeface="华文楷体" pitchFamily="2" charset="-122"/>
              </a:rPr>
              <a:t>→S</a:t>
            </a:r>
            <a:endParaRPr lang="en-US" altLang="zh-CN" b="1" i="1" noProof="1">
              <a:latin typeface="Times New Roman" pitchFamily="18" charset="0"/>
              <a:cs typeface="Times New Roman" pitchFamily="18" charset="0"/>
            </a:endParaRP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cs typeface="Times New Roman" pitchFamily="18" charset="0"/>
              </a:rPr>
              <a:t>1) </a:t>
            </a:r>
            <a:r>
              <a:rPr lang="en-US" altLang="zh-CN" b="1" i="1" noProof="1">
                <a:latin typeface="Times New Roman" pitchFamily="18" charset="0"/>
                <a:cs typeface="Times New Roman" pitchFamily="18" charset="0"/>
              </a:rPr>
              <a:t>S→L=R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cs typeface="Times New Roman" pitchFamily="18" charset="0"/>
              </a:rPr>
              <a:t>2) </a:t>
            </a:r>
            <a:r>
              <a:rPr lang="en-US" altLang="zh-CN" b="1" i="1" noProof="1">
                <a:latin typeface="Times New Roman" pitchFamily="18" charset="0"/>
                <a:cs typeface="Times New Roman" pitchFamily="18" charset="0"/>
              </a:rPr>
              <a:t>S→R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cs typeface="Times New Roman" pitchFamily="18" charset="0"/>
              </a:rPr>
              <a:t>3) </a:t>
            </a:r>
            <a:r>
              <a:rPr lang="en-US" altLang="zh-CN" b="1" i="1" noProof="1">
                <a:latin typeface="Times New Roman" pitchFamily="18" charset="0"/>
                <a:cs typeface="Times New Roman" pitchFamily="18" charset="0"/>
              </a:rPr>
              <a:t>L→*R</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cs typeface="Times New Roman" pitchFamily="18" charset="0"/>
              </a:rPr>
              <a:t>4) </a:t>
            </a:r>
            <a:r>
              <a:rPr lang="en-US" altLang="zh-CN" b="1" i="1" noProof="1">
                <a:latin typeface="Times New Roman" pitchFamily="18" charset="0"/>
                <a:cs typeface="Times New Roman" pitchFamily="18" charset="0"/>
              </a:rPr>
              <a:t>L→</a:t>
            </a:r>
            <a:r>
              <a:rPr lang="en-US" altLang="zh-CN" b="1" noProof="1">
                <a:latin typeface="Times New Roman" pitchFamily="18" charset="0"/>
                <a:cs typeface="Times New Roman" pitchFamily="18" charset="0"/>
              </a:rPr>
              <a:t>id</a:t>
            </a:r>
          </a:p>
          <a:p>
            <a:pPr marL="609600" indent="-609600" eaLnBrk="1" hangingPunct="1">
              <a:lnSpc>
                <a:spcPts val="2000"/>
              </a:lnSpc>
              <a:spcBef>
                <a:spcPct val="20000"/>
              </a:spcBef>
              <a:buFont typeface="Wingdings" pitchFamily="2" charset="2"/>
              <a:buNone/>
              <a:defRPr/>
            </a:pPr>
            <a:r>
              <a:rPr lang="en-US" altLang="zh-CN" b="1" noProof="1">
                <a:latin typeface="Times New Roman" pitchFamily="18" charset="0"/>
                <a:cs typeface="Times New Roman" pitchFamily="18" charset="0"/>
              </a:rPr>
              <a:t>5) </a:t>
            </a:r>
            <a:r>
              <a:rPr lang="en-US" altLang="zh-CN" b="1" i="1" noProof="1">
                <a:latin typeface="Times New Roman" pitchFamily="18" charset="0"/>
                <a:cs typeface="Times New Roman" pitchFamily="18" charset="0"/>
              </a:rPr>
              <a:t>R→L</a:t>
            </a:r>
          </a:p>
        </p:txBody>
      </p:sp>
      <p:sp>
        <p:nvSpPr>
          <p:cNvPr id="2" name="灯片编号占位符 1">
            <a:extLst>
              <a:ext uri="{FF2B5EF4-FFF2-40B4-BE49-F238E27FC236}">
                <a16:creationId xmlns:a16="http://schemas.microsoft.com/office/drawing/2014/main" id="{2C7F3DB9-098B-4DAC-B785-15574D7836C0}"/>
              </a:ext>
            </a:extLst>
          </p:cNvPr>
          <p:cNvSpPr>
            <a:spLocks noGrp="1"/>
          </p:cNvSpPr>
          <p:nvPr>
            <p:ph type="sldNum" sz="quarter" idx="12"/>
          </p:nvPr>
        </p:nvSpPr>
        <p:spPr/>
        <p:txBody>
          <a:bodyPr/>
          <a:lstStyle/>
          <a:p>
            <a:pPr>
              <a:defRPr/>
            </a:pPr>
            <a:fld id="{76D20AB1-C80E-44EB-B890-88EEF3B3DC08}" type="slidenum">
              <a:rPr lang="zh-CN" altLang="en-US" smtClean="0"/>
              <a:pPr>
                <a:defRPr/>
              </a:pPr>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8" name="组合 1"/>
          <p:cNvGrpSpPr>
            <a:grpSpLocks/>
          </p:cNvGrpSpPr>
          <p:nvPr/>
        </p:nvGrpSpPr>
        <p:grpSpPr bwMode="auto">
          <a:xfrm>
            <a:off x="1476375" y="63500"/>
            <a:ext cx="7823200" cy="5016500"/>
            <a:chOff x="1475656" y="63500"/>
            <a:chExt cx="7824390" cy="5016500"/>
          </a:xfrm>
        </p:grpSpPr>
        <p:sp>
          <p:nvSpPr>
            <p:cNvPr id="45066" name="Text Box 5"/>
            <p:cNvSpPr txBox="1">
              <a:spLocks noChangeArrowheads="1"/>
            </p:cNvSpPr>
            <p:nvPr/>
          </p:nvSpPr>
          <p:spPr bwMode="auto">
            <a:xfrm>
              <a:off x="1475656" y="1041400"/>
              <a:ext cx="1555987"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5067" name="Text Box 6"/>
            <p:cNvSpPr txBox="1">
              <a:spLocks noChangeArrowheads="1"/>
            </p:cNvSpPr>
            <p:nvPr/>
          </p:nvSpPr>
          <p:spPr bwMode="auto">
            <a:xfrm>
              <a:off x="3334902" y="682625"/>
              <a:ext cx="1224148"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5068" name="Line 7"/>
            <p:cNvSpPr>
              <a:spLocks noChangeShapeType="1"/>
            </p:cNvSpPr>
            <p:nvPr/>
          </p:nvSpPr>
          <p:spPr bwMode="auto">
            <a:xfrm flipV="1">
              <a:off x="3056900" y="1273175"/>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6" name="Text Box 8"/>
            <p:cNvSpPr txBox="1">
              <a:spLocks noChangeArrowheads="1"/>
            </p:cNvSpPr>
            <p:nvPr/>
          </p:nvSpPr>
          <p:spPr bwMode="auto">
            <a:xfrm>
              <a:off x="3334902" y="1463675"/>
              <a:ext cx="1479775"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2</a:t>
              </a:r>
              <a:r>
                <a:rPr kumimoji="1" lang="en-US" altLang="zh-CN" sz="2000" b="1" dirty="0">
                  <a:solidFill>
                    <a:srgbClr val="000000"/>
                  </a:solidFill>
                  <a:latin typeface="Times New Roman" panose="02020603050405020304" pitchFamily="18" charset="0"/>
                </a:rPr>
                <a:t>:</a:t>
              </a:r>
            </a:p>
            <a:p>
              <a:pPr>
                <a:lnSpc>
                  <a:spcPts val="2200"/>
                </a:lnSpc>
                <a:defRPr/>
              </a:pPr>
              <a:r>
                <a:rPr kumimoji="1" lang="en-US" altLang="zh-CN" sz="2000" b="1" i="1" dirty="0">
                  <a:solidFill>
                    <a:srgbClr val="000000"/>
                  </a:solidFill>
                  <a:latin typeface="Times New Roman" panose="02020603050405020304" pitchFamily="18" charset="0"/>
                </a:rPr>
                <a:t>S→L</a:t>
              </a:r>
              <a:r>
                <a:rPr lang="en-US" altLang="zh-CN" sz="2000" b="1" i="1" dirty="0">
                  <a:solidFill>
                    <a:srgbClr val="000000"/>
                  </a:solidFill>
                  <a:latin typeface="Times New Roman" panose="02020603050405020304" pitchFamily="18" charset="0"/>
                  <a:cs typeface="Times New Roman" panose="02020603050405020304" pitchFamily="18" charset="0"/>
                </a:rPr>
                <a:t>·</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200"/>
                </a:lnSpc>
                <a:defRPr/>
              </a:pPr>
              <a:r>
                <a:rPr kumimoji="1" lang="en-US" altLang="zh-CN" sz="2000" b="1" i="1" dirty="0">
                  <a:solidFill>
                    <a:srgbClr val="FF0000"/>
                  </a:solidFill>
                  <a:latin typeface="Times New Roman" panose="02020603050405020304" pitchFamily="18" charset="0"/>
                </a:rPr>
                <a:t>R→L</a:t>
              </a:r>
              <a:r>
                <a:rPr lang="en-US" altLang="zh-CN" sz="2000" b="1" i="1" dirty="0">
                  <a:solidFill>
                    <a:srgbClr val="FF0000"/>
                  </a:solidFill>
                  <a:latin typeface="Times New Roman" panose="02020603050405020304" pitchFamily="18" charset="0"/>
                  <a:cs typeface="Times New Roman" panose="02020603050405020304" pitchFamily="18" charset="0"/>
                </a:rPr>
                <a:t>·</a:t>
              </a:r>
              <a:r>
                <a:rPr kumimoji="1" lang="en-US" altLang="zh-CN" sz="2000" b="1" i="1" dirty="0">
                  <a:solidFill>
                    <a:srgbClr val="FF0000"/>
                  </a:solidFill>
                  <a:latin typeface="Times New Roman" panose="02020603050405020304" pitchFamily="18" charset="0"/>
                </a:rPr>
                <a:t> , </a:t>
              </a:r>
              <a:r>
                <a:rPr kumimoji="1" lang="en-US" altLang="zh-CN" sz="2000" b="1" dirty="0">
                  <a:solidFill>
                    <a:srgbClr val="FF0000"/>
                  </a:solidFill>
                  <a:latin typeface="华文楷体" panose="02010600040101010101" pitchFamily="2" charset="-122"/>
                </a:rPr>
                <a:t>$</a:t>
              </a:r>
              <a:endParaRPr kumimoji="1" lang="en-US" altLang="zh-CN" sz="2000" b="1" i="1" dirty="0">
                <a:solidFill>
                  <a:srgbClr val="FF0000"/>
                </a:solidFill>
                <a:latin typeface="Times New Roman" panose="02020603050405020304" pitchFamily="18" charset="0"/>
              </a:endParaRPr>
            </a:p>
          </p:txBody>
        </p:sp>
        <p:sp>
          <p:nvSpPr>
            <p:cNvPr id="45070" name="Line 9"/>
            <p:cNvSpPr>
              <a:spLocks noChangeShapeType="1"/>
            </p:cNvSpPr>
            <p:nvPr/>
          </p:nvSpPr>
          <p:spPr bwMode="auto">
            <a:xfrm flipV="1">
              <a:off x="3047374" y="1860550"/>
              <a:ext cx="29846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71" name="Text Box 10"/>
            <p:cNvSpPr txBox="1">
              <a:spLocks noChangeArrowheads="1"/>
            </p:cNvSpPr>
            <p:nvPr/>
          </p:nvSpPr>
          <p:spPr bwMode="auto">
            <a:xfrm>
              <a:off x="3023561" y="1465263"/>
              <a:ext cx="5032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49" name="Text Box 11"/>
            <p:cNvSpPr txBox="1">
              <a:spLocks noChangeArrowheads="1"/>
            </p:cNvSpPr>
            <p:nvPr/>
          </p:nvSpPr>
          <p:spPr bwMode="auto">
            <a:xfrm>
              <a:off x="3334902" y="2444750"/>
              <a:ext cx="1224148"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5073" name="Line 12"/>
            <p:cNvSpPr>
              <a:spLocks noChangeShapeType="1"/>
            </p:cNvSpPr>
            <p:nvPr/>
          </p:nvSpPr>
          <p:spPr bwMode="auto">
            <a:xfrm flipV="1">
              <a:off x="3023561" y="2700338"/>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74" name="Text Box 13"/>
            <p:cNvSpPr txBox="1">
              <a:spLocks noChangeArrowheads="1"/>
            </p:cNvSpPr>
            <p:nvPr/>
          </p:nvSpPr>
          <p:spPr bwMode="auto">
            <a:xfrm>
              <a:off x="2996571" y="2333625"/>
              <a:ext cx="60963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52" name="Text Box 14"/>
            <p:cNvSpPr txBox="1">
              <a:spLocks noChangeArrowheads="1"/>
            </p:cNvSpPr>
            <p:nvPr/>
          </p:nvSpPr>
          <p:spPr bwMode="auto">
            <a:xfrm>
              <a:off x="3346015" y="3236913"/>
              <a:ext cx="1568689"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 </a:t>
              </a:r>
              <a:r>
                <a:rPr kumimoji="1" lang="en-US" altLang="zh-CN" sz="2000" b="1">
                  <a:solidFill>
                    <a:srgbClr val="000000"/>
                  </a:solidFill>
                  <a:latin typeface="Times New Roman" panose="02020603050405020304" pitchFamily="18" charset="0"/>
                </a:rPr>
                <a:t>id</a:t>
              </a:r>
              <a:r>
                <a:rPr kumimoji="1" lang="zh-CN" altLang="en-US"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153" name="Text Box 15"/>
            <p:cNvSpPr txBox="1">
              <a:spLocks noChangeArrowheads="1"/>
            </p:cNvSpPr>
            <p:nvPr/>
          </p:nvSpPr>
          <p:spPr bwMode="auto">
            <a:xfrm>
              <a:off x="5289411" y="428148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5077" name="Text Box 16"/>
            <p:cNvSpPr txBox="1">
              <a:spLocks noChangeArrowheads="1"/>
            </p:cNvSpPr>
            <p:nvPr/>
          </p:nvSpPr>
          <p:spPr bwMode="auto">
            <a:xfrm>
              <a:off x="3061663" y="293211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5078" name="Text Box 17"/>
            <p:cNvSpPr txBox="1">
              <a:spLocks noChangeArrowheads="1"/>
            </p:cNvSpPr>
            <p:nvPr/>
          </p:nvSpPr>
          <p:spPr bwMode="auto">
            <a:xfrm>
              <a:off x="2704454" y="368776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45079" name="Line 19"/>
            <p:cNvSpPr>
              <a:spLocks noChangeShapeType="1"/>
            </p:cNvSpPr>
            <p:nvPr/>
          </p:nvSpPr>
          <p:spPr bwMode="auto">
            <a:xfrm flipV="1">
              <a:off x="4814367" y="1924050"/>
              <a:ext cx="43023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80" name="Text Box 20"/>
            <p:cNvSpPr txBox="1">
              <a:spLocks noChangeArrowheads="1"/>
            </p:cNvSpPr>
            <p:nvPr/>
          </p:nvSpPr>
          <p:spPr bwMode="auto">
            <a:xfrm>
              <a:off x="4809603" y="1595438"/>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159" name="Text Box 21"/>
            <p:cNvSpPr txBox="1">
              <a:spLocks noChangeArrowheads="1"/>
            </p:cNvSpPr>
            <p:nvPr/>
          </p:nvSpPr>
          <p:spPr bwMode="auto">
            <a:xfrm>
              <a:off x="5289411" y="2733675"/>
              <a:ext cx="1654427"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5082" name="Line 22"/>
            <p:cNvSpPr>
              <a:spLocks noChangeShapeType="1"/>
            </p:cNvSpPr>
            <p:nvPr/>
          </p:nvSpPr>
          <p:spPr bwMode="auto">
            <a:xfrm>
              <a:off x="4933436" y="3308350"/>
              <a:ext cx="39372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83" name="Text Box 23"/>
            <p:cNvSpPr txBox="1">
              <a:spLocks noChangeArrowheads="1"/>
            </p:cNvSpPr>
            <p:nvPr/>
          </p:nvSpPr>
          <p:spPr bwMode="auto">
            <a:xfrm>
              <a:off x="4879457" y="2949575"/>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62" name="Text Box 24"/>
            <p:cNvSpPr txBox="1">
              <a:spLocks noChangeArrowheads="1"/>
            </p:cNvSpPr>
            <p:nvPr/>
          </p:nvSpPr>
          <p:spPr bwMode="auto">
            <a:xfrm>
              <a:off x="5289411" y="352583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8</a:t>
              </a:r>
              <a:r>
                <a:rPr kumimoji="1" lang="en-US" altLang="zh-CN" sz="2000" b="1" dirty="0">
                  <a:solidFill>
                    <a:srgbClr val="000000"/>
                  </a:solidFill>
                  <a:latin typeface="Times New Roman" panose="02020603050405020304" pitchFamily="18" charset="0"/>
                </a:rPr>
                <a:t>:</a:t>
              </a:r>
            </a:p>
            <a:p>
              <a:pPr>
                <a:defRPr/>
              </a:pPr>
              <a:r>
                <a:rPr kumimoji="1" lang="en-US" altLang="zh-CN" sz="2000" b="1" i="1" dirty="0">
                  <a:solidFill>
                    <a:srgbClr val="FF0000"/>
                  </a:solidFill>
                  <a:latin typeface="Times New Roman" panose="02020603050405020304" pitchFamily="18" charset="0"/>
                </a:rPr>
                <a:t>R→L</a:t>
              </a:r>
              <a:r>
                <a:rPr lang="en-US" altLang="zh-CN" sz="2000" b="1" i="1" dirty="0">
                  <a:solidFill>
                    <a:srgbClr val="FF0000"/>
                  </a:solidFill>
                  <a:latin typeface="Times New Roman" panose="02020603050405020304" pitchFamily="18" charset="0"/>
                  <a:cs typeface="Times New Roman" panose="02020603050405020304" pitchFamily="18" charset="0"/>
                </a:rPr>
                <a:t> ·</a:t>
              </a:r>
              <a:r>
                <a:rPr kumimoji="1" lang="zh-CN" altLang="en-US" sz="2000" b="1" i="1" dirty="0">
                  <a:solidFill>
                    <a:srgbClr val="FF0000"/>
                  </a:solidFill>
                  <a:latin typeface="Times New Roman" panose="02020603050405020304" pitchFamily="18" charset="0"/>
                </a:rPr>
                <a:t> </a:t>
              </a:r>
              <a:r>
                <a:rPr kumimoji="1" lang="en-US" altLang="zh-CN" sz="2000" b="1" i="1" dirty="0">
                  <a:solidFill>
                    <a:srgbClr val="FF0000"/>
                  </a:solidFill>
                  <a:latin typeface="Times New Roman" panose="02020603050405020304" pitchFamily="18" charset="0"/>
                </a:rPr>
                <a:t>, =/</a:t>
              </a:r>
              <a:r>
                <a:rPr kumimoji="1" lang="en-US" altLang="zh-CN" sz="2000" b="1" dirty="0">
                  <a:solidFill>
                    <a:srgbClr val="FF0000"/>
                  </a:solidFill>
                  <a:latin typeface="华文楷体" panose="02010600040101010101" pitchFamily="2" charset="-122"/>
                </a:rPr>
                <a:t> $</a:t>
              </a:r>
              <a:endParaRPr kumimoji="1" lang="en-US" altLang="zh-CN" sz="2000" b="1" i="1" dirty="0">
                <a:solidFill>
                  <a:srgbClr val="FF0000"/>
                </a:solidFill>
                <a:latin typeface="Times New Roman" panose="02020603050405020304" pitchFamily="18" charset="0"/>
              </a:endParaRPr>
            </a:p>
          </p:txBody>
        </p:sp>
        <p:sp>
          <p:nvSpPr>
            <p:cNvPr id="45085" name="Line 25"/>
            <p:cNvSpPr>
              <a:spLocks noChangeShapeType="1"/>
            </p:cNvSpPr>
            <p:nvPr/>
          </p:nvSpPr>
          <p:spPr bwMode="auto">
            <a:xfrm>
              <a:off x="4901684" y="3957638"/>
              <a:ext cx="38737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86" name="Text Box 26"/>
            <p:cNvSpPr txBox="1">
              <a:spLocks noChangeArrowheads="1"/>
            </p:cNvSpPr>
            <p:nvPr/>
          </p:nvSpPr>
          <p:spPr bwMode="auto">
            <a:xfrm>
              <a:off x="4895333" y="3597275"/>
              <a:ext cx="38102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65" name="Text Box 27"/>
            <p:cNvSpPr txBox="1">
              <a:spLocks noChangeArrowheads="1"/>
            </p:cNvSpPr>
            <p:nvPr/>
          </p:nvSpPr>
          <p:spPr bwMode="auto">
            <a:xfrm>
              <a:off x="7318545" y="63500"/>
              <a:ext cx="152423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5088" name="Line 28"/>
            <p:cNvSpPr>
              <a:spLocks noChangeShapeType="1"/>
            </p:cNvSpPr>
            <p:nvPr/>
          </p:nvSpPr>
          <p:spPr bwMode="auto">
            <a:xfrm flipV="1">
              <a:off x="6954443" y="373257"/>
              <a:ext cx="327891" cy="38556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89" name="Text Box 29"/>
            <p:cNvSpPr txBox="1">
              <a:spLocks noChangeArrowheads="1"/>
            </p:cNvSpPr>
            <p:nvPr/>
          </p:nvSpPr>
          <p:spPr bwMode="auto">
            <a:xfrm>
              <a:off x="6718374" y="369251"/>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45090" name="Text Box 33"/>
            <p:cNvSpPr txBox="1">
              <a:spLocks noChangeArrowheads="1"/>
            </p:cNvSpPr>
            <p:nvPr/>
          </p:nvSpPr>
          <p:spPr bwMode="auto">
            <a:xfrm>
              <a:off x="3031498" y="896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45091" name="Line 34"/>
            <p:cNvSpPr>
              <a:spLocks noChangeShapeType="1"/>
            </p:cNvSpPr>
            <p:nvPr/>
          </p:nvSpPr>
          <p:spPr bwMode="auto">
            <a:xfrm flipV="1">
              <a:off x="4911209" y="4564063"/>
              <a:ext cx="377847"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92" name="Text Box 35"/>
            <p:cNvSpPr txBox="1">
              <a:spLocks noChangeArrowheads="1"/>
            </p:cNvSpPr>
            <p:nvPr/>
          </p:nvSpPr>
          <p:spPr bwMode="auto">
            <a:xfrm>
              <a:off x="4879457" y="4175125"/>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45093" name="Group 36"/>
            <p:cNvGrpSpPr>
              <a:grpSpLocks/>
            </p:cNvGrpSpPr>
            <p:nvPr/>
          </p:nvGrpSpPr>
          <p:grpSpPr bwMode="auto">
            <a:xfrm>
              <a:off x="3045787" y="3975100"/>
              <a:ext cx="290529" cy="269875"/>
              <a:chOff x="2335" y="3249"/>
              <a:chExt cx="183" cy="226"/>
            </a:xfrm>
          </p:grpSpPr>
          <p:sp>
            <p:nvSpPr>
              <p:cNvPr id="45117"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18"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119"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5094" name="Text Box 40"/>
            <p:cNvSpPr txBox="1">
              <a:spLocks noChangeArrowheads="1"/>
            </p:cNvSpPr>
            <p:nvPr/>
          </p:nvSpPr>
          <p:spPr bwMode="auto">
            <a:xfrm>
              <a:off x="3021973" y="3944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5095" name="Line 41"/>
            <p:cNvSpPr>
              <a:spLocks noChangeShapeType="1"/>
            </p:cNvSpPr>
            <p:nvPr/>
          </p:nvSpPr>
          <p:spPr bwMode="auto">
            <a:xfrm>
              <a:off x="3056900" y="3038475"/>
              <a:ext cx="261954"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96" name="Line 57"/>
            <p:cNvSpPr>
              <a:spLocks noChangeShapeType="1"/>
            </p:cNvSpPr>
            <p:nvPr/>
          </p:nvSpPr>
          <p:spPr bwMode="auto">
            <a:xfrm flipV="1">
              <a:off x="2771800" y="4872037"/>
              <a:ext cx="2517256" cy="25399"/>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097" name="Line 59"/>
            <p:cNvSpPr>
              <a:spLocks noChangeShapeType="1"/>
            </p:cNvSpPr>
            <p:nvPr/>
          </p:nvSpPr>
          <p:spPr bwMode="auto">
            <a:xfrm flipH="1" flipV="1">
              <a:off x="2759099" y="3195638"/>
              <a:ext cx="12701"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098" name="Text Box 32"/>
            <p:cNvSpPr txBox="1">
              <a:spLocks noChangeArrowheads="1"/>
            </p:cNvSpPr>
            <p:nvPr/>
          </p:nvSpPr>
          <p:spPr bwMode="auto">
            <a:xfrm>
              <a:off x="6944918" y="1677862"/>
              <a:ext cx="503327"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77" name="Text Box 42"/>
            <p:cNvSpPr txBox="1">
              <a:spLocks noChangeArrowheads="1"/>
            </p:cNvSpPr>
            <p:nvPr/>
          </p:nvSpPr>
          <p:spPr bwMode="auto">
            <a:xfrm>
              <a:off x="7312194" y="844550"/>
              <a:ext cx="1440082" cy="6556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dirty="0">
                  <a:latin typeface="Times New Roman" panose="02020603050405020304" pitchFamily="18" charset="0"/>
                </a:rPr>
                <a:t>I</a:t>
              </a:r>
              <a:r>
                <a:rPr kumimoji="1" lang="en-US" altLang="zh-CN" sz="2000" b="1" i="1" baseline="-25000" dirty="0">
                  <a:latin typeface="Times New Roman" panose="02020603050405020304" pitchFamily="18" charset="0"/>
                </a:rPr>
                <a:t>10</a:t>
              </a:r>
              <a:r>
                <a:rPr kumimoji="1" lang="en-US" altLang="zh-CN" sz="2000" b="1" dirty="0">
                  <a:latin typeface="Times New Roman" panose="02020603050405020304" pitchFamily="18" charset="0"/>
                </a:rPr>
                <a:t>:</a:t>
              </a:r>
            </a:p>
            <a:p>
              <a:pPr>
                <a:lnSpc>
                  <a:spcPts val="2200"/>
                </a:lnSpc>
                <a:defRPr/>
              </a:pPr>
              <a:r>
                <a:rPr kumimoji="1" lang="en-US" altLang="zh-CN" sz="2000" b="1" i="1" dirty="0">
                  <a:solidFill>
                    <a:srgbClr val="FF0000"/>
                  </a:solidFill>
                  <a:latin typeface="Times New Roman" panose="02020603050405020304" pitchFamily="18" charset="0"/>
                </a:rPr>
                <a:t>R→L</a:t>
              </a:r>
              <a:r>
                <a:rPr lang="en-US" altLang="zh-CN" sz="2000" b="1" i="1" dirty="0">
                  <a:solidFill>
                    <a:srgbClr val="FF0000"/>
                  </a:solidFill>
                  <a:latin typeface="Times New Roman" panose="02020603050405020304" pitchFamily="18" charset="0"/>
                  <a:cs typeface="Times New Roman" panose="02020603050405020304" pitchFamily="18" charset="0"/>
                </a:rPr>
                <a:t> ·</a:t>
              </a:r>
              <a:r>
                <a:rPr kumimoji="1" lang="en-US" altLang="zh-CN" sz="2000" b="1" i="1" dirty="0">
                  <a:solidFill>
                    <a:srgbClr val="FF0000"/>
                  </a:solidFill>
                  <a:latin typeface="Times New Roman" panose="02020603050405020304" pitchFamily="18" charset="0"/>
                </a:rPr>
                <a:t> , </a:t>
              </a:r>
              <a:r>
                <a:rPr kumimoji="1" lang="en-US" altLang="zh-CN" sz="2000" b="1" dirty="0">
                  <a:solidFill>
                    <a:srgbClr val="FF0000"/>
                  </a:solidFill>
                  <a:latin typeface="华文楷体" panose="02010600040101010101" pitchFamily="2" charset="-122"/>
                </a:rPr>
                <a:t>$</a:t>
              </a:r>
              <a:endParaRPr kumimoji="1" lang="en-US" altLang="zh-CN" sz="2000" b="1" i="1" dirty="0">
                <a:solidFill>
                  <a:srgbClr val="FF0000"/>
                </a:solidFill>
                <a:latin typeface="Times New Roman" panose="02020603050405020304" pitchFamily="18" charset="0"/>
              </a:endParaRPr>
            </a:p>
          </p:txBody>
        </p:sp>
        <p:sp>
          <p:nvSpPr>
            <p:cNvPr id="45100" name="Line 43"/>
            <p:cNvSpPr>
              <a:spLocks noChangeShapeType="1"/>
            </p:cNvSpPr>
            <p:nvPr/>
          </p:nvSpPr>
          <p:spPr bwMode="auto">
            <a:xfrm flipV="1">
              <a:off x="6906952" y="1050284"/>
              <a:ext cx="405544" cy="1884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01" name="Text Box 44"/>
            <p:cNvSpPr txBox="1">
              <a:spLocks noChangeArrowheads="1"/>
            </p:cNvSpPr>
            <p:nvPr/>
          </p:nvSpPr>
          <p:spPr bwMode="auto">
            <a:xfrm>
              <a:off x="6924342" y="738592"/>
              <a:ext cx="533495" cy="36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180" name="Text Box 45"/>
            <p:cNvSpPr txBox="1">
              <a:spLocks noChangeArrowheads="1"/>
            </p:cNvSpPr>
            <p:nvPr/>
          </p:nvSpPr>
          <p:spPr bwMode="auto">
            <a:xfrm>
              <a:off x="7328071" y="1779588"/>
              <a:ext cx="1416265"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11</a:t>
              </a:r>
              <a:r>
                <a:rPr kumimoji="1" lang="en-US" altLang="zh-CN" sz="2000" b="1">
                  <a:latin typeface="Times New Roman" panose="02020603050405020304" pitchFamily="18" charset="0"/>
                </a:rPr>
                <a:t>:</a:t>
              </a: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R , </a:t>
              </a:r>
              <a:r>
                <a:rPr kumimoji="1" lang="en-US" altLang="zh-CN" sz="2000" b="1">
                  <a:latin typeface="华文楷体" panose="02010600040101010101" pitchFamily="2" charset="-122"/>
                </a:rPr>
                <a:t>$</a:t>
              </a:r>
              <a:endParaRPr kumimoji="1" lang="zh-CN" altLang="en-US"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L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*R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latin typeface="Times New Roman" panose="02020603050405020304" pitchFamily="18" charset="0"/>
                </a:rPr>
                <a:t>id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5103" name="Text Box 46"/>
            <p:cNvSpPr txBox="1">
              <a:spLocks noChangeArrowheads="1"/>
            </p:cNvSpPr>
            <p:nvPr/>
          </p:nvSpPr>
          <p:spPr bwMode="auto">
            <a:xfrm>
              <a:off x="6891381" y="1187474"/>
              <a:ext cx="36042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45104" name="Line 47"/>
            <p:cNvSpPr>
              <a:spLocks noChangeShapeType="1"/>
            </p:cNvSpPr>
            <p:nvPr/>
          </p:nvSpPr>
          <p:spPr bwMode="auto">
            <a:xfrm>
              <a:off x="6940394" y="1406057"/>
              <a:ext cx="385967" cy="371307"/>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3" name="Text Box 48"/>
            <p:cNvSpPr txBox="1">
              <a:spLocks noChangeArrowheads="1"/>
            </p:cNvSpPr>
            <p:nvPr/>
          </p:nvSpPr>
          <p:spPr bwMode="auto">
            <a:xfrm>
              <a:off x="7348712" y="3592513"/>
              <a:ext cx="1395624"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12</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a:t>
              </a:r>
              <a:r>
                <a:rPr kumimoji="1" lang="en-US" altLang="zh-CN" sz="2000" b="1">
                  <a:latin typeface="Times New Roman" panose="02020603050405020304" pitchFamily="18" charset="0"/>
                </a:rPr>
                <a:t>id</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5106" name="Line 49"/>
            <p:cNvSpPr>
              <a:spLocks noChangeShapeType="1"/>
            </p:cNvSpPr>
            <p:nvPr/>
          </p:nvSpPr>
          <p:spPr bwMode="auto">
            <a:xfrm>
              <a:off x="6924342" y="1689736"/>
              <a:ext cx="401956" cy="1836102"/>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5" name="Text Box 50"/>
            <p:cNvSpPr txBox="1">
              <a:spLocks noChangeArrowheads="1"/>
            </p:cNvSpPr>
            <p:nvPr/>
          </p:nvSpPr>
          <p:spPr bwMode="auto">
            <a:xfrm>
              <a:off x="7348712" y="4371975"/>
              <a:ext cx="14035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latin typeface="Times New Roman" panose="02020603050405020304" pitchFamily="18" charset="0"/>
                </a:rPr>
                <a:t>I</a:t>
              </a:r>
              <a:r>
                <a:rPr kumimoji="1" lang="en-US" altLang="zh-CN" sz="2000" b="1" i="1" baseline="-25000" dirty="0">
                  <a:latin typeface="Times New Roman" panose="02020603050405020304" pitchFamily="18" charset="0"/>
                </a:rPr>
                <a:t>13</a:t>
              </a:r>
              <a:r>
                <a:rPr kumimoji="1" lang="en-US" altLang="zh-CN" sz="2000" b="1" dirty="0">
                  <a:latin typeface="Times New Roman" panose="02020603050405020304" pitchFamily="18" charset="0"/>
                </a:rPr>
                <a:t>:</a:t>
              </a:r>
            </a:p>
            <a:p>
              <a:pPr>
                <a:defRPr/>
              </a:pPr>
              <a:r>
                <a:rPr kumimoji="1" lang="en-US" altLang="zh-CN" sz="2000" b="1" i="1" dirty="0">
                  <a:latin typeface="Times New Roman" panose="02020603050405020304" pitchFamily="18" charset="0"/>
                </a:rPr>
                <a:t>L→*R</a:t>
              </a:r>
              <a:r>
                <a:rPr lang="en-US" altLang="zh-CN" sz="2000" b="1" i="1" dirty="0">
                  <a:solidFill>
                    <a:srgbClr val="000000"/>
                  </a:solidFill>
                  <a:latin typeface="Times New Roman" panose="02020603050405020304" pitchFamily="18" charset="0"/>
                  <a:cs typeface="Times New Roman" panose="02020603050405020304" pitchFamily="18" charset="0"/>
                </a:rPr>
                <a:t> ·</a:t>
              </a:r>
              <a:r>
                <a:rPr kumimoji="1" lang="en-US" altLang="zh-CN" sz="2000" b="1" i="1" dirty="0">
                  <a:latin typeface="Times New Roman" panose="02020603050405020304" pitchFamily="18" charset="0"/>
                </a:rPr>
                <a:t> , </a:t>
              </a:r>
              <a:r>
                <a:rPr kumimoji="1" lang="en-US" altLang="zh-CN" sz="2000" b="1" dirty="0">
                  <a:latin typeface="华文楷体" panose="02010600040101010101" pitchFamily="2" charset="-122"/>
                </a:rPr>
                <a:t>$</a:t>
              </a:r>
              <a:endParaRPr kumimoji="1" lang="en-US" altLang="zh-CN" sz="2000" b="1" i="1" dirty="0">
                <a:latin typeface="Times New Roman" panose="02020603050405020304" pitchFamily="18" charset="0"/>
              </a:endParaRPr>
            </a:p>
          </p:txBody>
        </p:sp>
        <p:sp>
          <p:nvSpPr>
            <p:cNvPr id="45108" name="Freeform 51"/>
            <p:cNvSpPr>
              <a:spLocks noChangeArrowheads="1"/>
            </p:cNvSpPr>
            <p:nvPr/>
          </p:nvSpPr>
          <p:spPr bwMode="auto">
            <a:xfrm>
              <a:off x="8723948" y="3188062"/>
              <a:ext cx="360425" cy="1612802"/>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109" name="Text Box 52"/>
            <p:cNvSpPr txBox="1">
              <a:spLocks noChangeArrowheads="1"/>
            </p:cNvSpPr>
            <p:nvPr/>
          </p:nvSpPr>
          <p:spPr bwMode="auto">
            <a:xfrm>
              <a:off x="8842765" y="2979448"/>
              <a:ext cx="457281"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45110" name="Freeform 53"/>
            <p:cNvSpPr>
              <a:spLocks noChangeArrowheads="1"/>
            </p:cNvSpPr>
            <p:nvPr/>
          </p:nvSpPr>
          <p:spPr bwMode="auto">
            <a:xfrm>
              <a:off x="8746431" y="2015087"/>
              <a:ext cx="360425" cy="353990"/>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5111" name="Text Box 54"/>
            <p:cNvSpPr txBox="1">
              <a:spLocks noChangeArrowheads="1"/>
            </p:cNvSpPr>
            <p:nvPr/>
          </p:nvSpPr>
          <p:spPr bwMode="auto">
            <a:xfrm>
              <a:off x="8714675" y="1996038"/>
              <a:ext cx="53349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45112" name="Text Box 55"/>
            <p:cNvSpPr txBox="1">
              <a:spLocks noChangeArrowheads="1"/>
            </p:cNvSpPr>
            <p:nvPr/>
          </p:nvSpPr>
          <p:spPr bwMode="auto">
            <a:xfrm>
              <a:off x="7858813" y="1420009"/>
              <a:ext cx="381068" cy="368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45113" name="Line 56"/>
            <p:cNvSpPr>
              <a:spLocks noChangeShapeType="1"/>
            </p:cNvSpPr>
            <p:nvPr/>
          </p:nvSpPr>
          <p:spPr bwMode="auto">
            <a:xfrm flipV="1">
              <a:off x="7866454" y="1492013"/>
              <a:ext cx="0" cy="26985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14" name="Line 56"/>
            <p:cNvSpPr>
              <a:spLocks noChangeShapeType="1"/>
            </p:cNvSpPr>
            <p:nvPr/>
          </p:nvSpPr>
          <p:spPr bwMode="auto">
            <a:xfrm flipH="1">
              <a:off x="7976011" y="3292103"/>
              <a:ext cx="9527" cy="31748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115" name="Text Box 17"/>
            <p:cNvSpPr txBox="1">
              <a:spLocks noChangeArrowheads="1"/>
            </p:cNvSpPr>
            <p:nvPr/>
          </p:nvSpPr>
          <p:spPr bwMode="auto">
            <a:xfrm>
              <a:off x="7984558" y="3285174"/>
              <a:ext cx="533495"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56" name="Text Box 18"/>
            <p:cNvSpPr txBox="1">
              <a:spLocks noChangeArrowheads="1"/>
            </p:cNvSpPr>
            <p:nvPr/>
          </p:nvSpPr>
          <p:spPr bwMode="auto">
            <a:xfrm>
              <a:off x="5289411" y="771525"/>
              <a:ext cx="1649664"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6</a:t>
              </a:r>
              <a:r>
                <a:rPr kumimoji="1" lang="en-US" altLang="zh-CN" sz="2000" b="1" dirty="0">
                  <a:solidFill>
                    <a:srgbClr val="000000"/>
                  </a:solidFill>
                  <a:latin typeface="Times New Roman" panose="02020603050405020304" pitchFamily="18" charset="0"/>
                </a:rPr>
                <a:t>:</a:t>
              </a:r>
            </a:p>
            <a:p>
              <a:pPr>
                <a:lnSpc>
                  <a:spcPts val="2400"/>
                </a:lnSpc>
                <a:defRPr/>
              </a:pPr>
              <a:r>
                <a:rPr kumimoji="1" lang="en-US" altLang="zh-CN" sz="2000" b="1" i="1" dirty="0">
                  <a:solidFill>
                    <a:srgbClr val="000000"/>
                  </a:solidFill>
                  <a:latin typeface="Times New Roman" panose="02020603050405020304" pitchFamily="18" charset="0"/>
                </a:rPr>
                <a:t>S→L=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R→</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L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dirty="0">
                  <a:solidFill>
                    <a:srgbClr val="000000"/>
                  </a:solidFill>
                  <a:latin typeface="Times New Roman" panose="02020603050405020304" pitchFamily="18" charset="0"/>
                </a:rPr>
                <a:t>id</a:t>
              </a:r>
              <a:r>
                <a:rPr kumimoji="1" lang="en-US" altLang="zh-CN" sz="2000" b="1" i="1" dirty="0">
                  <a:solidFill>
                    <a:srgbClr val="000000"/>
                  </a:solidFill>
                  <a:latin typeface="Times New Roman" panose="02020603050405020304" pitchFamily="18" charset="0"/>
                </a:rPr>
                <a:t>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p:txBody>
        </p:sp>
      </p:grpSp>
      <p:sp>
        <p:nvSpPr>
          <p:cNvPr id="45059"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a:t>
            </a:r>
            <a:r>
              <a:rPr lang="zh-CN" altLang="en-US" sz="3000">
                <a:solidFill>
                  <a:srgbClr val="000000"/>
                </a:solidFill>
                <a:latin typeface="微软雅黑" panose="020B0503020204020204" pitchFamily="34" charset="-122"/>
                <a:ea typeface="微软雅黑" panose="020B0503020204020204" pitchFamily="34" charset="-122"/>
              </a:rPr>
              <a:t>：</a:t>
            </a:r>
            <a:r>
              <a:rPr lang="en-US" altLang="zh-CN" sz="3000" i="1">
                <a:solidFill>
                  <a:srgbClr val="000000"/>
                </a:solidFill>
                <a:ea typeface="黑体" panose="02010609060101010101" pitchFamily="49" charset="-122"/>
                <a:cs typeface="Times New Roman" panose="02020603050405020304" pitchFamily="18" charset="0"/>
              </a:rPr>
              <a:t>LR</a:t>
            </a:r>
            <a:r>
              <a:rPr lang="en-US" altLang="zh-CN" sz="3000">
                <a:solidFill>
                  <a:srgbClr val="000000"/>
                </a:solidFill>
                <a:ea typeface="黑体" panose="02010609060101010101" pitchFamily="49" charset="-122"/>
                <a:cs typeface="Times New Roman" panose="02020603050405020304" pitchFamily="18" charset="0"/>
              </a:rPr>
              <a:t>(1)</a:t>
            </a:r>
            <a:r>
              <a:rPr lang="zh-CN" altLang="en-US" sz="3000">
                <a:solidFill>
                  <a:srgbClr val="000000"/>
                </a:solidFill>
                <a:latin typeface="微软雅黑" panose="020B0503020204020204" pitchFamily="34" charset="-122"/>
                <a:ea typeface="微软雅黑" panose="020B0503020204020204" pitchFamily="34" charset="-122"/>
              </a:rPr>
              <a:t>自动机</a:t>
            </a:r>
            <a:endParaRPr lang="zh-CN" altLang="en-US" sz="3000">
              <a:solidFill>
                <a:schemeClr val="tx1"/>
              </a:solidFill>
              <a:latin typeface="微软雅黑" panose="020B0503020204020204" pitchFamily="34" charset="-122"/>
              <a:ea typeface="微软雅黑" panose="020B0503020204020204" pitchFamily="34" charset="-122"/>
            </a:endParaRPr>
          </a:p>
        </p:txBody>
      </p:sp>
      <p:sp>
        <p:nvSpPr>
          <p:cNvPr id="59" name="Rectangle 37"/>
          <p:cNvSpPr>
            <a:spLocks noChangeArrowheads="1"/>
          </p:cNvSpPr>
          <p:nvPr/>
        </p:nvSpPr>
        <p:spPr bwMode="auto">
          <a:xfrm>
            <a:off x="107950" y="1012825"/>
            <a:ext cx="1290638"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itchFamily="2" charset="2"/>
              <a:buNone/>
              <a:defRPr/>
            </a:pPr>
            <a:r>
              <a:rPr lang="zh-CN" altLang="zh-CN" b="1" noProof="1">
                <a:solidFill>
                  <a:srgbClr val="000000"/>
                </a:solidFill>
                <a:latin typeface="Times New Roman" pitchFamily="18" charset="0"/>
                <a:ea typeface="Times New Roman" pitchFamily="18" charset="0"/>
                <a:cs typeface="华文楷体" pitchFamily="2" charset="-122"/>
              </a:rPr>
              <a:t>0) </a:t>
            </a:r>
            <a:r>
              <a:rPr lang="en-US" altLang="zh-CN" b="1" i="1" noProof="1">
                <a:solidFill>
                  <a:srgbClr val="000000"/>
                </a:solidFill>
                <a:latin typeface="Times New Roman" pitchFamily="18" charset="0"/>
                <a:ea typeface="Times New Roman" pitchFamily="18" charset="0"/>
                <a:cs typeface="华文楷体" pitchFamily="2" charset="-122"/>
              </a:rPr>
              <a:t>S</a:t>
            </a:r>
            <a:r>
              <a:rPr lang="en-US" altLang="zh-CN" sz="1600" b="1" i="1" noProof="1">
                <a:solidFill>
                  <a:srgbClr val="000000"/>
                </a:solidFill>
                <a:latin typeface="Times New Roman" pitchFamily="18" charset="0"/>
                <a:ea typeface="Times New Roman" pitchFamily="18" charset="0"/>
                <a:cs typeface="华文楷体" pitchFamily="2" charset="-122"/>
              </a:rPr>
              <a:t>′ </a:t>
            </a:r>
            <a:r>
              <a:rPr lang="en-US" altLang="zh-CN" b="1" i="1" noProof="1">
                <a:solidFill>
                  <a:srgbClr val="000000"/>
                </a:solidFill>
                <a:latin typeface="Times New Roman" pitchFamily="18" charset="0"/>
                <a:ea typeface="Times New Roman" pitchFamily="18" charset="0"/>
                <a:cs typeface="华文楷体" pitchFamily="2" charset="-122"/>
              </a:rPr>
              <a:t>→S</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1) </a:t>
            </a:r>
            <a:r>
              <a:rPr lang="en-US" altLang="zh-CN" b="1" i="1" noProof="1">
                <a:solidFill>
                  <a:srgbClr val="000000"/>
                </a:solidFill>
                <a:latin typeface="Times New Roman" pitchFamily="18" charset="0"/>
                <a:ea typeface="Times New Roman" pitchFamily="18" charset="0"/>
                <a:cs typeface="华文楷体" pitchFamily="2" charset="-122"/>
              </a:rPr>
              <a:t>S→L=R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2) </a:t>
            </a:r>
            <a:r>
              <a:rPr lang="en-US" altLang="zh-CN" b="1" i="1" noProof="1">
                <a:solidFill>
                  <a:srgbClr val="000000"/>
                </a:solidFill>
                <a:latin typeface="Times New Roman" pitchFamily="18" charset="0"/>
                <a:ea typeface="Times New Roman" pitchFamily="18" charset="0"/>
                <a:cs typeface="华文楷体" pitchFamily="2" charset="-122"/>
              </a:rPr>
              <a:t>S→R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3) </a:t>
            </a:r>
            <a:r>
              <a:rPr lang="en-US" altLang="zh-CN" b="1" i="1" noProof="1">
                <a:solidFill>
                  <a:srgbClr val="000000"/>
                </a:solidFill>
                <a:latin typeface="Times New Roman" pitchFamily="18" charset="0"/>
                <a:ea typeface="Times New Roman" pitchFamily="18" charset="0"/>
                <a:cs typeface="华文楷体" pitchFamily="2" charset="-122"/>
              </a:rPr>
              <a:t>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4) </a:t>
            </a:r>
            <a:r>
              <a:rPr lang="en-US" altLang="zh-CN" b="1" i="1" noProof="1">
                <a:solidFill>
                  <a:srgbClr val="000000"/>
                </a:solidFill>
                <a:latin typeface="Times New Roman" pitchFamily="18" charset="0"/>
                <a:ea typeface="Times New Roman" pitchFamily="18" charset="0"/>
                <a:cs typeface="华文楷体" pitchFamily="2" charset="-122"/>
              </a:rPr>
              <a:t>L→</a:t>
            </a:r>
            <a:r>
              <a:rPr lang="en-US" altLang="zh-CN" b="1" noProof="1">
                <a:solidFill>
                  <a:srgbClr val="000000"/>
                </a:solidFill>
                <a:latin typeface="Times New Roman" pitchFamily="18" charset="0"/>
                <a:ea typeface="Times New Roman" pitchFamily="18" charset="0"/>
                <a:cs typeface="华文楷体" pitchFamily="2" charset="-122"/>
              </a:rPr>
              <a:t>id</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5) </a:t>
            </a:r>
            <a:r>
              <a:rPr lang="en-US" altLang="zh-CN" b="1" i="1" noProof="1">
                <a:solidFill>
                  <a:srgbClr val="000000"/>
                </a:solidFill>
                <a:latin typeface="Times New Roman" pitchFamily="18" charset="0"/>
                <a:ea typeface="Times New Roman" pitchFamily="18" charset="0"/>
                <a:cs typeface="华文楷体" pitchFamily="2" charset="-122"/>
              </a:rPr>
              <a:t>R→L</a:t>
            </a:r>
          </a:p>
        </p:txBody>
      </p:sp>
      <p:sp>
        <p:nvSpPr>
          <p:cNvPr id="62" name="Rectangle 45"/>
          <p:cNvSpPr>
            <a:spLocks noChangeArrowheads="1"/>
          </p:cNvSpPr>
          <p:nvPr/>
        </p:nvSpPr>
        <p:spPr bwMode="auto">
          <a:xfrm>
            <a:off x="34925" y="4279900"/>
            <a:ext cx="2609850" cy="708025"/>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R</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 { =,</a:t>
            </a:r>
            <a:r>
              <a:rPr lang="en-US" altLang="zh-CN" sz="2000" b="1"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p>
          <a:p>
            <a:pPr eaLnBrk="1" hangingPunct="1">
              <a:defRPr/>
            </a:pP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L</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 { =,</a:t>
            </a:r>
            <a:r>
              <a:rPr lang="en-US" altLang="zh-CN" sz="2000" b="1"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20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75" name="矩形 74"/>
          <p:cNvSpPr/>
          <p:nvPr/>
        </p:nvSpPr>
        <p:spPr>
          <a:xfrm>
            <a:off x="7253288" y="811213"/>
            <a:ext cx="1558925" cy="792162"/>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6" name="矩形 75"/>
          <p:cNvSpPr/>
          <p:nvPr/>
        </p:nvSpPr>
        <p:spPr>
          <a:xfrm>
            <a:off x="7281863" y="4349750"/>
            <a:ext cx="1527175"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8" name="矩形 77"/>
          <p:cNvSpPr/>
          <p:nvPr/>
        </p:nvSpPr>
        <p:spPr>
          <a:xfrm>
            <a:off x="7285038" y="3552825"/>
            <a:ext cx="1527175" cy="738188"/>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3" name="矩形 62"/>
          <p:cNvSpPr/>
          <p:nvPr/>
        </p:nvSpPr>
        <p:spPr>
          <a:xfrm>
            <a:off x="3290888" y="1443038"/>
            <a:ext cx="1582737" cy="996950"/>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灯片编号占位符 1">
            <a:extLst>
              <a:ext uri="{FF2B5EF4-FFF2-40B4-BE49-F238E27FC236}">
                <a16:creationId xmlns:a16="http://schemas.microsoft.com/office/drawing/2014/main" id="{BE4AEC49-8A59-4BEE-BE79-09C1E32213FC}"/>
              </a:ext>
            </a:extLst>
          </p:cNvPr>
          <p:cNvSpPr>
            <a:spLocks noGrp="1"/>
          </p:cNvSpPr>
          <p:nvPr>
            <p:ph type="sldNum" sz="quarter" idx="12"/>
          </p:nvPr>
        </p:nvSpPr>
        <p:spPr/>
        <p:txBody>
          <a:bodyPr/>
          <a:lstStyle/>
          <a:p>
            <a:pPr>
              <a:defRPr/>
            </a:pPr>
            <a:fld id="{76D20AB1-C80E-44EB-B890-88EEF3B3DC08}" type="slidenum">
              <a:rPr lang="zh-CN" altLang="en-US" smtClean="0"/>
              <a:pPr>
                <a:defRPr/>
              </a:pPr>
              <a:t>15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anim calcmode="lin" valueType="num">
                                      <p:cBhvr>
                                        <p:cTn id="7" dur="500" fill="hold"/>
                                        <p:tgtEl>
                                          <p:spTgt spid="63"/>
                                        </p:tgtEl>
                                        <p:attrNameLst>
                                          <p:attrName>ppt_w</p:attrName>
                                        </p:attrNameLst>
                                      </p:cBhvr>
                                      <p:tavLst>
                                        <p:tav tm="0">
                                          <p:val>
                                            <p:fltVal val="0"/>
                                          </p:val>
                                        </p:tav>
                                        <p:tav tm="100000">
                                          <p:val>
                                            <p:strVal val="#ppt_w"/>
                                          </p:val>
                                        </p:tav>
                                      </p:tavLst>
                                    </p:anim>
                                    <p:anim calcmode="lin" valueType="num">
                                      <p:cBhvr>
                                        <p:cTn id="8" dur="500" fill="hold"/>
                                        <p:tgtEl>
                                          <p:spTgt spid="63"/>
                                        </p:tgtEl>
                                        <p:attrNameLst>
                                          <p:attrName>ppt_h</p:attrName>
                                        </p:attrNameLst>
                                      </p:cBhvr>
                                      <p:tavLst>
                                        <p:tav tm="0">
                                          <p:val>
                                            <p:fltVal val="0"/>
                                          </p:val>
                                        </p:tav>
                                        <p:tav tm="100000">
                                          <p:val>
                                            <p:strVal val="#ppt_h"/>
                                          </p:val>
                                        </p:tav>
                                      </p:tavLst>
                                    </p:anim>
                                    <p:animEffect transition="in" filter="fade">
                                      <p:cBhvr>
                                        <p:cTn id="9" dur="500"/>
                                        <p:tgtEl>
                                          <p:spTgt spid="6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32" fill="hold" grpId="1" nodeType="clickEffect">
                                  <p:stCondLst>
                                    <p:cond delay="0"/>
                                  </p:stCondLst>
                                  <p:childTnLst>
                                    <p:anim calcmode="lin" valueType="num">
                                      <p:cBhvr>
                                        <p:cTn id="13" dur="500"/>
                                        <p:tgtEl>
                                          <p:spTgt spid="63"/>
                                        </p:tgtEl>
                                        <p:attrNameLst>
                                          <p:attrName>ppt_w</p:attrName>
                                        </p:attrNameLst>
                                      </p:cBhvr>
                                      <p:tavLst>
                                        <p:tav tm="0">
                                          <p:val>
                                            <p:strVal val="ppt_w"/>
                                          </p:val>
                                        </p:tav>
                                        <p:tav tm="100000">
                                          <p:val>
                                            <p:fltVal val="0"/>
                                          </p:val>
                                        </p:tav>
                                      </p:tavLst>
                                    </p:anim>
                                    <p:anim calcmode="lin" valueType="num">
                                      <p:cBhvr>
                                        <p:cTn id="14" dur="500"/>
                                        <p:tgtEl>
                                          <p:spTgt spid="63"/>
                                        </p:tgtEl>
                                        <p:attrNameLst>
                                          <p:attrName>ppt_h</p:attrName>
                                        </p:attrNameLst>
                                      </p:cBhvr>
                                      <p:tavLst>
                                        <p:tav tm="0">
                                          <p:val>
                                            <p:strVal val="ppt_h"/>
                                          </p:val>
                                        </p:tav>
                                        <p:tav tm="100000">
                                          <p:val>
                                            <p:fltVal val="0"/>
                                          </p:val>
                                        </p:tav>
                                      </p:tavLst>
                                    </p:anim>
                                    <p:animEffect transition="out" filter="fade">
                                      <p:cBhvr>
                                        <p:cTn id="15" dur="500"/>
                                        <p:tgtEl>
                                          <p:spTgt spid="63"/>
                                        </p:tgtEl>
                                      </p:cBhvr>
                                    </p:animEffect>
                                    <p:set>
                                      <p:cBhvr>
                                        <p:cTn id="16" dur="1" fill="hold">
                                          <p:stCondLst>
                                            <p:cond delay="499"/>
                                          </p:stCondLst>
                                        </p:cTn>
                                        <p:tgtEl>
                                          <p:spTgt spid="63"/>
                                        </p:tgtEl>
                                        <p:attrNameLst>
                                          <p:attrName>style.visibility</p:attrName>
                                        </p:attrNameLst>
                                      </p:cBhvr>
                                      <p:to>
                                        <p:strVal val="hidden"/>
                                      </p:to>
                                    </p:set>
                                  </p:childTnLst>
                                </p:cTn>
                              </p:par>
                              <p:par>
                                <p:cTn id="17" presetID="53" presetClass="exit" presetSubtype="32" fill="hold" grpId="0" nodeType="withEffect">
                                  <p:stCondLst>
                                    <p:cond delay="0"/>
                                  </p:stCondLst>
                                  <p:childTnLst>
                                    <p:anim calcmode="lin" valueType="num">
                                      <p:cBhvr>
                                        <p:cTn id="18" dur="500"/>
                                        <p:tgtEl>
                                          <p:spTgt spid="62"/>
                                        </p:tgtEl>
                                        <p:attrNameLst>
                                          <p:attrName>ppt_w</p:attrName>
                                        </p:attrNameLst>
                                      </p:cBhvr>
                                      <p:tavLst>
                                        <p:tav tm="0">
                                          <p:val>
                                            <p:strVal val="ppt_w"/>
                                          </p:val>
                                        </p:tav>
                                        <p:tav tm="100000">
                                          <p:val>
                                            <p:fltVal val="0"/>
                                          </p:val>
                                        </p:tav>
                                      </p:tavLst>
                                    </p:anim>
                                    <p:anim calcmode="lin" valueType="num">
                                      <p:cBhvr>
                                        <p:cTn id="19" dur="500"/>
                                        <p:tgtEl>
                                          <p:spTgt spid="62"/>
                                        </p:tgtEl>
                                        <p:attrNameLst>
                                          <p:attrName>ppt_h</p:attrName>
                                        </p:attrNameLst>
                                      </p:cBhvr>
                                      <p:tavLst>
                                        <p:tav tm="0">
                                          <p:val>
                                            <p:strVal val="ppt_h"/>
                                          </p:val>
                                        </p:tav>
                                        <p:tav tm="100000">
                                          <p:val>
                                            <p:fltVal val="0"/>
                                          </p:val>
                                        </p:tav>
                                      </p:tavLst>
                                    </p:anim>
                                    <p:animEffect transition="out" filter="fade">
                                      <p:cBhvr>
                                        <p:cTn id="20" dur="500"/>
                                        <p:tgtEl>
                                          <p:spTgt spid="62"/>
                                        </p:tgtEl>
                                      </p:cBhvr>
                                    </p:animEffect>
                                    <p:set>
                                      <p:cBhvr>
                                        <p:cTn id="21" dur="1" fill="hold">
                                          <p:stCondLst>
                                            <p:cond delay="499"/>
                                          </p:stCondLst>
                                        </p:cTn>
                                        <p:tgtEl>
                                          <p:spTgt spid="6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animBg="1"/>
      <p:bldP spid="63"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a:t>
            </a:r>
            <a:r>
              <a:rPr lang="zh-CN" altLang="en-US" sz="3000">
                <a:solidFill>
                  <a:srgbClr val="000000"/>
                </a:solidFill>
                <a:latin typeface="微软雅黑" panose="020B0503020204020204" pitchFamily="34" charset="-122"/>
                <a:ea typeface="微软雅黑" panose="020B0503020204020204" pitchFamily="34" charset="-122"/>
              </a:rPr>
              <a:t>：</a:t>
            </a:r>
            <a:r>
              <a:rPr lang="en-US" altLang="zh-CN" sz="3000" i="1">
                <a:solidFill>
                  <a:srgbClr val="000000"/>
                </a:solidFill>
                <a:ea typeface="黑体" panose="02010609060101010101" pitchFamily="49" charset="-122"/>
                <a:cs typeface="Times New Roman" panose="02020603050405020304" pitchFamily="18" charset="0"/>
              </a:rPr>
              <a:t>LR</a:t>
            </a:r>
            <a:r>
              <a:rPr lang="en-US" altLang="zh-CN" sz="3000">
                <a:solidFill>
                  <a:srgbClr val="000000"/>
                </a:solidFill>
                <a:ea typeface="黑体" panose="02010609060101010101" pitchFamily="49" charset="-122"/>
                <a:cs typeface="Times New Roman" panose="02020603050405020304" pitchFamily="18" charset="0"/>
              </a:rPr>
              <a:t>(1)</a:t>
            </a:r>
            <a:r>
              <a:rPr lang="zh-CN" altLang="en-US" sz="3000">
                <a:solidFill>
                  <a:srgbClr val="000000"/>
                </a:solidFill>
                <a:latin typeface="微软雅黑" panose="020B0503020204020204" pitchFamily="34" charset="-122"/>
                <a:ea typeface="微软雅黑" panose="020B0503020204020204" pitchFamily="34" charset="-122"/>
              </a:rPr>
              <a:t>自动机</a:t>
            </a:r>
            <a:endParaRPr lang="zh-CN" altLang="en-US" sz="3000">
              <a:solidFill>
                <a:schemeClr val="tx1"/>
              </a:solidFill>
              <a:latin typeface="微软雅黑" panose="020B0503020204020204" pitchFamily="34" charset="-122"/>
              <a:ea typeface="微软雅黑" panose="020B0503020204020204" pitchFamily="34" charset="-122"/>
            </a:endParaRPr>
          </a:p>
        </p:txBody>
      </p:sp>
      <p:sp>
        <p:nvSpPr>
          <p:cNvPr id="59" name="Rectangle 37"/>
          <p:cNvSpPr>
            <a:spLocks noChangeArrowheads="1"/>
          </p:cNvSpPr>
          <p:nvPr/>
        </p:nvSpPr>
        <p:spPr bwMode="auto">
          <a:xfrm>
            <a:off x="107950" y="1012825"/>
            <a:ext cx="1290638"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itchFamily="2" charset="2"/>
              <a:buNone/>
              <a:defRPr/>
            </a:pPr>
            <a:r>
              <a:rPr lang="zh-CN" altLang="zh-CN" b="1" noProof="1">
                <a:solidFill>
                  <a:srgbClr val="000000"/>
                </a:solidFill>
                <a:latin typeface="Times New Roman" pitchFamily="18" charset="0"/>
                <a:ea typeface="Times New Roman" pitchFamily="18" charset="0"/>
                <a:cs typeface="华文楷体" pitchFamily="2" charset="-122"/>
              </a:rPr>
              <a:t>0) </a:t>
            </a:r>
            <a:r>
              <a:rPr lang="en-US" altLang="zh-CN" b="1" i="1" noProof="1">
                <a:solidFill>
                  <a:srgbClr val="000000"/>
                </a:solidFill>
                <a:latin typeface="Times New Roman" pitchFamily="18" charset="0"/>
                <a:ea typeface="Times New Roman" pitchFamily="18" charset="0"/>
                <a:cs typeface="华文楷体" pitchFamily="2" charset="-122"/>
              </a:rPr>
              <a:t>S</a:t>
            </a:r>
            <a:r>
              <a:rPr lang="en-US" altLang="zh-CN" sz="1600" b="1" i="1" noProof="1">
                <a:solidFill>
                  <a:srgbClr val="000000"/>
                </a:solidFill>
                <a:latin typeface="Times New Roman" pitchFamily="18" charset="0"/>
                <a:ea typeface="Times New Roman" pitchFamily="18" charset="0"/>
                <a:cs typeface="华文楷体" pitchFamily="2" charset="-122"/>
              </a:rPr>
              <a:t>′ </a:t>
            </a:r>
            <a:r>
              <a:rPr lang="en-US" altLang="zh-CN" b="1" i="1" noProof="1">
                <a:solidFill>
                  <a:srgbClr val="000000"/>
                </a:solidFill>
                <a:latin typeface="Times New Roman" pitchFamily="18" charset="0"/>
                <a:ea typeface="Times New Roman" pitchFamily="18" charset="0"/>
                <a:cs typeface="华文楷体" pitchFamily="2" charset="-122"/>
              </a:rPr>
              <a:t>→S</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1) </a:t>
            </a:r>
            <a:r>
              <a:rPr lang="en-US" altLang="zh-CN" b="1" i="1" noProof="1">
                <a:solidFill>
                  <a:srgbClr val="000000"/>
                </a:solidFill>
                <a:latin typeface="Times New Roman" pitchFamily="18" charset="0"/>
                <a:ea typeface="Times New Roman" pitchFamily="18" charset="0"/>
                <a:cs typeface="华文楷体" pitchFamily="2" charset="-122"/>
              </a:rPr>
              <a:t>S→L=R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2) </a:t>
            </a:r>
            <a:r>
              <a:rPr lang="en-US" altLang="zh-CN" b="1" i="1" noProof="1">
                <a:solidFill>
                  <a:srgbClr val="000000"/>
                </a:solidFill>
                <a:latin typeface="Times New Roman" pitchFamily="18" charset="0"/>
                <a:ea typeface="Times New Roman" pitchFamily="18" charset="0"/>
                <a:cs typeface="华文楷体" pitchFamily="2" charset="-122"/>
              </a:rPr>
              <a:t>S→R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3) </a:t>
            </a:r>
            <a:r>
              <a:rPr lang="en-US" altLang="zh-CN" b="1" i="1" noProof="1">
                <a:solidFill>
                  <a:srgbClr val="000000"/>
                </a:solidFill>
                <a:latin typeface="Times New Roman" pitchFamily="18" charset="0"/>
                <a:ea typeface="Times New Roman" pitchFamily="18" charset="0"/>
                <a:cs typeface="华文楷体" pitchFamily="2" charset="-122"/>
              </a:rPr>
              <a:t>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4) </a:t>
            </a:r>
            <a:r>
              <a:rPr lang="en-US" altLang="zh-CN" b="1" i="1" noProof="1">
                <a:solidFill>
                  <a:srgbClr val="000000"/>
                </a:solidFill>
                <a:latin typeface="Times New Roman" pitchFamily="18" charset="0"/>
                <a:ea typeface="Times New Roman" pitchFamily="18" charset="0"/>
                <a:cs typeface="华文楷体" pitchFamily="2" charset="-122"/>
              </a:rPr>
              <a:t>L→</a:t>
            </a:r>
            <a:r>
              <a:rPr lang="en-US" altLang="zh-CN" b="1" noProof="1">
                <a:solidFill>
                  <a:srgbClr val="000000"/>
                </a:solidFill>
                <a:latin typeface="Times New Roman" pitchFamily="18" charset="0"/>
                <a:ea typeface="Times New Roman" pitchFamily="18" charset="0"/>
                <a:cs typeface="华文楷体" pitchFamily="2" charset="-122"/>
              </a:rPr>
              <a:t>id</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5) </a:t>
            </a:r>
            <a:r>
              <a:rPr lang="en-US" altLang="zh-CN" b="1" i="1" noProof="1">
                <a:solidFill>
                  <a:srgbClr val="000000"/>
                </a:solidFill>
                <a:latin typeface="Times New Roman" pitchFamily="18" charset="0"/>
                <a:ea typeface="Times New Roman" pitchFamily="18" charset="0"/>
                <a:cs typeface="华文楷体" pitchFamily="2" charset="-122"/>
              </a:rPr>
              <a:t>R→L</a:t>
            </a:r>
          </a:p>
        </p:txBody>
      </p:sp>
      <p:sp>
        <p:nvSpPr>
          <p:cNvPr id="65" name="矩形 64"/>
          <p:cNvSpPr/>
          <p:nvPr/>
        </p:nvSpPr>
        <p:spPr>
          <a:xfrm>
            <a:off x="7283450" y="1708150"/>
            <a:ext cx="1525588" cy="1624013"/>
          </a:xfrm>
          <a:prstGeom prst="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6" name="矩形 65"/>
          <p:cNvSpPr/>
          <p:nvPr/>
        </p:nvSpPr>
        <p:spPr>
          <a:xfrm>
            <a:off x="5237163" y="3457575"/>
            <a:ext cx="1711325" cy="814388"/>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2" name="图片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8" y="3357563"/>
            <a:ext cx="268763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 name="矩形 63"/>
          <p:cNvSpPr/>
          <p:nvPr/>
        </p:nvSpPr>
        <p:spPr>
          <a:xfrm>
            <a:off x="-31750" y="3090863"/>
            <a:ext cx="746125"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altLang="zh-CN" sz="2000" b="1" i="1" dirty="0">
                <a:solidFill>
                  <a:srgbClr val="FF0000"/>
                </a:solidFill>
                <a:latin typeface="Times New Roman" panose="02020603050405020304" pitchFamily="18" charset="0"/>
                <a:cs typeface="Times New Roman" panose="02020603050405020304" pitchFamily="18" charset="0"/>
              </a:rPr>
              <a:t>SLR</a:t>
            </a:r>
            <a:endParaRPr lang="zh-CN" altLang="en-US" sz="2000" b="1" dirty="0">
              <a:solidFill>
                <a:srgbClr val="FF0000"/>
              </a:solidFill>
              <a:latin typeface="Times New Roman" panose="02020603050405020304" pitchFamily="18" charset="0"/>
              <a:cs typeface="Times New Roman" panose="02020603050405020304" pitchFamily="18" charset="0"/>
            </a:endParaRPr>
          </a:p>
        </p:txBody>
      </p:sp>
      <p:grpSp>
        <p:nvGrpSpPr>
          <p:cNvPr id="47112" name="组合 67"/>
          <p:cNvGrpSpPr>
            <a:grpSpLocks/>
          </p:cNvGrpSpPr>
          <p:nvPr/>
        </p:nvGrpSpPr>
        <p:grpSpPr bwMode="auto">
          <a:xfrm>
            <a:off x="1476375" y="63500"/>
            <a:ext cx="7823200" cy="5016500"/>
            <a:chOff x="1475656" y="63500"/>
            <a:chExt cx="7824390" cy="5016500"/>
          </a:xfrm>
        </p:grpSpPr>
        <p:sp>
          <p:nvSpPr>
            <p:cNvPr id="47116" name="Text Box 5"/>
            <p:cNvSpPr txBox="1">
              <a:spLocks noChangeArrowheads="1"/>
            </p:cNvSpPr>
            <p:nvPr/>
          </p:nvSpPr>
          <p:spPr bwMode="auto">
            <a:xfrm>
              <a:off x="1475656" y="1041400"/>
              <a:ext cx="1555987"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7117" name="Text Box 6"/>
            <p:cNvSpPr txBox="1">
              <a:spLocks noChangeArrowheads="1"/>
            </p:cNvSpPr>
            <p:nvPr/>
          </p:nvSpPr>
          <p:spPr bwMode="auto">
            <a:xfrm>
              <a:off x="3334902" y="682625"/>
              <a:ext cx="1224148"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7118" name="Line 7"/>
            <p:cNvSpPr>
              <a:spLocks noChangeShapeType="1"/>
            </p:cNvSpPr>
            <p:nvPr/>
          </p:nvSpPr>
          <p:spPr bwMode="auto">
            <a:xfrm flipV="1">
              <a:off x="3056900" y="1273175"/>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Text Box 8"/>
            <p:cNvSpPr txBox="1">
              <a:spLocks noChangeArrowheads="1"/>
            </p:cNvSpPr>
            <p:nvPr/>
          </p:nvSpPr>
          <p:spPr bwMode="auto">
            <a:xfrm>
              <a:off x="3334902" y="1463675"/>
              <a:ext cx="1479775"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2</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7120" name="Line 9"/>
            <p:cNvSpPr>
              <a:spLocks noChangeShapeType="1"/>
            </p:cNvSpPr>
            <p:nvPr/>
          </p:nvSpPr>
          <p:spPr bwMode="auto">
            <a:xfrm flipV="1">
              <a:off x="3047374" y="1860550"/>
              <a:ext cx="29846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1" name="Text Box 10"/>
            <p:cNvSpPr txBox="1">
              <a:spLocks noChangeArrowheads="1"/>
            </p:cNvSpPr>
            <p:nvPr/>
          </p:nvSpPr>
          <p:spPr bwMode="auto">
            <a:xfrm>
              <a:off x="3023561" y="1465263"/>
              <a:ext cx="5032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77" name="Text Box 11"/>
            <p:cNvSpPr txBox="1">
              <a:spLocks noChangeArrowheads="1"/>
            </p:cNvSpPr>
            <p:nvPr/>
          </p:nvSpPr>
          <p:spPr bwMode="auto">
            <a:xfrm>
              <a:off x="3334902" y="2444750"/>
              <a:ext cx="1224148"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7123" name="Line 12"/>
            <p:cNvSpPr>
              <a:spLocks noChangeShapeType="1"/>
            </p:cNvSpPr>
            <p:nvPr/>
          </p:nvSpPr>
          <p:spPr bwMode="auto">
            <a:xfrm flipV="1">
              <a:off x="3023561" y="2700338"/>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24" name="Text Box 13"/>
            <p:cNvSpPr txBox="1">
              <a:spLocks noChangeArrowheads="1"/>
            </p:cNvSpPr>
            <p:nvPr/>
          </p:nvSpPr>
          <p:spPr bwMode="auto">
            <a:xfrm>
              <a:off x="2996571" y="2333625"/>
              <a:ext cx="60963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81" name="Text Box 14"/>
            <p:cNvSpPr txBox="1">
              <a:spLocks noChangeArrowheads="1"/>
            </p:cNvSpPr>
            <p:nvPr/>
          </p:nvSpPr>
          <p:spPr bwMode="auto">
            <a:xfrm>
              <a:off x="3346015" y="3236913"/>
              <a:ext cx="1568689"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 </a:t>
              </a:r>
              <a:r>
                <a:rPr kumimoji="1" lang="en-US" altLang="zh-CN" sz="2000" b="1">
                  <a:solidFill>
                    <a:srgbClr val="000000"/>
                  </a:solidFill>
                  <a:latin typeface="Times New Roman" panose="02020603050405020304" pitchFamily="18" charset="0"/>
                </a:rPr>
                <a:t>id</a:t>
              </a:r>
              <a:r>
                <a:rPr kumimoji="1" lang="zh-CN" altLang="en-US"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82" name="Text Box 15"/>
            <p:cNvSpPr txBox="1">
              <a:spLocks noChangeArrowheads="1"/>
            </p:cNvSpPr>
            <p:nvPr/>
          </p:nvSpPr>
          <p:spPr bwMode="auto">
            <a:xfrm>
              <a:off x="5289411" y="428148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7127" name="Text Box 16"/>
            <p:cNvSpPr txBox="1">
              <a:spLocks noChangeArrowheads="1"/>
            </p:cNvSpPr>
            <p:nvPr/>
          </p:nvSpPr>
          <p:spPr bwMode="auto">
            <a:xfrm>
              <a:off x="3061663" y="293211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7128" name="Text Box 17"/>
            <p:cNvSpPr txBox="1">
              <a:spLocks noChangeArrowheads="1"/>
            </p:cNvSpPr>
            <p:nvPr/>
          </p:nvSpPr>
          <p:spPr bwMode="auto">
            <a:xfrm>
              <a:off x="2704454" y="368776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47129" name="Line 19"/>
            <p:cNvSpPr>
              <a:spLocks noChangeShapeType="1"/>
            </p:cNvSpPr>
            <p:nvPr/>
          </p:nvSpPr>
          <p:spPr bwMode="auto">
            <a:xfrm flipV="1">
              <a:off x="4814367" y="1924050"/>
              <a:ext cx="43023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0" name="Text Box 20"/>
            <p:cNvSpPr txBox="1">
              <a:spLocks noChangeArrowheads="1"/>
            </p:cNvSpPr>
            <p:nvPr/>
          </p:nvSpPr>
          <p:spPr bwMode="auto">
            <a:xfrm>
              <a:off x="4809603" y="1595438"/>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87" name="Text Box 21"/>
            <p:cNvSpPr txBox="1">
              <a:spLocks noChangeArrowheads="1"/>
            </p:cNvSpPr>
            <p:nvPr/>
          </p:nvSpPr>
          <p:spPr bwMode="auto">
            <a:xfrm>
              <a:off x="5289411" y="2733675"/>
              <a:ext cx="1654427"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7132" name="Line 22"/>
            <p:cNvSpPr>
              <a:spLocks noChangeShapeType="1"/>
            </p:cNvSpPr>
            <p:nvPr/>
          </p:nvSpPr>
          <p:spPr bwMode="auto">
            <a:xfrm>
              <a:off x="4933436" y="3308350"/>
              <a:ext cx="39372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3" name="Text Box 23"/>
            <p:cNvSpPr txBox="1">
              <a:spLocks noChangeArrowheads="1"/>
            </p:cNvSpPr>
            <p:nvPr/>
          </p:nvSpPr>
          <p:spPr bwMode="auto">
            <a:xfrm>
              <a:off x="4879457" y="2949575"/>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90" name="Text Box 24"/>
            <p:cNvSpPr txBox="1">
              <a:spLocks noChangeArrowheads="1"/>
            </p:cNvSpPr>
            <p:nvPr/>
          </p:nvSpPr>
          <p:spPr bwMode="auto">
            <a:xfrm>
              <a:off x="5289411" y="352583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7135" name="Line 25"/>
            <p:cNvSpPr>
              <a:spLocks noChangeShapeType="1"/>
            </p:cNvSpPr>
            <p:nvPr/>
          </p:nvSpPr>
          <p:spPr bwMode="auto">
            <a:xfrm>
              <a:off x="4901684" y="3957638"/>
              <a:ext cx="38737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6" name="Text Box 26"/>
            <p:cNvSpPr txBox="1">
              <a:spLocks noChangeArrowheads="1"/>
            </p:cNvSpPr>
            <p:nvPr/>
          </p:nvSpPr>
          <p:spPr bwMode="auto">
            <a:xfrm>
              <a:off x="4895333" y="3597275"/>
              <a:ext cx="38102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93" name="Text Box 27"/>
            <p:cNvSpPr txBox="1">
              <a:spLocks noChangeArrowheads="1"/>
            </p:cNvSpPr>
            <p:nvPr/>
          </p:nvSpPr>
          <p:spPr bwMode="auto">
            <a:xfrm>
              <a:off x="7318545" y="63500"/>
              <a:ext cx="152423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7138" name="Line 28"/>
            <p:cNvSpPr>
              <a:spLocks noChangeShapeType="1"/>
            </p:cNvSpPr>
            <p:nvPr/>
          </p:nvSpPr>
          <p:spPr bwMode="auto">
            <a:xfrm flipV="1">
              <a:off x="6954443" y="373257"/>
              <a:ext cx="327891" cy="38556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39" name="Text Box 29"/>
            <p:cNvSpPr txBox="1">
              <a:spLocks noChangeArrowheads="1"/>
            </p:cNvSpPr>
            <p:nvPr/>
          </p:nvSpPr>
          <p:spPr bwMode="auto">
            <a:xfrm>
              <a:off x="6718374" y="369251"/>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47140" name="Text Box 33"/>
            <p:cNvSpPr txBox="1">
              <a:spLocks noChangeArrowheads="1"/>
            </p:cNvSpPr>
            <p:nvPr/>
          </p:nvSpPr>
          <p:spPr bwMode="auto">
            <a:xfrm>
              <a:off x="3031498" y="896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47141" name="Line 34"/>
            <p:cNvSpPr>
              <a:spLocks noChangeShapeType="1"/>
            </p:cNvSpPr>
            <p:nvPr/>
          </p:nvSpPr>
          <p:spPr bwMode="auto">
            <a:xfrm flipV="1">
              <a:off x="4911209" y="4564063"/>
              <a:ext cx="377847"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2" name="Text Box 35"/>
            <p:cNvSpPr txBox="1">
              <a:spLocks noChangeArrowheads="1"/>
            </p:cNvSpPr>
            <p:nvPr/>
          </p:nvSpPr>
          <p:spPr bwMode="auto">
            <a:xfrm>
              <a:off x="4879457" y="4175125"/>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47143" name="Group 36"/>
            <p:cNvGrpSpPr>
              <a:grpSpLocks/>
            </p:cNvGrpSpPr>
            <p:nvPr/>
          </p:nvGrpSpPr>
          <p:grpSpPr bwMode="auto">
            <a:xfrm>
              <a:off x="3045787" y="3975100"/>
              <a:ext cx="290529" cy="269875"/>
              <a:chOff x="2335" y="3249"/>
              <a:chExt cx="183" cy="226"/>
            </a:xfrm>
          </p:grpSpPr>
          <p:sp>
            <p:nvSpPr>
              <p:cNvPr id="47167"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68"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69"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7144" name="Text Box 40"/>
            <p:cNvSpPr txBox="1">
              <a:spLocks noChangeArrowheads="1"/>
            </p:cNvSpPr>
            <p:nvPr/>
          </p:nvSpPr>
          <p:spPr bwMode="auto">
            <a:xfrm>
              <a:off x="3021973" y="3944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7145" name="Line 41"/>
            <p:cNvSpPr>
              <a:spLocks noChangeShapeType="1"/>
            </p:cNvSpPr>
            <p:nvPr/>
          </p:nvSpPr>
          <p:spPr bwMode="auto">
            <a:xfrm>
              <a:off x="3056900" y="3038475"/>
              <a:ext cx="261954"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6" name="Line 57"/>
            <p:cNvSpPr>
              <a:spLocks noChangeShapeType="1"/>
            </p:cNvSpPr>
            <p:nvPr/>
          </p:nvSpPr>
          <p:spPr bwMode="auto">
            <a:xfrm flipV="1">
              <a:off x="2759099" y="4872037"/>
              <a:ext cx="2529957" cy="254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47" name="Line 59"/>
            <p:cNvSpPr>
              <a:spLocks noChangeShapeType="1"/>
            </p:cNvSpPr>
            <p:nvPr/>
          </p:nvSpPr>
          <p:spPr bwMode="auto">
            <a:xfrm flipH="1" flipV="1">
              <a:off x="2759099" y="3195638"/>
              <a:ext cx="12701"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48" name="Text Box 32"/>
            <p:cNvSpPr txBox="1">
              <a:spLocks noChangeArrowheads="1"/>
            </p:cNvSpPr>
            <p:nvPr/>
          </p:nvSpPr>
          <p:spPr bwMode="auto">
            <a:xfrm>
              <a:off x="6944918" y="1677862"/>
              <a:ext cx="503327"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05" name="Text Box 42"/>
            <p:cNvSpPr txBox="1">
              <a:spLocks noChangeArrowheads="1"/>
            </p:cNvSpPr>
            <p:nvPr/>
          </p:nvSpPr>
          <p:spPr bwMode="auto">
            <a:xfrm>
              <a:off x="7312194" y="844550"/>
              <a:ext cx="1440082" cy="6556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10</a:t>
              </a:r>
              <a:r>
                <a:rPr kumimoji="1" lang="en-US" altLang="zh-CN" sz="2000" b="1">
                  <a:latin typeface="Times New Roman" panose="02020603050405020304" pitchFamily="18" charset="0"/>
                </a:rPr>
                <a:t>:</a:t>
              </a:r>
            </a:p>
            <a:p>
              <a:pPr>
                <a:lnSpc>
                  <a:spcPts val="2200"/>
                </a:lnSpc>
                <a:defRPr/>
              </a:pPr>
              <a:r>
                <a:rPr kumimoji="1" lang="en-US" altLang="zh-CN" sz="2000" b="1" i="1">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7150" name="Line 43"/>
            <p:cNvSpPr>
              <a:spLocks noChangeShapeType="1"/>
            </p:cNvSpPr>
            <p:nvPr/>
          </p:nvSpPr>
          <p:spPr bwMode="auto">
            <a:xfrm flipV="1">
              <a:off x="6906952" y="1050284"/>
              <a:ext cx="405544" cy="1884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51" name="Text Box 44"/>
            <p:cNvSpPr txBox="1">
              <a:spLocks noChangeArrowheads="1"/>
            </p:cNvSpPr>
            <p:nvPr/>
          </p:nvSpPr>
          <p:spPr bwMode="auto">
            <a:xfrm>
              <a:off x="6924342" y="738592"/>
              <a:ext cx="533495" cy="36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108" name="Text Box 45"/>
            <p:cNvSpPr txBox="1">
              <a:spLocks noChangeArrowheads="1"/>
            </p:cNvSpPr>
            <p:nvPr/>
          </p:nvSpPr>
          <p:spPr bwMode="auto">
            <a:xfrm>
              <a:off x="7328071" y="1779588"/>
              <a:ext cx="1416265"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11</a:t>
              </a:r>
              <a:r>
                <a:rPr kumimoji="1" lang="en-US" altLang="zh-CN" sz="2000" b="1">
                  <a:latin typeface="Times New Roman" panose="02020603050405020304" pitchFamily="18" charset="0"/>
                </a:rPr>
                <a:t>:</a:t>
              </a: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R , </a:t>
              </a:r>
              <a:r>
                <a:rPr kumimoji="1" lang="en-US" altLang="zh-CN" sz="2000" b="1">
                  <a:latin typeface="华文楷体" panose="02010600040101010101" pitchFamily="2" charset="-122"/>
                </a:rPr>
                <a:t>$</a:t>
              </a:r>
              <a:endParaRPr kumimoji="1" lang="zh-CN" altLang="en-US"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L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*R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latin typeface="Times New Roman" panose="02020603050405020304" pitchFamily="18" charset="0"/>
                </a:rPr>
                <a:t>id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7153" name="Text Box 46"/>
            <p:cNvSpPr txBox="1">
              <a:spLocks noChangeArrowheads="1"/>
            </p:cNvSpPr>
            <p:nvPr/>
          </p:nvSpPr>
          <p:spPr bwMode="auto">
            <a:xfrm>
              <a:off x="6891381" y="1187474"/>
              <a:ext cx="36042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47154" name="Line 47"/>
            <p:cNvSpPr>
              <a:spLocks noChangeShapeType="1"/>
            </p:cNvSpPr>
            <p:nvPr/>
          </p:nvSpPr>
          <p:spPr bwMode="auto">
            <a:xfrm>
              <a:off x="6940394" y="1406057"/>
              <a:ext cx="385967" cy="371307"/>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 name="Text Box 48"/>
            <p:cNvSpPr txBox="1">
              <a:spLocks noChangeArrowheads="1"/>
            </p:cNvSpPr>
            <p:nvPr/>
          </p:nvSpPr>
          <p:spPr bwMode="auto">
            <a:xfrm>
              <a:off x="7348712" y="3592513"/>
              <a:ext cx="1395624"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12</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a:t>
              </a:r>
              <a:r>
                <a:rPr kumimoji="1" lang="en-US" altLang="zh-CN" sz="2000" b="1">
                  <a:latin typeface="Times New Roman" panose="02020603050405020304" pitchFamily="18" charset="0"/>
                </a:rPr>
                <a:t>id</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7156" name="Line 49"/>
            <p:cNvSpPr>
              <a:spLocks noChangeShapeType="1"/>
            </p:cNvSpPr>
            <p:nvPr/>
          </p:nvSpPr>
          <p:spPr bwMode="auto">
            <a:xfrm>
              <a:off x="6924342" y="1689736"/>
              <a:ext cx="401956" cy="1836102"/>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 name="Text Box 50"/>
            <p:cNvSpPr txBox="1">
              <a:spLocks noChangeArrowheads="1"/>
            </p:cNvSpPr>
            <p:nvPr/>
          </p:nvSpPr>
          <p:spPr bwMode="auto">
            <a:xfrm>
              <a:off x="7348712" y="4371975"/>
              <a:ext cx="14035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13</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7158" name="Freeform 51"/>
            <p:cNvSpPr>
              <a:spLocks noChangeArrowheads="1"/>
            </p:cNvSpPr>
            <p:nvPr/>
          </p:nvSpPr>
          <p:spPr bwMode="auto">
            <a:xfrm>
              <a:off x="8723948" y="3188062"/>
              <a:ext cx="360425" cy="1612802"/>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59" name="Text Box 52"/>
            <p:cNvSpPr txBox="1">
              <a:spLocks noChangeArrowheads="1"/>
            </p:cNvSpPr>
            <p:nvPr/>
          </p:nvSpPr>
          <p:spPr bwMode="auto">
            <a:xfrm>
              <a:off x="8842765" y="2979448"/>
              <a:ext cx="457281"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47160" name="Freeform 53"/>
            <p:cNvSpPr>
              <a:spLocks noChangeArrowheads="1"/>
            </p:cNvSpPr>
            <p:nvPr/>
          </p:nvSpPr>
          <p:spPr bwMode="auto">
            <a:xfrm>
              <a:off x="8746431" y="2015087"/>
              <a:ext cx="360425" cy="353990"/>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161" name="Text Box 54"/>
            <p:cNvSpPr txBox="1">
              <a:spLocks noChangeArrowheads="1"/>
            </p:cNvSpPr>
            <p:nvPr/>
          </p:nvSpPr>
          <p:spPr bwMode="auto">
            <a:xfrm>
              <a:off x="8714675" y="1996038"/>
              <a:ext cx="53349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47162" name="Text Box 55"/>
            <p:cNvSpPr txBox="1">
              <a:spLocks noChangeArrowheads="1"/>
            </p:cNvSpPr>
            <p:nvPr/>
          </p:nvSpPr>
          <p:spPr bwMode="auto">
            <a:xfrm>
              <a:off x="7858813" y="1420009"/>
              <a:ext cx="381068" cy="368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47163" name="Line 56"/>
            <p:cNvSpPr>
              <a:spLocks noChangeShapeType="1"/>
            </p:cNvSpPr>
            <p:nvPr/>
          </p:nvSpPr>
          <p:spPr bwMode="auto">
            <a:xfrm flipV="1">
              <a:off x="7866454" y="1492013"/>
              <a:ext cx="0" cy="26985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64" name="Line 56"/>
            <p:cNvSpPr>
              <a:spLocks noChangeShapeType="1"/>
            </p:cNvSpPr>
            <p:nvPr/>
          </p:nvSpPr>
          <p:spPr bwMode="auto">
            <a:xfrm flipH="1">
              <a:off x="7976011" y="3292103"/>
              <a:ext cx="9527" cy="31748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165" name="Text Box 17"/>
            <p:cNvSpPr txBox="1">
              <a:spLocks noChangeArrowheads="1"/>
            </p:cNvSpPr>
            <p:nvPr/>
          </p:nvSpPr>
          <p:spPr bwMode="auto">
            <a:xfrm>
              <a:off x="7984558" y="3285174"/>
              <a:ext cx="533495"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22" name="Text Box 18"/>
            <p:cNvSpPr txBox="1">
              <a:spLocks noChangeArrowheads="1"/>
            </p:cNvSpPr>
            <p:nvPr/>
          </p:nvSpPr>
          <p:spPr bwMode="auto">
            <a:xfrm>
              <a:off x="5289411" y="771525"/>
              <a:ext cx="1649664"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6</a:t>
              </a:r>
              <a:r>
                <a:rPr kumimoji="1" lang="en-US" altLang="zh-CN" sz="2000" b="1" dirty="0">
                  <a:solidFill>
                    <a:srgbClr val="000000"/>
                  </a:solidFill>
                  <a:latin typeface="Times New Roman" panose="02020603050405020304" pitchFamily="18" charset="0"/>
                </a:rPr>
                <a:t>:</a:t>
              </a:r>
            </a:p>
            <a:p>
              <a:pPr>
                <a:lnSpc>
                  <a:spcPts val="2400"/>
                </a:lnSpc>
                <a:defRPr/>
              </a:pPr>
              <a:r>
                <a:rPr kumimoji="1" lang="en-US" altLang="zh-CN" sz="2000" b="1" i="1" dirty="0">
                  <a:solidFill>
                    <a:srgbClr val="000000"/>
                  </a:solidFill>
                  <a:latin typeface="Times New Roman" panose="02020603050405020304" pitchFamily="18" charset="0"/>
                </a:rPr>
                <a:t>S→L=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R→</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L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dirty="0">
                  <a:solidFill>
                    <a:srgbClr val="000000"/>
                  </a:solidFill>
                  <a:latin typeface="Times New Roman" panose="02020603050405020304" pitchFamily="18" charset="0"/>
                </a:rPr>
                <a:t>id</a:t>
              </a:r>
              <a:r>
                <a:rPr kumimoji="1" lang="en-US" altLang="zh-CN" sz="2000" b="1" i="1" dirty="0">
                  <a:solidFill>
                    <a:srgbClr val="000000"/>
                  </a:solidFill>
                  <a:latin typeface="Times New Roman" panose="02020603050405020304" pitchFamily="18" charset="0"/>
                </a:rPr>
                <a:t>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p:txBody>
        </p:sp>
      </p:grpSp>
      <p:sp>
        <p:nvSpPr>
          <p:cNvPr id="126" name="矩形 125"/>
          <p:cNvSpPr/>
          <p:nvPr/>
        </p:nvSpPr>
        <p:spPr>
          <a:xfrm>
            <a:off x="7253288" y="811213"/>
            <a:ext cx="1558925" cy="792162"/>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7" name="矩形 126"/>
          <p:cNvSpPr/>
          <p:nvPr/>
        </p:nvSpPr>
        <p:spPr>
          <a:xfrm>
            <a:off x="7281863" y="4349750"/>
            <a:ext cx="1527175" cy="752475"/>
          </a:xfrm>
          <a:prstGeom prst="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8" name="矩形 127"/>
          <p:cNvSpPr/>
          <p:nvPr/>
        </p:nvSpPr>
        <p:spPr>
          <a:xfrm>
            <a:off x="7285038" y="3552825"/>
            <a:ext cx="1527175" cy="738188"/>
          </a:xfrm>
          <a:prstGeom prst="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灯片编号占位符 2">
            <a:extLst>
              <a:ext uri="{FF2B5EF4-FFF2-40B4-BE49-F238E27FC236}">
                <a16:creationId xmlns:a16="http://schemas.microsoft.com/office/drawing/2014/main" id="{A980E14D-D7AA-41BF-9A47-6524563FFF93}"/>
              </a:ext>
            </a:extLst>
          </p:cNvPr>
          <p:cNvSpPr>
            <a:spLocks noGrp="1"/>
          </p:cNvSpPr>
          <p:nvPr>
            <p:ph type="sldNum" sz="quarter" idx="12"/>
          </p:nvPr>
        </p:nvSpPr>
        <p:spPr/>
        <p:txBody>
          <a:bodyPr/>
          <a:lstStyle/>
          <a:p>
            <a:pPr>
              <a:defRPr/>
            </a:pPr>
            <a:fld id="{76D20AB1-C80E-44EB-B890-88EEF3B3DC08}" type="slidenum">
              <a:rPr lang="zh-CN" altLang="en-US" smtClean="0"/>
              <a:pPr>
                <a:defRPr/>
              </a:pPr>
              <a:t>16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4"/>
                                        </p:tgtEl>
                                        <p:attrNameLst>
                                          <p:attrName>style.visibility</p:attrName>
                                        </p:attrNameLst>
                                      </p:cBhvr>
                                      <p:to>
                                        <p:strVal val="visible"/>
                                      </p:to>
                                    </p:set>
                                    <p:anim calcmode="lin" valueType="num">
                                      <p:cBhvr>
                                        <p:cTn id="7" dur="500" fill="hold"/>
                                        <p:tgtEl>
                                          <p:spTgt spid="64"/>
                                        </p:tgtEl>
                                        <p:attrNameLst>
                                          <p:attrName>ppt_w</p:attrName>
                                        </p:attrNameLst>
                                      </p:cBhvr>
                                      <p:tavLst>
                                        <p:tav tm="0">
                                          <p:val>
                                            <p:fltVal val="0"/>
                                          </p:val>
                                        </p:tav>
                                        <p:tav tm="100000">
                                          <p:val>
                                            <p:strVal val="#ppt_w"/>
                                          </p:val>
                                        </p:tav>
                                      </p:tavLst>
                                    </p:anim>
                                    <p:anim calcmode="lin" valueType="num">
                                      <p:cBhvr>
                                        <p:cTn id="8" dur="500" fill="hold"/>
                                        <p:tgtEl>
                                          <p:spTgt spid="64"/>
                                        </p:tgtEl>
                                        <p:attrNameLst>
                                          <p:attrName>ppt_h</p:attrName>
                                        </p:attrNameLst>
                                      </p:cBhvr>
                                      <p:tavLst>
                                        <p:tav tm="0">
                                          <p:val>
                                            <p:fltVal val="0"/>
                                          </p:val>
                                        </p:tav>
                                        <p:tav tm="100000">
                                          <p:val>
                                            <p:strVal val="#ppt_h"/>
                                          </p:val>
                                        </p:tav>
                                      </p:tavLst>
                                    </p:anim>
                                    <p:animEffect transition="in" filter="fade">
                                      <p:cBhvr>
                                        <p:cTn id="9" dur="500"/>
                                        <p:tgtEl>
                                          <p:spTgt spid="6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5"/>
                                        </p:tgtEl>
                                        <p:attrNameLst>
                                          <p:attrName>style.visibility</p:attrName>
                                        </p:attrNameLst>
                                      </p:cBhvr>
                                      <p:to>
                                        <p:strVal val="visible"/>
                                      </p:to>
                                    </p:set>
                                    <p:anim calcmode="lin" valueType="num">
                                      <p:cBhvr>
                                        <p:cTn id="12" dur="500" fill="hold"/>
                                        <p:tgtEl>
                                          <p:spTgt spid="65"/>
                                        </p:tgtEl>
                                        <p:attrNameLst>
                                          <p:attrName>ppt_w</p:attrName>
                                        </p:attrNameLst>
                                      </p:cBhvr>
                                      <p:tavLst>
                                        <p:tav tm="0">
                                          <p:val>
                                            <p:fltVal val="0"/>
                                          </p:val>
                                        </p:tav>
                                        <p:tav tm="100000">
                                          <p:val>
                                            <p:strVal val="#ppt_w"/>
                                          </p:val>
                                        </p:tav>
                                      </p:tavLst>
                                    </p:anim>
                                    <p:anim calcmode="lin" valueType="num">
                                      <p:cBhvr>
                                        <p:cTn id="13" dur="500" fill="hold"/>
                                        <p:tgtEl>
                                          <p:spTgt spid="65"/>
                                        </p:tgtEl>
                                        <p:attrNameLst>
                                          <p:attrName>ppt_h</p:attrName>
                                        </p:attrNameLst>
                                      </p:cBhvr>
                                      <p:tavLst>
                                        <p:tav tm="0">
                                          <p:val>
                                            <p:fltVal val="0"/>
                                          </p:val>
                                        </p:tav>
                                        <p:tav tm="100000">
                                          <p:val>
                                            <p:strVal val="#ppt_h"/>
                                          </p:val>
                                        </p:tav>
                                      </p:tavLst>
                                    </p:anim>
                                    <p:animEffect transition="in" filter="fade">
                                      <p:cBhvr>
                                        <p:cTn id="14" dur="500"/>
                                        <p:tgtEl>
                                          <p:spTgt spid="65"/>
                                        </p:tgtEl>
                                      </p:cBhvr>
                                    </p:animEffect>
                                  </p:childTnLst>
                                </p:cTn>
                              </p:par>
                              <p:par>
                                <p:cTn id="15" presetID="53" presetClass="entr" presetSubtype="16"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xit" presetSubtype="32" fill="hold" grpId="1" nodeType="clickEffect">
                                  <p:stCondLst>
                                    <p:cond delay="0"/>
                                  </p:stCondLst>
                                  <p:childTnLst>
                                    <p:anim calcmode="lin" valueType="num">
                                      <p:cBhvr>
                                        <p:cTn id="23" dur="500"/>
                                        <p:tgtEl>
                                          <p:spTgt spid="65"/>
                                        </p:tgtEl>
                                        <p:attrNameLst>
                                          <p:attrName>ppt_w</p:attrName>
                                        </p:attrNameLst>
                                      </p:cBhvr>
                                      <p:tavLst>
                                        <p:tav tm="0">
                                          <p:val>
                                            <p:strVal val="ppt_w"/>
                                          </p:val>
                                        </p:tav>
                                        <p:tav tm="100000">
                                          <p:val>
                                            <p:fltVal val="0"/>
                                          </p:val>
                                        </p:tav>
                                      </p:tavLst>
                                    </p:anim>
                                    <p:anim calcmode="lin" valueType="num">
                                      <p:cBhvr>
                                        <p:cTn id="24" dur="500"/>
                                        <p:tgtEl>
                                          <p:spTgt spid="65"/>
                                        </p:tgtEl>
                                        <p:attrNameLst>
                                          <p:attrName>ppt_h</p:attrName>
                                        </p:attrNameLst>
                                      </p:cBhvr>
                                      <p:tavLst>
                                        <p:tav tm="0">
                                          <p:val>
                                            <p:strVal val="ppt_h"/>
                                          </p:val>
                                        </p:tav>
                                        <p:tav tm="100000">
                                          <p:val>
                                            <p:fltVal val="0"/>
                                          </p:val>
                                        </p:tav>
                                      </p:tavLst>
                                    </p:anim>
                                    <p:animEffect transition="out" filter="fade">
                                      <p:cBhvr>
                                        <p:cTn id="25" dur="500"/>
                                        <p:tgtEl>
                                          <p:spTgt spid="65"/>
                                        </p:tgtEl>
                                      </p:cBhvr>
                                    </p:animEffect>
                                    <p:set>
                                      <p:cBhvr>
                                        <p:cTn id="26" dur="1" fill="hold">
                                          <p:stCondLst>
                                            <p:cond delay="499"/>
                                          </p:stCondLst>
                                        </p:cTn>
                                        <p:tgtEl>
                                          <p:spTgt spid="65"/>
                                        </p:tgtEl>
                                        <p:attrNameLst>
                                          <p:attrName>style.visibility</p:attrName>
                                        </p:attrNameLst>
                                      </p:cBhvr>
                                      <p:to>
                                        <p:strVal val="hidden"/>
                                      </p:to>
                                    </p:set>
                                  </p:childTnLst>
                                </p:cTn>
                              </p:par>
                              <p:par>
                                <p:cTn id="27" presetID="53" presetClass="exit" presetSubtype="32" fill="hold" grpId="1" nodeType="withEffect">
                                  <p:stCondLst>
                                    <p:cond delay="0"/>
                                  </p:stCondLst>
                                  <p:childTnLst>
                                    <p:anim calcmode="lin" valueType="num">
                                      <p:cBhvr>
                                        <p:cTn id="28" dur="500"/>
                                        <p:tgtEl>
                                          <p:spTgt spid="64"/>
                                        </p:tgtEl>
                                        <p:attrNameLst>
                                          <p:attrName>ppt_w</p:attrName>
                                        </p:attrNameLst>
                                      </p:cBhvr>
                                      <p:tavLst>
                                        <p:tav tm="0">
                                          <p:val>
                                            <p:strVal val="ppt_w"/>
                                          </p:val>
                                        </p:tav>
                                        <p:tav tm="100000">
                                          <p:val>
                                            <p:fltVal val="0"/>
                                          </p:val>
                                        </p:tav>
                                      </p:tavLst>
                                    </p:anim>
                                    <p:anim calcmode="lin" valueType="num">
                                      <p:cBhvr>
                                        <p:cTn id="29" dur="500"/>
                                        <p:tgtEl>
                                          <p:spTgt spid="64"/>
                                        </p:tgtEl>
                                        <p:attrNameLst>
                                          <p:attrName>ppt_h</p:attrName>
                                        </p:attrNameLst>
                                      </p:cBhvr>
                                      <p:tavLst>
                                        <p:tav tm="0">
                                          <p:val>
                                            <p:strVal val="ppt_h"/>
                                          </p:val>
                                        </p:tav>
                                        <p:tav tm="100000">
                                          <p:val>
                                            <p:fltVal val="0"/>
                                          </p:val>
                                        </p:tav>
                                      </p:tavLst>
                                    </p:anim>
                                    <p:animEffect transition="out" filter="fade">
                                      <p:cBhvr>
                                        <p:cTn id="30" dur="500"/>
                                        <p:tgtEl>
                                          <p:spTgt spid="64"/>
                                        </p:tgtEl>
                                      </p:cBhvr>
                                    </p:animEffect>
                                    <p:set>
                                      <p:cBhvr>
                                        <p:cTn id="31" dur="1" fill="hold">
                                          <p:stCondLst>
                                            <p:cond delay="499"/>
                                          </p:stCondLst>
                                        </p:cTn>
                                        <p:tgtEl>
                                          <p:spTgt spid="64"/>
                                        </p:tgtEl>
                                        <p:attrNameLst>
                                          <p:attrName>style.visibility</p:attrName>
                                        </p:attrNameLst>
                                      </p:cBhvr>
                                      <p:to>
                                        <p:strVal val="hidden"/>
                                      </p:to>
                                    </p:set>
                                  </p:childTnLst>
                                </p:cTn>
                              </p:par>
                              <p:par>
                                <p:cTn id="32" presetID="53" presetClass="exit" presetSubtype="32" fill="hold" grpId="0" nodeType="withEffect">
                                  <p:stCondLst>
                                    <p:cond delay="0"/>
                                  </p:stCondLst>
                                  <p:childTnLst>
                                    <p:anim calcmode="lin" valueType="num">
                                      <p:cBhvr>
                                        <p:cTn id="33" dur="500"/>
                                        <p:tgtEl>
                                          <p:spTgt spid="128"/>
                                        </p:tgtEl>
                                        <p:attrNameLst>
                                          <p:attrName>ppt_w</p:attrName>
                                        </p:attrNameLst>
                                      </p:cBhvr>
                                      <p:tavLst>
                                        <p:tav tm="0">
                                          <p:val>
                                            <p:strVal val="ppt_w"/>
                                          </p:val>
                                        </p:tav>
                                        <p:tav tm="100000">
                                          <p:val>
                                            <p:fltVal val="0"/>
                                          </p:val>
                                        </p:tav>
                                      </p:tavLst>
                                    </p:anim>
                                    <p:anim calcmode="lin" valueType="num">
                                      <p:cBhvr>
                                        <p:cTn id="34" dur="500"/>
                                        <p:tgtEl>
                                          <p:spTgt spid="128"/>
                                        </p:tgtEl>
                                        <p:attrNameLst>
                                          <p:attrName>ppt_h</p:attrName>
                                        </p:attrNameLst>
                                      </p:cBhvr>
                                      <p:tavLst>
                                        <p:tav tm="0">
                                          <p:val>
                                            <p:strVal val="ppt_h"/>
                                          </p:val>
                                        </p:tav>
                                        <p:tav tm="100000">
                                          <p:val>
                                            <p:fltVal val="0"/>
                                          </p:val>
                                        </p:tav>
                                      </p:tavLst>
                                    </p:anim>
                                    <p:animEffect transition="out" filter="fade">
                                      <p:cBhvr>
                                        <p:cTn id="35" dur="500"/>
                                        <p:tgtEl>
                                          <p:spTgt spid="128"/>
                                        </p:tgtEl>
                                      </p:cBhvr>
                                    </p:animEffect>
                                    <p:set>
                                      <p:cBhvr>
                                        <p:cTn id="36" dur="1" fill="hold">
                                          <p:stCondLst>
                                            <p:cond delay="499"/>
                                          </p:stCondLst>
                                        </p:cTn>
                                        <p:tgtEl>
                                          <p:spTgt spid="128"/>
                                        </p:tgtEl>
                                        <p:attrNameLst>
                                          <p:attrName>style.visibility</p:attrName>
                                        </p:attrNameLst>
                                      </p:cBhvr>
                                      <p:to>
                                        <p:strVal val="hidden"/>
                                      </p:to>
                                    </p:set>
                                  </p:childTnLst>
                                </p:cTn>
                              </p:par>
                              <p:par>
                                <p:cTn id="37" presetID="53" presetClass="exit" presetSubtype="32" fill="hold" grpId="0" nodeType="withEffect">
                                  <p:stCondLst>
                                    <p:cond delay="0"/>
                                  </p:stCondLst>
                                  <p:childTnLst>
                                    <p:anim calcmode="lin" valueType="num">
                                      <p:cBhvr>
                                        <p:cTn id="38" dur="500"/>
                                        <p:tgtEl>
                                          <p:spTgt spid="127"/>
                                        </p:tgtEl>
                                        <p:attrNameLst>
                                          <p:attrName>ppt_w</p:attrName>
                                        </p:attrNameLst>
                                      </p:cBhvr>
                                      <p:tavLst>
                                        <p:tav tm="0">
                                          <p:val>
                                            <p:strVal val="ppt_w"/>
                                          </p:val>
                                        </p:tav>
                                        <p:tav tm="100000">
                                          <p:val>
                                            <p:fltVal val="0"/>
                                          </p:val>
                                        </p:tav>
                                      </p:tavLst>
                                    </p:anim>
                                    <p:anim calcmode="lin" valueType="num">
                                      <p:cBhvr>
                                        <p:cTn id="39" dur="500"/>
                                        <p:tgtEl>
                                          <p:spTgt spid="127"/>
                                        </p:tgtEl>
                                        <p:attrNameLst>
                                          <p:attrName>ppt_h</p:attrName>
                                        </p:attrNameLst>
                                      </p:cBhvr>
                                      <p:tavLst>
                                        <p:tav tm="0">
                                          <p:val>
                                            <p:strVal val="ppt_h"/>
                                          </p:val>
                                        </p:tav>
                                        <p:tav tm="100000">
                                          <p:val>
                                            <p:fltVal val="0"/>
                                          </p:val>
                                        </p:tav>
                                      </p:tavLst>
                                    </p:anim>
                                    <p:animEffect transition="out" filter="fade">
                                      <p:cBhvr>
                                        <p:cTn id="40" dur="500"/>
                                        <p:tgtEl>
                                          <p:spTgt spid="127"/>
                                        </p:tgtEl>
                                      </p:cBhvr>
                                    </p:animEffect>
                                    <p:set>
                                      <p:cBhvr>
                                        <p:cTn id="41" dur="1" fill="hold">
                                          <p:stCondLst>
                                            <p:cond delay="499"/>
                                          </p:stCondLst>
                                        </p:cTn>
                                        <p:tgtEl>
                                          <p:spTgt spid="127"/>
                                        </p:tgtEl>
                                        <p:attrNameLst>
                                          <p:attrName>style.visibility</p:attrName>
                                        </p:attrNameLst>
                                      </p:cBhvr>
                                      <p:to>
                                        <p:strVal val="hidden"/>
                                      </p:to>
                                    </p:set>
                                  </p:childTnLst>
                                </p:cTn>
                              </p:par>
                              <p:par>
                                <p:cTn id="42" presetID="53" presetClass="entr" presetSubtype="16" fill="hold" grpId="0" nodeType="withEffect">
                                  <p:stCondLst>
                                    <p:cond delay="0"/>
                                  </p:stCondLst>
                                  <p:childTnLst>
                                    <p:set>
                                      <p:cBhvr>
                                        <p:cTn id="43" dur="1" fill="hold">
                                          <p:stCondLst>
                                            <p:cond delay="0"/>
                                          </p:stCondLst>
                                        </p:cTn>
                                        <p:tgtEl>
                                          <p:spTgt spid="66"/>
                                        </p:tgtEl>
                                        <p:attrNameLst>
                                          <p:attrName>style.visibility</p:attrName>
                                        </p:attrNameLst>
                                      </p:cBhvr>
                                      <p:to>
                                        <p:strVal val="visible"/>
                                      </p:to>
                                    </p:set>
                                    <p:anim calcmode="lin" valueType="num">
                                      <p:cBhvr>
                                        <p:cTn id="44" dur="500" fill="hold"/>
                                        <p:tgtEl>
                                          <p:spTgt spid="66"/>
                                        </p:tgtEl>
                                        <p:attrNameLst>
                                          <p:attrName>ppt_w</p:attrName>
                                        </p:attrNameLst>
                                      </p:cBhvr>
                                      <p:tavLst>
                                        <p:tav tm="0">
                                          <p:val>
                                            <p:fltVal val="0"/>
                                          </p:val>
                                        </p:tav>
                                        <p:tav tm="100000">
                                          <p:val>
                                            <p:strVal val="#ppt_w"/>
                                          </p:val>
                                        </p:tav>
                                      </p:tavLst>
                                    </p:anim>
                                    <p:anim calcmode="lin" valueType="num">
                                      <p:cBhvr>
                                        <p:cTn id="45" dur="500" fill="hold"/>
                                        <p:tgtEl>
                                          <p:spTgt spid="66"/>
                                        </p:tgtEl>
                                        <p:attrNameLst>
                                          <p:attrName>ppt_h</p:attrName>
                                        </p:attrNameLst>
                                      </p:cBhvr>
                                      <p:tavLst>
                                        <p:tav tm="0">
                                          <p:val>
                                            <p:fltVal val="0"/>
                                          </p:val>
                                        </p:tav>
                                        <p:tav tm="100000">
                                          <p:val>
                                            <p:strVal val="#ppt_h"/>
                                          </p:val>
                                        </p:tav>
                                      </p:tavLst>
                                    </p:anim>
                                    <p:animEffect transition="in" filter="fade">
                                      <p:cBhvr>
                                        <p:cTn id="46" dur="500"/>
                                        <p:tgtEl>
                                          <p:spTgt spid="66"/>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3" presetClass="exit" presetSubtype="32" fill="hold" grpId="2" nodeType="clickEffect">
                                  <p:stCondLst>
                                    <p:cond delay="0"/>
                                  </p:stCondLst>
                                  <p:childTnLst>
                                    <p:anim calcmode="lin" valueType="num">
                                      <p:cBhvr>
                                        <p:cTn id="50" dur="500"/>
                                        <p:tgtEl>
                                          <p:spTgt spid="64"/>
                                        </p:tgtEl>
                                        <p:attrNameLst>
                                          <p:attrName>ppt_w</p:attrName>
                                        </p:attrNameLst>
                                      </p:cBhvr>
                                      <p:tavLst>
                                        <p:tav tm="0">
                                          <p:val>
                                            <p:strVal val="ppt_w"/>
                                          </p:val>
                                        </p:tav>
                                        <p:tav tm="100000">
                                          <p:val>
                                            <p:fltVal val="0"/>
                                          </p:val>
                                        </p:tav>
                                      </p:tavLst>
                                    </p:anim>
                                    <p:anim calcmode="lin" valueType="num">
                                      <p:cBhvr>
                                        <p:cTn id="51" dur="500"/>
                                        <p:tgtEl>
                                          <p:spTgt spid="64"/>
                                        </p:tgtEl>
                                        <p:attrNameLst>
                                          <p:attrName>ppt_h</p:attrName>
                                        </p:attrNameLst>
                                      </p:cBhvr>
                                      <p:tavLst>
                                        <p:tav tm="0">
                                          <p:val>
                                            <p:strVal val="ppt_h"/>
                                          </p:val>
                                        </p:tav>
                                        <p:tav tm="100000">
                                          <p:val>
                                            <p:fltVal val="0"/>
                                          </p:val>
                                        </p:tav>
                                      </p:tavLst>
                                    </p:anim>
                                    <p:animEffect transition="out" filter="fade">
                                      <p:cBhvr>
                                        <p:cTn id="52" dur="500"/>
                                        <p:tgtEl>
                                          <p:spTgt spid="64"/>
                                        </p:tgtEl>
                                      </p:cBhvr>
                                    </p:animEffect>
                                    <p:set>
                                      <p:cBhvr>
                                        <p:cTn id="53" dur="1" fill="hold">
                                          <p:stCondLst>
                                            <p:cond delay="499"/>
                                          </p:stCondLst>
                                        </p:cTn>
                                        <p:tgtEl>
                                          <p:spTgt spid="64"/>
                                        </p:tgtEl>
                                        <p:attrNameLst>
                                          <p:attrName>style.visibility</p:attrName>
                                        </p:attrNameLst>
                                      </p:cBhvr>
                                      <p:to>
                                        <p:strVal val="hidden"/>
                                      </p:to>
                                    </p:set>
                                  </p:childTnLst>
                                </p:cTn>
                              </p:par>
                              <p:par>
                                <p:cTn id="54" presetID="53" presetClass="exit" presetSubtype="32" fill="hold" nodeType="withEffect">
                                  <p:stCondLst>
                                    <p:cond delay="0"/>
                                  </p:stCondLst>
                                  <p:childTnLst>
                                    <p:anim calcmode="lin" valueType="num">
                                      <p:cBhvr>
                                        <p:cTn id="55" dur="500"/>
                                        <p:tgtEl>
                                          <p:spTgt spid="2"/>
                                        </p:tgtEl>
                                        <p:attrNameLst>
                                          <p:attrName>ppt_w</p:attrName>
                                        </p:attrNameLst>
                                      </p:cBhvr>
                                      <p:tavLst>
                                        <p:tav tm="0">
                                          <p:val>
                                            <p:strVal val="ppt_w"/>
                                          </p:val>
                                        </p:tav>
                                        <p:tav tm="100000">
                                          <p:val>
                                            <p:fltVal val="0"/>
                                          </p:val>
                                        </p:tav>
                                      </p:tavLst>
                                    </p:anim>
                                    <p:anim calcmode="lin" valueType="num">
                                      <p:cBhvr>
                                        <p:cTn id="56" dur="500"/>
                                        <p:tgtEl>
                                          <p:spTgt spid="2"/>
                                        </p:tgtEl>
                                        <p:attrNameLst>
                                          <p:attrName>ppt_h</p:attrName>
                                        </p:attrNameLst>
                                      </p:cBhvr>
                                      <p:tavLst>
                                        <p:tav tm="0">
                                          <p:val>
                                            <p:strVal val="ppt_h"/>
                                          </p:val>
                                        </p:tav>
                                        <p:tav tm="100000">
                                          <p:val>
                                            <p:fltVal val="0"/>
                                          </p:val>
                                        </p:tav>
                                      </p:tavLst>
                                    </p:anim>
                                    <p:animEffect transition="out" filter="fade">
                                      <p:cBhvr>
                                        <p:cTn id="57" dur="500"/>
                                        <p:tgtEl>
                                          <p:spTgt spid="2"/>
                                        </p:tgtEl>
                                      </p:cBhvr>
                                    </p:animEffect>
                                    <p:set>
                                      <p:cBhvr>
                                        <p:cTn id="58"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P spid="66" grpId="0" animBg="1"/>
      <p:bldP spid="64" grpId="0"/>
      <p:bldP spid="64" grpId="1"/>
      <p:bldP spid="64" grpId="2"/>
      <p:bldP spid="127" grpId="0" animBg="1"/>
      <p:bldP spid="12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a:t>
            </a:r>
            <a:r>
              <a:rPr lang="zh-CN" altLang="en-US" sz="3000">
                <a:solidFill>
                  <a:srgbClr val="000000"/>
                </a:solidFill>
                <a:latin typeface="微软雅黑" panose="020B0503020204020204" pitchFamily="34" charset="-122"/>
                <a:ea typeface="微软雅黑" panose="020B0503020204020204" pitchFamily="34" charset="-122"/>
              </a:rPr>
              <a:t>：</a:t>
            </a:r>
            <a:r>
              <a:rPr lang="en-US" altLang="zh-CN" sz="3000" i="1">
                <a:solidFill>
                  <a:srgbClr val="000000"/>
                </a:solidFill>
                <a:ea typeface="黑体" panose="02010609060101010101" pitchFamily="49" charset="-122"/>
                <a:cs typeface="Times New Roman" panose="02020603050405020304" pitchFamily="18" charset="0"/>
              </a:rPr>
              <a:t>LR</a:t>
            </a:r>
            <a:r>
              <a:rPr lang="en-US" altLang="zh-CN" sz="3000">
                <a:solidFill>
                  <a:srgbClr val="000000"/>
                </a:solidFill>
                <a:ea typeface="黑体" panose="02010609060101010101" pitchFamily="49" charset="-122"/>
                <a:cs typeface="Times New Roman" panose="02020603050405020304" pitchFamily="18" charset="0"/>
              </a:rPr>
              <a:t>(1)</a:t>
            </a:r>
            <a:r>
              <a:rPr lang="zh-CN" altLang="en-US" sz="3000">
                <a:solidFill>
                  <a:srgbClr val="000000"/>
                </a:solidFill>
                <a:latin typeface="微软雅黑" panose="020B0503020204020204" pitchFamily="34" charset="-122"/>
                <a:ea typeface="微软雅黑" panose="020B0503020204020204" pitchFamily="34" charset="-122"/>
              </a:rPr>
              <a:t>自动机</a:t>
            </a:r>
            <a:endParaRPr lang="zh-CN" altLang="en-US" sz="3000">
              <a:solidFill>
                <a:schemeClr val="tx1"/>
              </a:solidFill>
              <a:latin typeface="微软雅黑" panose="020B0503020204020204" pitchFamily="34" charset="-122"/>
              <a:ea typeface="微软雅黑" panose="020B0503020204020204" pitchFamily="34" charset="-122"/>
            </a:endParaRPr>
          </a:p>
        </p:txBody>
      </p:sp>
      <p:sp>
        <p:nvSpPr>
          <p:cNvPr id="59" name="Rectangle 37"/>
          <p:cNvSpPr>
            <a:spLocks noChangeArrowheads="1"/>
          </p:cNvSpPr>
          <p:nvPr/>
        </p:nvSpPr>
        <p:spPr bwMode="auto">
          <a:xfrm>
            <a:off x="107950" y="1012825"/>
            <a:ext cx="1290638"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itchFamily="2" charset="2"/>
              <a:buNone/>
              <a:defRPr/>
            </a:pPr>
            <a:r>
              <a:rPr lang="zh-CN" altLang="zh-CN" b="1" noProof="1">
                <a:solidFill>
                  <a:srgbClr val="000000"/>
                </a:solidFill>
                <a:latin typeface="Times New Roman" pitchFamily="18" charset="0"/>
                <a:ea typeface="Times New Roman" pitchFamily="18" charset="0"/>
                <a:cs typeface="华文楷体" pitchFamily="2" charset="-122"/>
              </a:rPr>
              <a:t>0) </a:t>
            </a:r>
            <a:r>
              <a:rPr lang="en-US" altLang="zh-CN" b="1" i="1" noProof="1">
                <a:solidFill>
                  <a:srgbClr val="000000"/>
                </a:solidFill>
                <a:latin typeface="Times New Roman" pitchFamily="18" charset="0"/>
                <a:ea typeface="Times New Roman" pitchFamily="18" charset="0"/>
                <a:cs typeface="华文楷体" pitchFamily="2" charset="-122"/>
              </a:rPr>
              <a:t>S</a:t>
            </a:r>
            <a:r>
              <a:rPr lang="en-US" altLang="zh-CN" sz="1600" b="1" i="1" noProof="1">
                <a:solidFill>
                  <a:srgbClr val="000000"/>
                </a:solidFill>
                <a:latin typeface="Times New Roman" pitchFamily="18" charset="0"/>
                <a:ea typeface="Times New Roman" pitchFamily="18" charset="0"/>
                <a:cs typeface="华文楷体" pitchFamily="2" charset="-122"/>
              </a:rPr>
              <a:t>′ </a:t>
            </a:r>
            <a:r>
              <a:rPr lang="en-US" altLang="zh-CN" b="1" i="1" noProof="1">
                <a:solidFill>
                  <a:srgbClr val="000000"/>
                </a:solidFill>
                <a:latin typeface="Times New Roman" pitchFamily="18" charset="0"/>
                <a:ea typeface="Times New Roman" pitchFamily="18" charset="0"/>
                <a:cs typeface="华文楷体" pitchFamily="2" charset="-122"/>
              </a:rPr>
              <a:t>→S</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1) </a:t>
            </a:r>
            <a:r>
              <a:rPr lang="en-US" altLang="zh-CN" b="1" i="1" noProof="1">
                <a:solidFill>
                  <a:srgbClr val="000000"/>
                </a:solidFill>
                <a:latin typeface="Times New Roman" pitchFamily="18" charset="0"/>
                <a:ea typeface="Times New Roman" pitchFamily="18" charset="0"/>
                <a:cs typeface="华文楷体" pitchFamily="2" charset="-122"/>
              </a:rPr>
              <a:t>S→L=R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2) </a:t>
            </a:r>
            <a:r>
              <a:rPr lang="en-US" altLang="zh-CN" b="1" i="1" noProof="1">
                <a:solidFill>
                  <a:srgbClr val="000000"/>
                </a:solidFill>
                <a:latin typeface="Times New Roman" pitchFamily="18" charset="0"/>
                <a:ea typeface="Times New Roman" pitchFamily="18" charset="0"/>
                <a:cs typeface="华文楷体" pitchFamily="2" charset="-122"/>
              </a:rPr>
              <a:t>S→R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3) </a:t>
            </a:r>
            <a:r>
              <a:rPr lang="en-US" altLang="zh-CN" b="1" i="1" noProof="1">
                <a:solidFill>
                  <a:srgbClr val="000000"/>
                </a:solidFill>
                <a:latin typeface="Times New Roman" pitchFamily="18" charset="0"/>
                <a:ea typeface="Times New Roman" pitchFamily="18" charset="0"/>
                <a:cs typeface="华文楷体" pitchFamily="2" charset="-122"/>
              </a:rPr>
              <a:t>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4) </a:t>
            </a:r>
            <a:r>
              <a:rPr lang="en-US" altLang="zh-CN" b="1" i="1" noProof="1">
                <a:solidFill>
                  <a:srgbClr val="000000"/>
                </a:solidFill>
                <a:latin typeface="Times New Roman" pitchFamily="18" charset="0"/>
                <a:ea typeface="Times New Roman" pitchFamily="18" charset="0"/>
                <a:cs typeface="华文楷体" pitchFamily="2" charset="-122"/>
              </a:rPr>
              <a:t>L→</a:t>
            </a:r>
            <a:r>
              <a:rPr lang="en-US" altLang="zh-CN" b="1" noProof="1">
                <a:solidFill>
                  <a:srgbClr val="000000"/>
                </a:solidFill>
                <a:latin typeface="Times New Roman" pitchFamily="18" charset="0"/>
                <a:ea typeface="Times New Roman" pitchFamily="18" charset="0"/>
                <a:cs typeface="华文楷体" pitchFamily="2" charset="-122"/>
              </a:rPr>
              <a:t>id</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5) </a:t>
            </a:r>
            <a:r>
              <a:rPr lang="en-US" altLang="zh-CN" b="1" i="1" noProof="1">
                <a:solidFill>
                  <a:srgbClr val="000000"/>
                </a:solidFill>
                <a:latin typeface="Times New Roman" pitchFamily="18" charset="0"/>
                <a:ea typeface="Times New Roman" pitchFamily="18" charset="0"/>
                <a:cs typeface="华文楷体" pitchFamily="2" charset="-122"/>
              </a:rPr>
              <a:t>R→L</a:t>
            </a:r>
          </a:p>
        </p:txBody>
      </p:sp>
      <p:sp>
        <p:nvSpPr>
          <p:cNvPr id="66" name="矩形 65"/>
          <p:cNvSpPr/>
          <p:nvPr/>
        </p:nvSpPr>
        <p:spPr>
          <a:xfrm>
            <a:off x="5237163" y="3457575"/>
            <a:ext cx="1711325" cy="814388"/>
          </a:xfrm>
          <a:prstGeom prst="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7" name="Rectangle 66"/>
          <p:cNvSpPr>
            <a:spLocks noChangeArrowheads="1"/>
          </p:cNvSpPr>
          <p:nvPr/>
        </p:nvSpPr>
        <p:spPr bwMode="auto">
          <a:xfrm>
            <a:off x="103188" y="3767138"/>
            <a:ext cx="2520950" cy="1200150"/>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Font typeface="Arial" panose="020B0604020202020204" pitchFamily="34" charset="0"/>
              <a:buNone/>
              <a:defRPr/>
            </a:pPr>
            <a:r>
              <a:rPr lang="zh-CN" altLang="en-US" b="1" noProof="1">
                <a:solidFill>
                  <a:srgbClr val="000000"/>
                </a:solidFill>
                <a:latin typeface="Times New Roman" panose="02020603050405020304" pitchFamily="18" charset="0"/>
                <a:ea typeface="楷体" panose="02010609060101010101" pitchFamily="49" charset="-122"/>
                <a:cs typeface="+mn-ea"/>
              </a:rPr>
              <a:t>如果除</a:t>
            </a:r>
            <a:r>
              <a:rPr lang="zh-CN" altLang="en-US" b="1" noProof="1">
                <a:solidFill>
                  <a:srgbClr val="2D83F4"/>
                </a:solidFill>
                <a:latin typeface="Times New Roman" panose="02020603050405020304" pitchFamily="18" charset="0"/>
                <a:ea typeface="楷体" panose="02010609060101010101" pitchFamily="49" charset="-122"/>
                <a:cs typeface="+mn-ea"/>
              </a:rPr>
              <a:t>展望符</a:t>
            </a:r>
            <a:r>
              <a:rPr lang="zh-CN" altLang="en-US" b="1" noProof="1">
                <a:solidFill>
                  <a:srgbClr val="000000"/>
                </a:solidFill>
                <a:latin typeface="Times New Roman" panose="02020603050405020304" pitchFamily="18" charset="0"/>
                <a:ea typeface="楷体" panose="02010609060101010101" pitchFamily="49" charset="-122"/>
                <a:cs typeface="+mn-ea"/>
              </a:rPr>
              <a:t>外，两个</a:t>
            </a:r>
            <a:r>
              <a:rPr lang="en-US" altLang="zh-CN" b="1" i="1" noProof="1">
                <a:solidFill>
                  <a:srgbClr val="000000"/>
                </a:solidFill>
                <a:latin typeface="Times New Roman" panose="02020603050405020304" pitchFamily="18" charset="0"/>
                <a:ea typeface="Times New Roman" panose="02020603050405020304" pitchFamily="18" charset="0"/>
                <a:cs typeface="+mn-ea"/>
              </a:rPr>
              <a:t>LR</a:t>
            </a:r>
            <a:r>
              <a:rPr lang="en-US" altLang="zh-CN" b="1" noProof="1">
                <a:solidFill>
                  <a:srgbClr val="000000"/>
                </a:solidFill>
                <a:latin typeface="Times New Roman" panose="02020603050405020304" pitchFamily="18" charset="0"/>
                <a:ea typeface="Times New Roman" panose="02020603050405020304" pitchFamily="18" charset="0"/>
                <a:cs typeface="+mn-ea"/>
              </a:rPr>
              <a:t>(1)</a:t>
            </a:r>
            <a:r>
              <a:rPr lang="zh-CN" altLang="en-US" b="1" noProof="1">
                <a:solidFill>
                  <a:srgbClr val="000000"/>
                </a:solidFill>
                <a:latin typeface="Times New Roman" panose="02020603050405020304" pitchFamily="18" charset="0"/>
                <a:ea typeface="楷体" panose="02010609060101010101" pitchFamily="49" charset="-122"/>
                <a:cs typeface="+mn-ea"/>
              </a:rPr>
              <a:t>项目集是相同的，则称这两个</a:t>
            </a:r>
            <a:r>
              <a:rPr lang="en-US" altLang="zh-CN" b="1" i="1" noProof="1">
                <a:solidFill>
                  <a:srgbClr val="000000"/>
                </a:solidFill>
                <a:latin typeface="Times New Roman" panose="02020603050405020304" pitchFamily="18" charset="0"/>
                <a:ea typeface="Times New Roman" panose="02020603050405020304" pitchFamily="18" charset="0"/>
                <a:cs typeface="+mn-ea"/>
              </a:rPr>
              <a:t>LR</a:t>
            </a:r>
            <a:r>
              <a:rPr lang="en-US" altLang="zh-CN" b="1" noProof="1">
                <a:solidFill>
                  <a:srgbClr val="000000"/>
                </a:solidFill>
                <a:latin typeface="Times New Roman" panose="02020603050405020304" pitchFamily="18" charset="0"/>
                <a:ea typeface="Times New Roman" panose="02020603050405020304" pitchFamily="18" charset="0"/>
                <a:cs typeface="+mn-ea"/>
              </a:rPr>
              <a:t>(1)</a:t>
            </a:r>
            <a:r>
              <a:rPr lang="zh-CN" altLang="en-US" b="1" noProof="1">
                <a:solidFill>
                  <a:srgbClr val="000000"/>
                </a:solidFill>
                <a:latin typeface="Times New Roman" panose="02020603050405020304" pitchFamily="18" charset="0"/>
                <a:ea typeface="楷体" panose="02010609060101010101" pitchFamily="49" charset="-122"/>
                <a:cs typeface="+mn-ea"/>
              </a:rPr>
              <a:t>项目集是</a:t>
            </a:r>
            <a:r>
              <a:rPr lang="zh-CN" altLang="en-US" b="1" noProof="1">
                <a:solidFill>
                  <a:srgbClr val="FF0000"/>
                </a:solidFill>
                <a:latin typeface="Times New Roman" panose="02020603050405020304" pitchFamily="18" charset="0"/>
                <a:ea typeface="楷体" panose="02010609060101010101" pitchFamily="49" charset="-122"/>
                <a:cs typeface="+mn-ea"/>
              </a:rPr>
              <a:t>同心</a:t>
            </a:r>
            <a:r>
              <a:rPr lang="zh-CN" altLang="en-US" b="1" noProof="1">
                <a:solidFill>
                  <a:srgbClr val="000000"/>
                </a:solidFill>
                <a:latin typeface="Times New Roman" panose="02020603050405020304" pitchFamily="18" charset="0"/>
                <a:ea typeface="楷体" panose="02010609060101010101" pitchFamily="49" charset="-122"/>
                <a:cs typeface="+mn-ea"/>
              </a:rPr>
              <a:t>的</a:t>
            </a:r>
            <a:endParaRPr lang="zh-CN" altLang="en-US" b="1" noProof="1">
              <a:solidFill>
                <a:srgbClr val="000000"/>
              </a:solidFill>
              <a:latin typeface="Times New Roman" panose="02020603050405020304" pitchFamily="18" charset="0"/>
              <a:ea typeface="楷体" panose="02010609060101010101" pitchFamily="49" charset="-122"/>
            </a:endParaRPr>
          </a:p>
        </p:txBody>
      </p:sp>
      <p:grpSp>
        <p:nvGrpSpPr>
          <p:cNvPr id="49158" name="组合 62"/>
          <p:cNvGrpSpPr>
            <a:grpSpLocks/>
          </p:cNvGrpSpPr>
          <p:nvPr/>
        </p:nvGrpSpPr>
        <p:grpSpPr bwMode="auto">
          <a:xfrm>
            <a:off x="1476375" y="63500"/>
            <a:ext cx="7823200" cy="5016500"/>
            <a:chOff x="1475656" y="63500"/>
            <a:chExt cx="7824390" cy="5016500"/>
          </a:xfrm>
        </p:grpSpPr>
        <p:sp>
          <p:nvSpPr>
            <p:cNvPr id="49166" name="Text Box 5"/>
            <p:cNvSpPr txBox="1">
              <a:spLocks noChangeArrowheads="1"/>
            </p:cNvSpPr>
            <p:nvPr/>
          </p:nvSpPr>
          <p:spPr bwMode="auto">
            <a:xfrm>
              <a:off x="1475656" y="1041400"/>
              <a:ext cx="1555987"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9167" name="Text Box 6"/>
            <p:cNvSpPr txBox="1">
              <a:spLocks noChangeArrowheads="1"/>
            </p:cNvSpPr>
            <p:nvPr/>
          </p:nvSpPr>
          <p:spPr bwMode="auto">
            <a:xfrm>
              <a:off x="3334902" y="682625"/>
              <a:ext cx="1224148"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49168" name="Line 7"/>
            <p:cNvSpPr>
              <a:spLocks noChangeShapeType="1"/>
            </p:cNvSpPr>
            <p:nvPr/>
          </p:nvSpPr>
          <p:spPr bwMode="auto">
            <a:xfrm flipV="1">
              <a:off x="3056900" y="1273175"/>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 name="Text Box 8"/>
            <p:cNvSpPr txBox="1">
              <a:spLocks noChangeArrowheads="1"/>
            </p:cNvSpPr>
            <p:nvPr/>
          </p:nvSpPr>
          <p:spPr bwMode="auto">
            <a:xfrm>
              <a:off x="3334902" y="1463675"/>
              <a:ext cx="1479775"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2</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9170" name="Line 9"/>
            <p:cNvSpPr>
              <a:spLocks noChangeShapeType="1"/>
            </p:cNvSpPr>
            <p:nvPr/>
          </p:nvSpPr>
          <p:spPr bwMode="auto">
            <a:xfrm flipV="1">
              <a:off x="3047374" y="1860550"/>
              <a:ext cx="29846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1" name="Text Box 10"/>
            <p:cNvSpPr txBox="1">
              <a:spLocks noChangeArrowheads="1"/>
            </p:cNvSpPr>
            <p:nvPr/>
          </p:nvSpPr>
          <p:spPr bwMode="auto">
            <a:xfrm>
              <a:off x="3023561" y="1465263"/>
              <a:ext cx="5032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72" name="Text Box 11"/>
            <p:cNvSpPr txBox="1">
              <a:spLocks noChangeArrowheads="1"/>
            </p:cNvSpPr>
            <p:nvPr/>
          </p:nvSpPr>
          <p:spPr bwMode="auto">
            <a:xfrm>
              <a:off x="3334902" y="2444750"/>
              <a:ext cx="1224148"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9173" name="Line 12"/>
            <p:cNvSpPr>
              <a:spLocks noChangeShapeType="1"/>
            </p:cNvSpPr>
            <p:nvPr/>
          </p:nvSpPr>
          <p:spPr bwMode="auto">
            <a:xfrm flipV="1">
              <a:off x="3023561" y="2700338"/>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4" name="Text Box 13"/>
            <p:cNvSpPr txBox="1">
              <a:spLocks noChangeArrowheads="1"/>
            </p:cNvSpPr>
            <p:nvPr/>
          </p:nvSpPr>
          <p:spPr bwMode="auto">
            <a:xfrm>
              <a:off x="2996571" y="2333625"/>
              <a:ext cx="60963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76" name="Text Box 14"/>
            <p:cNvSpPr txBox="1">
              <a:spLocks noChangeArrowheads="1"/>
            </p:cNvSpPr>
            <p:nvPr/>
          </p:nvSpPr>
          <p:spPr bwMode="auto">
            <a:xfrm>
              <a:off x="3346015" y="3236913"/>
              <a:ext cx="1568689"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 </a:t>
              </a:r>
              <a:r>
                <a:rPr kumimoji="1" lang="en-US" altLang="zh-CN" sz="2000" b="1">
                  <a:solidFill>
                    <a:srgbClr val="000000"/>
                  </a:solidFill>
                  <a:latin typeface="Times New Roman" panose="02020603050405020304" pitchFamily="18" charset="0"/>
                </a:rPr>
                <a:t>id</a:t>
              </a:r>
              <a:r>
                <a:rPr kumimoji="1" lang="zh-CN" altLang="en-US"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77" name="Text Box 15"/>
            <p:cNvSpPr txBox="1">
              <a:spLocks noChangeArrowheads="1"/>
            </p:cNvSpPr>
            <p:nvPr/>
          </p:nvSpPr>
          <p:spPr bwMode="auto">
            <a:xfrm>
              <a:off x="5289411" y="428148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9177" name="Text Box 16"/>
            <p:cNvSpPr txBox="1">
              <a:spLocks noChangeArrowheads="1"/>
            </p:cNvSpPr>
            <p:nvPr/>
          </p:nvSpPr>
          <p:spPr bwMode="auto">
            <a:xfrm>
              <a:off x="3061663" y="293211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9178" name="Text Box 17"/>
            <p:cNvSpPr txBox="1">
              <a:spLocks noChangeArrowheads="1"/>
            </p:cNvSpPr>
            <p:nvPr/>
          </p:nvSpPr>
          <p:spPr bwMode="auto">
            <a:xfrm>
              <a:off x="2704454" y="368776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49179" name="Line 19"/>
            <p:cNvSpPr>
              <a:spLocks noChangeShapeType="1"/>
            </p:cNvSpPr>
            <p:nvPr/>
          </p:nvSpPr>
          <p:spPr bwMode="auto">
            <a:xfrm flipV="1">
              <a:off x="4814367" y="1924050"/>
              <a:ext cx="43023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0" name="Text Box 20"/>
            <p:cNvSpPr txBox="1">
              <a:spLocks noChangeArrowheads="1"/>
            </p:cNvSpPr>
            <p:nvPr/>
          </p:nvSpPr>
          <p:spPr bwMode="auto">
            <a:xfrm>
              <a:off x="4809603" y="1595438"/>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82" name="Text Box 21"/>
            <p:cNvSpPr txBox="1">
              <a:spLocks noChangeArrowheads="1"/>
            </p:cNvSpPr>
            <p:nvPr/>
          </p:nvSpPr>
          <p:spPr bwMode="auto">
            <a:xfrm>
              <a:off x="5289411" y="2733675"/>
              <a:ext cx="1654427"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9182" name="Line 22"/>
            <p:cNvSpPr>
              <a:spLocks noChangeShapeType="1"/>
            </p:cNvSpPr>
            <p:nvPr/>
          </p:nvSpPr>
          <p:spPr bwMode="auto">
            <a:xfrm>
              <a:off x="4933436" y="3308350"/>
              <a:ext cx="39372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3" name="Text Box 23"/>
            <p:cNvSpPr txBox="1">
              <a:spLocks noChangeArrowheads="1"/>
            </p:cNvSpPr>
            <p:nvPr/>
          </p:nvSpPr>
          <p:spPr bwMode="auto">
            <a:xfrm>
              <a:off x="4879457" y="2949575"/>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85" name="Text Box 24"/>
            <p:cNvSpPr txBox="1">
              <a:spLocks noChangeArrowheads="1"/>
            </p:cNvSpPr>
            <p:nvPr/>
          </p:nvSpPr>
          <p:spPr bwMode="auto">
            <a:xfrm>
              <a:off x="5289411" y="352583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49185" name="Line 25"/>
            <p:cNvSpPr>
              <a:spLocks noChangeShapeType="1"/>
            </p:cNvSpPr>
            <p:nvPr/>
          </p:nvSpPr>
          <p:spPr bwMode="auto">
            <a:xfrm>
              <a:off x="4901684" y="3957638"/>
              <a:ext cx="38737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6" name="Text Box 26"/>
            <p:cNvSpPr txBox="1">
              <a:spLocks noChangeArrowheads="1"/>
            </p:cNvSpPr>
            <p:nvPr/>
          </p:nvSpPr>
          <p:spPr bwMode="auto">
            <a:xfrm>
              <a:off x="4895333" y="3597275"/>
              <a:ext cx="38102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88" name="Text Box 27"/>
            <p:cNvSpPr txBox="1">
              <a:spLocks noChangeArrowheads="1"/>
            </p:cNvSpPr>
            <p:nvPr/>
          </p:nvSpPr>
          <p:spPr bwMode="auto">
            <a:xfrm>
              <a:off x="7318545" y="63500"/>
              <a:ext cx="152423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49188" name="Line 28"/>
            <p:cNvSpPr>
              <a:spLocks noChangeShapeType="1"/>
            </p:cNvSpPr>
            <p:nvPr/>
          </p:nvSpPr>
          <p:spPr bwMode="auto">
            <a:xfrm flipV="1">
              <a:off x="6954443" y="373257"/>
              <a:ext cx="327891" cy="38556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89" name="Text Box 29"/>
            <p:cNvSpPr txBox="1">
              <a:spLocks noChangeArrowheads="1"/>
            </p:cNvSpPr>
            <p:nvPr/>
          </p:nvSpPr>
          <p:spPr bwMode="auto">
            <a:xfrm>
              <a:off x="6718374" y="369251"/>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49190" name="Text Box 33"/>
            <p:cNvSpPr txBox="1">
              <a:spLocks noChangeArrowheads="1"/>
            </p:cNvSpPr>
            <p:nvPr/>
          </p:nvSpPr>
          <p:spPr bwMode="auto">
            <a:xfrm>
              <a:off x="3031498" y="896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49191" name="Line 34"/>
            <p:cNvSpPr>
              <a:spLocks noChangeShapeType="1"/>
            </p:cNvSpPr>
            <p:nvPr/>
          </p:nvSpPr>
          <p:spPr bwMode="auto">
            <a:xfrm flipV="1">
              <a:off x="4911209" y="4564063"/>
              <a:ext cx="377847"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2" name="Text Box 35"/>
            <p:cNvSpPr txBox="1">
              <a:spLocks noChangeArrowheads="1"/>
            </p:cNvSpPr>
            <p:nvPr/>
          </p:nvSpPr>
          <p:spPr bwMode="auto">
            <a:xfrm>
              <a:off x="4879457" y="4175125"/>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49193" name="Group 36"/>
            <p:cNvGrpSpPr>
              <a:grpSpLocks/>
            </p:cNvGrpSpPr>
            <p:nvPr/>
          </p:nvGrpSpPr>
          <p:grpSpPr bwMode="auto">
            <a:xfrm>
              <a:off x="3045787" y="3975100"/>
              <a:ext cx="290529" cy="269875"/>
              <a:chOff x="2335" y="3249"/>
              <a:chExt cx="183" cy="226"/>
            </a:xfrm>
          </p:grpSpPr>
          <p:sp>
            <p:nvSpPr>
              <p:cNvPr id="49217"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8"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219"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49194" name="Text Box 40"/>
            <p:cNvSpPr txBox="1">
              <a:spLocks noChangeArrowheads="1"/>
            </p:cNvSpPr>
            <p:nvPr/>
          </p:nvSpPr>
          <p:spPr bwMode="auto">
            <a:xfrm>
              <a:off x="3021973" y="3944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49195" name="Line 41"/>
            <p:cNvSpPr>
              <a:spLocks noChangeShapeType="1"/>
            </p:cNvSpPr>
            <p:nvPr/>
          </p:nvSpPr>
          <p:spPr bwMode="auto">
            <a:xfrm>
              <a:off x="3056900" y="3038475"/>
              <a:ext cx="261954"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6" name="Line 57"/>
            <p:cNvSpPr>
              <a:spLocks noChangeShapeType="1"/>
            </p:cNvSpPr>
            <p:nvPr/>
          </p:nvSpPr>
          <p:spPr bwMode="auto">
            <a:xfrm flipV="1">
              <a:off x="2771800" y="4872033"/>
              <a:ext cx="2517255" cy="2540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97" name="Line 59"/>
            <p:cNvSpPr>
              <a:spLocks noChangeShapeType="1"/>
            </p:cNvSpPr>
            <p:nvPr/>
          </p:nvSpPr>
          <p:spPr bwMode="auto">
            <a:xfrm flipH="1" flipV="1">
              <a:off x="2759099" y="3195638"/>
              <a:ext cx="12701"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98" name="Text Box 32"/>
            <p:cNvSpPr txBox="1">
              <a:spLocks noChangeArrowheads="1"/>
            </p:cNvSpPr>
            <p:nvPr/>
          </p:nvSpPr>
          <p:spPr bwMode="auto">
            <a:xfrm>
              <a:off x="6944918" y="1677862"/>
              <a:ext cx="503327"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00" name="Text Box 42"/>
            <p:cNvSpPr txBox="1">
              <a:spLocks noChangeArrowheads="1"/>
            </p:cNvSpPr>
            <p:nvPr/>
          </p:nvSpPr>
          <p:spPr bwMode="auto">
            <a:xfrm>
              <a:off x="7312194" y="844550"/>
              <a:ext cx="1440082" cy="6556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10</a:t>
              </a:r>
              <a:r>
                <a:rPr kumimoji="1" lang="en-US" altLang="zh-CN" sz="2000" b="1">
                  <a:latin typeface="Times New Roman" panose="02020603050405020304" pitchFamily="18" charset="0"/>
                </a:rPr>
                <a:t>:</a:t>
              </a:r>
            </a:p>
            <a:p>
              <a:pPr>
                <a:lnSpc>
                  <a:spcPts val="2200"/>
                </a:lnSpc>
                <a:defRPr/>
              </a:pPr>
              <a:r>
                <a:rPr kumimoji="1" lang="en-US" altLang="zh-CN" sz="2000" b="1" i="1">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9200" name="Line 43"/>
            <p:cNvSpPr>
              <a:spLocks noChangeShapeType="1"/>
            </p:cNvSpPr>
            <p:nvPr/>
          </p:nvSpPr>
          <p:spPr bwMode="auto">
            <a:xfrm flipV="1">
              <a:off x="6906952" y="1050284"/>
              <a:ext cx="405544" cy="1884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01" name="Text Box 44"/>
            <p:cNvSpPr txBox="1">
              <a:spLocks noChangeArrowheads="1"/>
            </p:cNvSpPr>
            <p:nvPr/>
          </p:nvSpPr>
          <p:spPr bwMode="auto">
            <a:xfrm>
              <a:off x="6924342" y="738592"/>
              <a:ext cx="533495" cy="36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103" name="Text Box 45"/>
            <p:cNvSpPr txBox="1">
              <a:spLocks noChangeArrowheads="1"/>
            </p:cNvSpPr>
            <p:nvPr/>
          </p:nvSpPr>
          <p:spPr bwMode="auto">
            <a:xfrm>
              <a:off x="7328071" y="1779588"/>
              <a:ext cx="1416265"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11</a:t>
              </a:r>
              <a:r>
                <a:rPr kumimoji="1" lang="en-US" altLang="zh-CN" sz="2000" b="1">
                  <a:latin typeface="Times New Roman" panose="02020603050405020304" pitchFamily="18" charset="0"/>
                </a:rPr>
                <a:t>:</a:t>
              </a: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R , </a:t>
              </a:r>
              <a:r>
                <a:rPr kumimoji="1" lang="en-US" altLang="zh-CN" sz="2000" b="1">
                  <a:latin typeface="华文楷体" panose="02010600040101010101" pitchFamily="2" charset="-122"/>
                </a:rPr>
                <a:t>$</a:t>
              </a:r>
              <a:endParaRPr kumimoji="1" lang="zh-CN" altLang="en-US"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L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*R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latin typeface="Times New Roman" panose="02020603050405020304" pitchFamily="18" charset="0"/>
                </a:rPr>
                <a:t>id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9203" name="Text Box 46"/>
            <p:cNvSpPr txBox="1">
              <a:spLocks noChangeArrowheads="1"/>
            </p:cNvSpPr>
            <p:nvPr/>
          </p:nvSpPr>
          <p:spPr bwMode="auto">
            <a:xfrm>
              <a:off x="6891381" y="1187474"/>
              <a:ext cx="36042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49204" name="Line 47"/>
            <p:cNvSpPr>
              <a:spLocks noChangeShapeType="1"/>
            </p:cNvSpPr>
            <p:nvPr/>
          </p:nvSpPr>
          <p:spPr bwMode="auto">
            <a:xfrm>
              <a:off x="6940394" y="1406057"/>
              <a:ext cx="385967" cy="371307"/>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Text Box 48"/>
            <p:cNvSpPr txBox="1">
              <a:spLocks noChangeArrowheads="1"/>
            </p:cNvSpPr>
            <p:nvPr/>
          </p:nvSpPr>
          <p:spPr bwMode="auto">
            <a:xfrm>
              <a:off x="7348712" y="3592513"/>
              <a:ext cx="1395624"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12</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a:t>
              </a:r>
              <a:r>
                <a:rPr kumimoji="1" lang="en-US" altLang="zh-CN" sz="2000" b="1">
                  <a:latin typeface="Times New Roman" panose="02020603050405020304" pitchFamily="18" charset="0"/>
                </a:rPr>
                <a:t>id</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9206" name="Line 49"/>
            <p:cNvSpPr>
              <a:spLocks noChangeShapeType="1"/>
            </p:cNvSpPr>
            <p:nvPr/>
          </p:nvSpPr>
          <p:spPr bwMode="auto">
            <a:xfrm>
              <a:off x="6924342" y="1689736"/>
              <a:ext cx="401956" cy="1836102"/>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8" name="Text Box 50"/>
            <p:cNvSpPr txBox="1">
              <a:spLocks noChangeArrowheads="1"/>
            </p:cNvSpPr>
            <p:nvPr/>
          </p:nvSpPr>
          <p:spPr bwMode="auto">
            <a:xfrm>
              <a:off x="7348712" y="4371975"/>
              <a:ext cx="14035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13</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49208" name="Freeform 51"/>
            <p:cNvSpPr>
              <a:spLocks noChangeArrowheads="1"/>
            </p:cNvSpPr>
            <p:nvPr/>
          </p:nvSpPr>
          <p:spPr bwMode="auto">
            <a:xfrm>
              <a:off x="8723948" y="3188062"/>
              <a:ext cx="360425" cy="1612802"/>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209" name="Text Box 52"/>
            <p:cNvSpPr txBox="1">
              <a:spLocks noChangeArrowheads="1"/>
            </p:cNvSpPr>
            <p:nvPr/>
          </p:nvSpPr>
          <p:spPr bwMode="auto">
            <a:xfrm>
              <a:off x="8842765" y="2979448"/>
              <a:ext cx="457281"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49210" name="Freeform 53"/>
            <p:cNvSpPr>
              <a:spLocks noChangeArrowheads="1"/>
            </p:cNvSpPr>
            <p:nvPr/>
          </p:nvSpPr>
          <p:spPr bwMode="auto">
            <a:xfrm>
              <a:off x="8746431" y="2015087"/>
              <a:ext cx="360425" cy="353990"/>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211" name="Text Box 54"/>
            <p:cNvSpPr txBox="1">
              <a:spLocks noChangeArrowheads="1"/>
            </p:cNvSpPr>
            <p:nvPr/>
          </p:nvSpPr>
          <p:spPr bwMode="auto">
            <a:xfrm>
              <a:off x="8714675" y="1996038"/>
              <a:ext cx="53349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49212" name="Text Box 55"/>
            <p:cNvSpPr txBox="1">
              <a:spLocks noChangeArrowheads="1"/>
            </p:cNvSpPr>
            <p:nvPr/>
          </p:nvSpPr>
          <p:spPr bwMode="auto">
            <a:xfrm>
              <a:off x="7858813" y="1420009"/>
              <a:ext cx="381068" cy="368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49213" name="Line 56"/>
            <p:cNvSpPr>
              <a:spLocks noChangeShapeType="1"/>
            </p:cNvSpPr>
            <p:nvPr/>
          </p:nvSpPr>
          <p:spPr bwMode="auto">
            <a:xfrm flipV="1">
              <a:off x="7866454" y="1492013"/>
              <a:ext cx="0" cy="26985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14" name="Line 56"/>
            <p:cNvSpPr>
              <a:spLocks noChangeShapeType="1"/>
            </p:cNvSpPr>
            <p:nvPr/>
          </p:nvSpPr>
          <p:spPr bwMode="auto">
            <a:xfrm flipH="1">
              <a:off x="7976011" y="3292103"/>
              <a:ext cx="9527" cy="31748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215" name="Text Box 17"/>
            <p:cNvSpPr txBox="1">
              <a:spLocks noChangeArrowheads="1"/>
            </p:cNvSpPr>
            <p:nvPr/>
          </p:nvSpPr>
          <p:spPr bwMode="auto">
            <a:xfrm>
              <a:off x="7984558" y="3285174"/>
              <a:ext cx="533495"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117" name="Text Box 18"/>
            <p:cNvSpPr txBox="1">
              <a:spLocks noChangeArrowheads="1"/>
            </p:cNvSpPr>
            <p:nvPr/>
          </p:nvSpPr>
          <p:spPr bwMode="auto">
            <a:xfrm>
              <a:off x="5289411" y="771525"/>
              <a:ext cx="1649664"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6</a:t>
              </a:r>
              <a:r>
                <a:rPr kumimoji="1" lang="en-US" altLang="zh-CN" sz="2000" b="1" dirty="0">
                  <a:solidFill>
                    <a:srgbClr val="000000"/>
                  </a:solidFill>
                  <a:latin typeface="Times New Roman" panose="02020603050405020304" pitchFamily="18" charset="0"/>
                </a:rPr>
                <a:t>:</a:t>
              </a:r>
            </a:p>
            <a:p>
              <a:pPr>
                <a:lnSpc>
                  <a:spcPts val="2400"/>
                </a:lnSpc>
                <a:defRPr/>
              </a:pPr>
              <a:r>
                <a:rPr kumimoji="1" lang="en-US" altLang="zh-CN" sz="2000" b="1" i="1" dirty="0">
                  <a:solidFill>
                    <a:srgbClr val="000000"/>
                  </a:solidFill>
                  <a:latin typeface="Times New Roman" panose="02020603050405020304" pitchFamily="18" charset="0"/>
                </a:rPr>
                <a:t>S→L=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R→</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L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dirty="0">
                  <a:solidFill>
                    <a:srgbClr val="000000"/>
                  </a:solidFill>
                  <a:latin typeface="Times New Roman" panose="02020603050405020304" pitchFamily="18" charset="0"/>
                </a:rPr>
                <a:t>id</a:t>
              </a:r>
              <a:r>
                <a:rPr kumimoji="1" lang="en-US" altLang="zh-CN" sz="2000" b="1" i="1" dirty="0">
                  <a:solidFill>
                    <a:srgbClr val="000000"/>
                  </a:solidFill>
                  <a:latin typeface="Times New Roman" panose="02020603050405020304" pitchFamily="18" charset="0"/>
                </a:rPr>
                <a:t>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p:txBody>
        </p:sp>
      </p:grpSp>
      <p:sp>
        <p:nvSpPr>
          <p:cNvPr id="121" name="矩形 120"/>
          <p:cNvSpPr/>
          <p:nvPr/>
        </p:nvSpPr>
        <p:spPr>
          <a:xfrm>
            <a:off x="7253288" y="811213"/>
            <a:ext cx="1558925" cy="792162"/>
          </a:xfrm>
          <a:prstGeom prst="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2" name="矩形 121"/>
          <p:cNvSpPr/>
          <p:nvPr/>
        </p:nvSpPr>
        <p:spPr>
          <a:xfrm>
            <a:off x="7283450" y="1708150"/>
            <a:ext cx="1525588" cy="1624013"/>
          </a:xfrm>
          <a:prstGeom prst="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3" name="矩形 122"/>
          <p:cNvSpPr/>
          <p:nvPr/>
        </p:nvSpPr>
        <p:spPr>
          <a:xfrm>
            <a:off x="3276600" y="3179763"/>
            <a:ext cx="1704975" cy="1624012"/>
          </a:xfrm>
          <a:prstGeom prst="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4" name="矩形 123"/>
          <p:cNvSpPr/>
          <p:nvPr/>
        </p:nvSpPr>
        <p:spPr>
          <a:xfrm>
            <a:off x="7285038" y="3552825"/>
            <a:ext cx="1527175" cy="792163"/>
          </a:xfrm>
          <a:prstGeom prst="rect">
            <a:avLst/>
          </a:prstGeom>
          <a:noFill/>
          <a:ln w="381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5" name="矩形 124"/>
          <p:cNvSpPr/>
          <p:nvPr/>
        </p:nvSpPr>
        <p:spPr>
          <a:xfrm>
            <a:off x="5219700" y="4227513"/>
            <a:ext cx="1704975" cy="792162"/>
          </a:xfrm>
          <a:prstGeom prst="rect">
            <a:avLst/>
          </a:prstGeom>
          <a:noFill/>
          <a:ln w="381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6" name="矩形 125"/>
          <p:cNvSpPr/>
          <p:nvPr/>
        </p:nvSpPr>
        <p:spPr>
          <a:xfrm>
            <a:off x="7281863" y="4349750"/>
            <a:ext cx="1527175"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7" name="矩形 126"/>
          <p:cNvSpPr/>
          <p:nvPr/>
        </p:nvSpPr>
        <p:spPr>
          <a:xfrm>
            <a:off x="5219700" y="2682875"/>
            <a:ext cx="1766888"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灯片编号占位符 1">
            <a:extLst>
              <a:ext uri="{FF2B5EF4-FFF2-40B4-BE49-F238E27FC236}">
                <a16:creationId xmlns:a16="http://schemas.microsoft.com/office/drawing/2014/main" id="{9B9A3057-4D7F-4F8C-AB92-B72A24898BBF}"/>
              </a:ext>
            </a:extLst>
          </p:cNvPr>
          <p:cNvSpPr>
            <a:spLocks noGrp="1"/>
          </p:cNvSpPr>
          <p:nvPr>
            <p:ph type="sldNum" sz="quarter" idx="12"/>
          </p:nvPr>
        </p:nvSpPr>
        <p:spPr/>
        <p:txBody>
          <a:bodyPr/>
          <a:lstStyle/>
          <a:p>
            <a:pPr>
              <a:defRPr/>
            </a:pPr>
            <a:fld id="{76D20AB1-C80E-44EB-B890-88EEF3B3DC08}" type="slidenum">
              <a:rPr lang="zh-CN" altLang="en-US" smtClean="0"/>
              <a:pPr>
                <a:defRPr/>
              </a:pPr>
              <a:t>17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p:cTn id="7" dur="500" fill="hold"/>
                                        <p:tgtEl>
                                          <p:spTgt spid="67"/>
                                        </p:tgtEl>
                                        <p:attrNameLst>
                                          <p:attrName>ppt_w</p:attrName>
                                        </p:attrNameLst>
                                      </p:cBhvr>
                                      <p:tavLst>
                                        <p:tav tm="0">
                                          <p:val>
                                            <p:fltVal val="0"/>
                                          </p:val>
                                        </p:tav>
                                        <p:tav tm="100000">
                                          <p:val>
                                            <p:strVal val="#ppt_w"/>
                                          </p:val>
                                        </p:tav>
                                      </p:tavLst>
                                    </p:anim>
                                    <p:anim calcmode="lin" valueType="num">
                                      <p:cBhvr>
                                        <p:cTn id="8" dur="500" fill="hold"/>
                                        <p:tgtEl>
                                          <p:spTgt spid="67"/>
                                        </p:tgtEl>
                                        <p:attrNameLst>
                                          <p:attrName>ppt_h</p:attrName>
                                        </p:attrNameLst>
                                      </p:cBhvr>
                                      <p:tavLst>
                                        <p:tav tm="0">
                                          <p:val>
                                            <p:fltVal val="0"/>
                                          </p:val>
                                        </p:tav>
                                        <p:tav tm="100000">
                                          <p:val>
                                            <p:strVal val="#ppt_h"/>
                                          </p:val>
                                        </p:tav>
                                      </p:tavLst>
                                    </p:anim>
                                    <p:animEffect transition="in" filter="fade">
                                      <p:cBhvr>
                                        <p:cTn id="9" dur="500"/>
                                        <p:tgtEl>
                                          <p:spTgt spid="6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32" fill="hold" grpId="0" nodeType="clickEffect">
                                  <p:stCondLst>
                                    <p:cond delay="0"/>
                                  </p:stCondLst>
                                  <p:childTnLst>
                                    <p:anim calcmode="lin" valueType="num">
                                      <p:cBhvr>
                                        <p:cTn id="13" dur="500"/>
                                        <p:tgtEl>
                                          <p:spTgt spid="121"/>
                                        </p:tgtEl>
                                        <p:attrNameLst>
                                          <p:attrName>ppt_w</p:attrName>
                                        </p:attrNameLst>
                                      </p:cBhvr>
                                      <p:tavLst>
                                        <p:tav tm="0">
                                          <p:val>
                                            <p:strVal val="ppt_w"/>
                                          </p:val>
                                        </p:tav>
                                        <p:tav tm="100000">
                                          <p:val>
                                            <p:fltVal val="0"/>
                                          </p:val>
                                        </p:tav>
                                      </p:tavLst>
                                    </p:anim>
                                    <p:anim calcmode="lin" valueType="num">
                                      <p:cBhvr>
                                        <p:cTn id="14" dur="500"/>
                                        <p:tgtEl>
                                          <p:spTgt spid="121"/>
                                        </p:tgtEl>
                                        <p:attrNameLst>
                                          <p:attrName>ppt_h</p:attrName>
                                        </p:attrNameLst>
                                      </p:cBhvr>
                                      <p:tavLst>
                                        <p:tav tm="0">
                                          <p:val>
                                            <p:strVal val="ppt_h"/>
                                          </p:val>
                                        </p:tav>
                                        <p:tav tm="100000">
                                          <p:val>
                                            <p:fltVal val="0"/>
                                          </p:val>
                                        </p:tav>
                                      </p:tavLst>
                                    </p:anim>
                                    <p:animEffect transition="out" filter="fade">
                                      <p:cBhvr>
                                        <p:cTn id="15" dur="500"/>
                                        <p:tgtEl>
                                          <p:spTgt spid="121"/>
                                        </p:tgtEl>
                                      </p:cBhvr>
                                    </p:animEffect>
                                    <p:set>
                                      <p:cBhvr>
                                        <p:cTn id="16" dur="1" fill="hold">
                                          <p:stCondLst>
                                            <p:cond delay="499"/>
                                          </p:stCondLst>
                                        </p:cTn>
                                        <p:tgtEl>
                                          <p:spTgt spid="121"/>
                                        </p:tgtEl>
                                        <p:attrNameLst>
                                          <p:attrName>style.visibility</p:attrName>
                                        </p:attrNameLst>
                                      </p:cBhvr>
                                      <p:to>
                                        <p:strVal val="hidden"/>
                                      </p:to>
                                    </p:set>
                                  </p:childTnLst>
                                </p:cTn>
                              </p:par>
                              <p:par>
                                <p:cTn id="17" presetID="53" presetClass="exit" presetSubtype="32" fill="hold" grpId="0" nodeType="withEffect">
                                  <p:stCondLst>
                                    <p:cond delay="0"/>
                                  </p:stCondLst>
                                  <p:childTnLst>
                                    <p:anim calcmode="lin" valueType="num">
                                      <p:cBhvr>
                                        <p:cTn id="18" dur="500"/>
                                        <p:tgtEl>
                                          <p:spTgt spid="66"/>
                                        </p:tgtEl>
                                        <p:attrNameLst>
                                          <p:attrName>ppt_w</p:attrName>
                                        </p:attrNameLst>
                                      </p:cBhvr>
                                      <p:tavLst>
                                        <p:tav tm="0">
                                          <p:val>
                                            <p:strVal val="ppt_w"/>
                                          </p:val>
                                        </p:tav>
                                        <p:tav tm="100000">
                                          <p:val>
                                            <p:fltVal val="0"/>
                                          </p:val>
                                        </p:tav>
                                      </p:tavLst>
                                    </p:anim>
                                    <p:anim calcmode="lin" valueType="num">
                                      <p:cBhvr>
                                        <p:cTn id="19" dur="500"/>
                                        <p:tgtEl>
                                          <p:spTgt spid="66"/>
                                        </p:tgtEl>
                                        <p:attrNameLst>
                                          <p:attrName>ppt_h</p:attrName>
                                        </p:attrNameLst>
                                      </p:cBhvr>
                                      <p:tavLst>
                                        <p:tav tm="0">
                                          <p:val>
                                            <p:strVal val="ppt_h"/>
                                          </p:val>
                                        </p:tav>
                                        <p:tav tm="100000">
                                          <p:val>
                                            <p:fltVal val="0"/>
                                          </p:val>
                                        </p:tav>
                                      </p:tavLst>
                                    </p:anim>
                                    <p:animEffect transition="out" filter="fade">
                                      <p:cBhvr>
                                        <p:cTn id="20" dur="500"/>
                                        <p:tgtEl>
                                          <p:spTgt spid="66"/>
                                        </p:tgtEl>
                                      </p:cBhvr>
                                    </p:animEffect>
                                    <p:set>
                                      <p:cBhvr>
                                        <p:cTn id="21" dur="1" fill="hold">
                                          <p:stCondLst>
                                            <p:cond delay="499"/>
                                          </p:stCondLst>
                                        </p:cTn>
                                        <p:tgtEl>
                                          <p:spTgt spid="66"/>
                                        </p:tgtEl>
                                        <p:attrNameLst>
                                          <p:attrName>style.visibility</p:attrName>
                                        </p:attrNameLst>
                                      </p:cBhvr>
                                      <p:to>
                                        <p:strVal val="hidden"/>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22"/>
                                        </p:tgtEl>
                                        <p:attrNameLst>
                                          <p:attrName>style.visibility</p:attrName>
                                        </p:attrNameLst>
                                      </p:cBhvr>
                                      <p:to>
                                        <p:strVal val="visible"/>
                                      </p:to>
                                    </p:set>
                                    <p:anim calcmode="lin" valueType="num">
                                      <p:cBhvr>
                                        <p:cTn id="26" dur="500" fill="hold"/>
                                        <p:tgtEl>
                                          <p:spTgt spid="122"/>
                                        </p:tgtEl>
                                        <p:attrNameLst>
                                          <p:attrName>ppt_w</p:attrName>
                                        </p:attrNameLst>
                                      </p:cBhvr>
                                      <p:tavLst>
                                        <p:tav tm="0">
                                          <p:val>
                                            <p:fltVal val="0"/>
                                          </p:val>
                                        </p:tav>
                                        <p:tav tm="100000">
                                          <p:val>
                                            <p:strVal val="#ppt_w"/>
                                          </p:val>
                                        </p:tav>
                                      </p:tavLst>
                                    </p:anim>
                                    <p:anim calcmode="lin" valueType="num">
                                      <p:cBhvr>
                                        <p:cTn id="27" dur="500" fill="hold"/>
                                        <p:tgtEl>
                                          <p:spTgt spid="122"/>
                                        </p:tgtEl>
                                        <p:attrNameLst>
                                          <p:attrName>ppt_h</p:attrName>
                                        </p:attrNameLst>
                                      </p:cBhvr>
                                      <p:tavLst>
                                        <p:tav tm="0">
                                          <p:val>
                                            <p:fltVal val="0"/>
                                          </p:val>
                                        </p:tav>
                                        <p:tav tm="100000">
                                          <p:val>
                                            <p:strVal val="#ppt_h"/>
                                          </p:val>
                                        </p:tav>
                                      </p:tavLst>
                                    </p:anim>
                                    <p:animEffect transition="in" filter="fade">
                                      <p:cBhvr>
                                        <p:cTn id="28" dur="500"/>
                                        <p:tgtEl>
                                          <p:spTgt spid="122"/>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23"/>
                                        </p:tgtEl>
                                        <p:attrNameLst>
                                          <p:attrName>style.visibility</p:attrName>
                                        </p:attrNameLst>
                                      </p:cBhvr>
                                      <p:to>
                                        <p:strVal val="visible"/>
                                      </p:to>
                                    </p:set>
                                    <p:anim calcmode="lin" valueType="num">
                                      <p:cBhvr>
                                        <p:cTn id="31" dur="500" fill="hold"/>
                                        <p:tgtEl>
                                          <p:spTgt spid="123"/>
                                        </p:tgtEl>
                                        <p:attrNameLst>
                                          <p:attrName>ppt_w</p:attrName>
                                        </p:attrNameLst>
                                      </p:cBhvr>
                                      <p:tavLst>
                                        <p:tav tm="0">
                                          <p:val>
                                            <p:fltVal val="0"/>
                                          </p:val>
                                        </p:tav>
                                        <p:tav tm="100000">
                                          <p:val>
                                            <p:strVal val="#ppt_w"/>
                                          </p:val>
                                        </p:tav>
                                      </p:tavLst>
                                    </p:anim>
                                    <p:anim calcmode="lin" valueType="num">
                                      <p:cBhvr>
                                        <p:cTn id="32" dur="500" fill="hold"/>
                                        <p:tgtEl>
                                          <p:spTgt spid="123"/>
                                        </p:tgtEl>
                                        <p:attrNameLst>
                                          <p:attrName>ppt_h</p:attrName>
                                        </p:attrNameLst>
                                      </p:cBhvr>
                                      <p:tavLst>
                                        <p:tav tm="0">
                                          <p:val>
                                            <p:fltVal val="0"/>
                                          </p:val>
                                        </p:tav>
                                        <p:tav tm="100000">
                                          <p:val>
                                            <p:strVal val="#ppt_h"/>
                                          </p:val>
                                        </p:tav>
                                      </p:tavLst>
                                    </p:anim>
                                    <p:animEffect transition="in" filter="fade">
                                      <p:cBhvr>
                                        <p:cTn id="33" dur="500"/>
                                        <p:tgtEl>
                                          <p:spTgt spid="12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xit" presetSubtype="32" fill="hold" grpId="1" nodeType="clickEffect">
                                  <p:stCondLst>
                                    <p:cond delay="0"/>
                                  </p:stCondLst>
                                  <p:childTnLst>
                                    <p:anim calcmode="lin" valueType="num">
                                      <p:cBhvr>
                                        <p:cTn id="37" dur="500"/>
                                        <p:tgtEl>
                                          <p:spTgt spid="122"/>
                                        </p:tgtEl>
                                        <p:attrNameLst>
                                          <p:attrName>ppt_w</p:attrName>
                                        </p:attrNameLst>
                                      </p:cBhvr>
                                      <p:tavLst>
                                        <p:tav tm="0">
                                          <p:val>
                                            <p:strVal val="ppt_w"/>
                                          </p:val>
                                        </p:tav>
                                        <p:tav tm="100000">
                                          <p:val>
                                            <p:fltVal val="0"/>
                                          </p:val>
                                        </p:tav>
                                      </p:tavLst>
                                    </p:anim>
                                    <p:anim calcmode="lin" valueType="num">
                                      <p:cBhvr>
                                        <p:cTn id="38" dur="500"/>
                                        <p:tgtEl>
                                          <p:spTgt spid="122"/>
                                        </p:tgtEl>
                                        <p:attrNameLst>
                                          <p:attrName>ppt_h</p:attrName>
                                        </p:attrNameLst>
                                      </p:cBhvr>
                                      <p:tavLst>
                                        <p:tav tm="0">
                                          <p:val>
                                            <p:strVal val="ppt_h"/>
                                          </p:val>
                                        </p:tav>
                                        <p:tav tm="100000">
                                          <p:val>
                                            <p:fltVal val="0"/>
                                          </p:val>
                                        </p:tav>
                                      </p:tavLst>
                                    </p:anim>
                                    <p:animEffect transition="out" filter="fade">
                                      <p:cBhvr>
                                        <p:cTn id="39" dur="500"/>
                                        <p:tgtEl>
                                          <p:spTgt spid="122"/>
                                        </p:tgtEl>
                                      </p:cBhvr>
                                    </p:animEffect>
                                    <p:set>
                                      <p:cBhvr>
                                        <p:cTn id="40" dur="1" fill="hold">
                                          <p:stCondLst>
                                            <p:cond delay="499"/>
                                          </p:stCondLst>
                                        </p:cTn>
                                        <p:tgtEl>
                                          <p:spTgt spid="122"/>
                                        </p:tgtEl>
                                        <p:attrNameLst>
                                          <p:attrName>style.visibility</p:attrName>
                                        </p:attrNameLst>
                                      </p:cBhvr>
                                      <p:to>
                                        <p:strVal val="hidden"/>
                                      </p:to>
                                    </p:set>
                                  </p:childTnLst>
                                </p:cTn>
                              </p:par>
                              <p:par>
                                <p:cTn id="41" presetID="53" presetClass="exit" presetSubtype="32" fill="hold" grpId="1" nodeType="withEffect">
                                  <p:stCondLst>
                                    <p:cond delay="0"/>
                                  </p:stCondLst>
                                  <p:childTnLst>
                                    <p:anim calcmode="lin" valueType="num">
                                      <p:cBhvr>
                                        <p:cTn id="42" dur="500"/>
                                        <p:tgtEl>
                                          <p:spTgt spid="123"/>
                                        </p:tgtEl>
                                        <p:attrNameLst>
                                          <p:attrName>ppt_w</p:attrName>
                                        </p:attrNameLst>
                                      </p:cBhvr>
                                      <p:tavLst>
                                        <p:tav tm="0">
                                          <p:val>
                                            <p:strVal val="ppt_w"/>
                                          </p:val>
                                        </p:tav>
                                        <p:tav tm="100000">
                                          <p:val>
                                            <p:fltVal val="0"/>
                                          </p:val>
                                        </p:tav>
                                      </p:tavLst>
                                    </p:anim>
                                    <p:anim calcmode="lin" valueType="num">
                                      <p:cBhvr>
                                        <p:cTn id="43" dur="500"/>
                                        <p:tgtEl>
                                          <p:spTgt spid="123"/>
                                        </p:tgtEl>
                                        <p:attrNameLst>
                                          <p:attrName>ppt_h</p:attrName>
                                        </p:attrNameLst>
                                      </p:cBhvr>
                                      <p:tavLst>
                                        <p:tav tm="0">
                                          <p:val>
                                            <p:strVal val="ppt_h"/>
                                          </p:val>
                                        </p:tav>
                                        <p:tav tm="100000">
                                          <p:val>
                                            <p:fltVal val="0"/>
                                          </p:val>
                                        </p:tav>
                                      </p:tavLst>
                                    </p:anim>
                                    <p:animEffect transition="out" filter="fade">
                                      <p:cBhvr>
                                        <p:cTn id="44" dur="500"/>
                                        <p:tgtEl>
                                          <p:spTgt spid="123"/>
                                        </p:tgtEl>
                                      </p:cBhvr>
                                    </p:animEffect>
                                    <p:set>
                                      <p:cBhvr>
                                        <p:cTn id="45" dur="1" fill="hold">
                                          <p:stCondLst>
                                            <p:cond delay="499"/>
                                          </p:stCondLst>
                                        </p:cTn>
                                        <p:tgtEl>
                                          <p:spTgt spid="123"/>
                                        </p:tgtEl>
                                        <p:attrNameLst>
                                          <p:attrName>style.visibility</p:attrName>
                                        </p:attrNameLst>
                                      </p:cBhvr>
                                      <p:to>
                                        <p:strVal val="hidden"/>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124"/>
                                        </p:tgtEl>
                                        <p:attrNameLst>
                                          <p:attrName>style.visibility</p:attrName>
                                        </p:attrNameLst>
                                      </p:cBhvr>
                                      <p:to>
                                        <p:strVal val="visible"/>
                                      </p:to>
                                    </p:set>
                                    <p:anim calcmode="lin" valueType="num">
                                      <p:cBhvr>
                                        <p:cTn id="50" dur="500" fill="hold"/>
                                        <p:tgtEl>
                                          <p:spTgt spid="124"/>
                                        </p:tgtEl>
                                        <p:attrNameLst>
                                          <p:attrName>ppt_w</p:attrName>
                                        </p:attrNameLst>
                                      </p:cBhvr>
                                      <p:tavLst>
                                        <p:tav tm="0">
                                          <p:val>
                                            <p:fltVal val="0"/>
                                          </p:val>
                                        </p:tav>
                                        <p:tav tm="100000">
                                          <p:val>
                                            <p:strVal val="#ppt_w"/>
                                          </p:val>
                                        </p:tav>
                                      </p:tavLst>
                                    </p:anim>
                                    <p:anim calcmode="lin" valueType="num">
                                      <p:cBhvr>
                                        <p:cTn id="51" dur="500" fill="hold"/>
                                        <p:tgtEl>
                                          <p:spTgt spid="124"/>
                                        </p:tgtEl>
                                        <p:attrNameLst>
                                          <p:attrName>ppt_h</p:attrName>
                                        </p:attrNameLst>
                                      </p:cBhvr>
                                      <p:tavLst>
                                        <p:tav tm="0">
                                          <p:val>
                                            <p:fltVal val="0"/>
                                          </p:val>
                                        </p:tav>
                                        <p:tav tm="100000">
                                          <p:val>
                                            <p:strVal val="#ppt_h"/>
                                          </p:val>
                                        </p:tav>
                                      </p:tavLst>
                                    </p:anim>
                                    <p:animEffect transition="in" filter="fade">
                                      <p:cBhvr>
                                        <p:cTn id="52" dur="500"/>
                                        <p:tgtEl>
                                          <p:spTgt spid="124"/>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25"/>
                                        </p:tgtEl>
                                        <p:attrNameLst>
                                          <p:attrName>style.visibility</p:attrName>
                                        </p:attrNameLst>
                                      </p:cBhvr>
                                      <p:to>
                                        <p:strVal val="visible"/>
                                      </p:to>
                                    </p:set>
                                    <p:anim calcmode="lin" valueType="num">
                                      <p:cBhvr>
                                        <p:cTn id="55" dur="500" fill="hold"/>
                                        <p:tgtEl>
                                          <p:spTgt spid="125"/>
                                        </p:tgtEl>
                                        <p:attrNameLst>
                                          <p:attrName>ppt_w</p:attrName>
                                        </p:attrNameLst>
                                      </p:cBhvr>
                                      <p:tavLst>
                                        <p:tav tm="0">
                                          <p:val>
                                            <p:fltVal val="0"/>
                                          </p:val>
                                        </p:tav>
                                        <p:tav tm="100000">
                                          <p:val>
                                            <p:strVal val="#ppt_w"/>
                                          </p:val>
                                        </p:tav>
                                      </p:tavLst>
                                    </p:anim>
                                    <p:anim calcmode="lin" valueType="num">
                                      <p:cBhvr>
                                        <p:cTn id="56" dur="500" fill="hold"/>
                                        <p:tgtEl>
                                          <p:spTgt spid="125"/>
                                        </p:tgtEl>
                                        <p:attrNameLst>
                                          <p:attrName>ppt_h</p:attrName>
                                        </p:attrNameLst>
                                      </p:cBhvr>
                                      <p:tavLst>
                                        <p:tav tm="0">
                                          <p:val>
                                            <p:fltVal val="0"/>
                                          </p:val>
                                        </p:tav>
                                        <p:tav tm="100000">
                                          <p:val>
                                            <p:strVal val="#ppt_h"/>
                                          </p:val>
                                        </p:tav>
                                      </p:tavLst>
                                    </p:anim>
                                    <p:animEffect transition="in" filter="fade">
                                      <p:cBhvr>
                                        <p:cTn id="57" dur="500"/>
                                        <p:tgtEl>
                                          <p:spTgt spid="12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3" presetClass="exit" presetSubtype="32" fill="hold" grpId="1" nodeType="clickEffect">
                                  <p:stCondLst>
                                    <p:cond delay="0"/>
                                  </p:stCondLst>
                                  <p:childTnLst>
                                    <p:anim calcmode="lin" valueType="num">
                                      <p:cBhvr>
                                        <p:cTn id="61" dur="500"/>
                                        <p:tgtEl>
                                          <p:spTgt spid="124"/>
                                        </p:tgtEl>
                                        <p:attrNameLst>
                                          <p:attrName>ppt_w</p:attrName>
                                        </p:attrNameLst>
                                      </p:cBhvr>
                                      <p:tavLst>
                                        <p:tav tm="0">
                                          <p:val>
                                            <p:strVal val="ppt_w"/>
                                          </p:val>
                                        </p:tav>
                                        <p:tav tm="100000">
                                          <p:val>
                                            <p:fltVal val="0"/>
                                          </p:val>
                                        </p:tav>
                                      </p:tavLst>
                                    </p:anim>
                                    <p:anim calcmode="lin" valueType="num">
                                      <p:cBhvr>
                                        <p:cTn id="62" dur="500"/>
                                        <p:tgtEl>
                                          <p:spTgt spid="124"/>
                                        </p:tgtEl>
                                        <p:attrNameLst>
                                          <p:attrName>ppt_h</p:attrName>
                                        </p:attrNameLst>
                                      </p:cBhvr>
                                      <p:tavLst>
                                        <p:tav tm="0">
                                          <p:val>
                                            <p:strVal val="ppt_h"/>
                                          </p:val>
                                        </p:tav>
                                        <p:tav tm="100000">
                                          <p:val>
                                            <p:fltVal val="0"/>
                                          </p:val>
                                        </p:tav>
                                      </p:tavLst>
                                    </p:anim>
                                    <p:animEffect transition="out" filter="fade">
                                      <p:cBhvr>
                                        <p:cTn id="63" dur="500"/>
                                        <p:tgtEl>
                                          <p:spTgt spid="124"/>
                                        </p:tgtEl>
                                      </p:cBhvr>
                                    </p:animEffect>
                                    <p:set>
                                      <p:cBhvr>
                                        <p:cTn id="64" dur="1" fill="hold">
                                          <p:stCondLst>
                                            <p:cond delay="499"/>
                                          </p:stCondLst>
                                        </p:cTn>
                                        <p:tgtEl>
                                          <p:spTgt spid="124"/>
                                        </p:tgtEl>
                                        <p:attrNameLst>
                                          <p:attrName>style.visibility</p:attrName>
                                        </p:attrNameLst>
                                      </p:cBhvr>
                                      <p:to>
                                        <p:strVal val="hidden"/>
                                      </p:to>
                                    </p:set>
                                  </p:childTnLst>
                                </p:cTn>
                              </p:par>
                              <p:par>
                                <p:cTn id="65" presetID="53" presetClass="exit" presetSubtype="32" fill="hold" grpId="1" nodeType="withEffect">
                                  <p:stCondLst>
                                    <p:cond delay="0"/>
                                  </p:stCondLst>
                                  <p:childTnLst>
                                    <p:anim calcmode="lin" valueType="num">
                                      <p:cBhvr>
                                        <p:cTn id="66" dur="500"/>
                                        <p:tgtEl>
                                          <p:spTgt spid="125"/>
                                        </p:tgtEl>
                                        <p:attrNameLst>
                                          <p:attrName>ppt_w</p:attrName>
                                        </p:attrNameLst>
                                      </p:cBhvr>
                                      <p:tavLst>
                                        <p:tav tm="0">
                                          <p:val>
                                            <p:strVal val="ppt_w"/>
                                          </p:val>
                                        </p:tav>
                                        <p:tav tm="100000">
                                          <p:val>
                                            <p:fltVal val="0"/>
                                          </p:val>
                                        </p:tav>
                                      </p:tavLst>
                                    </p:anim>
                                    <p:anim calcmode="lin" valueType="num">
                                      <p:cBhvr>
                                        <p:cTn id="67" dur="500"/>
                                        <p:tgtEl>
                                          <p:spTgt spid="125"/>
                                        </p:tgtEl>
                                        <p:attrNameLst>
                                          <p:attrName>ppt_h</p:attrName>
                                        </p:attrNameLst>
                                      </p:cBhvr>
                                      <p:tavLst>
                                        <p:tav tm="0">
                                          <p:val>
                                            <p:strVal val="ppt_h"/>
                                          </p:val>
                                        </p:tav>
                                        <p:tav tm="100000">
                                          <p:val>
                                            <p:fltVal val="0"/>
                                          </p:val>
                                        </p:tav>
                                      </p:tavLst>
                                    </p:anim>
                                    <p:animEffect transition="out" filter="fade">
                                      <p:cBhvr>
                                        <p:cTn id="68" dur="500"/>
                                        <p:tgtEl>
                                          <p:spTgt spid="125"/>
                                        </p:tgtEl>
                                      </p:cBhvr>
                                    </p:animEffect>
                                    <p:set>
                                      <p:cBhvr>
                                        <p:cTn id="69" dur="1" fill="hold">
                                          <p:stCondLst>
                                            <p:cond delay="499"/>
                                          </p:stCondLst>
                                        </p:cTn>
                                        <p:tgtEl>
                                          <p:spTgt spid="125"/>
                                        </p:tgtEl>
                                        <p:attrNameLst>
                                          <p:attrName>style.visibility</p:attrName>
                                        </p:attrNameLst>
                                      </p:cBhvr>
                                      <p:to>
                                        <p:strVal val="hidden"/>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53" presetClass="entr" presetSubtype="16" fill="hold" grpId="0" nodeType="clickEffect">
                                  <p:stCondLst>
                                    <p:cond delay="0"/>
                                  </p:stCondLst>
                                  <p:childTnLst>
                                    <p:set>
                                      <p:cBhvr>
                                        <p:cTn id="73" dur="1" fill="hold">
                                          <p:stCondLst>
                                            <p:cond delay="0"/>
                                          </p:stCondLst>
                                        </p:cTn>
                                        <p:tgtEl>
                                          <p:spTgt spid="126"/>
                                        </p:tgtEl>
                                        <p:attrNameLst>
                                          <p:attrName>style.visibility</p:attrName>
                                        </p:attrNameLst>
                                      </p:cBhvr>
                                      <p:to>
                                        <p:strVal val="visible"/>
                                      </p:to>
                                    </p:set>
                                    <p:anim calcmode="lin" valueType="num">
                                      <p:cBhvr>
                                        <p:cTn id="74" dur="500" fill="hold"/>
                                        <p:tgtEl>
                                          <p:spTgt spid="126"/>
                                        </p:tgtEl>
                                        <p:attrNameLst>
                                          <p:attrName>ppt_w</p:attrName>
                                        </p:attrNameLst>
                                      </p:cBhvr>
                                      <p:tavLst>
                                        <p:tav tm="0">
                                          <p:val>
                                            <p:fltVal val="0"/>
                                          </p:val>
                                        </p:tav>
                                        <p:tav tm="100000">
                                          <p:val>
                                            <p:strVal val="#ppt_w"/>
                                          </p:val>
                                        </p:tav>
                                      </p:tavLst>
                                    </p:anim>
                                    <p:anim calcmode="lin" valueType="num">
                                      <p:cBhvr>
                                        <p:cTn id="75" dur="500" fill="hold"/>
                                        <p:tgtEl>
                                          <p:spTgt spid="126"/>
                                        </p:tgtEl>
                                        <p:attrNameLst>
                                          <p:attrName>ppt_h</p:attrName>
                                        </p:attrNameLst>
                                      </p:cBhvr>
                                      <p:tavLst>
                                        <p:tav tm="0">
                                          <p:val>
                                            <p:fltVal val="0"/>
                                          </p:val>
                                        </p:tav>
                                        <p:tav tm="100000">
                                          <p:val>
                                            <p:strVal val="#ppt_h"/>
                                          </p:val>
                                        </p:tav>
                                      </p:tavLst>
                                    </p:anim>
                                    <p:animEffect transition="in" filter="fade">
                                      <p:cBhvr>
                                        <p:cTn id="76" dur="500"/>
                                        <p:tgtEl>
                                          <p:spTgt spid="126"/>
                                        </p:tgtEl>
                                      </p:cBhvr>
                                    </p:animEffect>
                                  </p:childTnLst>
                                </p:cTn>
                              </p:par>
                              <p:par>
                                <p:cTn id="77" presetID="53" presetClass="entr" presetSubtype="16" fill="hold" grpId="0" nodeType="withEffect">
                                  <p:stCondLst>
                                    <p:cond delay="0"/>
                                  </p:stCondLst>
                                  <p:childTnLst>
                                    <p:set>
                                      <p:cBhvr>
                                        <p:cTn id="78" dur="1" fill="hold">
                                          <p:stCondLst>
                                            <p:cond delay="0"/>
                                          </p:stCondLst>
                                        </p:cTn>
                                        <p:tgtEl>
                                          <p:spTgt spid="127"/>
                                        </p:tgtEl>
                                        <p:attrNameLst>
                                          <p:attrName>style.visibility</p:attrName>
                                        </p:attrNameLst>
                                      </p:cBhvr>
                                      <p:to>
                                        <p:strVal val="visible"/>
                                      </p:to>
                                    </p:set>
                                    <p:anim calcmode="lin" valueType="num">
                                      <p:cBhvr>
                                        <p:cTn id="79" dur="500" fill="hold"/>
                                        <p:tgtEl>
                                          <p:spTgt spid="127"/>
                                        </p:tgtEl>
                                        <p:attrNameLst>
                                          <p:attrName>ppt_w</p:attrName>
                                        </p:attrNameLst>
                                      </p:cBhvr>
                                      <p:tavLst>
                                        <p:tav tm="0">
                                          <p:val>
                                            <p:fltVal val="0"/>
                                          </p:val>
                                        </p:tav>
                                        <p:tav tm="100000">
                                          <p:val>
                                            <p:strVal val="#ppt_w"/>
                                          </p:val>
                                        </p:tav>
                                      </p:tavLst>
                                    </p:anim>
                                    <p:anim calcmode="lin" valueType="num">
                                      <p:cBhvr>
                                        <p:cTn id="80" dur="500" fill="hold"/>
                                        <p:tgtEl>
                                          <p:spTgt spid="127"/>
                                        </p:tgtEl>
                                        <p:attrNameLst>
                                          <p:attrName>ppt_h</p:attrName>
                                        </p:attrNameLst>
                                      </p:cBhvr>
                                      <p:tavLst>
                                        <p:tav tm="0">
                                          <p:val>
                                            <p:fltVal val="0"/>
                                          </p:val>
                                        </p:tav>
                                        <p:tav tm="100000">
                                          <p:val>
                                            <p:strVal val="#ppt_h"/>
                                          </p:val>
                                        </p:tav>
                                      </p:tavLst>
                                    </p:anim>
                                    <p:animEffect transition="in" filter="fade">
                                      <p:cBhvr>
                                        <p:cTn id="81"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121" grpId="0" animBg="1"/>
      <p:bldP spid="122" grpId="0" animBg="1"/>
      <p:bldP spid="122" grpId="1" animBg="1"/>
      <p:bldP spid="123" grpId="0" animBg="1"/>
      <p:bldP spid="123" grpId="1" animBg="1"/>
      <p:bldP spid="124" grpId="0" animBg="1"/>
      <p:bldP spid="124" grpId="1" animBg="1"/>
      <p:bldP spid="125" grpId="0" animBg="1"/>
      <p:bldP spid="125" grpId="1" animBg="1"/>
      <p:bldP spid="126" grpId="0" animBg="1"/>
      <p:bldP spid="12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8DDC1C18-B33A-465E-850D-095C10C85B3B}"/>
                  </a:ext>
                </a:extLst>
              </p:cNvPr>
              <p:cNvSpPr>
                <a:spLocks noGrp="1"/>
              </p:cNvSpPr>
              <p:nvPr>
                <p:ph idx="1"/>
              </p:nvPr>
            </p:nvSpPr>
            <p:spPr>
              <a:xfrm>
                <a:off x="539552" y="1041165"/>
                <a:ext cx="8280920" cy="3225800"/>
              </a:xfrm>
            </p:spPr>
            <p:txBody>
              <a:bodyPr/>
              <a:lstStyle/>
              <a:p>
                <a:pPr marL="0" indent="0" algn="ctr">
                  <a:buNone/>
                </a:pPr>
                <a:r>
                  <a:rPr lang="zh-CN" altLang="en-US" sz="2800" b="1" dirty="0"/>
                  <a:t>设</a:t>
                </a:r>
                <a14:m>
                  <m:oMath xmlns:m="http://schemas.openxmlformats.org/officeDocument/2006/math">
                    <m:r>
                      <m:rPr>
                        <m:nor/>
                      </m:rPr>
                      <a:rPr lang="zh-CN" altLang="en-US" sz="2800" b="1" dirty="0"/>
                      <m:t>有</m:t>
                    </m:r>
                    <m:r>
                      <a:rPr lang="zh-CN" altLang="en-US" sz="2800" b="0" i="1" dirty="0">
                        <a:latin typeface="Cambria Math" panose="02040503050406030204" pitchFamily="18" charset="0"/>
                      </a:rPr>
                      <m:t>规范推导</m:t>
                    </m:r>
                    <m:r>
                      <a:rPr lang="en-US" altLang="zh-CN" sz="2800" b="1" i="1" dirty="0" smtClean="0">
                        <a:latin typeface="Cambria Math" panose="02040503050406030204" pitchFamily="18" charset="0"/>
                      </a:rPr>
                      <m:t>𝑺</m:t>
                    </m:r>
                    <m:groupChr>
                      <m:groupChrPr>
                        <m:chr m:val="⇒"/>
                        <m:pos m:val="top"/>
                        <m:ctrlPr>
                          <a:rPr lang="en-US" altLang="zh-CN" sz="2800" b="1" i="1" dirty="0" smtClean="0">
                            <a:latin typeface="Cambria Math" panose="02040503050406030204" pitchFamily="18" charset="0"/>
                          </a:rPr>
                        </m:ctrlPr>
                      </m:groupChrPr>
                      <m:e>
                        <m:r>
                          <m:rPr>
                            <m:brk m:alnAt="1"/>
                          </m:rPr>
                          <a:rPr lang="en-US" altLang="zh-CN" sz="2800" b="1" i="1" dirty="0" smtClean="0">
                            <a:latin typeface="Cambria Math" panose="02040503050406030204" pitchFamily="18" charset="0"/>
                          </a:rPr>
                          <m:t>𝒓</m:t>
                        </m:r>
                        <m:r>
                          <a:rPr lang="en-US" altLang="zh-CN" sz="2800" b="1" i="1" dirty="0" smtClean="0">
                            <a:latin typeface="Cambria Math" panose="02040503050406030204" pitchFamily="18" charset="0"/>
                          </a:rPr>
                          <m:t>𝒎</m:t>
                        </m:r>
                        <m:r>
                          <a:rPr lang="en-US" altLang="zh-CN" sz="2800" b="1" i="1" dirty="0" smtClean="0">
                            <a:latin typeface="Cambria Math" panose="02040503050406030204" pitchFamily="18" charset="0"/>
                          </a:rPr>
                          <m:t>∗</m:t>
                        </m:r>
                      </m:e>
                    </m:groupChr>
                    <m:r>
                      <a:rPr lang="zh-CN" altLang="en-US" sz="2800" b="1" i="1">
                        <a:latin typeface="Cambria Math" panose="02040503050406030204" pitchFamily="18" charset="0"/>
                      </a:rPr>
                      <m:t>𝜸</m:t>
                    </m:r>
                    <m:r>
                      <a:rPr lang="en-US" altLang="zh-CN" sz="2800" b="1" i="1" smtClean="0">
                        <a:solidFill>
                          <a:srgbClr val="0070C0"/>
                        </a:solidFill>
                        <a:latin typeface="Cambria Math" panose="02040503050406030204" pitchFamily="18" charset="0"/>
                      </a:rPr>
                      <m:t>𝑨</m:t>
                    </m:r>
                    <m:r>
                      <a:rPr lang="en-US" altLang="zh-CN" sz="2800" b="1" i="1">
                        <a:latin typeface="Cambria Math" panose="02040503050406030204" pitchFamily="18" charset="0"/>
                      </a:rPr>
                      <m:t>𝒃𝒘</m:t>
                    </m:r>
                    <m:groupChr>
                      <m:groupChrPr>
                        <m:chr m:val="⇒"/>
                        <m:pos m:val="top"/>
                        <m:ctrlPr>
                          <a:rPr lang="en-US" altLang="zh-CN" sz="2800" b="1" i="1" smtClean="0">
                            <a:latin typeface="Cambria Math" panose="02040503050406030204" pitchFamily="18" charset="0"/>
                          </a:rPr>
                        </m:ctrlPr>
                      </m:groupChrPr>
                      <m:e>
                        <m:r>
                          <m:rPr>
                            <m:brk m:alnAt="1"/>
                          </m:rPr>
                          <a:rPr lang="en-US" altLang="zh-CN" sz="2800" b="1" i="1" smtClean="0">
                            <a:latin typeface="Cambria Math" panose="02040503050406030204" pitchFamily="18" charset="0"/>
                          </a:rPr>
                          <m:t>𝒓</m:t>
                        </m:r>
                        <m:r>
                          <a:rPr lang="en-US" altLang="zh-CN" sz="2800" b="1" i="1" smtClean="0">
                            <a:latin typeface="Cambria Math" panose="02040503050406030204" pitchFamily="18" charset="0"/>
                          </a:rPr>
                          <m:t>𝒎</m:t>
                        </m:r>
                      </m:e>
                    </m:groupChr>
                    <m:r>
                      <a:rPr lang="zh-CN" altLang="en-US" sz="2800" b="1" i="1" smtClean="0">
                        <a:latin typeface="Cambria Math" panose="02040503050406030204" pitchFamily="18" charset="0"/>
                      </a:rPr>
                      <m:t>𝜸</m:t>
                    </m:r>
                    <m:r>
                      <a:rPr lang="en-US" altLang="zh-CN" sz="2800" b="1" i="1" smtClean="0">
                        <a:solidFill>
                          <a:srgbClr val="0070C0"/>
                        </a:solidFill>
                        <a:latin typeface="Cambria Math" panose="02040503050406030204" pitchFamily="18" charset="0"/>
                      </a:rPr>
                      <m:t>𝒍</m:t>
                    </m:r>
                    <m:r>
                      <a:rPr lang="zh-CN" altLang="en-US" sz="2800" b="1" i="1" smtClean="0">
                        <a:solidFill>
                          <a:srgbClr val="0070C0"/>
                        </a:solidFill>
                        <a:latin typeface="Cambria Math" panose="02040503050406030204" pitchFamily="18" charset="0"/>
                      </a:rPr>
                      <m:t>𝜷</m:t>
                    </m:r>
                    <m:r>
                      <a:rPr lang="en-US" altLang="zh-CN" sz="2800" b="1" i="1" smtClean="0">
                        <a:latin typeface="Cambria Math" panose="02040503050406030204" pitchFamily="18" charset="0"/>
                      </a:rPr>
                      <m:t>𝒃𝒘</m:t>
                    </m:r>
                    <m:r>
                      <a:rPr lang="en-US" altLang="zh-CN" sz="2800" b="1" i="1" smtClean="0">
                        <a:latin typeface="Cambria Math" panose="02040503050406030204" pitchFamily="18" charset="0"/>
                      </a:rPr>
                      <m:t> </m:t>
                    </m:r>
                  </m:oMath>
                </a14:m>
                <a:endParaRPr lang="en-US" altLang="zh-CN" sz="2800" b="1" dirty="0"/>
              </a:p>
              <a:p>
                <a:pPr marL="0" indent="0">
                  <a:buNone/>
                </a:pPr>
                <a14:m>
                  <m:oMath xmlns:m="http://schemas.openxmlformats.org/officeDocument/2006/math">
                    <m:r>
                      <a:rPr lang="en-US" altLang="zh-CN" b="1" i="1" dirty="0">
                        <a:latin typeface="Cambria Math" panose="02040503050406030204" pitchFamily="18" charset="0"/>
                      </a:rPr>
                      <m:t>𝑨</m:t>
                    </m:r>
                    <m:r>
                      <a:rPr lang="en-US" altLang="zh-CN" b="1" i="1" dirty="0" smtClean="0">
                        <a:latin typeface="Cambria Math" panose="02040503050406030204" pitchFamily="18" charset="0"/>
                        <a:ea typeface="Cambria Math" panose="02040503050406030204" pitchFamily="18" charset="0"/>
                      </a:rPr>
                      <m:t>→</m:t>
                    </m:r>
                    <m:r>
                      <a:rPr lang="en-US" altLang="zh-CN" b="1" i="1" dirty="0" smtClean="0">
                        <a:latin typeface="Cambria Math" panose="02040503050406030204" pitchFamily="18" charset="0"/>
                        <a:ea typeface="Cambria Math" panose="02040503050406030204" pitchFamily="18" charset="0"/>
                      </a:rPr>
                      <m:t>𝒍</m:t>
                    </m:r>
                    <m:r>
                      <a:rPr lang="zh-CN" altLang="en-US" b="1" i="1" dirty="0" smtClean="0">
                        <a:latin typeface="Cambria Math" panose="02040503050406030204" pitchFamily="18" charset="0"/>
                        <a:ea typeface="Cambria Math" panose="02040503050406030204" pitchFamily="18" charset="0"/>
                      </a:rPr>
                      <m:t>𝜷</m:t>
                    </m:r>
                    <m:r>
                      <a:rPr lang="zh-CN" altLang="en-US" b="1" i="0" dirty="0" smtClean="0">
                        <a:latin typeface="Cambria Math" panose="02040503050406030204" pitchFamily="18" charset="0"/>
                        <a:ea typeface="Cambria Math" panose="02040503050406030204" pitchFamily="18" charset="0"/>
                      </a:rPr>
                      <m:t>𝛜</m:t>
                    </m:r>
                    <m:r>
                      <a:rPr lang="en-US" altLang="zh-CN" b="1" i="1" dirty="0" smtClean="0">
                        <a:latin typeface="Cambria Math" panose="02040503050406030204" pitchFamily="18" charset="0"/>
                        <a:ea typeface="Cambria Math" panose="02040503050406030204" pitchFamily="18" charset="0"/>
                      </a:rPr>
                      <m:t>𝑷</m:t>
                    </m:r>
                  </m:oMath>
                </a14:m>
                <a:r>
                  <a:rPr lang="en-US" altLang="zh-CN" b="1" dirty="0"/>
                  <a:t>, </a:t>
                </a:r>
                <a14:m>
                  <m:oMath xmlns:m="http://schemas.openxmlformats.org/officeDocument/2006/math">
                    <m:r>
                      <a:rPr lang="en-US" altLang="zh-CN" b="1" i="1" dirty="0">
                        <a:latin typeface="Cambria Math" panose="02040503050406030204" pitchFamily="18" charset="0"/>
                        <a:ea typeface="Cambria Math" panose="02040503050406030204" pitchFamily="18" charset="0"/>
                      </a:rPr>
                      <m:t>𝒍</m:t>
                    </m:r>
                    <m:r>
                      <a:rPr lang="zh-CN" altLang="en-US" b="1" dirty="0">
                        <a:latin typeface="Cambria Math" panose="02040503050406030204" pitchFamily="18" charset="0"/>
                        <a:ea typeface="Cambria Math" panose="02040503050406030204" pitchFamily="18" charset="0"/>
                      </a:rPr>
                      <m:t>𝛜</m:t>
                    </m:r>
                    <m:sSub>
                      <m:sSubPr>
                        <m:ctrlPr>
                          <a:rPr lang="en-US" altLang="zh-CN" b="1" i="1" dirty="0" smtClean="0">
                            <a:latin typeface="Cambria Math" panose="02040503050406030204" pitchFamily="18" charset="0"/>
                            <a:ea typeface="Cambria Math" panose="02040503050406030204" pitchFamily="18" charset="0"/>
                          </a:rPr>
                        </m:ctrlPr>
                      </m:sSubPr>
                      <m:e>
                        <m:r>
                          <a:rPr lang="en-US" altLang="zh-CN" b="1" i="1" dirty="0" smtClean="0">
                            <a:latin typeface="Cambria Math" panose="02040503050406030204" pitchFamily="18" charset="0"/>
                            <a:ea typeface="Cambria Math" panose="02040503050406030204" pitchFamily="18" charset="0"/>
                          </a:rPr>
                          <m:t>𝑽</m:t>
                        </m:r>
                      </m:e>
                      <m:sub>
                        <m:r>
                          <a:rPr lang="en-US" altLang="zh-CN" b="1" i="1" dirty="0" smtClean="0">
                            <a:latin typeface="Cambria Math" panose="02040503050406030204" pitchFamily="18" charset="0"/>
                            <a:ea typeface="Cambria Math" panose="02040503050406030204" pitchFamily="18" charset="0"/>
                          </a:rPr>
                          <m:t>𝑻</m:t>
                        </m:r>
                      </m:sub>
                    </m:sSub>
                    <m:r>
                      <a:rPr lang="en-US" altLang="zh-CN" b="1" i="1" dirty="0" smtClean="0">
                        <a:latin typeface="Cambria Math" panose="02040503050406030204" pitchFamily="18" charset="0"/>
                        <a:ea typeface="Cambria Math" panose="02040503050406030204" pitchFamily="18" charset="0"/>
                      </a:rPr>
                      <m:t>∪</m:t>
                    </m:r>
                    <m:sSub>
                      <m:sSubPr>
                        <m:ctrlPr>
                          <a:rPr lang="en-US" altLang="zh-CN" b="1" i="1" dirty="0" smtClean="0">
                            <a:latin typeface="Cambria Math" panose="02040503050406030204" pitchFamily="18" charset="0"/>
                            <a:ea typeface="Cambria Math" panose="02040503050406030204" pitchFamily="18" charset="0"/>
                          </a:rPr>
                        </m:ctrlPr>
                      </m:sSubPr>
                      <m:e>
                        <m:r>
                          <a:rPr lang="en-US" altLang="zh-CN" b="1" i="1" dirty="0" smtClean="0">
                            <a:latin typeface="Cambria Math" panose="02040503050406030204" pitchFamily="18" charset="0"/>
                            <a:ea typeface="Cambria Math" panose="02040503050406030204" pitchFamily="18" charset="0"/>
                          </a:rPr>
                          <m:t>𝑽</m:t>
                        </m:r>
                      </m:e>
                      <m:sub>
                        <m:r>
                          <a:rPr lang="en-US" altLang="zh-CN" b="1" i="1" dirty="0" smtClean="0">
                            <a:latin typeface="Cambria Math" panose="02040503050406030204" pitchFamily="18" charset="0"/>
                            <a:ea typeface="Cambria Math" panose="02040503050406030204" pitchFamily="18" charset="0"/>
                          </a:rPr>
                          <m:t>𝑵</m:t>
                        </m:r>
                      </m:sub>
                    </m:sSub>
                  </m:oMath>
                </a14:m>
                <a:r>
                  <a:rPr lang="en-US" altLang="zh-CN" b="1" dirty="0"/>
                  <a:t>,</a:t>
                </a:r>
                <a14:m>
                  <m:oMath xmlns:m="http://schemas.openxmlformats.org/officeDocument/2006/math">
                    <m:r>
                      <a:rPr lang="en-US" altLang="zh-CN" b="1" i="0" smtClean="0">
                        <a:latin typeface="Cambria Math" panose="02040503050406030204" pitchFamily="18" charset="0"/>
                      </a:rPr>
                      <m:t>     </m:t>
                    </m:r>
                    <m:r>
                      <a:rPr lang="zh-CN" altLang="en-US" b="1" i="1">
                        <a:latin typeface="Cambria Math" panose="02040503050406030204" pitchFamily="18" charset="0"/>
                      </a:rPr>
                      <m:t>𝜸</m:t>
                    </m:r>
                    <m:r>
                      <a:rPr lang="en-US" altLang="zh-CN" b="1" i="1" smtClean="0">
                        <a:latin typeface="Cambria Math" panose="02040503050406030204" pitchFamily="18" charset="0"/>
                      </a:rPr>
                      <m:t>,</m:t>
                    </m:r>
                    <m:r>
                      <a:rPr lang="zh-CN" altLang="en-US" b="1" i="1" dirty="0">
                        <a:latin typeface="Cambria Math" panose="02040503050406030204" pitchFamily="18" charset="0"/>
                        <a:ea typeface="Cambria Math" panose="02040503050406030204" pitchFamily="18" charset="0"/>
                      </a:rPr>
                      <m:t>𝜷</m:t>
                    </m:r>
                    <m:r>
                      <a:rPr lang="zh-CN" altLang="en-US" b="1" dirty="0">
                        <a:latin typeface="Cambria Math" panose="02040503050406030204" pitchFamily="18" charset="0"/>
                        <a:ea typeface="Cambria Math" panose="02040503050406030204" pitchFamily="18" charset="0"/>
                      </a:rPr>
                      <m:t>𝛜</m:t>
                    </m:r>
                    <m:sSup>
                      <m:sSupPr>
                        <m:ctrlPr>
                          <a:rPr lang="en-US" altLang="zh-CN" b="1" i="1" dirty="0" smtClean="0">
                            <a:latin typeface="Cambria Math" panose="02040503050406030204" pitchFamily="18" charset="0"/>
                            <a:ea typeface="Cambria Math" panose="02040503050406030204" pitchFamily="18" charset="0"/>
                          </a:rPr>
                        </m:ctrlPr>
                      </m:sSupPr>
                      <m:e>
                        <m:d>
                          <m:dPr>
                            <m:ctrlPr>
                              <a:rPr lang="en-US" altLang="zh-CN" b="1" i="1" dirty="0" smtClean="0">
                                <a:latin typeface="Cambria Math" panose="02040503050406030204" pitchFamily="18" charset="0"/>
                                <a:ea typeface="Cambria Math" panose="02040503050406030204" pitchFamily="18" charset="0"/>
                              </a:rPr>
                            </m:ctrlPr>
                          </m:dPr>
                          <m:e>
                            <m:sSub>
                              <m:sSubPr>
                                <m:ctrlPr>
                                  <a:rPr lang="en-US" altLang="zh-CN" b="1" i="1" dirty="0">
                                    <a:latin typeface="Cambria Math" panose="02040503050406030204" pitchFamily="18" charset="0"/>
                                    <a:ea typeface="Cambria Math" panose="02040503050406030204" pitchFamily="18" charset="0"/>
                                  </a:rPr>
                                </m:ctrlPr>
                              </m:sSubPr>
                              <m:e>
                                <m:r>
                                  <a:rPr lang="en-US" altLang="zh-CN" b="1" i="1" dirty="0">
                                    <a:latin typeface="Cambria Math" panose="02040503050406030204" pitchFamily="18" charset="0"/>
                                    <a:ea typeface="Cambria Math" panose="02040503050406030204" pitchFamily="18" charset="0"/>
                                  </a:rPr>
                                  <m:t>𝑽</m:t>
                                </m:r>
                              </m:e>
                              <m:sub>
                                <m:r>
                                  <a:rPr lang="en-US" altLang="zh-CN" b="1" i="1" dirty="0">
                                    <a:latin typeface="Cambria Math" panose="02040503050406030204" pitchFamily="18" charset="0"/>
                                    <a:ea typeface="Cambria Math" panose="02040503050406030204" pitchFamily="18" charset="0"/>
                                  </a:rPr>
                                  <m:t>𝑻</m:t>
                                </m:r>
                              </m:sub>
                            </m:sSub>
                            <m:r>
                              <a:rPr lang="en-US" altLang="zh-CN" b="1" i="1" dirty="0">
                                <a:latin typeface="Cambria Math" panose="02040503050406030204" pitchFamily="18" charset="0"/>
                                <a:ea typeface="Cambria Math" panose="02040503050406030204" pitchFamily="18" charset="0"/>
                              </a:rPr>
                              <m:t>∪</m:t>
                            </m:r>
                            <m:sSub>
                              <m:sSubPr>
                                <m:ctrlPr>
                                  <a:rPr lang="en-US" altLang="zh-CN" b="1" i="1" dirty="0">
                                    <a:latin typeface="Cambria Math" panose="02040503050406030204" pitchFamily="18" charset="0"/>
                                    <a:ea typeface="Cambria Math" panose="02040503050406030204" pitchFamily="18" charset="0"/>
                                  </a:rPr>
                                </m:ctrlPr>
                              </m:sSubPr>
                              <m:e>
                                <m:r>
                                  <a:rPr lang="en-US" altLang="zh-CN" b="1" i="1" dirty="0">
                                    <a:latin typeface="Cambria Math" panose="02040503050406030204" pitchFamily="18" charset="0"/>
                                    <a:ea typeface="Cambria Math" panose="02040503050406030204" pitchFamily="18" charset="0"/>
                                  </a:rPr>
                                  <m:t>𝑽</m:t>
                                </m:r>
                              </m:e>
                              <m:sub>
                                <m:r>
                                  <a:rPr lang="en-US" altLang="zh-CN" b="1" i="1" dirty="0">
                                    <a:latin typeface="Cambria Math" panose="02040503050406030204" pitchFamily="18" charset="0"/>
                                    <a:ea typeface="Cambria Math" panose="02040503050406030204" pitchFamily="18" charset="0"/>
                                  </a:rPr>
                                  <m:t>𝑵</m:t>
                                </m:r>
                              </m:sub>
                            </m:sSub>
                          </m:e>
                        </m:d>
                      </m:e>
                      <m:sup>
                        <m:r>
                          <a:rPr lang="en-US" altLang="zh-CN" b="1" i="1" dirty="0" smtClean="0">
                            <a:latin typeface="Cambria Math" panose="02040503050406030204" pitchFamily="18" charset="0"/>
                            <a:ea typeface="Cambria Math" panose="02040503050406030204" pitchFamily="18" charset="0"/>
                          </a:rPr>
                          <m:t>∗</m:t>
                        </m:r>
                      </m:sup>
                    </m:sSup>
                  </m:oMath>
                </a14:m>
                <a:r>
                  <a:rPr lang="en-US" altLang="zh-CN" b="1" dirty="0"/>
                  <a:t>,</a:t>
                </a:r>
                <a14:m>
                  <m:oMath xmlns:m="http://schemas.openxmlformats.org/officeDocument/2006/math">
                    <m:r>
                      <a:rPr lang="en-US" altLang="zh-CN" b="1" i="0" dirty="0" smtClean="0">
                        <a:latin typeface="Cambria Math" panose="02040503050406030204" pitchFamily="18" charset="0"/>
                        <a:ea typeface="Cambria Math" panose="02040503050406030204" pitchFamily="18" charset="0"/>
                      </a:rPr>
                      <m:t>    </m:t>
                    </m:r>
                    <m:r>
                      <a:rPr lang="en-US" altLang="zh-CN" b="1" i="1" dirty="0" smtClean="0">
                        <a:latin typeface="Cambria Math" panose="02040503050406030204" pitchFamily="18" charset="0"/>
                        <a:ea typeface="Cambria Math" panose="02040503050406030204" pitchFamily="18" charset="0"/>
                      </a:rPr>
                      <m:t>𝒃</m:t>
                    </m:r>
                    <m:r>
                      <a:rPr lang="zh-CN" altLang="en-US" b="1" dirty="0">
                        <a:latin typeface="Cambria Math" panose="02040503050406030204" pitchFamily="18" charset="0"/>
                        <a:ea typeface="Cambria Math" panose="02040503050406030204" pitchFamily="18" charset="0"/>
                      </a:rPr>
                      <m:t>𝛜</m:t>
                    </m:r>
                    <m:sSub>
                      <m:sSubPr>
                        <m:ctrlPr>
                          <a:rPr lang="en-US" altLang="zh-CN" b="1" i="1" dirty="0">
                            <a:latin typeface="Cambria Math" panose="02040503050406030204" pitchFamily="18" charset="0"/>
                            <a:ea typeface="Cambria Math" panose="02040503050406030204" pitchFamily="18" charset="0"/>
                          </a:rPr>
                        </m:ctrlPr>
                      </m:sSubPr>
                      <m:e>
                        <m:r>
                          <a:rPr lang="en-US" altLang="zh-CN" b="1" i="1" dirty="0">
                            <a:latin typeface="Cambria Math" panose="02040503050406030204" pitchFamily="18" charset="0"/>
                            <a:ea typeface="Cambria Math" panose="02040503050406030204" pitchFamily="18" charset="0"/>
                          </a:rPr>
                          <m:t>𝑽</m:t>
                        </m:r>
                      </m:e>
                      <m:sub>
                        <m:r>
                          <a:rPr lang="en-US" altLang="zh-CN" b="1" i="1" dirty="0">
                            <a:latin typeface="Cambria Math" panose="02040503050406030204" pitchFamily="18" charset="0"/>
                            <a:ea typeface="Cambria Math" panose="02040503050406030204" pitchFamily="18" charset="0"/>
                          </a:rPr>
                          <m:t>𝑻</m:t>
                        </m:r>
                      </m:sub>
                    </m:sSub>
                  </m:oMath>
                </a14:m>
                <a:r>
                  <a:rPr lang="en-US" altLang="zh-CN" b="1" dirty="0"/>
                  <a:t>, </a:t>
                </a:r>
                <a14:m>
                  <m:oMath xmlns:m="http://schemas.openxmlformats.org/officeDocument/2006/math">
                    <m:r>
                      <a:rPr lang="en-US" altLang="zh-CN" b="1" i="1" dirty="0" smtClean="0">
                        <a:latin typeface="Cambria Math" panose="02040503050406030204" pitchFamily="18" charset="0"/>
                        <a:ea typeface="Cambria Math" panose="02040503050406030204" pitchFamily="18" charset="0"/>
                      </a:rPr>
                      <m:t>𝒘</m:t>
                    </m:r>
                    <m:r>
                      <a:rPr lang="zh-CN" altLang="en-US" b="1" dirty="0">
                        <a:latin typeface="Cambria Math" panose="02040503050406030204" pitchFamily="18" charset="0"/>
                        <a:ea typeface="Cambria Math" panose="02040503050406030204" pitchFamily="18" charset="0"/>
                      </a:rPr>
                      <m:t>𝛜</m:t>
                    </m:r>
                    <m:sSup>
                      <m:sSupPr>
                        <m:ctrlPr>
                          <a:rPr lang="en-US" altLang="zh-CN" b="1" i="1" dirty="0">
                            <a:latin typeface="Cambria Math" panose="02040503050406030204" pitchFamily="18" charset="0"/>
                            <a:ea typeface="Cambria Math" panose="02040503050406030204" pitchFamily="18" charset="0"/>
                          </a:rPr>
                        </m:ctrlPr>
                      </m:sSupPr>
                      <m:e>
                        <m:d>
                          <m:dPr>
                            <m:ctrlPr>
                              <a:rPr lang="en-US" altLang="zh-CN" b="1" i="1" dirty="0">
                                <a:latin typeface="Cambria Math" panose="02040503050406030204" pitchFamily="18" charset="0"/>
                                <a:ea typeface="Cambria Math" panose="02040503050406030204" pitchFamily="18" charset="0"/>
                              </a:rPr>
                            </m:ctrlPr>
                          </m:dPr>
                          <m:e>
                            <m:sSub>
                              <m:sSubPr>
                                <m:ctrlPr>
                                  <a:rPr lang="en-US" altLang="zh-CN" b="1" i="1" dirty="0">
                                    <a:latin typeface="Cambria Math" panose="02040503050406030204" pitchFamily="18" charset="0"/>
                                    <a:ea typeface="Cambria Math" panose="02040503050406030204" pitchFamily="18" charset="0"/>
                                  </a:rPr>
                                </m:ctrlPr>
                              </m:sSubPr>
                              <m:e>
                                <m:r>
                                  <a:rPr lang="en-US" altLang="zh-CN" b="1" i="1" dirty="0">
                                    <a:latin typeface="Cambria Math" panose="02040503050406030204" pitchFamily="18" charset="0"/>
                                    <a:ea typeface="Cambria Math" panose="02040503050406030204" pitchFamily="18" charset="0"/>
                                  </a:rPr>
                                  <m:t>𝑽</m:t>
                                </m:r>
                              </m:e>
                              <m:sub>
                                <m:r>
                                  <a:rPr lang="en-US" altLang="zh-CN" b="1" i="1" dirty="0">
                                    <a:latin typeface="Cambria Math" panose="02040503050406030204" pitchFamily="18" charset="0"/>
                                    <a:ea typeface="Cambria Math" panose="02040503050406030204" pitchFamily="18" charset="0"/>
                                  </a:rPr>
                                  <m:t>𝑻</m:t>
                                </m:r>
                              </m:sub>
                            </m:sSub>
                          </m:e>
                        </m:d>
                      </m:e>
                      <m:sup>
                        <m:r>
                          <a:rPr lang="en-US" altLang="zh-CN" b="1" i="1" dirty="0">
                            <a:latin typeface="Cambria Math" panose="02040503050406030204" pitchFamily="18" charset="0"/>
                            <a:ea typeface="Cambria Math" panose="02040503050406030204" pitchFamily="18" charset="0"/>
                          </a:rPr>
                          <m:t>∗</m:t>
                        </m:r>
                      </m:sup>
                    </m:sSup>
                  </m:oMath>
                </a14:m>
                <a:endParaRPr lang="en-US" altLang="zh-CN" b="1" dirty="0"/>
              </a:p>
              <a:p>
                <a:r>
                  <a:rPr lang="en-US" altLang="zh-CN" sz="2800" b="1" dirty="0"/>
                  <a:t> </a:t>
                </a:r>
                <a:r>
                  <a:rPr lang="en-US" altLang="zh-CN" b="1" dirty="0"/>
                  <a:t>LL(1)</a:t>
                </a:r>
                <a:r>
                  <a:rPr lang="zh-CN" altLang="en-US" b="1" dirty="0"/>
                  <a:t>分析：在看见产生式体的第</a:t>
                </a:r>
                <a:r>
                  <a:rPr lang="en-US" altLang="zh-CN" b="1" dirty="0"/>
                  <a:t>1</a:t>
                </a:r>
                <a:r>
                  <a:rPr lang="zh-CN" altLang="en-US" b="1" dirty="0"/>
                  <a:t>个符号</a:t>
                </a:r>
                <a14:m>
                  <m:oMath xmlns:m="http://schemas.openxmlformats.org/officeDocument/2006/math">
                    <m:r>
                      <a:rPr lang="en-US" altLang="zh-CN" b="1" i="1">
                        <a:solidFill>
                          <a:srgbClr val="0070C0"/>
                        </a:solidFill>
                        <a:latin typeface="Cambria Math" panose="02040503050406030204" pitchFamily="18" charset="0"/>
                      </a:rPr>
                      <m:t>𝒍</m:t>
                    </m:r>
                  </m:oMath>
                </a14:m>
                <a:r>
                  <a:rPr lang="zh-CN" altLang="en-US" b="1" dirty="0"/>
                  <a:t> 时就必须决定使用哪个产生式推导。</a:t>
                </a:r>
                <a:endParaRPr lang="en-US" altLang="zh-CN" b="1" dirty="0"/>
              </a:p>
              <a:p>
                <a:r>
                  <a:rPr lang="en-US" altLang="zh-CN" b="1" dirty="0"/>
                  <a:t>LR(1)</a:t>
                </a:r>
                <a:r>
                  <a:rPr lang="zh-CN" altLang="en-US" b="1" dirty="0"/>
                  <a:t>分析：在看见了产生式体的所有符号</a:t>
                </a:r>
                <a14:m>
                  <m:oMath xmlns:m="http://schemas.openxmlformats.org/officeDocument/2006/math">
                    <m:r>
                      <a:rPr lang="en-US" altLang="zh-CN" b="1" i="1">
                        <a:solidFill>
                          <a:srgbClr val="0070C0"/>
                        </a:solidFill>
                        <a:latin typeface="Cambria Math" panose="02040503050406030204" pitchFamily="18" charset="0"/>
                      </a:rPr>
                      <m:t>𝒍</m:t>
                    </m:r>
                    <m:r>
                      <a:rPr lang="zh-CN" altLang="en-US" b="1" i="1">
                        <a:solidFill>
                          <a:srgbClr val="0070C0"/>
                        </a:solidFill>
                        <a:latin typeface="Cambria Math" panose="02040503050406030204" pitchFamily="18" charset="0"/>
                      </a:rPr>
                      <m:t>𝜷</m:t>
                    </m:r>
                  </m:oMath>
                </a14:m>
                <a:r>
                  <a:rPr lang="zh-CN" altLang="en-US" b="1" dirty="0"/>
                  <a:t>后，还要再向后看</a:t>
                </a:r>
                <a:r>
                  <a:rPr lang="en-US" altLang="zh-CN" b="1" dirty="0"/>
                  <a:t>1</a:t>
                </a:r>
                <a:r>
                  <a:rPr lang="zh-CN" altLang="en-US" b="1" dirty="0"/>
                  <a:t>个后继符号</a:t>
                </a:r>
                <a14:m>
                  <m:oMath xmlns:m="http://schemas.openxmlformats.org/officeDocument/2006/math">
                    <m:r>
                      <a:rPr lang="en-US" altLang="zh-CN" b="1" i="1" smtClean="0">
                        <a:solidFill>
                          <a:srgbClr val="0070C0"/>
                        </a:solidFill>
                        <a:latin typeface="Cambria Math" panose="02040503050406030204" pitchFamily="18" charset="0"/>
                      </a:rPr>
                      <m:t>𝒃</m:t>
                    </m:r>
                  </m:oMath>
                </a14:m>
                <a:r>
                  <a:rPr lang="zh-CN" altLang="en-US" b="1" dirty="0"/>
                  <a:t>才决定是否归约用哪个产生式归约，因此</a:t>
                </a:r>
                <a:r>
                  <a:rPr lang="zh-CN" altLang="en-US" b="1" dirty="0">
                    <a:solidFill>
                      <a:srgbClr val="0070C0"/>
                    </a:solidFill>
                  </a:rPr>
                  <a:t>分析能力更强</a:t>
                </a:r>
                <a:r>
                  <a:rPr lang="zh-CN" altLang="en-US" b="1" dirty="0"/>
                  <a:t>。</a:t>
                </a:r>
              </a:p>
            </p:txBody>
          </p:sp>
        </mc:Choice>
        <mc:Fallback xmlns="">
          <p:sp>
            <p:nvSpPr>
              <p:cNvPr id="5" name="内容占位符 4">
                <a:extLst>
                  <a:ext uri="{FF2B5EF4-FFF2-40B4-BE49-F238E27FC236}">
                    <a16:creationId xmlns:a16="http://schemas.microsoft.com/office/drawing/2014/main" id="{8DDC1C18-B33A-465E-850D-095C10C85B3B}"/>
                  </a:ext>
                </a:extLst>
              </p:cNvPr>
              <p:cNvSpPr>
                <a:spLocks noGrp="1" noRot="1" noChangeAspect="1" noMove="1" noResize="1" noEditPoints="1" noAdjustHandles="1" noChangeArrowheads="1" noChangeShapeType="1" noTextEdit="1"/>
              </p:cNvSpPr>
              <p:nvPr>
                <p:ph idx="1"/>
              </p:nvPr>
            </p:nvSpPr>
            <p:spPr>
              <a:xfrm>
                <a:off x="539552" y="1041165"/>
                <a:ext cx="8280920" cy="3225800"/>
              </a:xfrm>
              <a:blipFill>
                <a:blip r:embed="rId2"/>
                <a:stretch>
                  <a:fillRect l="-1325" t="-1890" r="-1031" b="-1134"/>
                </a:stretch>
              </a:blipFill>
            </p:spPr>
            <p:txBody>
              <a:bodyPr/>
              <a:lstStyle/>
              <a:p>
                <a:r>
                  <a:rPr lang="zh-CN" altLang="en-US">
                    <a:noFill/>
                  </a:rPr>
                  <a:t> </a:t>
                </a:r>
              </a:p>
            </p:txBody>
          </p:sp>
        </mc:Fallback>
      </mc:AlternateContent>
      <p:sp>
        <p:nvSpPr>
          <p:cNvPr id="4" name="标题 3">
            <a:extLst>
              <a:ext uri="{FF2B5EF4-FFF2-40B4-BE49-F238E27FC236}">
                <a16:creationId xmlns:a16="http://schemas.microsoft.com/office/drawing/2014/main" id="{9ED192B4-404F-432B-97B3-A304AD313D2B}"/>
              </a:ext>
            </a:extLst>
          </p:cNvPr>
          <p:cNvSpPr>
            <a:spLocks noGrp="1"/>
          </p:cNvSpPr>
          <p:nvPr>
            <p:ph type="title"/>
          </p:nvPr>
        </p:nvSpPr>
        <p:spPr/>
        <p:txBody>
          <a:bodyPr/>
          <a:lstStyle/>
          <a:p>
            <a:r>
              <a:rPr lang="en-US" altLang="zh-CN" dirty="0"/>
              <a:t>LR</a:t>
            </a:r>
            <a:r>
              <a:rPr lang="zh-CN" altLang="en-US" dirty="0"/>
              <a:t>分析法与</a:t>
            </a:r>
            <a:r>
              <a:rPr lang="en-US" altLang="zh-CN" dirty="0"/>
              <a:t>LL(1)</a:t>
            </a:r>
            <a:r>
              <a:rPr lang="zh-CN" altLang="en-US" dirty="0"/>
              <a:t>分析法</a:t>
            </a:r>
          </a:p>
        </p:txBody>
      </p:sp>
      <p:sp>
        <p:nvSpPr>
          <p:cNvPr id="6" name="灯片编号占位符 5">
            <a:extLst>
              <a:ext uri="{FF2B5EF4-FFF2-40B4-BE49-F238E27FC236}">
                <a16:creationId xmlns:a16="http://schemas.microsoft.com/office/drawing/2014/main" id="{98CB2A7A-0860-4021-BB08-7262678BA8A9}"/>
              </a:ext>
            </a:extLst>
          </p:cNvPr>
          <p:cNvSpPr>
            <a:spLocks noGrp="1"/>
          </p:cNvSpPr>
          <p:nvPr>
            <p:ph type="sldNum" sz="quarter" idx="12"/>
          </p:nvPr>
        </p:nvSpPr>
        <p:spPr/>
        <p:txBody>
          <a:bodyPr/>
          <a:lstStyle/>
          <a:p>
            <a:pPr>
              <a:defRPr/>
            </a:pPr>
            <a:fld id="{76D20AB1-C80E-44EB-B890-88EEF3B3DC08}" type="slidenum">
              <a:rPr lang="zh-CN" altLang="en-US" smtClean="0"/>
              <a:pPr>
                <a:defRPr/>
              </a:pPr>
              <a:t>18</a:t>
            </a:fld>
            <a:endParaRPr lang="en-US" altLang="zh-CN"/>
          </a:p>
        </p:txBody>
      </p:sp>
    </p:spTree>
    <p:extLst>
      <p:ext uri="{BB962C8B-B14F-4D97-AF65-F5344CB8AC3E}">
        <p14:creationId xmlns:p14="http://schemas.microsoft.com/office/powerpoint/2010/main" val="2098112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down)">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down)">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down)">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9154" name="内容占位符 2"/>
              <p:cNvSpPr>
                <a:spLocks noGrp="1"/>
              </p:cNvSpPr>
              <p:nvPr>
                <p:ph idx="1"/>
              </p:nvPr>
            </p:nvSpPr>
            <p:spPr>
              <a:xfrm>
                <a:off x="177013" y="730301"/>
                <a:ext cx="8715467" cy="977353"/>
              </a:xfrm>
              <a:solidFill>
                <a:schemeClr val="accent5">
                  <a:lumMod val="60000"/>
                  <a:lumOff val="40000"/>
                </a:schemeClr>
              </a:solidFill>
              <a:ln>
                <a:solidFill>
                  <a:schemeClr val="tx1"/>
                </a:solidFill>
              </a:ln>
            </p:spPr>
            <p:txBody>
              <a:bodyPr anchor="ctr" anchorCtr="0"/>
              <a:lstStyle/>
              <a:p>
                <a:pPr marL="0" indent="0" eaLnBrk="1" hangingPunct="1">
                  <a:buFont typeface="Wingdings" pitchFamily="2" charset="2"/>
                  <a:buNone/>
                  <a:defRPr/>
                </a:pP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CLOSURE</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I </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I</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B</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b="1" i="1"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γ</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b="1" dirty="0">
                    <a:solidFill>
                      <a:srgbClr val="FF0000"/>
                    </a:solidFill>
                    <a:latin typeface="Times New Roman" panose="02020603050405020304" pitchFamily="18" charset="0"/>
                    <a:ea typeface="宋体" pitchFamily="2" charset="-122"/>
                    <a:cs typeface="Times New Roman" panose="02020603050405020304" pitchFamily="18" charset="0"/>
                  </a:rPr>
                  <a:t> </a:t>
                </a:r>
                <a:r>
                  <a:rPr lang="en-US" altLang="zh-CN" b="1" i="1" dirty="0">
                    <a:solidFill>
                      <a:srgbClr val="2D83F4"/>
                    </a:solidFill>
                    <a:latin typeface="Times New Roman" panose="02020603050405020304" pitchFamily="18" charset="0"/>
                    <a:ea typeface="宋体" pitchFamily="2" charset="-122"/>
                    <a:cs typeface="Times New Roman" panose="02020603050405020304" pitchFamily="18" charset="0"/>
                  </a:rPr>
                  <a:t>b</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 </a:t>
                </a:r>
                <a14:m>
                  <m:oMath xmlns:m="http://schemas.openxmlformats.org/officeDocument/2006/math">
                    <m:r>
                      <a:rPr lang="en-US" altLang="zh-CN" b="1" i="1" smtClean="0">
                        <a:solidFill>
                          <a:schemeClr val="tx1"/>
                        </a:solidFill>
                        <a:latin typeface="Cambria Math" panose="02040503050406030204" pitchFamily="18" charset="0"/>
                        <a:ea typeface="Cambria Math" panose="02040503050406030204" pitchFamily="18" charset="0"/>
                        <a:cs typeface="Times New Roman" pitchFamily="18" charset="0"/>
                      </a:rPr>
                      <m:t>∃</m:t>
                    </m:r>
                  </m:oMath>
                </a14:m>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A</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α</a:t>
                </a:r>
                <a:r>
                  <a:rPr lang="en-US" altLang="zh-CN" b="1" i="1"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Bβ</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b="1" i="1" dirty="0">
                    <a:solidFill>
                      <a:srgbClr val="2D83F4"/>
                    </a:solidFill>
                    <a:latin typeface="Times New Roman" panose="02020603050405020304" pitchFamily="18" charset="0"/>
                    <a:ea typeface="宋体" pitchFamily="2" charset="-122"/>
                    <a:cs typeface="Times New Roman" panose="02020603050405020304" pitchFamily="18" charset="0"/>
                  </a:rPr>
                  <a:t>a</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 CLOSURE</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I </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a:t>
                </a:r>
              </a:p>
              <a:p>
                <a:pPr marL="0" indent="0" eaLnBrk="1" hangingPunct="1">
                  <a:buFont typeface="Wingdings" pitchFamily="2" charset="2"/>
                  <a:buNone/>
                  <a:defRPr/>
                </a:pP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b="1" i="1" dirty="0" err="1">
                    <a:solidFill>
                      <a:schemeClr val="tx1"/>
                    </a:solidFill>
                    <a:latin typeface="Times New Roman" panose="02020603050405020304" pitchFamily="18" charset="0"/>
                    <a:ea typeface="宋体" pitchFamily="2" charset="-122"/>
                    <a:cs typeface="Times New Roman" panose="02020603050405020304" pitchFamily="18" charset="0"/>
                  </a:rPr>
                  <a:t>B</a:t>
                </a:r>
                <a:r>
                  <a:rPr lang="en-US" altLang="zh-CN" b="1" dirty="0" err="1">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b="1" i="1" dirty="0" err="1">
                    <a:solidFill>
                      <a:schemeClr val="tx1"/>
                    </a:solidFill>
                    <a:latin typeface="Times New Roman" panose="02020603050405020304" pitchFamily="18" charset="0"/>
                    <a:ea typeface="宋体" pitchFamily="2" charset="-122"/>
                    <a:cs typeface="Times New Roman" panose="02020603050405020304" pitchFamily="18" charset="0"/>
                  </a:rPr>
                  <a:t>γ</a:t>
                </a:r>
                <a:r>
                  <a:rPr lang="en-US" altLang="zh-CN" b="1" dirty="0" err="1">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b="1" i="1" dirty="0" err="1">
                    <a:solidFill>
                      <a:schemeClr val="tx1"/>
                    </a:solidFill>
                    <a:latin typeface="Times New Roman" panose="02020603050405020304" pitchFamily="18" charset="0"/>
                    <a:ea typeface="宋体" pitchFamily="2" charset="-122"/>
                    <a:cs typeface="Times New Roman" panose="02020603050405020304" pitchFamily="18" charset="0"/>
                  </a:rPr>
                  <a:t>P</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b="1" i="1" dirty="0">
                    <a:solidFill>
                      <a:schemeClr val="tx1"/>
                    </a:solidFill>
                    <a:latin typeface="Times New Roman" panose="02020603050405020304" pitchFamily="18" charset="0"/>
                    <a:ea typeface="宋体" pitchFamily="2" charset="-122"/>
                    <a:cs typeface="Times New Roman" panose="02020603050405020304" pitchFamily="18" charset="0"/>
                  </a:rPr>
                  <a:t>  </a:t>
                </a:r>
                <a:r>
                  <a:rPr lang="el-GR" altLang="zh-CN" b="1" i="1" dirty="0">
                    <a:solidFill>
                      <a:srgbClr val="2D83F4"/>
                    </a:solidFill>
                    <a:latin typeface="Times New Roman" panose="02020603050405020304" pitchFamily="18" charset="0"/>
                    <a:cs typeface="Times New Roman" panose="02020603050405020304" pitchFamily="18" charset="0"/>
                  </a:rPr>
                  <a:t>b</a:t>
                </a:r>
                <a:r>
                  <a:rPr lang="el-GR" altLang="zh-CN" b="1" dirty="0">
                    <a:solidFill>
                      <a:srgbClr val="2D83F4"/>
                    </a:solidFill>
                    <a:latin typeface="Times New Roman" panose="02020603050405020304" pitchFamily="18" charset="0"/>
                    <a:cs typeface="Times New Roman" panose="02020603050405020304" pitchFamily="18" charset="0"/>
                  </a:rPr>
                  <a:t>∈</a:t>
                </a:r>
                <a:r>
                  <a:rPr lang="el-GR" altLang="zh-CN" b="1" i="1" dirty="0">
                    <a:solidFill>
                      <a:srgbClr val="2D83F4"/>
                    </a:solidFill>
                    <a:latin typeface="Times New Roman" panose="02020603050405020304" pitchFamily="18" charset="0"/>
                    <a:cs typeface="Times New Roman" panose="02020603050405020304" pitchFamily="18" charset="0"/>
                  </a:rPr>
                  <a:t>FIRST</a:t>
                </a:r>
                <a:r>
                  <a:rPr lang="en-US" altLang="zh-CN" b="1" dirty="0">
                    <a:solidFill>
                      <a:srgbClr val="2D83F4"/>
                    </a:solidFill>
                    <a:latin typeface="Times New Roman" panose="02020603050405020304" pitchFamily="18" charset="0"/>
                    <a:ea typeface="宋体" pitchFamily="2" charset="-122"/>
                    <a:cs typeface="Times New Roman" panose="02020603050405020304" pitchFamily="18" charset="0"/>
                  </a:rPr>
                  <a:t>(</a:t>
                </a:r>
                <a:r>
                  <a:rPr lang="en-US" altLang="zh-CN" b="1" i="1" dirty="0">
                    <a:solidFill>
                      <a:srgbClr val="2D83F4"/>
                    </a:solidFill>
                    <a:latin typeface="Times New Roman" panose="02020603050405020304" pitchFamily="18" charset="0"/>
                    <a:ea typeface="宋体" pitchFamily="2" charset="-122"/>
                    <a:cs typeface="Times New Roman" panose="02020603050405020304" pitchFamily="18" charset="0"/>
                  </a:rPr>
                  <a:t>βa</a:t>
                </a:r>
                <a:r>
                  <a:rPr lang="en-US" altLang="zh-CN" b="1" dirty="0">
                    <a:solidFill>
                      <a:srgbClr val="2D83F4"/>
                    </a:solidFill>
                    <a:latin typeface="Times New Roman" panose="02020603050405020304" pitchFamily="18" charset="0"/>
                    <a:ea typeface="宋体" pitchFamily="2" charset="-122"/>
                    <a:cs typeface="Times New Roman" panose="02020603050405020304" pitchFamily="18" charset="0"/>
                  </a:rPr>
                  <a:t>)</a:t>
                </a:r>
                <a:r>
                  <a:rPr lang="en-US" altLang="zh-CN" b="1" dirty="0">
                    <a:solidFill>
                      <a:schemeClr val="tx1"/>
                    </a:solidFill>
                    <a:latin typeface="Times New Roman" panose="02020603050405020304" pitchFamily="18" charset="0"/>
                    <a:ea typeface="宋体" pitchFamily="2" charset="-122"/>
                    <a:cs typeface="Times New Roman" panose="02020603050405020304" pitchFamily="18" charset="0"/>
                  </a:rPr>
                  <a:t>}</a:t>
                </a:r>
                <a:endParaRPr lang="en-US" altLang="zh-CN" sz="2800" b="1" dirty="0">
                  <a:solidFill>
                    <a:schemeClr val="tx1"/>
                  </a:solidFill>
                  <a:latin typeface="Times New Roman" panose="02020603050405020304" pitchFamily="18" charset="0"/>
                  <a:ea typeface="宋体" pitchFamily="2" charset="-122"/>
                  <a:cs typeface="Times New Roman" panose="02020603050405020304" pitchFamily="18" charset="0"/>
                </a:endParaRPr>
              </a:p>
            </p:txBody>
          </p:sp>
        </mc:Choice>
        <mc:Fallback xmlns="">
          <p:sp>
            <p:nvSpPr>
              <p:cNvPr id="49154" name="内容占位符 2"/>
              <p:cNvSpPr>
                <a:spLocks noGrp="1" noRot="1" noChangeAspect="1" noMove="1" noResize="1" noEditPoints="1" noAdjustHandles="1" noChangeArrowheads="1" noChangeShapeType="1" noTextEdit="1"/>
              </p:cNvSpPr>
              <p:nvPr>
                <p:ph idx="1"/>
              </p:nvPr>
            </p:nvSpPr>
            <p:spPr>
              <a:xfrm>
                <a:off x="177013" y="730301"/>
                <a:ext cx="8715467" cy="977353"/>
              </a:xfrm>
              <a:blipFill>
                <a:blip r:embed="rId3"/>
                <a:stretch>
                  <a:fillRect l="-978" t="-2469" r="-2654" b="-9877"/>
                </a:stretch>
              </a:blipFill>
              <a:ln>
                <a:solidFill>
                  <a:schemeClr val="tx1"/>
                </a:solidFill>
              </a:ln>
            </p:spPr>
            <p:txBody>
              <a:bodyPr/>
              <a:lstStyle/>
              <a:p>
                <a:r>
                  <a:rPr lang="zh-CN" altLang="en-US">
                    <a:noFill/>
                  </a:rPr>
                  <a:t> </a:t>
                </a:r>
              </a:p>
            </p:txBody>
          </p:sp>
        </mc:Fallback>
      </mc:AlternateContent>
      <p:sp>
        <p:nvSpPr>
          <p:cNvPr id="51203" name="标题 1"/>
          <p:cNvSpPr>
            <a:spLocks noGrp="1" noChangeArrowheads="1"/>
          </p:cNvSpPr>
          <p:nvPr>
            <p:ph type="title"/>
          </p:nvPr>
        </p:nvSpPr>
        <p:spPr>
          <a:xfrm>
            <a:off x="755650" y="268288"/>
            <a:ext cx="7931150" cy="358775"/>
          </a:xfrm>
        </p:spPr>
        <p:txBody>
          <a:bodyPr/>
          <a:lstStyle/>
          <a:p>
            <a:pPr eaLnBrk="1" hangingPunct="1"/>
            <a:r>
              <a:rPr lang="en-US" altLang="zh-CN" sz="3000" i="1" dirty="0">
                <a:solidFill>
                  <a:schemeClr val="tx1"/>
                </a:solidFill>
                <a:ea typeface="黑体" panose="02010609060101010101" pitchFamily="49" charset="-122"/>
              </a:rPr>
              <a:t>LR</a:t>
            </a:r>
            <a:r>
              <a:rPr lang="zh-CN" altLang="en-US" sz="3000" dirty="0">
                <a:solidFill>
                  <a:schemeClr val="tx1"/>
                </a:solidFill>
                <a:latin typeface="微软雅黑" panose="020B0503020204020204" pitchFamily="34" charset="-122"/>
                <a:ea typeface="微软雅黑" panose="020B0503020204020204" pitchFamily="34" charset="-122"/>
              </a:rPr>
              <a:t>分析表构造算法</a:t>
            </a:r>
            <a:r>
              <a:rPr lang="en-US" altLang="zh-CN" sz="3000" dirty="0">
                <a:solidFill>
                  <a:schemeClr val="tx1"/>
                </a:solidFill>
                <a:latin typeface="微软雅黑" panose="020B0503020204020204" pitchFamily="34" charset="-122"/>
                <a:ea typeface="微软雅黑" panose="020B0503020204020204" pitchFamily="34" charset="-122"/>
              </a:rPr>
              <a:t>——</a:t>
            </a:r>
            <a:r>
              <a:rPr lang="en-US" altLang="zh-CN" sz="3000" i="1" dirty="0">
                <a:solidFill>
                  <a:schemeClr val="tx1"/>
                </a:solidFill>
                <a:ea typeface="黑体" panose="02010609060101010101" pitchFamily="49" charset="-122"/>
              </a:rPr>
              <a:t>LR</a:t>
            </a:r>
            <a:r>
              <a:rPr lang="en-US" altLang="zh-CN" sz="3000" dirty="0">
                <a:solidFill>
                  <a:schemeClr val="tx1"/>
                </a:solidFill>
                <a:ea typeface="黑体" panose="02010609060101010101" pitchFamily="49" charset="-122"/>
              </a:rPr>
              <a:t>(1)</a:t>
            </a:r>
            <a:r>
              <a:rPr lang="zh-CN" altLang="en-US" sz="3000" dirty="0">
                <a:solidFill>
                  <a:schemeClr val="tx1"/>
                </a:solidFill>
                <a:latin typeface="微软雅黑" panose="020B0503020204020204" pitchFamily="34" charset="-122"/>
                <a:ea typeface="微软雅黑" panose="020B0503020204020204" pitchFamily="34" charset="-122"/>
              </a:rPr>
              <a:t>项目集闭包</a:t>
            </a:r>
          </a:p>
        </p:txBody>
      </p:sp>
      <p:sp>
        <p:nvSpPr>
          <p:cNvPr id="51204" name="内容占位符 1"/>
          <p:cNvSpPr txBox="1">
            <a:spLocks noChangeArrowheads="1"/>
          </p:cNvSpPr>
          <p:nvPr/>
        </p:nvSpPr>
        <p:spPr bwMode="auto">
          <a:xfrm>
            <a:off x="1114425" y="1810893"/>
            <a:ext cx="6913563" cy="3064319"/>
          </a:xfrm>
          <a:prstGeom prst="rect">
            <a:avLst/>
          </a:prstGeom>
          <a:solidFill>
            <a:srgbClr val="B5CEED"/>
          </a:solidFill>
          <a:ln w="12700">
            <a:solidFill>
              <a:schemeClr val="tx1"/>
            </a:solidFill>
            <a:miter lim="800000"/>
            <a:headEnd/>
            <a:tailEnd/>
          </a:ln>
        </p:spPr>
        <p:txBody>
          <a:bodyPr anchor="ct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2500"/>
              </a:lnSpc>
              <a:spcBef>
                <a:spcPct val="0"/>
              </a:spcBef>
              <a:buClrTx/>
              <a:buSzTx/>
              <a:buFont typeface="Arial" panose="020B0604020202020204" pitchFamily="34" charset="0"/>
              <a:buNone/>
            </a:pPr>
            <a:r>
              <a:rPr lang="en-US" altLang="zh-CN" sz="2000" b="1" dirty="0" err="1">
                <a:solidFill>
                  <a:schemeClr val="tx1"/>
                </a:solidFill>
                <a:latin typeface="Times New Roman" panose="02020603050405020304" pitchFamily="18" charset="0"/>
                <a:ea typeface="华文楷体" panose="02010600040101010101" pitchFamily="2" charset="-122"/>
              </a:rPr>
              <a:t>SetOfltems</a:t>
            </a:r>
            <a:r>
              <a:rPr lang="zh-CN" altLang="en-US" sz="2000" b="1" dirty="0">
                <a:solidFill>
                  <a:schemeClr val="tx1"/>
                </a:solidFill>
                <a:latin typeface="Times New Roman" panose="02020603050405020304" pitchFamily="18" charset="0"/>
                <a:ea typeface="华文楷体" panose="02010600040101010101" pitchFamily="2" charset="-122"/>
              </a:rPr>
              <a:t> </a:t>
            </a:r>
            <a:r>
              <a:rPr lang="en-US" altLang="zh-CN" sz="2000" b="1" dirty="0">
                <a:solidFill>
                  <a:schemeClr val="tx1"/>
                </a:solidFill>
                <a:latin typeface="Times New Roman" panose="02020603050405020304" pitchFamily="18" charset="0"/>
                <a:ea typeface="华文楷体" panose="02010600040101010101" pitchFamily="2" charset="-122"/>
              </a:rPr>
              <a:t>CLOSURE</a:t>
            </a:r>
            <a:r>
              <a:rPr lang="en-US" altLang="zh-CN" sz="2000" b="1" dirty="0">
                <a:solidFill>
                  <a:schemeClr val="tx1"/>
                </a:solidFill>
                <a:latin typeface="Times New Roman" panose="02020603050405020304" pitchFamily="18" charset="0"/>
                <a:ea typeface="楷体" panose="02010609060101010101" pitchFamily="49" charset="-122"/>
              </a:rPr>
              <a:t> (</a:t>
            </a:r>
            <a:r>
              <a:rPr lang="en-US" altLang="zh-CN" sz="2000" b="1" i="1" dirty="0">
                <a:solidFill>
                  <a:schemeClr val="tx1"/>
                </a:solidFill>
                <a:latin typeface="Times New Roman" panose="02020603050405020304" pitchFamily="18" charset="0"/>
                <a:ea typeface="楷体" panose="02010609060101010101" pitchFamily="49" charset="-122"/>
              </a:rPr>
              <a:t> I </a:t>
            </a:r>
            <a:r>
              <a:rPr lang="en-US" altLang="zh-CN" sz="2000" b="1" dirty="0">
                <a:solidFill>
                  <a:schemeClr val="tx1"/>
                </a:solidFill>
                <a:latin typeface="Times New Roman" panose="02020603050405020304" pitchFamily="18" charset="0"/>
                <a:ea typeface="楷体" panose="02010609060101010101" pitchFamily="49" charset="-122"/>
              </a:rPr>
              <a:t>) {</a:t>
            </a:r>
          </a:p>
          <a:p>
            <a:pPr eaLnBrk="1" hangingPunct="1">
              <a:lnSpc>
                <a:spcPts val="2500"/>
              </a:lnSpc>
              <a:spcBef>
                <a:spcPct val="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楷体" panose="02010609060101010101" pitchFamily="49" charset="-122"/>
              </a:rPr>
              <a:t>          repeat</a:t>
            </a:r>
            <a:endParaRPr lang="zh-CN" altLang="en-US" sz="2000" b="1" dirty="0">
              <a:solidFill>
                <a:schemeClr val="tx1"/>
              </a:solidFill>
              <a:latin typeface="Times New Roman" panose="02020603050405020304" pitchFamily="18" charset="0"/>
              <a:ea typeface="楷体" panose="02010609060101010101" pitchFamily="49" charset="-122"/>
            </a:endParaRPr>
          </a:p>
          <a:p>
            <a:pPr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 for ( </a:t>
            </a:r>
            <a:r>
              <a:rPr lang="en-US" altLang="zh-CN" sz="2000" b="1" i="1" dirty="0">
                <a:solidFill>
                  <a:schemeClr val="tx1"/>
                </a:solidFill>
                <a:latin typeface="Times New Roman" panose="02020603050405020304" pitchFamily="18" charset="0"/>
                <a:ea typeface="楷体" panose="02010609060101010101" pitchFamily="49" charset="-122"/>
              </a:rPr>
              <a:t>I</a:t>
            </a:r>
            <a:r>
              <a:rPr lang="zh-CN" altLang="en-US" sz="2000" b="1" dirty="0">
                <a:solidFill>
                  <a:schemeClr val="tx1"/>
                </a:solidFill>
                <a:latin typeface="Times New Roman" panose="02020603050405020304" pitchFamily="18" charset="0"/>
                <a:ea typeface="楷体" panose="02010609060101010101" pitchFamily="49" charset="-122"/>
              </a:rPr>
              <a:t>中的每个项</a:t>
            </a:r>
            <a:r>
              <a:rPr lang="en-US" altLang="zh-CN" sz="2000" b="1" dirty="0">
                <a:solidFill>
                  <a:schemeClr val="tx1"/>
                </a:solidFill>
                <a:latin typeface="Times New Roman" panose="02020603050405020304" pitchFamily="18" charset="0"/>
                <a:ea typeface="楷体" panose="02010609060101010101" pitchFamily="49" charset="-122"/>
              </a:rPr>
              <a:t>[</a:t>
            </a:r>
            <a:r>
              <a:rPr lang="en-US" altLang="zh-CN" sz="2000" b="1" i="1" dirty="0">
                <a:solidFill>
                  <a:schemeClr val="tx1"/>
                </a:solidFill>
                <a:latin typeface="Times New Roman" panose="02020603050405020304" pitchFamily="18" charset="0"/>
                <a:ea typeface="楷体" panose="02010609060101010101" pitchFamily="49" charset="-122"/>
              </a:rPr>
              <a:t>A</a:t>
            </a:r>
            <a:r>
              <a:rPr lang="en-US" altLang="zh-CN" sz="2000" b="1" i="1" dirty="0">
                <a:solidFill>
                  <a:schemeClr val="tx1"/>
                </a:solidFill>
                <a:latin typeface="Times New Roman" panose="02020603050405020304" pitchFamily="18" charset="0"/>
              </a:rPr>
              <a:t> →</a:t>
            </a:r>
            <a:r>
              <a:rPr lang="el-GR" altLang="zh-CN" sz="2000" b="1" i="1" dirty="0">
                <a:solidFill>
                  <a:schemeClr val="tx1"/>
                </a:solidFill>
                <a:latin typeface="Times New Roman" panose="02020603050405020304" pitchFamily="18" charset="0"/>
              </a:rPr>
              <a:t> </a:t>
            </a:r>
            <a:r>
              <a:rPr lang="en-US" altLang="zh-CN" sz="2000" b="1" i="1" dirty="0">
                <a:solidFill>
                  <a:srgbClr val="000000"/>
                </a:solidFill>
                <a:latin typeface="Times New Roman" panose="02020603050405020304" pitchFamily="18" charset="0"/>
                <a:cs typeface="Times New Roman" panose="02020603050405020304" pitchFamily="18" charset="0"/>
              </a:rPr>
              <a:t>α</a:t>
            </a:r>
            <a:r>
              <a:rPr lang="zh-CN" altLang="en-US" sz="2000" b="1" i="1" dirty="0">
                <a:solidFill>
                  <a:schemeClr val="tx1"/>
                </a:solidFill>
                <a:latin typeface="Times New Roman" panose="02020603050405020304" pitchFamily="18" charset="0"/>
                <a:ea typeface="楷体" panose="02010609060101010101" pitchFamily="49" charset="-122"/>
              </a:rPr>
              <a:t>∙</a:t>
            </a:r>
            <a:r>
              <a:rPr lang="en-US" altLang="zh-CN" sz="2000" b="1" i="1" dirty="0">
                <a:solidFill>
                  <a:schemeClr val="tx1"/>
                </a:solidFill>
                <a:latin typeface="Times New Roman" panose="02020603050405020304" pitchFamily="18" charset="0"/>
                <a:ea typeface="楷体" panose="02010609060101010101" pitchFamily="49" charset="-122"/>
              </a:rPr>
              <a:t>B</a:t>
            </a:r>
            <a:r>
              <a:rPr lang="el-GR" altLang="zh-CN" sz="2000" b="1" i="1" dirty="0">
                <a:solidFill>
                  <a:schemeClr val="tx1"/>
                </a:solidFill>
                <a:latin typeface="Times New Roman" panose="02020603050405020304" pitchFamily="18" charset="0"/>
              </a:rPr>
              <a:t>β</a:t>
            </a:r>
            <a:r>
              <a:rPr lang="zh-CN" altLang="en-US" sz="2000" b="1" dirty="0">
                <a:solidFill>
                  <a:schemeClr val="tx1"/>
                </a:solidFill>
                <a:latin typeface="Times New Roman" panose="02020603050405020304" pitchFamily="18" charset="0"/>
              </a:rPr>
              <a:t>，</a:t>
            </a:r>
            <a:r>
              <a:rPr lang="en-US" altLang="zh-CN" sz="2000" b="1" i="1" dirty="0">
                <a:solidFill>
                  <a:srgbClr val="FF0000"/>
                </a:solidFill>
                <a:latin typeface="Times New Roman" panose="02020603050405020304" pitchFamily="18" charset="0"/>
              </a:rPr>
              <a:t>a</a:t>
            </a:r>
            <a:r>
              <a:rPr lang="en-US" altLang="zh-CN" sz="2000" b="1" dirty="0">
                <a:solidFill>
                  <a:schemeClr val="tx1"/>
                </a:solidFill>
                <a:latin typeface="Times New Roman" panose="02020603050405020304" pitchFamily="18" charset="0"/>
                <a:ea typeface="楷体" panose="02010609060101010101" pitchFamily="49" charset="-122"/>
              </a:rPr>
              <a:t> ]) </a:t>
            </a:r>
          </a:p>
          <a:p>
            <a:pPr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for (</a:t>
            </a:r>
            <a:r>
              <a:rPr lang="en-US" altLang="zh-CN" sz="2000" b="1" i="1" dirty="0">
                <a:solidFill>
                  <a:schemeClr val="tx1"/>
                </a:solidFill>
                <a:latin typeface="Times New Roman" panose="02020603050405020304" pitchFamily="18" charset="0"/>
                <a:ea typeface="黑体" panose="02010609060101010101" pitchFamily="49" charset="-122"/>
              </a:rPr>
              <a:t>G'</a:t>
            </a:r>
            <a:r>
              <a:rPr lang="zh-CN" altLang="en-US" sz="2000" b="1" dirty="0">
                <a:solidFill>
                  <a:schemeClr val="tx1"/>
                </a:solidFill>
                <a:latin typeface="Times New Roman" panose="02020603050405020304" pitchFamily="18" charset="0"/>
                <a:ea typeface="楷体" panose="02010609060101010101" pitchFamily="49" charset="-122"/>
              </a:rPr>
              <a:t>的每个产生式</a:t>
            </a:r>
            <a:r>
              <a:rPr lang="en-US" altLang="zh-CN" sz="2000" b="1" i="1" dirty="0">
                <a:solidFill>
                  <a:schemeClr val="tx1"/>
                </a:solidFill>
                <a:latin typeface="Times New Roman" panose="02020603050405020304" pitchFamily="18" charset="0"/>
                <a:ea typeface="楷体" panose="02010609060101010101" pitchFamily="49" charset="-122"/>
              </a:rPr>
              <a:t>B</a:t>
            </a:r>
            <a:r>
              <a:rPr lang="en-US" altLang="zh-CN" sz="2000" b="1" i="1" dirty="0">
                <a:solidFill>
                  <a:schemeClr val="tx1"/>
                </a:solidFill>
                <a:latin typeface="Times New Roman" panose="02020603050405020304" pitchFamily="18" charset="0"/>
              </a:rPr>
              <a:t> →</a:t>
            </a:r>
            <a:r>
              <a:rPr lang="zh-CN" altLang="en-US" sz="2000" b="1" i="1" dirty="0">
                <a:solidFill>
                  <a:schemeClr val="tx1"/>
                </a:solidFill>
                <a:latin typeface="Times New Roman" panose="02020603050405020304" pitchFamily="18" charset="0"/>
              </a:rPr>
              <a:t> </a:t>
            </a:r>
            <a:r>
              <a:rPr lang="en-US" altLang="zh-CN" sz="2000" b="1" i="1" dirty="0">
                <a:solidFill>
                  <a:srgbClr val="000000"/>
                </a:solidFill>
                <a:latin typeface="Times New Roman" panose="02020603050405020304" pitchFamily="18" charset="0"/>
                <a:ea typeface="楷体_GB2312" panose="02010609030101010101" pitchFamily="49" charset="-122"/>
              </a:rPr>
              <a:t>γ</a:t>
            </a:r>
            <a:r>
              <a:rPr lang="en-US" altLang="zh-CN" sz="2000" b="1" dirty="0">
                <a:solidFill>
                  <a:schemeClr val="tx1"/>
                </a:solidFill>
                <a:latin typeface="Times New Roman" panose="02020603050405020304" pitchFamily="18" charset="0"/>
                <a:ea typeface="楷体" panose="02010609060101010101" pitchFamily="49" charset="-122"/>
              </a:rPr>
              <a:t>) </a:t>
            </a:r>
            <a:endParaRPr lang="zh-CN" altLang="en-US" sz="2000" b="1" dirty="0">
              <a:solidFill>
                <a:schemeClr val="tx1"/>
              </a:solidFill>
              <a:latin typeface="Times New Roman" panose="02020603050405020304" pitchFamily="18" charset="0"/>
              <a:ea typeface="楷体" panose="02010609060101010101" pitchFamily="49" charset="-122"/>
            </a:endParaRPr>
          </a:p>
          <a:p>
            <a:pPr eaLnBrk="1" hangingPunct="1">
              <a:lnSpc>
                <a:spcPts val="2500"/>
              </a:lnSpc>
              <a:spcBef>
                <a:spcPct val="0"/>
              </a:spcBef>
              <a:buClrTx/>
              <a:buSzTx/>
              <a:buFont typeface="Arial" panose="020B0604020202020204" pitchFamily="34" charset="0"/>
              <a:buNone/>
            </a:pPr>
            <a:r>
              <a:rPr lang="zh-CN" altLang="en-US" sz="2000" b="1" dirty="0">
                <a:solidFill>
                  <a:srgbClr val="FF0000"/>
                </a:solidFill>
                <a:latin typeface="Times New Roman" panose="02020603050405020304" pitchFamily="18" charset="0"/>
                <a:ea typeface="楷体" panose="02010609060101010101" pitchFamily="49" charset="-122"/>
              </a:rPr>
              <a:t>                                      </a:t>
            </a:r>
            <a:r>
              <a:rPr lang="en-US" altLang="zh-CN" sz="2000" b="1" dirty="0">
                <a:solidFill>
                  <a:srgbClr val="FF0000"/>
                </a:solidFill>
                <a:latin typeface="Times New Roman" panose="02020603050405020304" pitchFamily="18" charset="0"/>
                <a:ea typeface="楷体" panose="02010609060101010101" pitchFamily="49" charset="-122"/>
              </a:rPr>
              <a:t>for (</a:t>
            </a:r>
            <a:r>
              <a:rPr lang="zh-CN" altLang="en-US" sz="2000" b="1" dirty="0">
                <a:solidFill>
                  <a:srgbClr val="FF0000"/>
                </a:solidFill>
                <a:latin typeface="Times New Roman" panose="02020603050405020304" pitchFamily="18" charset="0"/>
                <a:ea typeface="楷体" panose="02010609060101010101" pitchFamily="49" charset="-122"/>
              </a:rPr>
              <a:t> </a:t>
            </a:r>
            <a:r>
              <a:rPr lang="en-US" altLang="zh-CN" sz="2000" b="1" dirty="0">
                <a:solidFill>
                  <a:srgbClr val="FF0000"/>
                </a:solidFill>
                <a:latin typeface="Times New Roman" panose="02020603050405020304" pitchFamily="18" charset="0"/>
                <a:ea typeface="楷体" panose="02010609060101010101" pitchFamily="49" charset="-122"/>
              </a:rPr>
              <a:t>FIRST (</a:t>
            </a:r>
            <a:r>
              <a:rPr lang="el-GR" altLang="zh-CN" sz="2000" b="1" i="1" dirty="0">
                <a:solidFill>
                  <a:srgbClr val="FF0000"/>
                </a:solidFill>
                <a:latin typeface="Times New Roman" panose="02020603050405020304" pitchFamily="18" charset="0"/>
              </a:rPr>
              <a:t>β</a:t>
            </a:r>
            <a:r>
              <a:rPr lang="en-US" altLang="zh-CN" sz="2000" b="1" dirty="0">
                <a:solidFill>
                  <a:srgbClr val="FF0000"/>
                </a:solidFill>
                <a:latin typeface="Times New Roman" panose="02020603050405020304" pitchFamily="18" charset="0"/>
              </a:rPr>
              <a:t>a</a:t>
            </a:r>
            <a:r>
              <a:rPr lang="en-US" altLang="zh-CN" sz="2000" b="1" dirty="0">
                <a:solidFill>
                  <a:srgbClr val="FF0000"/>
                </a:solidFill>
                <a:latin typeface="Times New Roman" panose="02020603050405020304" pitchFamily="18" charset="0"/>
                <a:ea typeface="楷体" panose="02010609060101010101" pitchFamily="49" charset="-122"/>
              </a:rPr>
              <a:t>)</a:t>
            </a:r>
            <a:r>
              <a:rPr lang="zh-CN" altLang="en-US" sz="2000" b="1" dirty="0">
                <a:solidFill>
                  <a:srgbClr val="FF0000"/>
                </a:solidFill>
                <a:latin typeface="Times New Roman" panose="02020603050405020304" pitchFamily="18" charset="0"/>
                <a:ea typeface="楷体" panose="02010609060101010101" pitchFamily="49" charset="-122"/>
              </a:rPr>
              <a:t>中的每个符号</a:t>
            </a:r>
            <a:r>
              <a:rPr lang="en-US" altLang="zh-CN" sz="2000" b="1" i="1" dirty="0">
                <a:solidFill>
                  <a:srgbClr val="FF0000"/>
                </a:solidFill>
                <a:latin typeface="Times New Roman" panose="02020603050405020304" pitchFamily="18" charset="0"/>
                <a:ea typeface="楷体" panose="02010609060101010101" pitchFamily="49" charset="-122"/>
              </a:rPr>
              <a:t>b</a:t>
            </a:r>
            <a:r>
              <a:rPr lang="zh-CN" altLang="en-US" sz="2000" b="1" i="1" dirty="0">
                <a:solidFill>
                  <a:srgbClr val="FF0000"/>
                </a:solidFill>
                <a:latin typeface="Times New Roman" panose="02020603050405020304" pitchFamily="18" charset="0"/>
              </a:rPr>
              <a:t> </a:t>
            </a:r>
            <a:r>
              <a:rPr lang="en-US" altLang="zh-CN" sz="2000" b="1" dirty="0">
                <a:solidFill>
                  <a:srgbClr val="FF0000"/>
                </a:solidFill>
                <a:latin typeface="Times New Roman" panose="02020603050405020304" pitchFamily="18" charset="0"/>
                <a:ea typeface="楷体" panose="02010609060101010101" pitchFamily="49" charset="-122"/>
              </a:rPr>
              <a:t>) </a:t>
            </a:r>
            <a:endParaRPr lang="zh-CN" altLang="en-US" sz="2000" b="1" dirty="0">
              <a:solidFill>
                <a:srgbClr val="FF0000"/>
              </a:solidFill>
              <a:latin typeface="Times New Roman" panose="02020603050405020304" pitchFamily="18" charset="0"/>
              <a:ea typeface="楷体" panose="02010609060101010101" pitchFamily="49" charset="-122"/>
            </a:endParaRPr>
          </a:p>
          <a:p>
            <a:pPr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将</a:t>
            </a:r>
            <a:r>
              <a:rPr lang="en-US" altLang="zh-CN" sz="2000" b="1" dirty="0">
                <a:solidFill>
                  <a:schemeClr val="tx1"/>
                </a:solidFill>
                <a:latin typeface="Times New Roman" panose="02020603050405020304" pitchFamily="18" charset="0"/>
                <a:ea typeface="楷体" panose="02010609060101010101" pitchFamily="49" charset="-122"/>
              </a:rPr>
              <a:t>[ </a:t>
            </a:r>
            <a:r>
              <a:rPr lang="en-US" altLang="zh-CN" sz="2000" b="1" i="1" dirty="0">
                <a:solidFill>
                  <a:schemeClr val="tx1"/>
                </a:solidFill>
                <a:latin typeface="Times New Roman" panose="02020603050405020304" pitchFamily="18" charset="0"/>
                <a:ea typeface="楷体" panose="02010609060101010101" pitchFamily="49" charset="-122"/>
              </a:rPr>
              <a:t>B</a:t>
            </a:r>
            <a:r>
              <a:rPr lang="en-US" altLang="zh-CN" sz="2000" b="1" i="1" dirty="0">
                <a:solidFill>
                  <a:schemeClr val="tx1"/>
                </a:solidFill>
                <a:latin typeface="Times New Roman" panose="02020603050405020304" pitchFamily="18" charset="0"/>
              </a:rPr>
              <a:t> →</a:t>
            </a:r>
            <a:r>
              <a:rPr lang="zh-CN" altLang="en-US" sz="2000" b="1" i="1" dirty="0">
                <a:solidFill>
                  <a:schemeClr val="tx1"/>
                </a:solidFill>
                <a:latin typeface="Times New Roman" panose="02020603050405020304" pitchFamily="18" charset="0"/>
              </a:rPr>
              <a:t> </a:t>
            </a:r>
            <a:r>
              <a:rPr lang="zh-CN" altLang="en-US" sz="2000" b="1" i="1" dirty="0">
                <a:solidFill>
                  <a:schemeClr val="tx1"/>
                </a:solidFill>
                <a:latin typeface="Times New Roman" panose="02020603050405020304" pitchFamily="18" charset="0"/>
                <a:ea typeface="楷体" panose="02010609060101010101" pitchFamily="49" charset="-122"/>
              </a:rPr>
              <a:t>∙ </a:t>
            </a:r>
            <a:r>
              <a:rPr lang="en-US" altLang="zh-CN" sz="2000" b="1" i="1" dirty="0">
                <a:solidFill>
                  <a:srgbClr val="000000"/>
                </a:solidFill>
                <a:latin typeface="Times New Roman" panose="02020603050405020304" pitchFamily="18" charset="0"/>
                <a:ea typeface="楷体_GB2312" panose="02010609030101010101" pitchFamily="49" charset="-122"/>
              </a:rPr>
              <a:t>γ </a:t>
            </a:r>
            <a:r>
              <a:rPr lang="zh-CN" altLang="en-US" sz="2000" b="1" dirty="0">
                <a:solidFill>
                  <a:schemeClr val="tx1"/>
                </a:solidFill>
                <a:latin typeface="Times New Roman" panose="02020603050405020304" pitchFamily="18" charset="0"/>
              </a:rPr>
              <a:t>，</a:t>
            </a:r>
            <a:r>
              <a:rPr lang="en-US" altLang="zh-CN" sz="2000" b="1" i="1" dirty="0">
                <a:solidFill>
                  <a:srgbClr val="FF0000"/>
                </a:solidFill>
                <a:latin typeface="Times New Roman" panose="02020603050405020304" pitchFamily="18" charset="0"/>
              </a:rPr>
              <a:t>b</a:t>
            </a:r>
            <a:r>
              <a:rPr lang="en-US" altLang="zh-CN" sz="2000" b="1" dirty="0">
                <a:solidFill>
                  <a:schemeClr val="tx1"/>
                </a:solidFill>
                <a:latin typeface="Times New Roman" panose="02020603050405020304" pitchFamily="18" charset="0"/>
                <a:ea typeface="楷体" panose="02010609060101010101" pitchFamily="49" charset="-122"/>
              </a:rPr>
              <a:t>]</a:t>
            </a:r>
            <a:r>
              <a:rPr lang="zh-CN" altLang="en-US" sz="2000" b="1" dirty="0">
                <a:solidFill>
                  <a:schemeClr val="tx1"/>
                </a:solidFill>
                <a:latin typeface="Times New Roman" panose="02020603050405020304" pitchFamily="18" charset="0"/>
                <a:ea typeface="楷体" panose="02010609060101010101" pitchFamily="49" charset="-122"/>
              </a:rPr>
              <a:t>加入到集合</a:t>
            </a:r>
            <a:r>
              <a:rPr lang="en-US" altLang="zh-CN" sz="2000" b="1" i="1" dirty="0">
                <a:solidFill>
                  <a:schemeClr val="tx1"/>
                </a:solidFill>
                <a:latin typeface="Times New Roman" panose="02020603050405020304" pitchFamily="18" charset="0"/>
                <a:ea typeface="楷体" panose="02010609060101010101" pitchFamily="49" charset="-122"/>
              </a:rPr>
              <a:t>I</a:t>
            </a:r>
            <a:r>
              <a:rPr lang="zh-CN" altLang="en-US" sz="2000" b="1" dirty="0">
                <a:solidFill>
                  <a:schemeClr val="tx1"/>
                </a:solidFill>
                <a:latin typeface="Times New Roman" panose="02020603050405020304" pitchFamily="18" charset="0"/>
                <a:ea typeface="楷体" panose="02010609060101010101" pitchFamily="49" charset="-122"/>
              </a:rPr>
              <a:t>中；</a:t>
            </a:r>
          </a:p>
          <a:p>
            <a:pPr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until</a:t>
            </a:r>
            <a:r>
              <a:rPr lang="zh-CN" altLang="en-US" sz="2000" b="1" dirty="0">
                <a:solidFill>
                  <a:schemeClr val="tx1"/>
                </a:solidFill>
                <a:latin typeface="Times New Roman" panose="02020603050405020304" pitchFamily="18" charset="0"/>
                <a:ea typeface="楷体" panose="02010609060101010101" pitchFamily="49" charset="-122"/>
              </a:rPr>
              <a:t> 不能向</a:t>
            </a:r>
            <a:r>
              <a:rPr lang="en-US" altLang="zh-CN" sz="2000" b="1" i="1" dirty="0">
                <a:solidFill>
                  <a:schemeClr val="tx1"/>
                </a:solidFill>
                <a:latin typeface="Times New Roman" panose="02020603050405020304" pitchFamily="18" charset="0"/>
                <a:ea typeface="楷体" panose="02010609060101010101" pitchFamily="49" charset="-122"/>
              </a:rPr>
              <a:t>I</a:t>
            </a:r>
            <a:r>
              <a:rPr lang="zh-CN" altLang="en-US" sz="2000" b="1" dirty="0">
                <a:solidFill>
                  <a:schemeClr val="tx1"/>
                </a:solidFill>
                <a:latin typeface="Times New Roman" panose="02020603050405020304" pitchFamily="18" charset="0"/>
                <a:ea typeface="楷体" panose="02010609060101010101" pitchFamily="49" charset="-122"/>
              </a:rPr>
              <a:t>中加入更多的项；</a:t>
            </a:r>
          </a:p>
          <a:p>
            <a:pPr eaLnBrk="1" hangingPunct="1">
              <a:lnSpc>
                <a:spcPts val="2500"/>
              </a:lnSpc>
              <a:spcBef>
                <a:spcPct val="0"/>
              </a:spcBef>
              <a:buClrTx/>
              <a:buSzTx/>
              <a:buFont typeface="Arial" panose="020B0604020202020204" pitchFamily="34" charset="0"/>
              <a:buNone/>
            </a:pPr>
            <a:r>
              <a:rPr lang="zh-CN" altLang="en-US" sz="2000" b="1" dirty="0">
                <a:solidFill>
                  <a:schemeClr val="tx1"/>
                </a:solidFill>
                <a:latin typeface="Times New Roman" panose="02020603050405020304" pitchFamily="18" charset="0"/>
                <a:ea typeface="楷体" panose="02010609060101010101" pitchFamily="49" charset="-122"/>
              </a:rPr>
              <a:t>          </a:t>
            </a:r>
            <a:r>
              <a:rPr lang="en-US" altLang="zh-CN" sz="2000" b="1" dirty="0">
                <a:solidFill>
                  <a:schemeClr val="tx1"/>
                </a:solidFill>
                <a:latin typeface="Times New Roman" panose="02020603050405020304" pitchFamily="18" charset="0"/>
                <a:ea typeface="楷体" panose="02010609060101010101" pitchFamily="49" charset="-122"/>
              </a:rPr>
              <a:t>until</a:t>
            </a:r>
            <a:r>
              <a:rPr lang="en-US" altLang="zh-CN" sz="2000" b="1" i="1" dirty="0">
                <a:solidFill>
                  <a:schemeClr val="tx1"/>
                </a:solidFill>
                <a:latin typeface="Times New Roman" panose="02020603050405020304" pitchFamily="18" charset="0"/>
                <a:ea typeface="楷体" panose="02010609060101010101" pitchFamily="49" charset="-122"/>
              </a:rPr>
              <a:t> I </a:t>
            </a:r>
            <a:r>
              <a:rPr lang="zh-CN" altLang="en-US" sz="2000" b="1" dirty="0">
                <a:solidFill>
                  <a:schemeClr val="tx1"/>
                </a:solidFill>
                <a:latin typeface="Times New Roman" panose="02020603050405020304" pitchFamily="18" charset="0"/>
                <a:ea typeface="楷体" panose="02010609060101010101" pitchFamily="49" charset="-122"/>
              </a:rPr>
              <a:t>；</a:t>
            </a:r>
          </a:p>
          <a:p>
            <a:pPr eaLnBrk="1" hangingPunct="1">
              <a:lnSpc>
                <a:spcPts val="2500"/>
              </a:lnSpc>
              <a:spcBef>
                <a:spcPct val="0"/>
              </a:spcBef>
              <a:buClrTx/>
              <a:buSzTx/>
              <a:buFont typeface="Arial" panose="020B0604020202020204" pitchFamily="34" charset="0"/>
              <a:buNone/>
            </a:pPr>
            <a:r>
              <a:rPr lang="en-US" altLang="zh-CN" sz="2000" b="1" dirty="0">
                <a:solidFill>
                  <a:schemeClr val="tx1"/>
                </a:solidFill>
                <a:latin typeface="Times New Roman" panose="02020603050405020304" pitchFamily="18" charset="0"/>
                <a:ea typeface="楷体" panose="02010609060101010101" pitchFamily="49" charset="-122"/>
              </a:rPr>
              <a:t>}</a:t>
            </a:r>
          </a:p>
        </p:txBody>
      </p:sp>
      <p:sp>
        <p:nvSpPr>
          <p:cNvPr id="2" name="灯片编号占位符 1">
            <a:extLst>
              <a:ext uri="{FF2B5EF4-FFF2-40B4-BE49-F238E27FC236}">
                <a16:creationId xmlns:a16="http://schemas.microsoft.com/office/drawing/2014/main" id="{51710E28-0489-4A29-8A81-D7247FF5EAB6}"/>
              </a:ext>
            </a:extLst>
          </p:cNvPr>
          <p:cNvSpPr>
            <a:spLocks noGrp="1"/>
          </p:cNvSpPr>
          <p:nvPr>
            <p:ph type="sldNum" sz="quarter" idx="12"/>
          </p:nvPr>
        </p:nvSpPr>
        <p:spPr/>
        <p:txBody>
          <a:bodyPr/>
          <a:lstStyle/>
          <a:p>
            <a:pPr>
              <a:defRPr/>
            </a:pPr>
            <a:fld id="{76D20AB1-C80E-44EB-B890-88EEF3B3DC08}" type="slidenum">
              <a:rPr lang="zh-CN" altLang="en-US" smtClean="0"/>
              <a:pPr>
                <a:defRPr/>
              </a:pPr>
              <a:t>19</a:t>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内容占位符 1"/>
          <p:cNvSpPr txBox="1">
            <a:spLocks noChangeArrowheads="1"/>
          </p:cNvSpPr>
          <p:nvPr/>
        </p:nvSpPr>
        <p:spPr bwMode="auto">
          <a:xfrm>
            <a:off x="1042988" y="1851025"/>
            <a:ext cx="7129462" cy="2304901"/>
          </a:xfrm>
          <a:prstGeom prst="rect">
            <a:avLst/>
          </a:prstGeom>
          <a:solidFill>
            <a:srgbClr val="B5CEED"/>
          </a:solidFill>
          <a:ln w="12700">
            <a:solidFill>
              <a:schemeClr val="tx1"/>
            </a:solidFill>
            <a:miter lim="800000"/>
            <a:headEnd/>
            <a:tailEnd/>
          </a:ln>
        </p:spPr>
        <p:txBody>
          <a:bodyPr anchor="ct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500" b="1" dirty="0" err="1">
                <a:solidFill>
                  <a:schemeClr val="tx1"/>
                </a:solidFill>
                <a:latin typeface="Times New Roman" panose="02020603050405020304" pitchFamily="18" charset="0"/>
                <a:ea typeface="华文楷体" panose="02010600040101010101" pitchFamily="2" charset="-122"/>
              </a:rPr>
              <a:t>SetOfltems</a:t>
            </a:r>
            <a:r>
              <a:rPr lang="zh-CN" altLang="en-US" sz="2500" b="1" dirty="0">
                <a:solidFill>
                  <a:schemeClr val="tx1"/>
                </a:solidFill>
                <a:latin typeface="Times New Roman" panose="02020603050405020304" pitchFamily="18" charset="0"/>
                <a:ea typeface="华文楷体" panose="02010600040101010101" pitchFamily="2" charset="-122"/>
              </a:rPr>
              <a:t> </a:t>
            </a:r>
            <a:r>
              <a:rPr lang="en-US" altLang="zh-CN" sz="2500" b="1" dirty="0">
                <a:solidFill>
                  <a:schemeClr val="tx1"/>
                </a:solidFill>
                <a:latin typeface="Times New Roman" panose="02020603050405020304" pitchFamily="18" charset="0"/>
                <a:ea typeface="华文楷体" panose="02010600040101010101" pitchFamily="2" charset="-122"/>
              </a:rPr>
              <a:t>GOTO</a:t>
            </a:r>
            <a:r>
              <a:rPr lang="en-US" altLang="zh-CN" sz="2500" b="1" dirty="0">
                <a:solidFill>
                  <a:schemeClr val="tx1"/>
                </a:solidFill>
                <a:latin typeface="Times New Roman" panose="02020603050405020304" pitchFamily="18" charset="0"/>
                <a:ea typeface="楷体" panose="02010609060101010101" pitchFamily="49" charset="-122"/>
              </a:rPr>
              <a:t> (</a:t>
            </a:r>
            <a:r>
              <a:rPr lang="en-US" altLang="zh-CN" sz="2500" b="1" i="1" dirty="0">
                <a:solidFill>
                  <a:schemeClr val="tx1"/>
                </a:solidFill>
                <a:latin typeface="Times New Roman" panose="02020603050405020304" pitchFamily="18" charset="0"/>
                <a:ea typeface="楷体" panose="02010609060101010101" pitchFamily="49" charset="-122"/>
              </a:rPr>
              <a:t> I</a:t>
            </a:r>
            <a:r>
              <a:rPr lang="zh-CN" altLang="en-US" sz="2500" b="1" dirty="0">
                <a:solidFill>
                  <a:schemeClr val="tx1"/>
                </a:solidFill>
                <a:latin typeface="Times New Roman" panose="02020603050405020304" pitchFamily="18" charset="0"/>
                <a:ea typeface="楷体" panose="02010609060101010101" pitchFamily="49" charset="-122"/>
              </a:rPr>
              <a:t>，</a:t>
            </a:r>
            <a:r>
              <a:rPr lang="en-US" altLang="zh-CN" sz="2500" b="1" i="1" dirty="0">
                <a:solidFill>
                  <a:schemeClr val="tx1"/>
                </a:solidFill>
                <a:latin typeface="Times New Roman" panose="02020603050405020304" pitchFamily="18" charset="0"/>
                <a:ea typeface="楷体" panose="02010609060101010101" pitchFamily="49" charset="-122"/>
              </a:rPr>
              <a:t>X </a:t>
            </a:r>
            <a:r>
              <a:rPr lang="en-US" altLang="zh-CN" sz="2500" b="1" dirty="0">
                <a:solidFill>
                  <a:schemeClr val="tx1"/>
                </a:solidFill>
                <a:latin typeface="Times New Roman" panose="02020603050405020304" pitchFamily="18" charset="0"/>
                <a:ea typeface="楷体" panose="02010609060101010101" pitchFamily="49" charset="-122"/>
              </a:rPr>
              <a:t>) {</a:t>
            </a:r>
          </a:p>
          <a:p>
            <a:pPr eaLnBrk="1" hangingPunct="1">
              <a:spcBef>
                <a:spcPct val="0"/>
              </a:spcBef>
              <a:buClrTx/>
              <a:buSzTx/>
              <a:buFont typeface="Arial" panose="020B0604020202020204" pitchFamily="34" charset="0"/>
              <a:buNone/>
            </a:pPr>
            <a:r>
              <a:rPr lang="en-US" altLang="zh-CN" sz="2500" b="1" dirty="0">
                <a:solidFill>
                  <a:schemeClr val="tx1"/>
                </a:solidFill>
                <a:latin typeface="Times New Roman" panose="02020603050405020304" pitchFamily="18" charset="0"/>
                <a:ea typeface="楷体" panose="02010609060101010101" pitchFamily="49" charset="-122"/>
              </a:rPr>
              <a:t>          </a:t>
            </a:r>
            <a:r>
              <a:rPr lang="zh-CN" altLang="en-US" sz="2500" b="1" dirty="0">
                <a:solidFill>
                  <a:schemeClr val="tx1"/>
                </a:solidFill>
                <a:latin typeface="Times New Roman" panose="02020603050405020304" pitchFamily="18" charset="0"/>
                <a:ea typeface="楷体" panose="02010609060101010101" pitchFamily="49" charset="-122"/>
              </a:rPr>
              <a:t>将</a:t>
            </a:r>
            <a:r>
              <a:rPr lang="en-US" altLang="zh-CN" sz="2500" b="1" i="1" dirty="0">
                <a:solidFill>
                  <a:schemeClr val="tx1"/>
                </a:solidFill>
                <a:latin typeface="Times New Roman" panose="02020603050405020304" pitchFamily="18" charset="0"/>
                <a:ea typeface="楷体" panose="02010609060101010101" pitchFamily="49" charset="-122"/>
              </a:rPr>
              <a:t>J</a:t>
            </a:r>
            <a:r>
              <a:rPr lang="zh-CN" altLang="en-US" sz="2500" b="1" i="1" dirty="0">
                <a:solidFill>
                  <a:schemeClr val="tx1"/>
                </a:solidFill>
                <a:latin typeface="Times New Roman" panose="02020603050405020304" pitchFamily="18" charset="0"/>
                <a:ea typeface="楷体" panose="02010609060101010101" pitchFamily="49" charset="-122"/>
              </a:rPr>
              <a:t> </a:t>
            </a:r>
            <a:r>
              <a:rPr lang="zh-CN" altLang="en-US" sz="2500" b="1" dirty="0">
                <a:solidFill>
                  <a:schemeClr val="tx1"/>
                </a:solidFill>
                <a:latin typeface="Times New Roman" panose="02020603050405020304" pitchFamily="18" charset="0"/>
                <a:ea typeface="楷体" panose="02010609060101010101" pitchFamily="49" charset="-122"/>
              </a:rPr>
              <a:t>初始化为空集；                   </a:t>
            </a:r>
          </a:p>
          <a:p>
            <a:pPr eaLnBrk="1" hangingPunct="1">
              <a:spcBef>
                <a:spcPct val="0"/>
              </a:spcBef>
              <a:buClrTx/>
              <a:buSzTx/>
              <a:buFont typeface="Arial" panose="020B0604020202020204" pitchFamily="34" charset="0"/>
              <a:buNone/>
            </a:pPr>
            <a:r>
              <a:rPr lang="zh-CN" altLang="en-US" sz="2500" b="1" dirty="0">
                <a:solidFill>
                  <a:schemeClr val="tx1"/>
                </a:solidFill>
                <a:latin typeface="Times New Roman" panose="02020603050405020304" pitchFamily="18" charset="0"/>
                <a:ea typeface="楷体" panose="02010609060101010101" pitchFamily="49" charset="-122"/>
              </a:rPr>
              <a:t>          </a:t>
            </a:r>
            <a:r>
              <a:rPr lang="en-US" altLang="zh-CN" sz="2500" b="1" dirty="0">
                <a:solidFill>
                  <a:schemeClr val="tx1"/>
                </a:solidFill>
                <a:latin typeface="Times New Roman" panose="02020603050405020304" pitchFamily="18" charset="0"/>
                <a:ea typeface="楷体" panose="02010609060101010101" pitchFamily="49" charset="-122"/>
              </a:rPr>
              <a:t> for ( </a:t>
            </a:r>
            <a:r>
              <a:rPr lang="en-US" altLang="zh-CN" sz="2500" b="1" i="1" dirty="0">
                <a:solidFill>
                  <a:schemeClr val="tx1"/>
                </a:solidFill>
                <a:latin typeface="Times New Roman" panose="02020603050405020304" pitchFamily="18" charset="0"/>
                <a:ea typeface="楷体" panose="02010609060101010101" pitchFamily="49" charset="-122"/>
              </a:rPr>
              <a:t>I</a:t>
            </a:r>
            <a:r>
              <a:rPr lang="zh-CN" altLang="en-US" sz="2500" b="1" i="1" dirty="0">
                <a:solidFill>
                  <a:schemeClr val="tx1"/>
                </a:solidFill>
                <a:latin typeface="Times New Roman" panose="02020603050405020304" pitchFamily="18" charset="0"/>
                <a:ea typeface="楷体" panose="02010609060101010101" pitchFamily="49" charset="-122"/>
              </a:rPr>
              <a:t> </a:t>
            </a:r>
            <a:r>
              <a:rPr lang="zh-CN" altLang="en-US" sz="2500" b="1" dirty="0">
                <a:solidFill>
                  <a:schemeClr val="tx1"/>
                </a:solidFill>
                <a:latin typeface="Times New Roman" panose="02020603050405020304" pitchFamily="18" charset="0"/>
                <a:ea typeface="楷体" panose="02010609060101010101" pitchFamily="49" charset="-122"/>
              </a:rPr>
              <a:t>中的每个项</a:t>
            </a:r>
            <a:r>
              <a:rPr lang="en-US" altLang="zh-CN" sz="2500" b="1" dirty="0">
                <a:solidFill>
                  <a:schemeClr val="tx1"/>
                </a:solidFill>
                <a:latin typeface="Times New Roman" panose="02020603050405020304" pitchFamily="18" charset="0"/>
                <a:ea typeface="楷体" panose="02010609060101010101" pitchFamily="49" charset="-122"/>
              </a:rPr>
              <a:t>[</a:t>
            </a:r>
            <a:r>
              <a:rPr lang="en-US" altLang="zh-CN" sz="2500" b="1" i="1" dirty="0">
                <a:solidFill>
                  <a:schemeClr val="tx1"/>
                </a:solidFill>
                <a:latin typeface="Times New Roman" panose="02020603050405020304" pitchFamily="18" charset="0"/>
                <a:ea typeface="楷体" panose="02010609060101010101" pitchFamily="49" charset="-122"/>
              </a:rPr>
              <a:t>A</a:t>
            </a:r>
            <a:r>
              <a:rPr lang="en-US" altLang="zh-CN" sz="2500" b="1" i="1" dirty="0">
                <a:solidFill>
                  <a:schemeClr val="tx1"/>
                </a:solidFill>
                <a:latin typeface="Times New Roman" panose="02020603050405020304" pitchFamily="18" charset="0"/>
              </a:rPr>
              <a:t> →</a:t>
            </a:r>
            <a:r>
              <a:rPr lang="el-GR" altLang="zh-CN" sz="2500" b="1" i="1" dirty="0">
                <a:solidFill>
                  <a:schemeClr val="tx1"/>
                </a:solidFill>
                <a:latin typeface="Times New Roman" panose="02020603050405020304" pitchFamily="18" charset="0"/>
              </a:rPr>
              <a:t> </a:t>
            </a:r>
            <a:r>
              <a:rPr lang="en-US" altLang="zh-CN" sz="2500" b="1" i="1" dirty="0">
                <a:solidFill>
                  <a:srgbClr val="000000"/>
                </a:solidFill>
                <a:latin typeface="Times New Roman" panose="02020603050405020304" pitchFamily="18" charset="0"/>
                <a:cs typeface="Times New Roman" panose="02020603050405020304" pitchFamily="18" charset="0"/>
              </a:rPr>
              <a:t>α</a:t>
            </a:r>
            <a:r>
              <a:rPr lang="zh-CN" altLang="en-US" sz="2500" b="1" i="1" dirty="0">
                <a:solidFill>
                  <a:schemeClr val="tx1"/>
                </a:solidFill>
                <a:latin typeface="Times New Roman" panose="02020603050405020304" pitchFamily="18" charset="0"/>
                <a:ea typeface="楷体" panose="02010609060101010101" pitchFamily="49" charset="-122"/>
              </a:rPr>
              <a:t>∙</a:t>
            </a:r>
            <a:r>
              <a:rPr lang="en-US" altLang="zh-CN" sz="2500" b="1" i="1" dirty="0">
                <a:solidFill>
                  <a:schemeClr val="tx1"/>
                </a:solidFill>
                <a:latin typeface="Times New Roman" panose="02020603050405020304" pitchFamily="18" charset="0"/>
                <a:ea typeface="楷体" panose="02010609060101010101" pitchFamily="49" charset="-122"/>
              </a:rPr>
              <a:t>X</a:t>
            </a:r>
            <a:r>
              <a:rPr lang="el-GR" altLang="zh-CN" sz="2500" b="1" i="1" dirty="0">
                <a:solidFill>
                  <a:schemeClr val="tx1"/>
                </a:solidFill>
                <a:latin typeface="Times New Roman" panose="02020603050405020304" pitchFamily="18" charset="0"/>
              </a:rPr>
              <a:t>β</a:t>
            </a:r>
            <a:r>
              <a:rPr lang="zh-CN" altLang="en-US" sz="2500" b="1" dirty="0">
                <a:solidFill>
                  <a:schemeClr val="tx1"/>
                </a:solidFill>
                <a:latin typeface="Times New Roman" panose="02020603050405020304" pitchFamily="18" charset="0"/>
              </a:rPr>
              <a:t>，</a:t>
            </a:r>
            <a:r>
              <a:rPr lang="en-US" altLang="zh-CN" sz="2500" b="1" i="1" dirty="0">
                <a:solidFill>
                  <a:srgbClr val="FF0000"/>
                </a:solidFill>
                <a:latin typeface="Times New Roman" panose="02020603050405020304" pitchFamily="18" charset="0"/>
              </a:rPr>
              <a:t>a</a:t>
            </a:r>
            <a:r>
              <a:rPr lang="en-US" altLang="zh-CN" sz="2500" b="1" dirty="0">
                <a:solidFill>
                  <a:schemeClr val="tx1"/>
                </a:solidFill>
                <a:latin typeface="Times New Roman" panose="02020603050405020304" pitchFamily="18" charset="0"/>
                <a:ea typeface="楷体" panose="02010609060101010101" pitchFamily="49" charset="-122"/>
              </a:rPr>
              <a:t> ]) </a:t>
            </a:r>
          </a:p>
          <a:p>
            <a:pPr eaLnBrk="1" hangingPunct="1">
              <a:spcBef>
                <a:spcPct val="0"/>
              </a:spcBef>
              <a:buClrTx/>
              <a:buSzTx/>
              <a:buFont typeface="Arial" panose="020B0604020202020204" pitchFamily="34" charset="0"/>
              <a:buNone/>
            </a:pPr>
            <a:r>
              <a:rPr lang="zh-CN" altLang="en-US" sz="2500" b="1" dirty="0">
                <a:solidFill>
                  <a:schemeClr val="tx1"/>
                </a:solidFill>
                <a:latin typeface="Times New Roman" panose="02020603050405020304" pitchFamily="18" charset="0"/>
                <a:ea typeface="楷体" panose="02010609060101010101" pitchFamily="49" charset="-122"/>
              </a:rPr>
              <a:t>                      将项</a:t>
            </a:r>
            <a:r>
              <a:rPr lang="en-US" altLang="zh-CN" sz="2500" b="1" dirty="0">
                <a:solidFill>
                  <a:schemeClr val="tx1"/>
                </a:solidFill>
                <a:latin typeface="Times New Roman" panose="02020603050405020304" pitchFamily="18" charset="0"/>
                <a:ea typeface="楷体" panose="02010609060101010101" pitchFamily="49" charset="-122"/>
              </a:rPr>
              <a:t>[ </a:t>
            </a:r>
            <a:r>
              <a:rPr lang="en-US" altLang="zh-CN" sz="2500" b="1" i="1" dirty="0">
                <a:solidFill>
                  <a:schemeClr val="tx1"/>
                </a:solidFill>
                <a:latin typeface="Times New Roman" panose="02020603050405020304" pitchFamily="18" charset="0"/>
                <a:ea typeface="楷体" panose="02010609060101010101" pitchFamily="49" charset="-122"/>
              </a:rPr>
              <a:t>A</a:t>
            </a:r>
            <a:r>
              <a:rPr lang="zh-CN" altLang="en-US" sz="2500" b="1" i="1" dirty="0">
                <a:solidFill>
                  <a:schemeClr val="tx1"/>
                </a:solidFill>
                <a:latin typeface="Times New Roman" panose="02020603050405020304" pitchFamily="18" charset="0"/>
                <a:ea typeface="楷体" panose="02010609060101010101" pitchFamily="49" charset="-122"/>
              </a:rPr>
              <a:t> </a:t>
            </a:r>
            <a:r>
              <a:rPr lang="en-US" altLang="zh-CN" sz="2500" b="1" i="1" dirty="0">
                <a:solidFill>
                  <a:schemeClr val="tx1"/>
                </a:solidFill>
                <a:latin typeface="Times New Roman" panose="02020603050405020304" pitchFamily="18" charset="0"/>
              </a:rPr>
              <a:t>→</a:t>
            </a:r>
            <a:r>
              <a:rPr lang="zh-CN" altLang="en-US" sz="2500" b="1" i="1" dirty="0">
                <a:solidFill>
                  <a:schemeClr val="tx1"/>
                </a:solidFill>
                <a:latin typeface="Times New Roman" panose="02020603050405020304" pitchFamily="18" charset="0"/>
              </a:rPr>
              <a:t> </a:t>
            </a:r>
            <a:r>
              <a:rPr lang="en-US" altLang="zh-CN" sz="2500" b="1" i="1" dirty="0">
                <a:solidFill>
                  <a:srgbClr val="000000"/>
                </a:solidFill>
                <a:latin typeface="Times New Roman" panose="02020603050405020304" pitchFamily="18" charset="0"/>
                <a:ea typeface="楷体_GB2312" panose="02010609030101010101" pitchFamily="49" charset="-122"/>
              </a:rPr>
              <a:t>α</a:t>
            </a:r>
            <a:r>
              <a:rPr lang="en-US" altLang="zh-CN" sz="2500" b="1" i="1" dirty="0">
                <a:solidFill>
                  <a:schemeClr val="tx1"/>
                </a:solidFill>
                <a:latin typeface="Times New Roman" panose="02020603050405020304" pitchFamily="18" charset="0"/>
                <a:ea typeface="楷体" panose="02010609060101010101" pitchFamily="49" charset="-122"/>
              </a:rPr>
              <a:t>X</a:t>
            </a:r>
            <a:r>
              <a:rPr lang="zh-CN" altLang="en-US" sz="2500" b="1" i="1" dirty="0">
                <a:solidFill>
                  <a:schemeClr val="tx1"/>
                </a:solidFill>
                <a:latin typeface="Times New Roman" panose="02020603050405020304" pitchFamily="18" charset="0"/>
                <a:ea typeface="楷体" panose="02010609060101010101" pitchFamily="49" charset="-122"/>
              </a:rPr>
              <a:t>∙</a:t>
            </a:r>
            <a:r>
              <a:rPr lang="el-GR" altLang="zh-CN" sz="2500" b="1" i="1" dirty="0">
                <a:solidFill>
                  <a:schemeClr val="tx1"/>
                </a:solidFill>
                <a:latin typeface="Times New Roman" panose="02020603050405020304" pitchFamily="18" charset="0"/>
              </a:rPr>
              <a:t>β</a:t>
            </a:r>
            <a:r>
              <a:rPr lang="zh-CN" altLang="en-US" sz="2500" b="1" dirty="0">
                <a:solidFill>
                  <a:schemeClr val="tx1"/>
                </a:solidFill>
                <a:latin typeface="Times New Roman" panose="02020603050405020304" pitchFamily="18" charset="0"/>
              </a:rPr>
              <a:t>，</a:t>
            </a:r>
            <a:r>
              <a:rPr lang="en-US" altLang="zh-CN" sz="2500" b="1" i="1" dirty="0">
                <a:solidFill>
                  <a:srgbClr val="FF0000"/>
                </a:solidFill>
                <a:latin typeface="Times New Roman" panose="02020603050405020304" pitchFamily="18" charset="0"/>
              </a:rPr>
              <a:t>a</a:t>
            </a:r>
            <a:r>
              <a:rPr lang="en-US" altLang="zh-CN" sz="2500" b="1" dirty="0">
                <a:solidFill>
                  <a:schemeClr val="tx1"/>
                </a:solidFill>
                <a:latin typeface="Times New Roman" panose="02020603050405020304" pitchFamily="18" charset="0"/>
                <a:ea typeface="楷体" panose="02010609060101010101" pitchFamily="49" charset="-122"/>
              </a:rPr>
              <a:t>]</a:t>
            </a:r>
            <a:r>
              <a:rPr lang="zh-CN" altLang="en-US" sz="2500" b="1" dirty="0">
                <a:solidFill>
                  <a:schemeClr val="tx1"/>
                </a:solidFill>
                <a:latin typeface="Times New Roman" panose="02020603050405020304" pitchFamily="18" charset="0"/>
                <a:ea typeface="楷体" panose="02010609060101010101" pitchFamily="49" charset="-122"/>
              </a:rPr>
              <a:t>加入到集合</a:t>
            </a:r>
            <a:r>
              <a:rPr lang="en-US" altLang="zh-CN" sz="2500" b="1" i="1" dirty="0">
                <a:solidFill>
                  <a:schemeClr val="tx1"/>
                </a:solidFill>
                <a:latin typeface="Times New Roman" panose="02020603050405020304" pitchFamily="18" charset="0"/>
                <a:ea typeface="楷体" panose="02010609060101010101" pitchFamily="49" charset="-122"/>
              </a:rPr>
              <a:t>J</a:t>
            </a:r>
            <a:r>
              <a:rPr lang="zh-CN" altLang="en-US" sz="2500" b="1" i="1" dirty="0">
                <a:solidFill>
                  <a:schemeClr val="tx1"/>
                </a:solidFill>
                <a:latin typeface="Times New Roman" panose="02020603050405020304" pitchFamily="18" charset="0"/>
                <a:ea typeface="楷体" panose="02010609060101010101" pitchFamily="49" charset="-122"/>
              </a:rPr>
              <a:t> </a:t>
            </a:r>
            <a:r>
              <a:rPr lang="zh-CN" altLang="en-US" sz="2500" b="1" dirty="0">
                <a:solidFill>
                  <a:schemeClr val="tx1"/>
                </a:solidFill>
                <a:latin typeface="Times New Roman" panose="02020603050405020304" pitchFamily="18" charset="0"/>
                <a:ea typeface="楷体" panose="02010609060101010101" pitchFamily="49" charset="-122"/>
              </a:rPr>
              <a:t>中；</a:t>
            </a:r>
          </a:p>
          <a:p>
            <a:pPr eaLnBrk="1" hangingPunct="1">
              <a:spcBef>
                <a:spcPct val="0"/>
              </a:spcBef>
              <a:buClrTx/>
              <a:buSzTx/>
              <a:buFont typeface="Arial" panose="020B0604020202020204" pitchFamily="34" charset="0"/>
              <a:buNone/>
            </a:pPr>
            <a:r>
              <a:rPr lang="zh-CN" altLang="en-US" sz="2500" b="1" dirty="0">
                <a:solidFill>
                  <a:schemeClr val="tx1"/>
                </a:solidFill>
                <a:latin typeface="Times New Roman" panose="02020603050405020304" pitchFamily="18" charset="0"/>
                <a:ea typeface="楷体" panose="02010609060101010101" pitchFamily="49" charset="-122"/>
              </a:rPr>
              <a:t>          </a:t>
            </a:r>
            <a:r>
              <a:rPr lang="en-US" altLang="zh-CN" sz="2500" b="1" dirty="0">
                <a:solidFill>
                  <a:schemeClr val="tx1"/>
                </a:solidFill>
                <a:latin typeface="Times New Roman" panose="02020603050405020304" pitchFamily="18" charset="0"/>
                <a:ea typeface="楷体" panose="02010609060101010101" pitchFamily="49" charset="-122"/>
              </a:rPr>
              <a:t>return</a:t>
            </a:r>
            <a:r>
              <a:rPr lang="zh-CN" altLang="en-US" sz="2500" b="1" dirty="0">
                <a:solidFill>
                  <a:schemeClr val="tx1"/>
                </a:solidFill>
                <a:latin typeface="Times New Roman" panose="02020603050405020304" pitchFamily="18" charset="0"/>
                <a:ea typeface="楷体" panose="02010609060101010101" pitchFamily="49" charset="-122"/>
              </a:rPr>
              <a:t> </a:t>
            </a:r>
            <a:r>
              <a:rPr lang="en-US" altLang="zh-CN" sz="2500" b="1" dirty="0">
                <a:solidFill>
                  <a:schemeClr val="tx1"/>
                </a:solidFill>
                <a:latin typeface="Times New Roman" panose="02020603050405020304" pitchFamily="18" charset="0"/>
                <a:ea typeface="楷体" panose="02010609060101010101" pitchFamily="49" charset="-122"/>
              </a:rPr>
              <a:t>CLOSURE (</a:t>
            </a:r>
            <a:r>
              <a:rPr lang="en-US" altLang="zh-CN" sz="2500" b="1" i="1" dirty="0">
                <a:solidFill>
                  <a:schemeClr val="tx1"/>
                </a:solidFill>
                <a:latin typeface="Times New Roman" panose="02020603050405020304" pitchFamily="18" charset="0"/>
                <a:ea typeface="楷体" panose="02010609060101010101" pitchFamily="49" charset="-122"/>
              </a:rPr>
              <a:t> J</a:t>
            </a:r>
            <a:r>
              <a:rPr lang="zh-CN" altLang="en-US" sz="2500" b="1" i="1" dirty="0">
                <a:solidFill>
                  <a:schemeClr val="tx1"/>
                </a:solidFill>
                <a:latin typeface="Times New Roman" panose="02020603050405020304" pitchFamily="18" charset="0"/>
                <a:ea typeface="楷体" panose="02010609060101010101" pitchFamily="49" charset="-122"/>
              </a:rPr>
              <a:t> </a:t>
            </a:r>
            <a:r>
              <a:rPr lang="en-US" altLang="zh-CN" sz="2500" b="1" dirty="0">
                <a:solidFill>
                  <a:schemeClr val="tx1"/>
                </a:solidFill>
                <a:latin typeface="Times New Roman" panose="02020603050405020304" pitchFamily="18" charset="0"/>
                <a:ea typeface="楷体" panose="02010609060101010101" pitchFamily="49" charset="-122"/>
              </a:rPr>
              <a:t>)</a:t>
            </a:r>
            <a:r>
              <a:rPr lang="zh-CN" altLang="en-US" sz="2500" b="1" dirty="0">
                <a:solidFill>
                  <a:schemeClr val="tx1"/>
                </a:solidFill>
                <a:latin typeface="Times New Roman" panose="02020603050405020304" pitchFamily="18" charset="0"/>
                <a:ea typeface="楷体" panose="02010609060101010101" pitchFamily="49" charset="-122"/>
              </a:rPr>
              <a:t>；</a:t>
            </a:r>
          </a:p>
          <a:p>
            <a:pPr eaLnBrk="1" hangingPunct="1">
              <a:spcBef>
                <a:spcPct val="0"/>
              </a:spcBef>
              <a:buClrTx/>
              <a:buSzTx/>
              <a:buFont typeface="Arial" panose="020B0604020202020204" pitchFamily="34" charset="0"/>
              <a:buNone/>
            </a:pPr>
            <a:r>
              <a:rPr lang="en-US" altLang="zh-CN" sz="2500" b="1" dirty="0">
                <a:solidFill>
                  <a:schemeClr val="tx1"/>
                </a:solidFill>
                <a:latin typeface="Times New Roman" panose="02020603050405020304" pitchFamily="18" charset="0"/>
                <a:ea typeface="楷体" panose="02010609060101010101" pitchFamily="49" charset="-122"/>
              </a:rPr>
              <a:t> }</a:t>
            </a:r>
          </a:p>
        </p:txBody>
      </p:sp>
      <mc:AlternateContent xmlns:mc="http://schemas.openxmlformats.org/markup-compatibility/2006" xmlns:a14="http://schemas.microsoft.com/office/drawing/2010/main">
        <mc:Choice Requires="a14">
          <p:sp>
            <p:nvSpPr>
              <p:cNvPr id="51203" name="Rectangle 3"/>
              <p:cNvSpPr>
                <a:spLocks noGrp="1" noChangeArrowheads="1"/>
              </p:cNvSpPr>
              <p:nvPr>
                <p:ph idx="1"/>
              </p:nvPr>
            </p:nvSpPr>
            <p:spPr>
              <a:xfrm>
                <a:off x="361950" y="1152525"/>
                <a:ext cx="8458200" cy="555625"/>
              </a:xfrm>
              <a:solidFill>
                <a:schemeClr val="accent5">
                  <a:lumMod val="60000"/>
                  <a:lumOff val="40000"/>
                </a:schemeClr>
              </a:solidFill>
              <a:ln>
                <a:solidFill>
                  <a:schemeClr val="tx1"/>
                </a:solidFill>
              </a:ln>
            </p:spPr>
            <p:txBody>
              <a:bodyPr lIns="92075" tIns="46038" rIns="92075" bIns="46038"/>
              <a:lstStyle/>
              <a:p>
                <a:pPr algn="ctr" eaLnBrk="1" hangingPunct="1">
                  <a:buFont typeface="Wingdings" pitchFamily="2" charset="2"/>
                  <a:buNone/>
                  <a:defRPr/>
                </a:pP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GOTO</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I</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X</a:t>
                </a:r>
                <a:r>
                  <a:rPr lang="zh-CN" altLang="en-US" sz="2500" b="1" i="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CLOSURE</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αX</a:t>
                </a:r>
                <a:r>
                  <a:rPr lang="en-US" altLang="zh-CN" sz="2800" b="1" i="1"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β</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14:m>
                  <m:oMath xmlns:m="http://schemas.openxmlformats.org/officeDocument/2006/math">
                    <m:r>
                      <a:rPr lang="en-US" altLang="zh-CN" sz="2500" b="1" i="1" smtClean="0">
                        <a:solidFill>
                          <a:schemeClr val="tx1"/>
                        </a:solidFill>
                        <a:latin typeface="Cambria Math" panose="02040503050406030204" pitchFamily="18" charset="0"/>
                        <a:ea typeface="Cambria Math" panose="02040503050406030204" pitchFamily="18" charset="0"/>
                        <a:cs typeface="Times New Roman" pitchFamily="18" charset="0"/>
                      </a:rPr>
                      <m:t>∀</m:t>
                    </m:r>
                  </m:oMath>
                </a14:m>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α</a:t>
                </a:r>
                <a:r>
                  <a:rPr lang="en-US" altLang="zh-CN" sz="2800" b="1" i="1"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Xβ</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a</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I</a:t>
                </a:r>
                <a:r>
                  <a:rPr lang="zh-CN" altLang="en-US" sz="2500" b="1" i="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p>
            </p:txBody>
          </p:sp>
        </mc:Choice>
        <mc:Fallback xmlns="">
          <p:sp>
            <p:nvSpPr>
              <p:cNvPr id="51203" name="Rectangle 3"/>
              <p:cNvSpPr>
                <a:spLocks noGrp="1" noRot="1" noChangeAspect="1" noMove="1" noResize="1" noEditPoints="1" noAdjustHandles="1" noChangeArrowheads="1" noChangeShapeType="1" noTextEdit="1"/>
              </p:cNvSpPr>
              <p:nvPr>
                <p:ph idx="1"/>
              </p:nvPr>
            </p:nvSpPr>
            <p:spPr>
              <a:xfrm>
                <a:off x="361950" y="1152525"/>
                <a:ext cx="8458200" cy="555625"/>
              </a:xfrm>
              <a:blipFill>
                <a:blip r:embed="rId3"/>
                <a:stretch>
                  <a:fillRect l="-576" t="-9677" r="-576" b="-22581"/>
                </a:stretch>
              </a:blipFill>
              <a:ln>
                <a:solidFill>
                  <a:schemeClr val="tx1"/>
                </a:solidFill>
              </a:ln>
            </p:spPr>
            <p:txBody>
              <a:bodyPr/>
              <a:lstStyle/>
              <a:p>
                <a:r>
                  <a:rPr lang="zh-CN" altLang="en-US">
                    <a:noFill/>
                  </a:rPr>
                  <a:t> </a:t>
                </a:r>
              </a:p>
            </p:txBody>
          </p:sp>
        </mc:Fallback>
      </mc:AlternateContent>
      <p:sp>
        <p:nvSpPr>
          <p:cNvPr id="51204" name="Rectangle 2"/>
          <p:cNvSpPr>
            <a:spLocks noGrp="1" noChangeArrowheads="1"/>
          </p:cNvSpPr>
          <p:nvPr>
            <p:ph type="title"/>
          </p:nvPr>
        </p:nvSpPr>
        <p:spPr>
          <a:xfrm>
            <a:off x="755650" y="268288"/>
            <a:ext cx="7931150" cy="358775"/>
          </a:xfrm>
        </p:spPr>
        <p:txBody>
          <a:bodyPr lIns="92075" tIns="46038" rIns="92075" bIns="46038"/>
          <a:lstStyle/>
          <a:p>
            <a:pPr eaLnBrk="1" hangingPunct="1">
              <a:defRPr/>
            </a:pPr>
            <a:r>
              <a:rPr lang="en-US" altLang="zh-CN" sz="3000" i="1" dirty="0">
                <a:solidFill>
                  <a:schemeClr val="tx1"/>
                </a:solidFill>
                <a:ea typeface="黑体" panose="02010609060101010101" pitchFamily="49" charset="-122"/>
              </a:rPr>
              <a:t>LR</a:t>
            </a:r>
            <a:r>
              <a:rPr lang="zh-CN" altLang="en-US" sz="3000" dirty="0">
                <a:solidFill>
                  <a:schemeClr val="tx1"/>
                </a:solidFill>
                <a:latin typeface="微软雅黑" panose="020B0503020204020204" pitchFamily="34" charset="-122"/>
                <a:ea typeface="微软雅黑" panose="020B0503020204020204" pitchFamily="34" charset="-122"/>
              </a:rPr>
              <a:t>分析表构造算法</a:t>
            </a:r>
            <a:r>
              <a:rPr lang="en-US" altLang="zh-CN" sz="3000" dirty="0">
                <a:solidFill>
                  <a:schemeClr val="tx1"/>
                </a:solidFill>
                <a:latin typeface="微软雅黑" panose="020B0503020204020204" pitchFamily="34" charset="-122"/>
                <a:ea typeface="微软雅黑" panose="020B0503020204020204" pitchFamily="34" charset="-122"/>
              </a:rPr>
              <a:t>——</a:t>
            </a:r>
            <a:r>
              <a:rPr lang="en-US" altLang="zh-CN" sz="3000" i="1" dirty="0">
                <a:solidFill>
                  <a:schemeClr val="tx1"/>
                </a:solidFill>
                <a:ea typeface="楷体" panose="02010609060101010101" pitchFamily="49" charset="-122"/>
                <a:cs typeface="Times New Roman" panose="02020603050405020304" pitchFamily="18" charset="0"/>
              </a:rPr>
              <a:t>GOTO </a:t>
            </a:r>
            <a:r>
              <a:rPr lang="zh-CN" altLang="en-US" sz="3000" spc="3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函数</a:t>
            </a:r>
          </a:p>
        </p:txBody>
      </p:sp>
      <p:sp>
        <p:nvSpPr>
          <p:cNvPr id="2" name="灯片编号占位符 1">
            <a:extLst>
              <a:ext uri="{FF2B5EF4-FFF2-40B4-BE49-F238E27FC236}">
                <a16:creationId xmlns:a16="http://schemas.microsoft.com/office/drawing/2014/main" id="{69C76364-FD53-486F-8E2E-7FB36631EAD3}"/>
              </a:ext>
            </a:extLst>
          </p:cNvPr>
          <p:cNvSpPr>
            <a:spLocks noGrp="1"/>
          </p:cNvSpPr>
          <p:nvPr>
            <p:ph type="sldNum" sz="quarter" idx="12"/>
          </p:nvPr>
        </p:nvSpPr>
        <p:spPr/>
        <p:txBody>
          <a:bodyPr/>
          <a:lstStyle/>
          <a:p>
            <a:pPr>
              <a:defRPr/>
            </a:pPr>
            <a:fld id="{76D20AB1-C80E-44EB-B890-88EEF3B3DC08}" type="slidenum">
              <a:rPr lang="zh-CN" altLang="en-US" smtClean="0"/>
              <a:pPr>
                <a:defRPr/>
              </a:pPr>
              <a:t>20</a:t>
            </a:fld>
            <a:endParaRPr lang="en-US" altLang="zh-CN"/>
          </a:p>
        </p:txBody>
      </p:sp>
      <p:sp>
        <p:nvSpPr>
          <p:cNvPr id="3" name="文本框 2">
            <a:extLst>
              <a:ext uri="{FF2B5EF4-FFF2-40B4-BE49-F238E27FC236}">
                <a16:creationId xmlns:a16="http://schemas.microsoft.com/office/drawing/2014/main" id="{638C1D9C-9FD4-4994-97A7-89559D164B8C}"/>
              </a:ext>
            </a:extLst>
          </p:cNvPr>
          <p:cNvSpPr txBox="1"/>
          <p:nvPr/>
        </p:nvSpPr>
        <p:spPr>
          <a:xfrm>
            <a:off x="2411760" y="4340912"/>
            <a:ext cx="4176464" cy="461665"/>
          </a:xfrm>
          <a:prstGeom prst="rect">
            <a:avLst/>
          </a:prstGeom>
          <a:solidFill>
            <a:schemeClr val="accent2">
              <a:lumMod val="40000"/>
              <a:lumOff val="60000"/>
            </a:schemeClr>
          </a:solidFill>
          <a:ln>
            <a:solidFill>
              <a:schemeClr val="tx1"/>
            </a:solidFill>
          </a:ln>
        </p:spPr>
        <p:txBody>
          <a:bodyPr wrap="square" rtlCol="0">
            <a:spAutoFit/>
          </a:bodyPr>
          <a:lstStyle/>
          <a:p>
            <a:pPr algn="ctr"/>
            <a:r>
              <a:rPr lang="zh-CN" altLang="en-US" sz="2400" b="1" dirty="0">
                <a:solidFill>
                  <a:srgbClr val="0070C0"/>
                </a:solidFill>
                <a:latin typeface="华文楷体" panose="02010600040101010101" pitchFamily="2" charset="-122"/>
                <a:ea typeface="华文楷体" panose="02010600040101010101" pitchFamily="2" charset="-122"/>
              </a:rPr>
              <a:t>后继项目继承</a:t>
            </a:r>
            <a:r>
              <a:rPr lang="en-US" altLang="zh-CN" sz="2400" b="1" dirty="0">
                <a:solidFill>
                  <a:srgbClr val="0070C0"/>
                </a:solidFill>
                <a:latin typeface="华文楷体" panose="02010600040101010101" pitchFamily="2" charset="-122"/>
                <a:ea typeface="华文楷体" panose="02010600040101010101" pitchFamily="2" charset="-122"/>
              </a:rPr>
              <a:t>(</a:t>
            </a:r>
            <a:r>
              <a:rPr lang="zh-CN" altLang="en-US" sz="2400" b="1" dirty="0">
                <a:solidFill>
                  <a:srgbClr val="0070C0"/>
                </a:solidFill>
                <a:latin typeface="华文楷体" panose="02010600040101010101" pitchFamily="2" charset="-122"/>
                <a:ea typeface="华文楷体" panose="02010600040101010101" pitchFamily="2" charset="-122"/>
              </a:rPr>
              <a:t>传播</a:t>
            </a:r>
            <a:r>
              <a:rPr lang="en-US" altLang="zh-CN" sz="2400" b="1" dirty="0">
                <a:solidFill>
                  <a:srgbClr val="0070C0"/>
                </a:solidFill>
                <a:latin typeface="华文楷体" panose="02010600040101010101" pitchFamily="2" charset="-122"/>
                <a:ea typeface="华文楷体" panose="02010600040101010101" pitchFamily="2" charset="-122"/>
              </a:rPr>
              <a:t>)</a:t>
            </a:r>
            <a:r>
              <a:rPr lang="zh-CN" altLang="en-US" sz="2400" b="1" dirty="0">
                <a:solidFill>
                  <a:srgbClr val="0070C0"/>
                </a:solidFill>
                <a:latin typeface="华文楷体" panose="02010600040101010101" pitchFamily="2" charset="-122"/>
                <a:ea typeface="华文楷体" panose="02010600040101010101" pitchFamily="2" charset="-122"/>
              </a:rPr>
              <a:t>展望符</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内容占位符 1"/>
          <p:cNvSpPr txBox="1">
            <a:spLocks noChangeArrowheads="1"/>
          </p:cNvSpPr>
          <p:nvPr/>
        </p:nvSpPr>
        <p:spPr bwMode="auto">
          <a:xfrm>
            <a:off x="683568" y="1131888"/>
            <a:ext cx="7776864" cy="3455987"/>
          </a:xfrm>
          <a:prstGeom prst="rect">
            <a:avLst/>
          </a:prstGeom>
          <a:solidFill>
            <a:srgbClr val="B5CEED"/>
          </a:solidFill>
          <a:ln w="12700">
            <a:solidFill>
              <a:schemeClr val="tx1"/>
            </a:solidFill>
            <a:miter lim="800000"/>
            <a:headEnd/>
            <a:tailEnd/>
          </a:ln>
        </p:spPr>
        <p:txBody>
          <a:bodyPr anchor="ct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华文楷体" panose="02010600040101010101" pitchFamily="2" charset="-122"/>
              </a:rPr>
              <a:t>void</a:t>
            </a:r>
            <a:r>
              <a:rPr lang="zh-CN" altLang="en-US" b="1" dirty="0">
                <a:solidFill>
                  <a:schemeClr val="tx1"/>
                </a:solidFill>
                <a:latin typeface="Times New Roman" panose="02020603050405020304" pitchFamily="18" charset="0"/>
                <a:ea typeface="华文楷体" panose="02010600040101010101" pitchFamily="2" charset="-122"/>
              </a:rPr>
              <a:t> </a:t>
            </a:r>
            <a:r>
              <a:rPr lang="en-US" altLang="zh-CN" b="1" i="1" dirty="0">
                <a:solidFill>
                  <a:schemeClr val="tx1"/>
                </a:solidFill>
                <a:latin typeface="Times New Roman" panose="02020603050405020304" pitchFamily="18" charset="0"/>
                <a:ea typeface="华文楷体" panose="02010600040101010101" pitchFamily="2" charset="-122"/>
              </a:rPr>
              <a:t>items</a:t>
            </a:r>
            <a:r>
              <a:rPr lang="en-US" altLang="zh-CN" b="1" dirty="0">
                <a:solidFill>
                  <a:schemeClr val="tx1"/>
                </a:solidFill>
                <a:latin typeface="Times New Roman" panose="02020603050405020304" pitchFamily="18" charset="0"/>
                <a:ea typeface="楷体" panose="02010609060101010101" pitchFamily="49" charset="-122"/>
              </a:rPr>
              <a:t> (</a:t>
            </a:r>
            <a:r>
              <a:rPr lang="en-US" altLang="zh-CN" b="1" i="1" dirty="0">
                <a:solidFill>
                  <a:schemeClr val="tx1"/>
                </a:solidFill>
                <a:latin typeface="Times New Roman" panose="02020603050405020304" pitchFamily="18" charset="0"/>
                <a:ea typeface="黑体" panose="02010609060101010101" pitchFamily="49" charset="-122"/>
              </a:rPr>
              <a:t>G'</a:t>
            </a:r>
            <a:r>
              <a:rPr lang="zh-CN" altLang="en-US" b="1" i="1" dirty="0">
                <a:solidFill>
                  <a:schemeClr val="tx1"/>
                </a:solidFill>
                <a:latin typeface="Times New Roman" panose="02020603050405020304" pitchFamily="18" charset="0"/>
                <a:ea typeface="黑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 {</a:t>
            </a:r>
          </a:p>
          <a:p>
            <a:pPr eaLnBrk="1" hangingPunct="1">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楷体" panose="02010609060101010101" pitchFamily="49" charset="-122"/>
              </a:rPr>
              <a:t>          </a:t>
            </a:r>
            <a:r>
              <a:rPr lang="zh-CN" altLang="en-US" b="1" dirty="0">
                <a:solidFill>
                  <a:schemeClr val="tx1"/>
                </a:solidFill>
                <a:latin typeface="Times New Roman" panose="02020603050405020304" pitchFamily="18" charset="0"/>
                <a:ea typeface="楷体" panose="02010609060101010101" pitchFamily="49" charset="-122"/>
              </a:rPr>
              <a:t>将</a:t>
            </a:r>
            <a:r>
              <a:rPr lang="en-US" altLang="zh-CN" b="1" i="1" dirty="0">
                <a:solidFill>
                  <a:schemeClr val="tx1"/>
                </a:solidFill>
                <a:latin typeface="Times New Roman" panose="02020603050405020304" pitchFamily="18" charset="0"/>
                <a:ea typeface="楷体" panose="02010609060101010101" pitchFamily="49" charset="-122"/>
              </a:rPr>
              <a:t>C</a:t>
            </a:r>
            <a:r>
              <a:rPr lang="zh-CN" altLang="en-US" b="1" dirty="0">
                <a:solidFill>
                  <a:schemeClr val="tx1"/>
                </a:solidFill>
                <a:latin typeface="Times New Roman" panose="02020603050405020304" pitchFamily="18" charset="0"/>
                <a:ea typeface="楷体" panose="02010609060101010101" pitchFamily="49" charset="-122"/>
              </a:rPr>
              <a:t>初始化为</a:t>
            </a:r>
            <a:r>
              <a:rPr lang="en-US" altLang="zh-CN" b="1" dirty="0">
                <a:solidFill>
                  <a:schemeClr val="tx1"/>
                </a:solidFill>
                <a:latin typeface="Times New Roman" panose="02020603050405020304" pitchFamily="18" charset="0"/>
                <a:ea typeface="楷体" panose="02010609060101010101" pitchFamily="49" charset="-122"/>
              </a:rPr>
              <a:t>{CLOSURE ({[</a:t>
            </a:r>
            <a:r>
              <a:rPr lang="zh-CN" altLang="en-US" b="1" i="1" dirty="0">
                <a:solidFill>
                  <a:schemeClr val="tx1"/>
                </a:solidFill>
                <a:latin typeface="Times New Roman" panose="02020603050405020304" pitchFamily="18" charset="0"/>
                <a:ea typeface="黑体" panose="02010609060101010101" pitchFamily="49" charset="-122"/>
              </a:rPr>
              <a:t> </a:t>
            </a:r>
            <a:r>
              <a:rPr lang="en-US" altLang="zh-CN" b="1" i="1" dirty="0">
                <a:solidFill>
                  <a:schemeClr val="tx1"/>
                </a:solidFill>
                <a:latin typeface="Times New Roman" panose="02020603050405020304" pitchFamily="18" charset="0"/>
                <a:ea typeface="黑体" panose="02010609060101010101" pitchFamily="49" charset="-122"/>
              </a:rPr>
              <a:t>S'</a:t>
            </a:r>
            <a:r>
              <a:rPr lang="en-US" altLang="zh-CN" b="1" i="1" dirty="0">
                <a:solidFill>
                  <a:schemeClr val="tx1"/>
                </a:solidFill>
                <a:latin typeface="Times New Roman" panose="02020603050405020304" pitchFamily="18" charset="0"/>
              </a:rPr>
              <a:t> →</a:t>
            </a:r>
            <a:r>
              <a:rPr lang="zh-CN" altLang="en-US" b="1" i="1" dirty="0">
                <a:solidFill>
                  <a:schemeClr val="tx1"/>
                </a:solidFill>
                <a:latin typeface="Times New Roman" panose="02020603050405020304" pitchFamily="18" charset="0"/>
              </a:rPr>
              <a:t> </a:t>
            </a:r>
            <a:r>
              <a:rPr lang="zh-CN" altLang="en-US" b="1" i="1" dirty="0">
                <a:solidFill>
                  <a:schemeClr val="tx1"/>
                </a:solidFill>
                <a:latin typeface="Times New Roman" panose="02020603050405020304" pitchFamily="18" charset="0"/>
                <a:ea typeface="楷体" panose="02010609060101010101" pitchFamily="49" charset="-122"/>
              </a:rPr>
              <a:t>∙ </a:t>
            </a:r>
            <a:r>
              <a:rPr lang="en-US" altLang="zh-CN" b="1" i="1" dirty="0">
                <a:solidFill>
                  <a:schemeClr val="tx1"/>
                </a:solidFill>
                <a:latin typeface="Times New Roman" panose="02020603050405020304" pitchFamily="18" charset="0"/>
                <a:ea typeface="楷体" panose="02010609060101010101" pitchFamily="49" charset="-122"/>
              </a:rPr>
              <a:t>S</a:t>
            </a:r>
            <a:r>
              <a:rPr lang="en-US" altLang="zh-CN" b="1" dirty="0">
                <a:solidFill>
                  <a:schemeClr val="tx1"/>
                </a:solidFill>
                <a:latin typeface="Times New Roman" panose="02020603050405020304" pitchFamily="18" charset="0"/>
              </a:rPr>
              <a:t>, </a:t>
            </a:r>
            <a:r>
              <a:rPr lang="en-US" altLang="zh-CN" b="1" dirty="0">
                <a:solidFill>
                  <a:srgbClr val="FF0000"/>
                </a:solidFill>
                <a:latin typeface="华文楷体" panose="02010600040101010101" pitchFamily="2" charset="-122"/>
                <a:cs typeface="Times New Roman" panose="02020603050405020304" pitchFamily="18" charset="0"/>
              </a:rPr>
              <a:t>$</a:t>
            </a:r>
            <a:r>
              <a:rPr lang="en-US" altLang="zh-CN" b="1" dirty="0">
                <a:solidFill>
                  <a:schemeClr val="tx1"/>
                </a:solidFill>
                <a:latin typeface="Times New Roman" panose="02020603050405020304" pitchFamily="18" charset="0"/>
                <a:ea typeface="楷体" panose="02010609060101010101" pitchFamily="49" charset="-122"/>
              </a:rPr>
              <a:t>]} )}  </a:t>
            </a:r>
            <a:r>
              <a:rPr lang="zh-CN" altLang="en-US" b="1" dirty="0">
                <a:solidFill>
                  <a:schemeClr val="tx1"/>
                </a:solidFill>
                <a:latin typeface="Times New Roman" panose="02020603050405020304" pitchFamily="18" charset="0"/>
                <a:ea typeface="楷体" panose="02010609060101010101" pitchFamily="49" charset="-122"/>
              </a:rPr>
              <a:t>；</a:t>
            </a:r>
            <a:endParaRPr lang="en-US" altLang="zh-CN" b="1" dirty="0">
              <a:solidFill>
                <a:schemeClr val="tx1"/>
              </a:solidFill>
              <a:latin typeface="Times New Roman" panose="02020603050405020304" pitchFamily="18" charset="0"/>
              <a:ea typeface="楷体" panose="02010609060101010101" pitchFamily="49" charset="-122"/>
            </a:endParaRPr>
          </a:p>
          <a:p>
            <a:pPr eaLnBrk="1" hangingPunct="1">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repeat</a:t>
            </a:r>
            <a:endParaRPr lang="zh-CN" altLang="en-US" b="1" dirty="0">
              <a:solidFill>
                <a:schemeClr val="tx1"/>
              </a:solidFill>
              <a:latin typeface="Times New Roman" panose="02020603050405020304" pitchFamily="18" charset="0"/>
              <a:ea typeface="楷体" panose="02010609060101010101" pitchFamily="49" charset="-122"/>
            </a:endParaRPr>
          </a:p>
          <a:p>
            <a:pPr eaLnBrk="1" hangingPunct="1">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 for ( </a:t>
            </a:r>
            <a:r>
              <a:rPr lang="en-US" altLang="zh-CN" b="1" i="1" dirty="0">
                <a:solidFill>
                  <a:schemeClr val="tx1"/>
                </a:solidFill>
                <a:latin typeface="Times New Roman" panose="02020603050405020304" pitchFamily="18" charset="0"/>
                <a:ea typeface="楷体" panose="02010609060101010101" pitchFamily="49" charset="-122"/>
              </a:rPr>
              <a:t>C</a:t>
            </a:r>
            <a:r>
              <a:rPr lang="zh-CN" altLang="en-US" b="1" dirty="0">
                <a:solidFill>
                  <a:schemeClr val="tx1"/>
                </a:solidFill>
                <a:latin typeface="Times New Roman" panose="02020603050405020304" pitchFamily="18" charset="0"/>
                <a:ea typeface="楷体" panose="02010609060101010101" pitchFamily="49" charset="-122"/>
              </a:rPr>
              <a:t>中的每个项集 </a:t>
            </a:r>
            <a:r>
              <a:rPr lang="en-US" altLang="zh-CN" b="1" i="1" dirty="0">
                <a:solidFill>
                  <a:schemeClr val="tx1"/>
                </a:solidFill>
                <a:latin typeface="Times New Roman" panose="02020603050405020304" pitchFamily="18" charset="0"/>
                <a:ea typeface="楷体" panose="02010609060101010101" pitchFamily="49" charset="-122"/>
              </a:rPr>
              <a:t>I</a:t>
            </a:r>
            <a:r>
              <a:rPr lang="zh-CN" altLang="en-US" b="1" i="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 </a:t>
            </a:r>
          </a:p>
          <a:p>
            <a:pPr eaLnBrk="1" hangingPunct="1">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for ( </a:t>
            </a:r>
            <a:r>
              <a:rPr lang="zh-CN" altLang="en-US" b="1" dirty="0">
                <a:solidFill>
                  <a:schemeClr val="tx1"/>
                </a:solidFill>
                <a:latin typeface="Times New Roman" panose="02020603050405020304" pitchFamily="18" charset="0"/>
                <a:ea typeface="楷体" panose="02010609060101010101" pitchFamily="49" charset="-122"/>
              </a:rPr>
              <a:t>每个文法符号</a:t>
            </a:r>
            <a:r>
              <a:rPr lang="en-US" altLang="zh-CN" b="1" i="1" dirty="0">
                <a:solidFill>
                  <a:schemeClr val="tx1"/>
                </a:solidFill>
                <a:latin typeface="Times New Roman" panose="02020603050405020304" pitchFamily="18" charset="0"/>
                <a:ea typeface="楷体" panose="02010609060101010101" pitchFamily="49" charset="-122"/>
              </a:rPr>
              <a:t>X</a:t>
            </a:r>
            <a:r>
              <a:rPr lang="zh-CN" altLang="en-US" b="1" i="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 </a:t>
            </a:r>
            <a:endParaRPr lang="zh-CN" altLang="en-US" b="1" dirty="0">
              <a:solidFill>
                <a:schemeClr val="tx1"/>
              </a:solidFill>
              <a:latin typeface="Times New Roman" panose="02020603050405020304" pitchFamily="18" charset="0"/>
              <a:ea typeface="楷体" panose="02010609060101010101" pitchFamily="49" charset="-122"/>
            </a:endParaRPr>
          </a:p>
          <a:p>
            <a:pPr eaLnBrk="1" hangingPunct="1">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if (GOTO(</a:t>
            </a:r>
            <a:r>
              <a:rPr lang="en-US" altLang="zh-CN" b="1" i="1" dirty="0">
                <a:solidFill>
                  <a:schemeClr val="tx1"/>
                </a:solidFill>
                <a:latin typeface="Times New Roman" panose="02020603050405020304" pitchFamily="18" charset="0"/>
                <a:ea typeface="楷体" panose="02010609060101010101" pitchFamily="49" charset="-122"/>
              </a:rPr>
              <a:t>I</a:t>
            </a:r>
            <a:r>
              <a:rPr lang="zh-CN" altLang="en-US" b="1" dirty="0">
                <a:solidFill>
                  <a:schemeClr val="tx1"/>
                </a:solidFill>
                <a:latin typeface="Times New Roman" panose="02020603050405020304" pitchFamily="18" charset="0"/>
                <a:ea typeface="楷体" panose="02010609060101010101" pitchFamily="49" charset="-122"/>
              </a:rPr>
              <a:t>，</a:t>
            </a:r>
            <a:r>
              <a:rPr lang="en-US" altLang="zh-CN" b="1" i="1" dirty="0">
                <a:solidFill>
                  <a:schemeClr val="tx1"/>
                </a:solidFill>
                <a:latin typeface="Times New Roman" panose="02020603050405020304" pitchFamily="18" charset="0"/>
                <a:ea typeface="楷体" panose="02010609060101010101" pitchFamily="49" charset="-122"/>
              </a:rPr>
              <a:t>X </a:t>
            </a:r>
            <a:r>
              <a:rPr lang="en-US" altLang="zh-CN" b="1" dirty="0">
                <a:solidFill>
                  <a:schemeClr val="tx1"/>
                </a:solidFill>
                <a:latin typeface="Times New Roman" panose="02020603050405020304" pitchFamily="18" charset="0"/>
                <a:ea typeface="楷体" panose="02010609060101010101" pitchFamily="49" charset="-122"/>
              </a:rPr>
              <a:t>)</a:t>
            </a:r>
            <a:r>
              <a:rPr lang="zh-CN" altLang="en-US" b="1" dirty="0">
                <a:solidFill>
                  <a:schemeClr val="tx1"/>
                </a:solidFill>
                <a:latin typeface="Times New Roman" panose="02020603050405020304" pitchFamily="18" charset="0"/>
                <a:ea typeface="楷体" panose="02010609060101010101" pitchFamily="49" charset="-122"/>
              </a:rPr>
              <a:t>非空且不在</a:t>
            </a:r>
            <a:r>
              <a:rPr lang="en-US" altLang="zh-CN" b="1" i="1" dirty="0">
                <a:solidFill>
                  <a:schemeClr val="tx1"/>
                </a:solidFill>
                <a:latin typeface="Times New Roman" panose="02020603050405020304" pitchFamily="18" charset="0"/>
                <a:ea typeface="楷体" panose="02010609060101010101" pitchFamily="49" charset="-122"/>
              </a:rPr>
              <a:t>C</a:t>
            </a:r>
            <a:r>
              <a:rPr lang="zh-CN" altLang="en-US" b="1" dirty="0">
                <a:solidFill>
                  <a:schemeClr val="tx1"/>
                </a:solidFill>
                <a:latin typeface="Times New Roman" panose="02020603050405020304" pitchFamily="18" charset="0"/>
                <a:ea typeface="楷体" panose="02010609060101010101" pitchFamily="49" charset="-122"/>
              </a:rPr>
              <a:t>中</a:t>
            </a:r>
            <a:r>
              <a:rPr lang="en-US" altLang="zh-CN" b="1" dirty="0">
                <a:solidFill>
                  <a:schemeClr val="tx1"/>
                </a:solidFill>
                <a:latin typeface="Times New Roman" panose="02020603050405020304" pitchFamily="18" charset="0"/>
                <a:ea typeface="楷体" panose="02010609060101010101" pitchFamily="49" charset="-122"/>
              </a:rPr>
              <a:t>) </a:t>
            </a:r>
            <a:endParaRPr lang="zh-CN" altLang="en-US" b="1" dirty="0">
              <a:solidFill>
                <a:schemeClr val="tx1"/>
              </a:solidFill>
              <a:latin typeface="Times New Roman" panose="02020603050405020304" pitchFamily="18" charset="0"/>
              <a:ea typeface="楷体" panose="02010609060101010101" pitchFamily="49" charset="-122"/>
            </a:endParaRPr>
          </a:p>
          <a:p>
            <a:pPr eaLnBrk="1" hangingPunct="1">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楷体" panose="02010609060101010101" pitchFamily="49" charset="-122"/>
              </a:rPr>
              <a:t>                                               将</a:t>
            </a:r>
            <a:r>
              <a:rPr lang="en-US" altLang="zh-CN" b="1" dirty="0">
                <a:solidFill>
                  <a:schemeClr val="tx1"/>
                </a:solidFill>
                <a:latin typeface="Times New Roman" panose="02020603050405020304" pitchFamily="18" charset="0"/>
                <a:ea typeface="楷体" panose="02010609060101010101" pitchFamily="49" charset="-122"/>
              </a:rPr>
              <a:t>GOTO(</a:t>
            </a:r>
            <a:r>
              <a:rPr lang="en-US" altLang="zh-CN" b="1" i="1" dirty="0">
                <a:solidFill>
                  <a:schemeClr val="tx1"/>
                </a:solidFill>
                <a:latin typeface="Times New Roman" panose="02020603050405020304" pitchFamily="18" charset="0"/>
                <a:ea typeface="楷体" panose="02010609060101010101" pitchFamily="49" charset="-122"/>
              </a:rPr>
              <a:t>I</a:t>
            </a:r>
            <a:r>
              <a:rPr lang="zh-CN" altLang="en-US" b="1" dirty="0">
                <a:solidFill>
                  <a:schemeClr val="tx1"/>
                </a:solidFill>
                <a:latin typeface="Times New Roman" panose="02020603050405020304" pitchFamily="18" charset="0"/>
                <a:ea typeface="楷体" panose="02010609060101010101" pitchFamily="49" charset="-122"/>
              </a:rPr>
              <a:t>，</a:t>
            </a:r>
            <a:r>
              <a:rPr lang="en-US" altLang="zh-CN" b="1" i="1" dirty="0">
                <a:solidFill>
                  <a:schemeClr val="tx1"/>
                </a:solidFill>
                <a:latin typeface="Times New Roman" panose="02020603050405020304" pitchFamily="18" charset="0"/>
                <a:ea typeface="楷体" panose="02010609060101010101" pitchFamily="49" charset="-122"/>
              </a:rPr>
              <a:t>X </a:t>
            </a:r>
            <a:r>
              <a:rPr lang="en-US" altLang="zh-CN" b="1" dirty="0">
                <a:solidFill>
                  <a:schemeClr val="tx1"/>
                </a:solidFill>
                <a:latin typeface="Times New Roman" panose="02020603050405020304" pitchFamily="18" charset="0"/>
                <a:ea typeface="楷体" panose="02010609060101010101" pitchFamily="49" charset="-122"/>
              </a:rPr>
              <a:t>)</a:t>
            </a:r>
            <a:r>
              <a:rPr lang="zh-CN" altLang="en-US" b="1" dirty="0">
                <a:solidFill>
                  <a:schemeClr val="tx1"/>
                </a:solidFill>
                <a:latin typeface="Times New Roman" panose="02020603050405020304" pitchFamily="18" charset="0"/>
                <a:ea typeface="楷体" panose="02010609060101010101" pitchFamily="49" charset="-122"/>
              </a:rPr>
              <a:t>加入</a:t>
            </a:r>
            <a:r>
              <a:rPr lang="en-US" altLang="zh-CN" b="1" i="1" dirty="0">
                <a:solidFill>
                  <a:schemeClr val="tx1"/>
                </a:solidFill>
                <a:latin typeface="Times New Roman" panose="02020603050405020304" pitchFamily="18" charset="0"/>
                <a:ea typeface="楷体" panose="02010609060101010101" pitchFamily="49" charset="-122"/>
              </a:rPr>
              <a:t>C</a:t>
            </a:r>
            <a:r>
              <a:rPr lang="zh-CN" altLang="en-US" b="1" dirty="0">
                <a:solidFill>
                  <a:schemeClr val="tx1"/>
                </a:solidFill>
                <a:latin typeface="Times New Roman" panose="02020603050405020304" pitchFamily="18" charset="0"/>
                <a:ea typeface="楷体" panose="02010609060101010101" pitchFamily="49" charset="-122"/>
              </a:rPr>
              <a:t>中；</a:t>
            </a:r>
          </a:p>
          <a:p>
            <a:pPr eaLnBrk="1" hangingPunct="1">
              <a:spcBef>
                <a:spcPct val="0"/>
              </a:spcBef>
              <a:buClrTx/>
              <a:buSzTx/>
              <a:buFont typeface="Arial" panose="020B0604020202020204" pitchFamily="34" charset="0"/>
              <a:buNone/>
            </a:pPr>
            <a:r>
              <a:rPr lang="zh-CN" altLang="en-US" b="1" dirty="0">
                <a:solidFill>
                  <a:schemeClr val="tx1"/>
                </a:solidFill>
                <a:latin typeface="Times New Roman" panose="02020603050405020304" pitchFamily="18" charset="0"/>
                <a:ea typeface="楷体" panose="02010609060101010101" pitchFamily="49" charset="-122"/>
              </a:rPr>
              <a:t>          </a:t>
            </a:r>
            <a:r>
              <a:rPr lang="en-US" altLang="zh-CN" b="1" dirty="0">
                <a:solidFill>
                  <a:schemeClr val="tx1"/>
                </a:solidFill>
                <a:latin typeface="Times New Roman" panose="02020603050405020304" pitchFamily="18" charset="0"/>
                <a:ea typeface="楷体" panose="02010609060101010101" pitchFamily="49" charset="-122"/>
              </a:rPr>
              <a:t>until</a:t>
            </a:r>
            <a:r>
              <a:rPr lang="zh-CN" altLang="en-US" b="1" dirty="0">
                <a:solidFill>
                  <a:schemeClr val="tx1"/>
                </a:solidFill>
                <a:latin typeface="Times New Roman" panose="02020603050405020304" pitchFamily="18" charset="0"/>
                <a:ea typeface="楷体" panose="02010609060101010101" pitchFamily="49" charset="-122"/>
              </a:rPr>
              <a:t> 不再有新的项集加入到</a:t>
            </a:r>
            <a:r>
              <a:rPr lang="en-US" altLang="zh-CN" b="1" i="1" dirty="0">
                <a:solidFill>
                  <a:schemeClr val="tx1"/>
                </a:solidFill>
                <a:latin typeface="Times New Roman" panose="02020603050405020304" pitchFamily="18" charset="0"/>
                <a:ea typeface="楷体" panose="02010609060101010101" pitchFamily="49" charset="-122"/>
              </a:rPr>
              <a:t>C</a:t>
            </a:r>
            <a:r>
              <a:rPr lang="zh-CN" altLang="en-US" b="1" dirty="0">
                <a:solidFill>
                  <a:schemeClr val="tx1"/>
                </a:solidFill>
                <a:latin typeface="Times New Roman" panose="02020603050405020304" pitchFamily="18" charset="0"/>
                <a:ea typeface="楷体" panose="02010609060101010101" pitchFamily="49" charset="-122"/>
              </a:rPr>
              <a:t>中；</a:t>
            </a:r>
          </a:p>
          <a:p>
            <a:pPr eaLnBrk="1" hangingPunct="1">
              <a:spcBef>
                <a:spcPct val="0"/>
              </a:spcBef>
              <a:buClrTx/>
              <a:buSzTx/>
              <a:buFont typeface="Arial" panose="020B0604020202020204" pitchFamily="34" charset="0"/>
              <a:buNone/>
            </a:pPr>
            <a:r>
              <a:rPr lang="en-US" altLang="zh-CN" b="1" dirty="0">
                <a:solidFill>
                  <a:schemeClr val="tx1"/>
                </a:solidFill>
                <a:latin typeface="Times New Roman" panose="02020603050405020304" pitchFamily="18" charset="0"/>
                <a:ea typeface="楷体" panose="02010609060101010101" pitchFamily="49" charset="-122"/>
              </a:rPr>
              <a:t>}</a:t>
            </a:r>
          </a:p>
        </p:txBody>
      </p:sp>
      <p:sp>
        <p:nvSpPr>
          <p:cNvPr id="55299" name="标题 1"/>
          <p:cNvSpPr>
            <a:spLocks noGrp="1" noChangeArrowheads="1"/>
          </p:cNvSpPr>
          <p:nvPr>
            <p:ph type="title"/>
          </p:nvPr>
        </p:nvSpPr>
        <p:spPr>
          <a:xfrm>
            <a:off x="755650" y="268288"/>
            <a:ext cx="7931150" cy="358775"/>
          </a:xfrm>
        </p:spPr>
        <p:txBody>
          <a:bodyPr/>
          <a:lstStyle/>
          <a:p>
            <a:pPr eaLnBrk="1" hangingPunct="1"/>
            <a:r>
              <a:rPr lang="zh-CN" altLang="en-US" sz="3000" dirty="0">
                <a:solidFill>
                  <a:schemeClr val="tx1"/>
                </a:solidFill>
                <a:latin typeface="微软雅黑" panose="020B0503020204020204" pitchFamily="34" charset="-122"/>
                <a:ea typeface="微软雅黑" panose="020B0503020204020204" pitchFamily="34" charset="-122"/>
              </a:rPr>
              <a:t>为文法</a:t>
            </a:r>
            <a:r>
              <a:rPr lang="en-US" altLang="zh-CN" sz="3000" i="1" dirty="0">
                <a:solidFill>
                  <a:schemeClr val="tx1"/>
                </a:solidFill>
                <a:ea typeface="黑体" panose="02010609060101010101" pitchFamily="49" charset="-122"/>
              </a:rPr>
              <a:t>G'</a:t>
            </a:r>
            <a:r>
              <a:rPr lang="zh-CN" altLang="en-US" sz="3000" i="1" dirty="0">
                <a:solidFill>
                  <a:schemeClr val="tx1"/>
                </a:solidFill>
                <a:ea typeface="黑体" panose="02010609060101010101" pitchFamily="49" charset="-122"/>
              </a:rPr>
              <a:t> </a:t>
            </a:r>
            <a:r>
              <a:rPr lang="zh-CN" altLang="en-US" sz="3000" dirty="0">
                <a:solidFill>
                  <a:schemeClr val="tx1"/>
                </a:solidFill>
                <a:latin typeface="微软雅黑" panose="020B0503020204020204" pitchFamily="34" charset="-122"/>
                <a:ea typeface="微软雅黑" panose="020B0503020204020204" pitchFamily="34" charset="-122"/>
              </a:rPr>
              <a:t>构造</a:t>
            </a:r>
            <a:r>
              <a:rPr lang="en-US" altLang="zh-CN" sz="3000" i="1" dirty="0">
                <a:solidFill>
                  <a:schemeClr val="tx1"/>
                </a:solidFill>
                <a:ea typeface="黑体" panose="02010609060101010101" pitchFamily="49" charset="-122"/>
              </a:rPr>
              <a:t>LR</a:t>
            </a:r>
            <a:r>
              <a:rPr lang="en-US" altLang="zh-CN" sz="3000" dirty="0">
                <a:solidFill>
                  <a:schemeClr val="tx1"/>
                </a:solidFill>
                <a:ea typeface="黑体" panose="02010609060101010101" pitchFamily="49" charset="-122"/>
              </a:rPr>
              <a:t>(1)</a:t>
            </a:r>
            <a:r>
              <a:rPr lang="zh-CN" altLang="en-US" sz="3000" dirty="0">
                <a:solidFill>
                  <a:schemeClr val="tx1"/>
                </a:solidFill>
                <a:latin typeface="微软雅黑" panose="020B0503020204020204" pitchFamily="34" charset="-122"/>
                <a:ea typeface="微软雅黑" panose="020B0503020204020204" pitchFamily="34" charset="-122"/>
              </a:rPr>
              <a:t>项集族</a:t>
            </a:r>
          </a:p>
        </p:txBody>
      </p:sp>
      <p:sp>
        <p:nvSpPr>
          <p:cNvPr id="2" name="灯片编号占位符 1">
            <a:extLst>
              <a:ext uri="{FF2B5EF4-FFF2-40B4-BE49-F238E27FC236}">
                <a16:creationId xmlns:a16="http://schemas.microsoft.com/office/drawing/2014/main" id="{72E22138-2AA4-491C-9CD8-D7377604E3E0}"/>
              </a:ext>
            </a:extLst>
          </p:cNvPr>
          <p:cNvSpPr>
            <a:spLocks noGrp="1"/>
          </p:cNvSpPr>
          <p:nvPr>
            <p:ph type="sldNum" sz="quarter" idx="12"/>
          </p:nvPr>
        </p:nvSpPr>
        <p:spPr/>
        <p:txBody>
          <a:bodyPr/>
          <a:lstStyle/>
          <a:p>
            <a:pPr>
              <a:defRPr/>
            </a:pPr>
            <a:fld id="{76D20AB1-C80E-44EB-B890-88EEF3B3DC08}" type="slidenum">
              <a:rPr lang="zh-CN" altLang="en-US" smtClean="0"/>
              <a:pPr>
                <a:defRPr/>
              </a:pPr>
              <a:t>21</a:t>
            </a:fld>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idx="1"/>
          </p:nvPr>
        </p:nvSpPr>
        <p:spPr>
          <a:xfrm>
            <a:off x="755650" y="1001713"/>
            <a:ext cx="7776394" cy="3873499"/>
          </a:xfrm>
        </p:spPr>
        <p:txBody>
          <a:bodyPr/>
          <a:lstStyle/>
          <a:p>
            <a:pPr eaLnBrk="1" hangingPunct="1">
              <a:lnSpc>
                <a:spcPts val="3500"/>
              </a:lnSpc>
              <a:buClr>
                <a:schemeClr val="tx1"/>
              </a:buClr>
              <a:buFont typeface="Wingdings" pitchFamily="2" charset="2"/>
              <a:buChar char="Ø"/>
              <a:defRPr/>
            </a:pPr>
            <a:r>
              <a:rPr lang="zh-CN" altLang="en-US" sz="2500" b="1" dirty="0">
                <a:solidFill>
                  <a:schemeClr val="tx1"/>
                </a:solidFill>
                <a:latin typeface="Times New Roman" panose="02020603050405020304" pitchFamily="18" charset="0"/>
                <a:cs typeface="Times New Roman" panose="02020603050405020304" pitchFamily="18" charset="0"/>
              </a:rPr>
              <a:t>文法</a:t>
            </a:r>
            <a:endParaRPr lang="en-US" altLang="zh-CN" sz="2500" b="1" dirty="0">
              <a:solidFill>
                <a:schemeClr val="tx1"/>
              </a:solidFill>
              <a:latin typeface="Times New Roman" panose="02020603050405020304" pitchFamily="18" charset="0"/>
              <a:cs typeface="Times New Roman" panose="02020603050405020304" pitchFamily="18" charset="0"/>
            </a:endParaRPr>
          </a:p>
          <a:p>
            <a:pPr marL="0" algn="ctr" eaLnBrk="1" hangingPunct="1">
              <a:spcBef>
                <a:spcPts val="0"/>
              </a:spcBef>
              <a:buFont typeface="Wingdings" pitchFamily="2" charset="2"/>
              <a:buNone/>
              <a:defRPr/>
            </a:pP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G</a:t>
            </a:r>
            <a:r>
              <a:rPr lang="zh-CN" altLang="en-US" sz="2500" b="1" i="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zh-CN" altLang="en-US" sz="2500"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V</a:t>
            </a:r>
            <a:r>
              <a:rPr lang="en-US" altLang="zh-CN" sz="2500" b="1" i="1" baseline="-25000" dirty="0">
                <a:solidFill>
                  <a:srgbClr val="2D83F4"/>
                </a:solidFill>
                <a:latin typeface="Times New Roman" panose="02020603050405020304" pitchFamily="18" charset="0"/>
                <a:ea typeface="宋体" pitchFamily="2" charset="-122"/>
                <a:cs typeface="Times New Roman" panose="02020603050405020304" pitchFamily="18" charset="0"/>
              </a:rPr>
              <a:t>N</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V</a:t>
            </a:r>
            <a:r>
              <a:rPr lang="en-US" altLang="zh-CN" sz="2500" b="1" i="1" baseline="-25000" dirty="0">
                <a:solidFill>
                  <a:srgbClr val="2D83F4"/>
                </a:solidFill>
                <a:latin typeface="Times New Roman" panose="02020603050405020304" pitchFamily="18" charset="0"/>
                <a:ea typeface="宋体" pitchFamily="2" charset="-122"/>
                <a:cs typeface="Times New Roman" panose="02020603050405020304" pitchFamily="18" charset="0"/>
              </a:rPr>
              <a:t>T</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P</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S</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a:t>
            </a:r>
          </a:p>
          <a:p>
            <a:pPr eaLnBrk="1" hangingPunct="1">
              <a:lnSpc>
                <a:spcPts val="3500"/>
              </a:lnSpc>
              <a:buClr>
                <a:schemeClr val="tx1"/>
              </a:buClr>
              <a:buFont typeface="Wingdings" pitchFamily="2" charset="2"/>
              <a:buChar char="Ø"/>
              <a:defRPr/>
            </a:pP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LR</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(1)</a:t>
            </a:r>
            <a:r>
              <a:rPr lang="zh-CN" altLang="en-US" sz="2500" b="1" dirty="0">
                <a:solidFill>
                  <a:schemeClr val="tx1"/>
                </a:solidFill>
                <a:latin typeface="Times New Roman" panose="02020603050405020304" pitchFamily="18" charset="0"/>
                <a:cs typeface="Times New Roman" panose="02020603050405020304" pitchFamily="18" charset="0"/>
              </a:rPr>
              <a:t>自动机</a:t>
            </a:r>
            <a:endParaRPr lang="en-US" altLang="zh-CN" sz="2500" b="1" dirty="0">
              <a:solidFill>
                <a:schemeClr val="tx1"/>
              </a:solidFill>
              <a:latin typeface="Times New Roman" panose="02020603050405020304" pitchFamily="18" charset="0"/>
              <a:cs typeface="Times New Roman" panose="02020603050405020304" pitchFamily="18" charset="0"/>
            </a:endParaRPr>
          </a:p>
          <a:p>
            <a:pPr marL="0" indent="0" algn="ctr" eaLnBrk="1" hangingPunct="1">
              <a:lnSpc>
                <a:spcPts val="3500"/>
              </a:lnSpc>
              <a:spcBef>
                <a:spcPts val="0"/>
              </a:spcBef>
              <a:buFont typeface="Wingdings" pitchFamily="2" charset="2"/>
              <a:buNone/>
              <a:defRPr/>
            </a:pP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M</a:t>
            </a:r>
            <a:r>
              <a:rPr lang="zh-CN" altLang="en-US" sz="2500" b="1" i="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zh-CN" altLang="en-US" sz="2500"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C</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V</a:t>
            </a:r>
            <a:r>
              <a:rPr lang="en-US" altLang="zh-CN" sz="2500" b="1" i="1" baseline="-25000" dirty="0">
                <a:solidFill>
                  <a:srgbClr val="2D83F4"/>
                </a:solidFill>
                <a:latin typeface="Times New Roman" panose="02020603050405020304" pitchFamily="18" charset="0"/>
                <a:ea typeface="宋体" pitchFamily="2" charset="-122"/>
                <a:cs typeface="Times New Roman" panose="02020603050405020304" pitchFamily="18" charset="0"/>
              </a:rPr>
              <a:t>N</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V</a:t>
            </a:r>
            <a:r>
              <a:rPr lang="en-US" altLang="zh-CN" sz="2500" b="1" i="1" baseline="-25000" dirty="0">
                <a:solidFill>
                  <a:srgbClr val="2D83F4"/>
                </a:solidFill>
                <a:latin typeface="Times New Roman" panose="02020603050405020304" pitchFamily="18" charset="0"/>
                <a:ea typeface="宋体" pitchFamily="2" charset="-122"/>
                <a:cs typeface="Times New Roman" panose="02020603050405020304" pitchFamily="18" charset="0"/>
              </a:rPr>
              <a:t>T</a:t>
            </a:r>
            <a:r>
              <a:rPr lang="zh-CN" altLang="en-US" sz="2500" b="1" i="1" baseline="-25000"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GOTO</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I</a:t>
            </a:r>
            <a:r>
              <a:rPr lang="en-US" altLang="zh-CN" sz="2500" b="1" baseline="-25000" dirty="0">
                <a:solidFill>
                  <a:srgbClr val="2D83F4"/>
                </a:solidFill>
                <a:latin typeface="Times New Roman" panose="02020603050405020304" pitchFamily="18" charset="0"/>
                <a:ea typeface="宋体" pitchFamily="2" charset="-122"/>
                <a:cs typeface="Times New Roman" panose="02020603050405020304" pitchFamily="18" charset="0"/>
              </a:rPr>
              <a:t>0</a:t>
            </a:r>
            <a:r>
              <a:rPr lang="zh-CN" altLang="en-US" sz="2500" b="1" i="1" baseline="-25000"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2D83F4"/>
                </a:solidFill>
                <a:latin typeface="Times New Roman" panose="02020603050405020304" pitchFamily="18" charset="0"/>
                <a:ea typeface="宋体" pitchFamily="2" charset="-122"/>
                <a:cs typeface="Times New Roman" panose="02020603050405020304" pitchFamily="18" charset="0"/>
              </a:rPr>
              <a:t>F</a:t>
            </a:r>
            <a:r>
              <a:rPr lang="zh-CN" altLang="en-US" sz="2500" b="1" i="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500" b="1" dirty="0">
                <a:solidFill>
                  <a:srgbClr val="2D83F4"/>
                </a:solidFill>
                <a:latin typeface="Times New Roman" panose="02020603050405020304" pitchFamily="18" charset="0"/>
                <a:ea typeface="宋体" pitchFamily="2" charset="-122"/>
                <a:cs typeface="Times New Roman" panose="02020603050405020304" pitchFamily="18" charset="0"/>
              </a:rPr>
              <a:t>)</a:t>
            </a:r>
          </a:p>
          <a:p>
            <a:pPr lvl="1" eaLnBrk="1" hangingPunct="1">
              <a:lnSpc>
                <a:spcPts val="3500"/>
              </a:lnSpc>
              <a:buClr>
                <a:schemeClr val="tx1"/>
              </a:buClr>
              <a:buFont typeface="Wingdings" pitchFamily="2" charset="2"/>
              <a:buChar char="Ø"/>
              <a:defRPr/>
            </a:pP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C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I</a:t>
            </a:r>
            <a:r>
              <a:rPr lang="en-US" altLang="zh-CN" sz="2500" b="1" i="1" baseline="-25000" dirty="0">
                <a:solidFill>
                  <a:schemeClr val="tx1"/>
                </a:solidFill>
                <a:latin typeface="Times New Roman" panose="02020603050405020304" pitchFamily="18" charset="0"/>
                <a:ea typeface="宋体" pitchFamily="2" charset="-122"/>
                <a:cs typeface="Times New Roman" panose="02020603050405020304" pitchFamily="18" charset="0"/>
              </a:rPr>
              <a:t>0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I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sym typeface="Symbol" pitchFamily="18" charset="2"/>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J</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C</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X</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V</a:t>
            </a:r>
            <a:r>
              <a:rPr lang="en-US" altLang="zh-CN" sz="2500" b="1" i="1" baseline="-25000" dirty="0">
                <a:solidFill>
                  <a:schemeClr val="tx1"/>
                </a:solidFill>
                <a:latin typeface="Times New Roman" panose="02020603050405020304" pitchFamily="18" charset="0"/>
                <a:ea typeface="宋体" pitchFamily="2" charset="-122"/>
                <a:cs typeface="Times New Roman" panose="02020603050405020304" pitchFamily="18" charset="0"/>
              </a:rPr>
              <a:t>N</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V</a:t>
            </a:r>
            <a:r>
              <a:rPr lang="en-US" altLang="zh-CN" sz="2500" b="1" i="1" baseline="-25000" dirty="0">
                <a:solidFill>
                  <a:schemeClr val="tx1"/>
                </a:solidFill>
                <a:latin typeface="Times New Roman" panose="02020603050405020304" pitchFamily="18" charset="0"/>
                <a:ea typeface="宋体" pitchFamily="2" charset="-122"/>
                <a:cs typeface="Times New Roman" panose="02020603050405020304" pitchFamily="18" charset="0"/>
              </a:rPr>
              <a:t>T</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I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GOTO</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J</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X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endPar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endParaRPr>
          </a:p>
          <a:p>
            <a:pPr lvl="1" eaLnBrk="1" hangingPunct="1">
              <a:lnSpc>
                <a:spcPts val="3500"/>
              </a:lnSpc>
              <a:buClr>
                <a:schemeClr val="tx1"/>
              </a:buClr>
              <a:buFont typeface="Wingdings" pitchFamily="2" charset="2"/>
              <a:buChar char="Ø"/>
              <a:defRPr/>
            </a:pP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I</a:t>
            </a:r>
            <a:r>
              <a:rPr lang="en-US" altLang="zh-CN" sz="2500" b="1" baseline="-25000" dirty="0">
                <a:solidFill>
                  <a:schemeClr val="tx1"/>
                </a:solidFill>
                <a:latin typeface="Times New Roman" panose="02020603050405020304" pitchFamily="18" charset="0"/>
                <a:ea typeface="宋体" pitchFamily="2" charset="-122"/>
                <a:cs typeface="Times New Roman" panose="02020603050405020304" pitchFamily="18" charset="0"/>
              </a:rPr>
              <a:t>0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CLOSURE</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S'</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800" b="1" i="1"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S</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dirty="0">
                <a:solidFill>
                  <a:srgbClr val="2D83F4"/>
                </a:solidFill>
                <a:latin typeface="Times New Roman" panose="02020603050405020304" pitchFamily="18" charset="0"/>
                <a:cs typeface="Times New Roman" panose="02020603050405020304" pitchFamily="18" charset="0"/>
              </a:rPr>
              <a:t>$</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p>
          <a:p>
            <a:pPr lvl="1" eaLnBrk="1" hangingPunct="1">
              <a:lnSpc>
                <a:spcPts val="3500"/>
              </a:lnSpc>
              <a:buClr>
                <a:schemeClr val="tx1"/>
              </a:buClr>
              <a:defRPr/>
            </a:pP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F </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 </a:t>
            </a:r>
            <a:r>
              <a:rPr lang="en-US" altLang="zh-CN" sz="2500" b="1" i="1" dirty="0">
                <a:solidFill>
                  <a:srgbClr val="0070C0"/>
                </a:solidFill>
                <a:latin typeface="Times New Roman" panose="02020603050405020304" pitchFamily="18" charset="0"/>
                <a:ea typeface="宋体" pitchFamily="2" charset="-122"/>
                <a:cs typeface="Times New Roman" panose="02020603050405020304" pitchFamily="18" charset="0"/>
              </a:rPr>
              <a:t>C</a:t>
            </a:r>
            <a:r>
              <a:rPr lang="en-US" altLang="zh-CN" sz="2800" b="1" dirty="0">
                <a:ea typeface="楷体_GB2312"/>
                <a:cs typeface="Times New Roman" panose="02020603050405020304" pitchFamily="18" charset="0"/>
              </a:rPr>
              <a:t> (</a:t>
            </a:r>
            <a:r>
              <a:rPr lang="zh-CN" altLang="en-US" sz="2800" b="1" dirty="0">
                <a:cs typeface="Times New Roman" panose="02020603050405020304" pitchFamily="18" charset="0"/>
              </a:rPr>
              <a:t>活前缀的识别状态</a:t>
            </a:r>
            <a:r>
              <a:rPr lang="en-US" altLang="zh-CN" sz="2800" b="1" dirty="0">
                <a:cs typeface="Times New Roman" panose="02020603050405020304" pitchFamily="18" charset="0"/>
              </a:rPr>
              <a:t>)</a:t>
            </a:r>
          </a:p>
          <a:p>
            <a:pPr lvl="1" eaLnBrk="1" hangingPunct="1">
              <a:lnSpc>
                <a:spcPts val="3500"/>
              </a:lnSpc>
              <a:buClr>
                <a:schemeClr val="tx1"/>
              </a:buClr>
              <a:buFont typeface="Wingdings" pitchFamily="2" charset="2"/>
              <a:buChar char="Ø"/>
              <a:defRPr/>
            </a:pPr>
            <a:endPar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endParaRPr>
          </a:p>
          <a:p>
            <a:pPr lvl="1" eaLnBrk="1" hangingPunct="1">
              <a:lnSpc>
                <a:spcPts val="3500"/>
              </a:lnSpc>
              <a:buFont typeface="Symbol" panose="05050102010706020507" pitchFamily="18" charset="2"/>
              <a:buChar char="•"/>
              <a:defRPr/>
            </a:pPr>
            <a:endParaRPr lang="en-US" altLang="zh-CN" sz="2400" dirty="0">
              <a:latin typeface="Times New Roman" panose="02020603050405020304" pitchFamily="18" charset="0"/>
              <a:ea typeface="宋体" pitchFamily="2" charset="-122"/>
              <a:cs typeface="Times New Roman" panose="02020603050405020304" pitchFamily="18" charset="0"/>
            </a:endParaRPr>
          </a:p>
          <a:p>
            <a:pPr lvl="1" eaLnBrk="1" hangingPunct="1">
              <a:lnSpc>
                <a:spcPts val="3500"/>
              </a:lnSpc>
              <a:buFont typeface="Symbol" panose="05050102010706020507" pitchFamily="18" charset="2"/>
              <a:buChar char="•"/>
              <a:defRPr/>
            </a:pPr>
            <a:endParaRPr lang="en-US" altLang="zh-CN" dirty="0">
              <a:latin typeface="Times New Roman" panose="02020603050405020304" pitchFamily="18" charset="0"/>
              <a:ea typeface="宋体" pitchFamily="2" charset="-122"/>
              <a:cs typeface="Times New Roman" panose="02020603050405020304" pitchFamily="18" charset="0"/>
            </a:endParaRPr>
          </a:p>
        </p:txBody>
      </p:sp>
      <p:sp>
        <p:nvSpPr>
          <p:cNvPr id="57347" name="标题 1"/>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自动机</a:t>
            </a:r>
            <a:r>
              <a:rPr lang="zh-CN" altLang="en-US" sz="3000">
                <a:solidFill>
                  <a:srgbClr val="000000"/>
                </a:solidFill>
                <a:latin typeface="微软雅黑" panose="020B0503020204020204" pitchFamily="34" charset="-122"/>
                <a:ea typeface="微软雅黑" panose="020B0503020204020204" pitchFamily="34" charset="-122"/>
              </a:rPr>
              <a:t>的形式化定义</a:t>
            </a:r>
            <a:endParaRPr lang="zh-CN" altLang="en-US" sz="3000">
              <a:solidFill>
                <a:schemeClr val="tx1"/>
              </a:solidFill>
              <a:latin typeface="微软雅黑" panose="020B0503020204020204" pitchFamily="34" charset="-122"/>
              <a:ea typeface="微软雅黑" panose="020B0503020204020204" pitchFamily="34" charset="-122"/>
            </a:endParaRPr>
          </a:p>
        </p:txBody>
      </p:sp>
      <p:sp>
        <p:nvSpPr>
          <p:cNvPr id="2" name="灯片编号占位符 1">
            <a:extLst>
              <a:ext uri="{FF2B5EF4-FFF2-40B4-BE49-F238E27FC236}">
                <a16:creationId xmlns:a16="http://schemas.microsoft.com/office/drawing/2014/main" id="{59AEBFC3-E7ED-4CDB-AD5C-7FC8278CED8B}"/>
              </a:ext>
            </a:extLst>
          </p:cNvPr>
          <p:cNvSpPr>
            <a:spLocks noGrp="1"/>
          </p:cNvSpPr>
          <p:nvPr>
            <p:ph type="sldNum" sz="quarter" idx="12"/>
          </p:nvPr>
        </p:nvSpPr>
        <p:spPr/>
        <p:txBody>
          <a:bodyPr/>
          <a:lstStyle/>
          <a:p>
            <a:pPr>
              <a:defRPr/>
            </a:pPr>
            <a:fld id="{76D20AB1-C80E-44EB-B890-88EEF3B3DC08}" type="slidenum">
              <a:rPr lang="zh-CN" altLang="en-US" smtClean="0"/>
              <a:pPr>
                <a:defRPr/>
              </a:pPr>
              <a:t>22</a:t>
            </a:fld>
            <a:endParaRPr lang="en-US" altLang="zh-CN"/>
          </a:p>
        </p:txBody>
      </p:sp>
      <p:sp>
        <p:nvSpPr>
          <p:cNvPr id="5" name="矩形 4">
            <a:extLst>
              <a:ext uri="{FF2B5EF4-FFF2-40B4-BE49-F238E27FC236}">
                <a16:creationId xmlns:a16="http://schemas.microsoft.com/office/drawing/2014/main" id="{441E4E3F-7562-4AFA-8D4E-8507D8C4B221}"/>
              </a:ext>
            </a:extLst>
          </p:cNvPr>
          <p:cNvSpPr/>
          <p:nvPr/>
        </p:nvSpPr>
        <p:spPr>
          <a:xfrm>
            <a:off x="611560" y="4486349"/>
            <a:ext cx="7931150" cy="523220"/>
          </a:xfrm>
          <a:prstGeom prst="rect">
            <a:avLst/>
          </a:prstGeom>
          <a:solidFill>
            <a:schemeClr val="accent2">
              <a:lumMod val="20000"/>
              <a:lumOff val="80000"/>
            </a:schemeClr>
          </a:solidFill>
          <a:ln>
            <a:solidFill>
              <a:schemeClr val="tx1"/>
            </a:solidFill>
          </a:ln>
        </p:spPr>
        <p:txBody>
          <a:bodyPr wrap="square">
            <a:spAutoFit/>
          </a:bodyPr>
          <a:lstStyle/>
          <a:p>
            <a:pPr algn="ctr"/>
            <a:r>
              <a:rPr lang="zh-CN" altLang="en-US" sz="2400" b="1" dirty="0">
                <a:latin typeface="+mn-ea"/>
                <a:ea typeface="+mn-ea"/>
                <a:cs typeface="Times New Roman" panose="02020603050405020304" pitchFamily="18" charset="0"/>
              </a:rPr>
              <a:t>语法分析句子的识别状态：</a:t>
            </a:r>
            <a:r>
              <a:rPr lang="en-US" altLang="zh-CN" sz="2400" b="1" i="1" dirty="0">
                <a:latin typeface="Times New Roman" panose="02020603050405020304" pitchFamily="18" charset="0"/>
                <a:ea typeface="楷体_GB2312"/>
                <a:cs typeface="Times New Roman" panose="02020603050405020304" pitchFamily="18" charset="0"/>
              </a:rPr>
              <a:t>F </a:t>
            </a:r>
            <a:r>
              <a:rPr lang="en-US" altLang="zh-CN" sz="2400" b="1" dirty="0">
                <a:latin typeface="Times New Roman" panose="02020603050405020304" pitchFamily="18" charset="0"/>
                <a:ea typeface="楷体_GB2312"/>
                <a:cs typeface="Times New Roman" panose="02020603050405020304" pitchFamily="18" charset="0"/>
              </a:rPr>
              <a:t>={CLOSURE({S′ →S</a:t>
            </a:r>
            <a:r>
              <a:rPr lang="en-US" altLang="zh-CN" sz="2800" b="1" i="1" dirty="0">
                <a:solidFill>
                  <a:srgbClr val="000000"/>
                </a:solidFill>
                <a:latin typeface="Times New Roman" panose="02020603050405020304" pitchFamily="18" charset="0"/>
                <a:cs typeface="Times New Roman" panose="02020603050405020304" pitchFamily="18" charset="0"/>
              </a:rPr>
              <a:t>·</a:t>
            </a:r>
            <a:r>
              <a:rPr lang="en-US" altLang="zh-CN" sz="2400" b="1" dirty="0">
                <a:latin typeface="Times New Roman" panose="02020603050405020304" pitchFamily="18" charset="0"/>
                <a:ea typeface="楷体_GB2312"/>
                <a:cs typeface="Times New Roman" panose="02020603050405020304" pitchFamily="18" charset="0"/>
              </a:rPr>
              <a:t>, $ })}</a:t>
            </a:r>
            <a:endParaRPr lang="zh-CN" altLang="en-US" sz="24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animEffect transition="in" filter="wipe(down)">
                                      <p:cBhvr>
                                        <p:cTn id="7" dur="500"/>
                                        <p:tgtEl>
                                          <p:spTgt spid="30722">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0722">
                                            <p:txEl>
                                              <p:pRg st="1" end="1"/>
                                            </p:txEl>
                                          </p:spTgt>
                                        </p:tgtEl>
                                        <p:attrNameLst>
                                          <p:attrName>style.visibility</p:attrName>
                                        </p:attrNameLst>
                                      </p:cBhvr>
                                      <p:to>
                                        <p:strVal val="visible"/>
                                      </p:to>
                                    </p:set>
                                    <p:animEffect transition="in" filter="wipe(down)">
                                      <p:cBhvr>
                                        <p:cTn id="10" dur="500"/>
                                        <p:tgtEl>
                                          <p:spTgt spid="3072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0722">
                                            <p:txEl>
                                              <p:pRg st="2" end="2"/>
                                            </p:txEl>
                                          </p:spTgt>
                                        </p:tgtEl>
                                        <p:attrNameLst>
                                          <p:attrName>style.visibility</p:attrName>
                                        </p:attrNameLst>
                                      </p:cBhvr>
                                      <p:to>
                                        <p:strVal val="visible"/>
                                      </p:to>
                                    </p:set>
                                    <p:animEffect transition="in" filter="wipe(down)">
                                      <p:cBhvr>
                                        <p:cTn id="15" dur="500"/>
                                        <p:tgtEl>
                                          <p:spTgt spid="3072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0722">
                                            <p:txEl>
                                              <p:pRg st="3" end="3"/>
                                            </p:txEl>
                                          </p:spTgt>
                                        </p:tgtEl>
                                        <p:attrNameLst>
                                          <p:attrName>style.visibility</p:attrName>
                                        </p:attrNameLst>
                                      </p:cBhvr>
                                      <p:to>
                                        <p:strVal val="visible"/>
                                      </p:to>
                                    </p:set>
                                    <p:animEffect transition="in" filter="wipe(down)">
                                      <p:cBhvr>
                                        <p:cTn id="20" dur="500"/>
                                        <p:tgtEl>
                                          <p:spTgt spid="30722">
                                            <p:txEl>
                                              <p:pRg st="3" end="3"/>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0722">
                                            <p:txEl>
                                              <p:pRg st="4" end="4"/>
                                            </p:txEl>
                                          </p:spTgt>
                                        </p:tgtEl>
                                        <p:attrNameLst>
                                          <p:attrName>style.visibility</p:attrName>
                                        </p:attrNameLst>
                                      </p:cBhvr>
                                      <p:to>
                                        <p:strVal val="visible"/>
                                      </p:to>
                                    </p:set>
                                    <p:animEffect transition="in" filter="wipe(down)">
                                      <p:cBhvr>
                                        <p:cTn id="23" dur="500"/>
                                        <p:tgtEl>
                                          <p:spTgt spid="30722">
                                            <p:txEl>
                                              <p:pRg st="4" end="4"/>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30722">
                                            <p:txEl>
                                              <p:pRg st="5" end="5"/>
                                            </p:txEl>
                                          </p:spTgt>
                                        </p:tgtEl>
                                        <p:attrNameLst>
                                          <p:attrName>style.visibility</p:attrName>
                                        </p:attrNameLst>
                                      </p:cBhvr>
                                      <p:to>
                                        <p:strVal val="visible"/>
                                      </p:to>
                                    </p:set>
                                    <p:animEffect transition="in" filter="wipe(down)">
                                      <p:cBhvr>
                                        <p:cTn id="26" dur="500"/>
                                        <p:tgtEl>
                                          <p:spTgt spid="30722">
                                            <p:txEl>
                                              <p:pRg st="5" end="5"/>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30722">
                                            <p:txEl>
                                              <p:pRg st="6" end="6"/>
                                            </p:txEl>
                                          </p:spTgt>
                                        </p:tgtEl>
                                        <p:attrNameLst>
                                          <p:attrName>style.visibility</p:attrName>
                                        </p:attrNameLst>
                                      </p:cBhvr>
                                      <p:to>
                                        <p:strVal val="visible"/>
                                      </p:to>
                                    </p:set>
                                    <p:animEffect transition="in" filter="wipe(down)">
                                      <p:cBhvr>
                                        <p:cTn id="29" dur="500"/>
                                        <p:tgtEl>
                                          <p:spTgt spid="30722">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down)">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uiExpand="1" build="p"/>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p:cNvSpPr>
            <a:spLocks noGrp="1" noChangeArrowheads="1"/>
          </p:cNvSpPr>
          <p:nvPr>
            <p:ph idx="1"/>
          </p:nvPr>
        </p:nvSpPr>
        <p:spPr>
          <a:xfrm>
            <a:off x="468313" y="785813"/>
            <a:ext cx="8218487" cy="3225800"/>
          </a:xfrm>
        </p:spPr>
        <p:txBody>
          <a:bodyPr/>
          <a:lstStyle/>
          <a:p>
            <a:pPr eaLnBrk="1" hangingPunct="1">
              <a:buClr>
                <a:schemeClr val="tx1"/>
              </a:buClr>
              <a:buFont typeface="Wingdings" pitchFamily="2" charset="2"/>
              <a:buChar char="Ø"/>
              <a:defRPr/>
            </a:pPr>
            <a:r>
              <a:rPr lang="zh-CN" altLang="en-US" sz="2500" b="1" dirty="0">
                <a:solidFill>
                  <a:schemeClr val="tx1"/>
                </a:solidFill>
                <a:latin typeface="Times New Roman" panose="02020603050405020304" pitchFamily="18" charset="0"/>
                <a:cs typeface="Times New Roman" panose="02020603050405020304" pitchFamily="18" charset="0"/>
              </a:rPr>
              <a:t>构造</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G'</a:t>
            </a:r>
            <a:r>
              <a:rPr lang="zh-CN" altLang="en-US" sz="2500" b="1" dirty="0">
                <a:solidFill>
                  <a:schemeClr val="tx1"/>
                </a:solidFill>
                <a:latin typeface="Times New Roman" panose="02020603050405020304" pitchFamily="18" charset="0"/>
                <a:cs typeface="Times New Roman" panose="02020603050405020304" pitchFamily="18" charset="0"/>
              </a:rPr>
              <a:t>的规范</a:t>
            </a:r>
            <a:r>
              <a:rPr lang="en-US" altLang="zh-CN" sz="2500" b="1" i="1" dirty="0">
                <a:solidFill>
                  <a:srgbClr val="2D83F4"/>
                </a:solidFill>
                <a:latin typeface="Times New Roman" panose="02020603050405020304" pitchFamily="18" charset="0"/>
                <a:ea typeface="楷体_GB2312" pitchFamily="49" charset="-122"/>
                <a:cs typeface="Times New Roman" panose="02020603050405020304" pitchFamily="18" charset="0"/>
              </a:rPr>
              <a:t>LR</a:t>
            </a:r>
            <a:r>
              <a:rPr lang="en-US" altLang="zh-CN" sz="2500" b="1" dirty="0">
                <a:solidFill>
                  <a:srgbClr val="2D83F4"/>
                </a:solidFill>
                <a:latin typeface="Times New Roman" panose="02020603050405020304" pitchFamily="18" charset="0"/>
                <a:ea typeface="楷体_GB2312" pitchFamily="49" charset="-122"/>
                <a:cs typeface="Times New Roman" panose="02020603050405020304" pitchFamily="18" charset="0"/>
              </a:rPr>
              <a:t>(1)</a:t>
            </a:r>
            <a:r>
              <a:rPr lang="zh-CN" altLang="en-US" sz="2500" b="1" dirty="0">
                <a:solidFill>
                  <a:schemeClr val="tx1"/>
                </a:solidFill>
                <a:latin typeface="Times New Roman" panose="02020603050405020304" pitchFamily="18" charset="0"/>
                <a:cs typeface="Times New Roman" panose="02020603050405020304" pitchFamily="18" charset="0"/>
              </a:rPr>
              <a:t>项集族</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C </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500"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0</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500"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1</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 … , </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5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n</a:t>
            </a:r>
            <a:r>
              <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rPr>
              <a:t>}</a:t>
            </a:r>
          </a:p>
          <a:p>
            <a:pPr eaLnBrk="1" hangingPunct="1">
              <a:buClr>
                <a:schemeClr val="tx1"/>
              </a:buClr>
              <a:buFont typeface="Wingdings" pitchFamily="2" charset="2"/>
              <a:buChar char="Ø"/>
              <a:defRPr/>
            </a:pPr>
            <a:r>
              <a:rPr lang="zh-CN" altLang="en-US" sz="2500" b="1" dirty="0">
                <a:solidFill>
                  <a:schemeClr val="tx1"/>
                </a:solidFill>
                <a:latin typeface="Times New Roman" panose="02020603050405020304" pitchFamily="18" charset="0"/>
                <a:cs typeface="Times New Roman" panose="02020603050405020304" pitchFamily="18" charset="0"/>
              </a:rPr>
              <a:t>根据</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5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zh-CN" altLang="en-US" sz="2500" b="1" dirty="0">
                <a:solidFill>
                  <a:schemeClr val="tx1"/>
                </a:solidFill>
                <a:latin typeface="Times New Roman" panose="02020603050405020304" pitchFamily="18" charset="0"/>
                <a:cs typeface="Times New Roman" panose="02020603050405020304" pitchFamily="18" charset="0"/>
              </a:rPr>
              <a:t>构造得到状态</a:t>
            </a:r>
            <a:r>
              <a:rPr lang="en-US" altLang="zh-CN" sz="2500"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zh-CN" altLang="en-US"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zh-CN" altLang="en-US" sz="2500" b="1" dirty="0">
                <a:solidFill>
                  <a:schemeClr val="tx1"/>
                </a:solidFill>
                <a:latin typeface="Times New Roman" panose="02020603050405020304" pitchFamily="18" charset="0"/>
                <a:cs typeface="Times New Roman" panose="02020603050405020304" pitchFamily="18" charset="0"/>
              </a:rPr>
              <a:t>状态</a:t>
            </a:r>
            <a:r>
              <a:rPr lang="en-US" altLang="zh-CN" sz="2500"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500" b="1" i="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zh-CN" altLang="en-US" sz="2500" b="1" dirty="0">
                <a:solidFill>
                  <a:schemeClr val="tx1"/>
                </a:solidFill>
                <a:latin typeface="Times New Roman" panose="02020603050405020304" pitchFamily="18" charset="0"/>
                <a:cs typeface="Times New Roman" panose="02020603050405020304" pitchFamily="18" charset="0"/>
              </a:rPr>
              <a:t>的语法分析动作按照下面的方法决定：</a:t>
            </a:r>
            <a:endParaRPr lang="en-US" altLang="zh-CN" sz="2500" b="1" dirty="0">
              <a:solidFill>
                <a:schemeClr val="tx1"/>
              </a:solidFill>
              <a:latin typeface="Times New Roman" panose="02020603050405020304" pitchFamily="18" charset="0"/>
              <a:cs typeface="Times New Roman" panose="02020603050405020304" pitchFamily="18" charset="0"/>
            </a:endParaRPr>
          </a:p>
          <a:p>
            <a:pPr lvl="1" eaLnBrk="1" hangingPunct="1">
              <a:buClr>
                <a:schemeClr val="tx1"/>
              </a:buClr>
              <a:buFont typeface="Wingdings" pitchFamily="2" charset="2"/>
              <a:buChar char="Ø"/>
              <a:defRPr/>
            </a:pPr>
            <a:r>
              <a:rPr lang="en-US" altLang="zh-CN" sz="2000" b="1" i="1" dirty="0">
                <a:solidFill>
                  <a:srgbClr val="2D83F4"/>
                </a:solidFill>
                <a:latin typeface="Times New Roman" panose="02020603050405020304" pitchFamily="18" charset="0"/>
                <a:ea typeface="楷体_GB2312" pitchFamily="49" charset="-122"/>
                <a:cs typeface="Times New Roman" panose="02020603050405020304" pitchFamily="18" charset="0"/>
              </a:rPr>
              <a:t>if</a:t>
            </a:r>
            <a:r>
              <a:rPr lang="en-US" altLang="zh-CN" sz="2000"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err="1">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sz="2000" b="1" dirty="0" err="1">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err="1">
                <a:solidFill>
                  <a:schemeClr val="tx1"/>
                </a:solidFill>
                <a:latin typeface="Times New Roman" panose="02020603050405020304" pitchFamily="18" charset="0"/>
                <a:ea typeface="楷体_GB2312" pitchFamily="49" charset="-122"/>
                <a:cs typeface="Times New Roman" panose="02020603050405020304" pitchFamily="18" charset="0"/>
              </a:rPr>
              <a:t>α</a:t>
            </a:r>
            <a:r>
              <a:rPr lang="en-US" altLang="zh-CN" sz="2000" b="1" i="1" dirty="0" err="1">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sz="2000" b="1" i="1" dirty="0" err="1">
                <a:solidFill>
                  <a:schemeClr val="tx1"/>
                </a:solidFill>
                <a:latin typeface="Times New Roman" panose="02020603050405020304" pitchFamily="18" charset="0"/>
                <a:ea typeface="楷体_GB2312" pitchFamily="49" charset="-122"/>
                <a:cs typeface="Times New Roman" panose="02020603050405020304" pitchFamily="18" charset="0"/>
              </a:rPr>
              <a:t>aβ</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zh-CN" altLang="en-US"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b</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and</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GOTO</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 </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i="1" baseline="-25000" dirty="0" err="1">
                <a:solidFill>
                  <a:schemeClr val="tx1"/>
                </a:solidFill>
                <a:latin typeface="Times New Roman" panose="02020603050405020304" pitchFamily="18" charset="0"/>
                <a:ea typeface="楷体_GB2312" pitchFamily="49" charset="-122"/>
                <a:cs typeface="Times New Roman" panose="02020603050405020304" pitchFamily="18" charset="0"/>
              </a:rPr>
              <a:t>j</a:t>
            </a:r>
            <a:r>
              <a:rPr lang="en-US" altLang="zh-CN" sz="2000" b="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2D83F4"/>
                </a:solidFill>
                <a:latin typeface="Times New Roman" panose="02020603050405020304" pitchFamily="18" charset="0"/>
                <a:ea typeface="楷体_GB2312" pitchFamily="49" charset="-122"/>
                <a:cs typeface="Times New Roman" panose="02020603050405020304" pitchFamily="18" charset="0"/>
              </a:rPr>
              <a:t>then</a:t>
            </a:r>
            <a:r>
              <a:rPr lang="en-US" altLang="zh-CN" sz="2000"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ACTION</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err="1">
                <a:solidFill>
                  <a:schemeClr val="tx1"/>
                </a:solidFill>
                <a:latin typeface="Times New Roman" panose="02020603050405020304" pitchFamily="18" charset="0"/>
                <a:ea typeface="楷体_GB2312" pitchFamily="49" charset="-122"/>
                <a:cs typeface="Times New Roman" panose="02020603050405020304" pitchFamily="18" charset="0"/>
              </a:rPr>
              <a:t>sj</a:t>
            </a:r>
            <a:endParaRPr lang="en-US" altLang="zh-CN" sz="2000" b="1" baseline="-25000"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lvl="1" eaLnBrk="1" hangingPunct="1">
              <a:buClr>
                <a:schemeClr val="tx1"/>
              </a:buClr>
              <a:buFont typeface="Wingdings" pitchFamily="2" charset="2"/>
              <a:buChar char="Ø"/>
              <a:defRPr/>
            </a:pPr>
            <a:r>
              <a:rPr lang="en-US" altLang="zh-CN" sz="2000" b="1" i="1" dirty="0">
                <a:solidFill>
                  <a:srgbClr val="2D83F4"/>
                </a:solidFill>
                <a:latin typeface="Times New Roman" panose="02020603050405020304" pitchFamily="18" charset="0"/>
                <a:ea typeface="楷体_GB2312"/>
                <a:cs typeface="Times New Roman" panose="02020603050405020304" pitchFamily="18" charset="0"/>
              </a:rPr>
              <a:t>if</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A</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α</a:t>
            </a:r>
            <a:r>
              <a:rPr lang="en-US" altLang="zh-CN" sz="2000" b="1" i="1" dirty="0">
                <a:solidFill>
                  <a:srgbClr val="000000"/>
                </a:solidFill>
                <a:latin typeface="Times New Roman" panose="02020603050405020304" pitchFamily="18" charset="0"/>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Bβ</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b</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 ]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I</a:t>
            </a:r>
            <a:r>
              <a:rPr lang="en-US" altLang="zh-CN" sz="2000" b="1" i="1" baseline="-25000" dirty="0">
                <a:solidFill>
                  <a:schemeClr val="tx1"/>
                </a:solidFill>
                <a:latin typeface="Times New Roman" panose="02020603050405020304" pitchFamily="18" charset="0"/>
                <a:ea typeface="楷体_GB2312"/>
                <a:cs typeface="Times New Roman" panose="02020603050405020304" pitchFamily="18" charset="0"/>
              </a:rPr>
              <a:t>i</a:t>
            </a:r>
            <a:r>
              <a:rPr lang="en-US" altLang="zh-CN" sz="2000" b="1" baseline="-25000"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and</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GOTO</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I</a:t>
            </a:r>
            <a:r>
              <a:rPr lang="en-US" altLang="zh-CN" sz="2000" b="1" i="1" baseline="-25000" dirty="0">
                <a:solidFill>
                  <a:schemeClr val="tx1"/>
                </a:solidFill>
                <a:latin typeface="Times New Roman" panose="02020603050405020304" pitchFamily="18" charset="0"/>
                <a:ea typeface="楷体_GB2312"/>
                <a:cs typeface="Times New Roman" panose="02020603050405020304" pitchFamily="18" charset="0"/>
              </a:rPr>
              <a:t>i </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B </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a:t>
            </a:r>
            <a:r>
              <a:rPr lang="en-US" altLang="zh-CN" sz="2000" b="1" i="1" dirty="0" err="1">
                <a:solidFill>
                  <a:schemeClr val="tx1"/>
                </a:solidFill>
                <a:latin typeface="Times New Roman" panose="02020603050405020304" pitchFamily="18" charset="0"/>
                <a:ea typeface="楷体_GB2312"/>
                <a:cs typeface="Times New Roman" panose="02020603050405020304" pitchFamily="18" charset="0"/>
              </a:rPr>
              <a:t>I</a:t>
            </a:r>
            <a:r>
              <a:rPr lang="en-US" altLang="zh-CN" sz="2000" b="1" i="1" baseline="-25000" dirty="0" err="1">
                <a:solidFill>
                  <a:schemeClr val="tx1"/>
                </a:solidFill>
                <a:latin typeface="Times New Roman" panose="02020603050405020304" pitchFamily="18" charset="0"/>
                <a:ea typeface="楷体_GB2312"/>
                <a:cs typeface="Times New Roman" panose="02020603050405020304" pitchFamily="18" charset="0"/>
              </a:rPr>
              <a:t>j</a:t>
            </a:r>
            <a:r>
              <a:rPr lang="en-US" altLang="zh-CN" sz="2000" b="1" baseline="-25000"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a:solidFill>
                  <a:srgbClr val="2D83F4"/>
                </a:solidFill>
                <a:latin typeface="Times New Roman" panose="02020603050405020304" pitchFamily="18" charset="0"/>
                <a:ea typeface="楷体_GB2312"/>
                <a:cs typeface="Times New Roman" panose="02020603050405020304" pitchFamily="18" charset="0"/>
              </a:rPr>
              <a:t>then</a:t>
            </a:r>
            <a:r>
              <a:rPr lang="en-US" altLang="zh-CN" sz="2000" b="1" dirty="0">
                <a:solidFill>
                  <a:srgbClr val="2D83F4"/>
                </a:solidFill>
                <a:latin typeface="Times New Roman" panose="02020603050405020304" pitchFamily="18" charset="0"/>
                <a:ea typeface="楷体_GB231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GOTO</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err="1">
                <a:solidFill>
                  <a:schemeClr val="tx1"/>
                </a:solidFill>
                <a:latin typeface="Times New Roman" panose="02020603050405020304" pitchFamily="18" charset="0"/>
                <a:ea typeface="楷体_GB2312"/>
                <a:cs typeface="Times New Roman" panose="02020603050405020304" pitchFamily="18" charset="0"/>
              </a:rPr>
              <a:t>i</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a:cs typeface="Times New Roman" panose="02020603050405020304" pitchFamily="18" charset="0"/>
              </a:rPr>
              <a:t>B </a:t>
            </a:r>
            <a:r>
              <a:rPr lang="en-US" altLang="zh-CN" sz="2000" b="1" dirty="0">
                <a:solidFill>
                  <a:schemeClr val="tx1"/>
                </a:solidFill>
                <a:latin typeface="Times New Roman" panose="02020603050405020304" pitchFamily="18" charset="0"/>
                <a:ea typeface="楷体_GB2312"/>
                <a:cs typeface="Times New Roman" panose="02020603050405020304" pitchFamily="18" charset="0"/>
              </a:rPr>
              <a:t>]=j</a:t>
            </a:r>
            <a:r>
              <a:rPr lang="en-US" altLang="zh-CN" sz="2000" b="1" baseline="-25000" dirty="0">
                <a:solidFill>
                  <a:schemeClr val="tx1"/>
                </a:solidFill>
                <a:latin typeface="Times New Roman" panose="02020603050405020304" pitchFamily="18" charset="0"/>
                <a:ea typeface="楷体_GB2312"/>
                <a:cs typeface="Times New Roman" panose="02020603050405020304" pitchFamily="18" charset="0"/>
              </a:rPr>
              <a:t> </a:t>
            </a:r>
            <a:endParaRPr lang="en-US" altLang="zh-CN" sz="2000" b="1" dirty="0">
              <a:solidFill>
                <a:schemeClr val="tx1"/>
              </a:solidFill>
              <a:latin typeface="Times New Roman" panose="02020603050405020304" pitchFamily="18" charset="0"/>
              <a:ea typeface="楷体_GB2312"/>
              <a:cs typeface="Times New Roman" panose="02020603050405020304" pitchFamily="18" charset="0"/>
            </a:endParaRPr>
          </a:p>
          <a:p>
            <a:pPr lvl="1" eaLnBrk="1" hangingPunct="1">
              <a:buClr>
                <a:schemeClr val="tx1"/>
              </a:buClr>
              <a:buFont typeface="Wingdings" pitchFamily="2" charset="2"/>
              <a:buChar char="Ø"/>
              <a:defRPr/>
            </a:pPr>
            <a:r>
              <a:rPr lang="en-US" altLang="zh-CN" sz="2000" b="1" i="1" dirty="0">
                <a:solidFill>
                  <a:srgbClr val="2D83F4"/>
                </a:solidFill>
                <a:latin typeface="Times New Roman" panose="02020603050405020304" pitchFamily="18" charset="0"/>
                <a:ea typeface="楷体_GB2312" pitchFamily="49" charset="-122"/>
                <a:cs typeface="Times New Roman" panose="02020603050405020304" pitchFamily="18" charset="0"/>
              </a:rPr>
              <a:t>if</a:t>
            </a:r>
            <a:r>
              <a:rPr lang="en-US" altLang="zh-CN" sz="2000"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α</a:t>
            </a:r>
            <a:r>
              <a:rPr lang="en-US" altLang="zh-CN" sz="2000" b="1" i="1"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FF0000"/>
                </a:solidFill>
                <a:latin typeface="Times New Roman" panose="02020603050405020304" pitchFamily="18" charset="0"/>
                <a:ea typeface="楷体_GB2312" pitchFamily="49" charset="-122"/>
                <a:cs typeface="Times New Roman" panose="02020603050405020304" pitchFamily="18" charset="0"/>
              </a:rPr>
              <a:t>a</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zh-CN" altLang="en-US" sz="2000" b="1" dirty="0">
                <a:solidFill>
                  <a:srgbClr val="000000"/>
                </a:solidFill>
                <a:latin typeface="Times New Roman" panose="02020603050405020304" pitchFamily="18" charset="0"/>
                <a:ea typeface="宋体" pitchFamily="2" charset="-122"/>
                <a:cs typeface="Times New Roman" panose="02020603050405020304" pitchFamily="18" charset="0"/>
              </a:rPr>
              <a:t>且</a:t>
            </a:r>
            <a:r>
              <a:rPr lang="en-US" altLang="zh-CN" sz="2000" b="1" i="1" dirty="0">
                <a:solidFill>
                  <a:srgbClr val="000000"/>
                </a:solidFill>
                <a:latin typeface="Times New Roman" panose="02020603050405020304" pitchFamily="18" charset="0"/>
                <a:ea typeface="楷体_GB2312" pitchFamily="49" charset="-122"/>
                <a:cs typeface="Times New Roman" panose="02020603050405020304" pitchFamily="18" charset="0"/>
              </a:rPr>
              <a:t>A </a:t>
            </a:r>
            <a:r>
              <a:rPr lang="en-US" altLang="zh-CN" sz="2000" b="1"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0000"/>
                </a:solidFill>
                <a:latin typeface="Times New Roman" panose="02020603050405020304" pitchFamily="18" charset="0"/>
                <a:ea typeface="楷体_GB2312" pitchFamily="49" charset="-122"/>
                <a:cs typeface="Times New Roman" panose="02020603050405020304" pitchFamily="18" charset="0"/>
              </a:rPr>
              <a:t>S' </a:t>
            </a:r>
            <a:r>
              <a:rPr lang="en-US" altLang="zh-CN" sz="2000" b="1" i="1" dirty="0">
                <a:solidFill>
                  <a:srgbClr val="2D83F4"/>
                </a:solidFill>
                <a:latin typeface="Times New Roman" panose="02020603050405020304" pitchFamily="18" charset="0"/>
                <a:ea typeface="楷体_GB2312" pitchFamily="49" charset="-122"/>
                <a:cs typeface="Times New Roman" panose="02020603050405020304" pitchFamily="18" charset="0"/>
              </a:rPr>
              <a:t>then</a:t>
            </a:r>
            <a:r>
              <a:rPr lang="en-US" altLang="zh-CN" sz="2000"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0070C0"/>
                </a:solidFill>
                <a:latin typeface="Times New Roman" panose="02020603050405020304" pitchFamily="18" charset="0"/>
                <a:ea typeface="楷体_GB2312" pitchFamily="49" charset="-122"/>
                <a:cs typeface="Times New Roman" panose="02020603050405020304" pitchFamily="18" charset="0"/>
              </a:rPr>
              <a:t>ACTION</a:t>
            </a:r>
            <a:r>
              <a:rPr lang="en-US" altLang="zh-CN" sz="2000" b="1" dirty="0">
                <a:solidFill>
                  <a:srgbClr val="0070C0"/>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err="1">
                <a:solidFill>
                  <a:srgbClr val="0070C0"/>
                </a:solidFill>
                <a:latin typeface="Times New Roman" panose="02020603050405020304" pitchFamily="18" charset="0"/>
                <a:ea typeface="楷体_GB2312" pitchFamily="49" charset="-122"/>
                <a:cs typeface="Times New Roman" panose="02020603050405020304" pitchFamily="18" charset="0"/>
              </a:rPr>
              <a:t>i</a:t>
            </a:r>
            <a:r>
              <a:rPr lang="en-US" altLang="zh-CN" sz="2000" b="1" dirty="0">
                <a:solidFill>
                  <a:srgbClr val="0070C0"/>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rgbClr val="FF0000"/>
                </a:solidFill>
                <a:latin typeface="Times New Roman" panose="02020603050405020304" pitchFamily="18" charset="0"/>
                <a:ea typeface="楷体_GB2312" pitchFamily="49" charset="-122"/>
                <a:cs typeface="Times New Roman" panose="02020603050405020304" pitchFamily="18" charset="0"/>
              </a:rPr>
              <a:t>a</a:t>
            </a:r>
            <a:r>
              <a:rPr lang="en-US" altLang="zh-CN" sz="2000" b="1"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rgbClr val="0070C0"/>
                </a:solidFill>
                <a:latin typeface="Times New Roman" panose="02020603050405020304" pitchFamily="18" charset="0"/>
                <a:ea typeface="楷体_GB2312" pitchFamily="49" charset="-122"/>
                <a:cs typeface="Times New Roman" panose="02020603050405020304" pitchFamily="18" charset="0"/>
              </a:rPr>
              <a:t>]</a:t>
            </a:r>
            <a:r>
              <a:rPr lang="en-US" altLang="zh-CN" sz="2000" b="1"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000" b="1" dirty="0" err="1">
                <a:solidFill>
                  <a:srgbClr val="FF0000"/>
                </a:solidFill>
                <a:latin typeface="Times New Roman" panose="02020603050405020304" pitchFamily="18" charset="0"/>
                <a:ea typeface="楷体_GB2312" pitchFamily="49" charset="-122"/>
                <a:cs typeface="Times New Roman" panose="02020603050405020304" pitchFamily="18" charset="0"/>
              </a:rPr>
              <a:t>rj</a:t>
            </a:r>
            <a:endParaRPr lang="en-US" altLang="zh-CN" sz="2000" b="1"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1" eaLnBrk="1" hangingPunct="1">
              <a:buClr>
                <a:schemeClr val="tx1"/>
              </a:buClr>
              <a:buFont typeface="Wingdings" pitchFamily="2" charset="2"/>
              <a:buChar char="Ø"/>
              <a:defRPr/>
            </a:pPr>
            <a:r>
              <a:rPr lang="en-US" altLang="zh-CN" sz="2000" b="1" i="1" dirty="0">
                <a:solidFill>
                  <a:srgbClr val="2D83F4"/>
                </a:solidFill>
                <a:latin typeface="Times New Roman" panose="02020603050405020304" pitchFamily="18" charset="0"/>
                <a:ea typeface="楷体_GB2312" pitchFamily="49" charset="-122"/>
                <a:cs typeface="Times New Roman" panose="02020603050405020304" pitchFamily="18" charset="0"/>
              </a:rPr>
              <a:t>if</a:t>
            </a:r>
            <a:r>
              <a:rPr lang="en-US" altLang="zh-CN" sz="2000" b="1" dirty="0">
                <a:solidFill>
                  <a:srgbClr val="2D83F4"/>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S</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S</a:t>
            </a:r>
            <a:r>
              <a:rPr lang="en-US" altLang="zh-CN" sz="2000" b="1" i="1" dirty="0">
                <a:solidFill>
                  <a:srgbClr val="000000"/>
                </a:solidFill>
                <a:latin typeface="Times New Roman" panose="02020603050405020304" pitchFamily="18" charset="0"/>
                <a:ea typeface="宋体" pitchFamily="2" charset="-122"/>
                <a:cs typeface="Times New Roman" panose="02020603050405020304" pitchFamily="18" charset="0"/>
              </a:rPr>
              <a:t>·</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zh-CN" altLang="en-US"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i="1" baseline="-25000" dirty="0">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then</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ACTION</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 </a:t>
            </a:r>
            <a:r>
              <a:rPr lang="en-US" altLang="zh-CN" sz="2000" b="1" i="1" dirty="0" err="1">
                <a:solidFill>
                  <a:schemeClr val="tx1"/>
                </a:solidFill>
                <a:latin typeface="Times New Roman" panose="02020603050405020304" pitchFamily="18" charset="0"/>
                <a:ea typeface="楷体_GB2312" pitchFamily="49" charset="-122"/>
                <a:cs typeface="Times New Roman" panose="02020603050405020304" pitchFamily="18" charset="0"/>
              </a:rPr>
              <a:t>i</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dirty="0">
                <a:solidFill>
                  <a:schemeClr val="tx1"/>
                </a:solidFill>
                <a:latin typeface="Times New Roman" panose="02020603050405020304" pitchFamily="18" charset="0"/>
                <a:cs typeface="Times New Roman" panose="02020603050405020304" pitchFamily="18" charset="0"/>
              </a:rPr>
              <a:t>$</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 ]=</a:t>
            </a:r>
            <a:r>
              <a:rPr lang="en-US" altLang="zh-CN" sz="2000" b="1" i="1" dirty="0">
                <a:solidFill>
                  <a:schemeClr val="tx1"/>
                </a:solidFill>
                <a:latin typeface="Times New Roman" panose="02020603050405020304" pitchFamily="18" charset="0"/>
                <a:ea typeface="楷体_GB2312" pitchFamily="49" charset="-122"/>
                <a:cs typeface="Times New Roman" panose="02020603050405020304" pitchFamily="18" charset="0"/>
              </a:rPr>
              <a:t>acc</a:t>
            </a:r>
            <a:r>
              <a:rPr lang="en-US" altLang="zh-CN" sz="2000" b="1" dirty="0">
                <a:solidFill>
                  <a:schemeClr val="tx1"/>
                </a:solidFill>
                <a:latin typeface="Times New Roman" panose="02020603050405020304" pitchFamily="18" charset="0"/>
                <a:ea typeface="楷体_GB2312" pitchFamily="49" charset="-122"/>
                <a:cs typeface="Times New Roman" panose="02020603050405020304" pitchFamily="18" charset="0"/>
              </a:rPr>
              <a:t>;</a:t>
            </a:r>
          </a:p>
          <a:p>
            <a:pPr eaLnBrk="1" hangingPunct="1">
              <a:buClr>
                <a:schemeClr val="tx1"/>
              </a:buClr>
              <a:buFont typeface="Wingdings" pitchFamily="2" charset="2"/>
              <a:buChar char="Ø"/>
              <a:defRPr/>
            </a:pPr>
            <a:r>
              <a:rPr lang="zh-CN" altLang="en-US" sz="2500" b="1" dirty="0">
                <a:solidFill>
                  <a:schemeClr val="tx1"/>
                </a:solidFill>
                <a:latin typeface="Times New Roman" panose="02020603050405020304" pitchFamily="18" charset="0"/>
                <a:cs typeface="Times New Roman" panose="02020603050405020304" pitchFamily="18" charset="0"/>
              </a:rPr>
              <a:t>没有定义的所有条目都设置为</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r>
              <a:rPr lang="en-US" altLang="zh-CN" sz="2500" b="1" i="1" dirty="0">
                <a:solidFill>
                  <a:schemeClr val="tx1"/>
                </a:solidFill>
                <a:latin typeface="Times New Roman" panose="02020603050405020304" pitchFamily="18" charset="0"/>
                <a:ea typeface="宋体" pitchFamily="2" charset="-122"/>
                <a:cs typeface="Times New Roman" panose="02020603050405020304" pitchFamily="18" charset="0"/>
              </a:rPr>
              <a:t>error</a:t>
            </a:r>
            <a:r>
              <a:rPr lang="en-US" altLang="zh-CN" sz="2500" b="1" dirty="0">
                <a:solidFill>
                  <a:schemeClr val="tx1"/>
                </a:solidFill>
                <a:latin typeface="Times New Roman" panose="02020603050405020304" pitchFamily="18" charset="0"/>
                <a:ea typeface="宋体" pitchFamily="2" charset="-122"/>
                <a:cs typeface="Times New Roman" panose="02020603050405020304" pitchFamily="18" charset="0"/>
              </a:rPr>
              <a:t>”</a:t>
            </a:r>
            <a:endParaRPr lang="en-US" altLang="zh-CN" sz="2500" b="1"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eaLnBrk="1" hangingPunct="1">
              <a:defRPr/>
            </a:pPr>
            <a:endParaRPr lang="zh-CN" altLang="en-US" sz="2000" dirty="0">
              <a:latin typeface="Times New Roman" panose="02020603050405020304" pitchFamily="18" charset="0"/>
              <a:ea typeface="宋体" pitchFamily="2" charset="-122"/>
              <a:cs typeface="Times New Roman" panose="02020603050405020304" pitchFamily="18" charset="0"/>
            </a:endParaRPr>
          </a:p>
        </p:txBody>
      </p:sp>
      <p:sp>
        <p:nvSpPr>
          <p:cNvPr id="59395" name="标题 1"/>
          <p:cNvSpPr>
            <a:spLocks noGrp="1" noChangeArrowheads="1"/>
          </p:cNvSpPr>
          <p:nvPr>
            <p:ph type="title"/>
          </p:nvPr>
        </p:nvSpPr>
        <p:spPr>
          <a:xfrm>
            <a:off x="755650" y="268288"/>
            <a:ext cx="7931150" cy="358775"/>
          </a:xfrm>
        </p:spPr>
        <p:txBody>
          <a:bodyPr/>
          <a:lstStyle/>
          <a:p>
            <a:pPr eaLnBrk="1" hangingPunct="1"/>
            <a:r>
              <a:rPr lang="en-US" altLang="zh-CN" sz="3000" i="1" dirty="0">
                <a:solidFill>
                  <a:schemeClr val="tx1"/>
                </a:solidFill>
                <a:ea typeface="黑体" panose="02010609060101010101" pitchFamily="49" charset="-122"/>
              </a:rPr>
              <a:t>LR</a:t>
            </a:r>
            <a:r>
              <a:rPr lang="zh-CN" altLang="en-US" sz="3000" dirty="0">
                <a:solidFill>
                  <a:schemeClr val="tx1"/>
                </a:solidFill>
                <a:latin typeface="微软雅黑" panose="020B0503020204020204" pitchFamily="34" charset="-122"/>
                <a:ea typeface="微软雅黑" panose="020B0503020204020204" pitchFamily="34" charset="-122"/>
              </a:rPr>
              <a:t>分析表构造算法</a:t>
            </a:r>
          </a:p>
        </p:txBody>
      </p:sp>
      <p:sp>
        <p:nvSpPr>
          <p:cNvPr id="5" name="矩形 4"/>
          <p:cNvSpPr>
            <a:spLocks noChangeArrowheads="1"/>
          </p:cNvSpPr>
          <p:nvPr/>
        </p:nvSpPr>
        <p:spPr bwMode="auto">
          <a:xfrm>
            <a:off x="1476375" y="4114800"/>
            <a:ext cx="6145213" cy="830263"/>
          </a:xfrm>
          <a:prstGeom prst="rect">
            <a:avLst/>
          </a:prstGeom>
          <a:solidFill>
            <a:srgbClr val="B5CEED"/>
          </a:solidFill>
          <a:ln w="12700">
            <a:solidFill>
              <a:schemeClr val="tx1"/>
            </a:solidFill>
            <a:round/>
            <a:headEnd/>
            <a:tailEnd/>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zh-CN" altLang="en-US" b="1">
                <a:solidFill>
                  <a:schemeClr val="tx1"/>
                </a:solidFill>
                <a:latin typeface="Times New Roman" panose="02020603050405020304" pitchFamily="18" charset="0"/>
                <a:ea typeface="楷体" panose="02010609060101010101" pitchFamily="49" charset="-122"/>
              </a:rPr>
              <a:t>如果</a:t>
            </a:r>
            <a:r>
              <a:rPr lang="en-US" altLang="zh-CN" b="1" i="1">
                <a:solidFill>
                  <a:schemeClr val="tx1"/>
                </a:solidFill>
                <a:latin typeface="Times New Roman" panose="02020603050405020304" pitchFamily="18" charset="0"/>
                <a:cs typeface="Times New Roman" panose="02020603050405020304" pitchFamily="18" charset="0"/>
              </a:rPr>
              <a:t>LR</a:t>
            </a:r>
            <a:r>
              <a:rPr lang="en-US" altLang="zh-CN" b="1">
                <a:solidFill>
                  <a:schemeClr val="tx1"/>
                </a:solidFill>
                <a:latin typeface="Times New Roman" panose="02020603050405020304" pitchFamily="18" charset="0"/>
                <a:cs typeface="Times New Roman" panose="02020603050405020304" pitchFamily="18" charset="0"/>
              </a:rPr>
              <a:t>(1)</a:t>
            </a:r>
            <a:r>
              <a:rPr lang="zh-CN" altLang="en-US" b="1">
                <a:solidFill>
                  <a:schemeClr val="tx1"/>
                </a:solidFill>
                <a:latin typeface="Times New Roman" panose="02020603050405020304" pitchFamily="18" charset="0"/>
                <a:ea typeface="楷体" panose="02010609060101010101" pitchFamily="49" charset="-122"/>
              </a:rPr>
              <a:t>分析表中没有语法分析动作冲突，那么给定的文法就称为</a:t>
            </a:r>
            <a:r>
              <a:rPr lang="en-US" altLang="zh-CN" b="1" i="1">
                <a:solidFill>
                  <a:srgbClr val="FF0000"/>
                </a:solidFill>
                <a:latin typeface="Times New Roman" panose="02020603050405020304" pitchFamily="18" charset="0"/>
              </a:rPr>
              <a:t>LR</a:t>
            </a:r>
            <a:r>
              <a:rPr lang="en-US" altLang="zh-CN" b="1">
                <a:solidFill>
                  <a:srgbClr val="FF0000"/>
                </a:solidFill>
                <a:latin typeface="Times New Roman" panose="02020603050405020304" pitchFamily="18" charset="0"/>
              </a:rPr>
              <a:t>(1)</a:t>
            </a:r>
            <a:r>
              <a:rPr lang="zh-CN" altLang="en-US" b="1">
                <a:solidFill>
                  <a:srgbClr val="FF0000"/>
                </a:solidFill>
                <a:latin typeface="Times New Roman" panose="02020603050405020304" pitchFamily="18" charset="0"/>
                <a:ea typeface="楷体" panose="02010609060101010101" pitchFamily="49" charset="-122"/>
              </a:rPr>
              <a:t>文法</a:t>
            </a:r>
            <a:endParaRPr lang="zh-CN" altLang="en-US" b="1">
              <a:solidFill>
                <a:schemeClr val="tx1"/>
              </a:solidFill>
              <a:latin typeface="Times New Roman" panose="02020603050405020304" pitchFamily="18" charset="0"/>
              <a:ea typeface="楷体" panose="02010609060101010101" pitchFamily="49" charset="-122"/>
            </a:endParaRPr>
          </a:p>
        </p:txBody>
      </p:sp>
      <p:sp>
        <p:nvSpPr>
          <p:cNvPr id="2" name="灯片编号占位符 1">
            <a:extLst>
              <a:ext uri="{FF2B5EF4-FFF2-40B4-BE49-F238E27FC236}">
                <a16:creationId xmlns:a16="http://schemas.microsoft.com/office/drawing/2014/main" id="{08DA2A66-9A11-47A0-B82A-FAEB31087F95}"/>
              </a:ext>
            </a:extLst>
          </p:cNvPr>
          <p:cNvSpPr>
            <a:spLocks noGrp="1"/>
          </p:cNvSpPr>
          <p:nvPr>
            <p:ph type="sldNum" sz="quarter" idx="12"/>
          </p:nvPr>
        </p:nvSpPr>
        <p:spPr/>
        <p:txBody>
          <a:bodyPr/>
          <a:lstStyle/>
          <a:p>
            <a:pPr>
              <a:defRPr/>
            </a:pPr>
            <a:fld id="{76D20AB1-C80E-44EB-B890-88EEF3B3DC08}" type="slidenum">
              <a:rPr lang="zh-CN" altLang="en-US" smtClean="0"/>
              <a:pPr>
                <a:defRPr/>
              </a:pPr>
              <a:t>23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76D20AB1-C80E-44EB-B890-88EEF3B3DC08}" type="slidenum">
              <a:rPr lang="zh-CN" altLang="en-US" smtClean="0"/>
              <a:pPr>
                <a:defRPr/>
              </a:pPr>
              <a:t>24</a:t>
            </a:fld>
            <a:endParaRPr lang="en-US" altLang="zh-CN"/>
          </a:p>
        </p:txBody>
      </p:sp>
      <p:sp>
        <p:nvSpPr>
          <p:cNvPr id="6" name="文本框 5"/>
          <p:cNvSpPr txBox="1"/>
          <p:nvPr>
            <p:custDataLst>
              <p:tags r:id="rId2"/>
            </p:custDataLst>
          </p:nvPr>
        </p:nvSpPr>
        <p:spPr>
          <a:xfrm>
            <a:off x="914400" y="1131590"/>
            <a:ext cx="7315200" cy="3384376"/>
          </a:xfrm>
          <a:prstGeom prst="rect">
            <a:avLst/>
          </a:prstGeom>
          <a:noFill/>
        </p:spPr>
        <p:txBody>
          <a:bodyPr vert="horz" wrap="square" rtlCol="0" anchor="ctr" anchorCtr="0">
            <a:noAutofit/>
          </a:bodyPr>
          <a:lstStyle/>
          <a:p>
            <a:r>
              <a:rPr lang="zh-CN" altLang="en-US" sz="2800" dirty="0">
                <a:latin typeface="Times New Roman" panose="02020603050405020304" pitchFamily="18" charset="0"/>
                <a:ea typeface="+mn-ea"/>
                <a:cs typeface="Times New Roman" panose="02020603050405020304" pitchFamily="18" charset="0"/>
              </a:rPr>
              <a:t>画出文法的</a:t>
            </a:r>
            <a:r>
              <a:rPr lang="en-US" altLang="zh-CN" sz="2800" dirty="0">
                <a:latin typeface="Times New Roman" panose="02020603050405020304" pitchFamily="18" charset="0"/>
                <a:ea typeface="+mn-ea"/>
                <a:cs typeface="Times New Roman" panose="02020603050405020304" pitchFamily="18" charset="0"/>
              </a:rPr>
              <a:t>LR(1)</a:t>
            </a:r>
            <a:r>
              <a:rPr lang="zh-CN" altLang="en-US" sz="2800" dirty="0">
                <a:latin typeface="Times New Roman" panose="02020603050405020304" pitchFamily="18" charset="0"/>
                <a:ea typeface="+mn-ea"/>
                <a:cs typeface="Times New Roman" panose="02020603050405020304" pitchFamily="18" charset="0"/>
              </a:rPr>
              <a:t>自动机</a:t>
            </a:r>
            <a:endParaRPr lang="en-US" altLang="zh-CN" sz="2800" dirty="0">
              <a:latin typeface="Times New Roman" panose="02020603050405020304" pitchFamily="18" charset="0"/>
              <a:ea typeface="+mn-ea"/>
              <a:cs typeface="Times New Roman" panose="02020603050405020304" pitchFamily="18" charset="0"/>
            </a:endParaRPr>
          </a:p>
          <a:p>
            <a:pPr marL="0" indent="0">
              <a:lnSpc>
                <a:spcPct val="150000"/>
              </a:lnSpc>
              <a:buNone/>
            </a:pPr>
            <a:r>
              <a:rPr lang="zh-CN" altLang="en-US" sz="2400" dirty="0">
                <a:latin typeface="Times New Roman" panose="02020603050405020304" pitchFamily="18" charset="0"/>
                <a:ea typeface="+mn-ea"/>
                <a:cs typeface="Times New Roman" panose="02020603050405020304" pitchFamily="18" charset="0"/>
              </a:rPr>
              <a:t>文法</a:t>
            </a:r>
            <a:r>
              <a:rPr lang="en-US" altLang="zh-CN" sz="2400" dirty="0">
                <a:latin typeface="Times New Roman" panose="02020603050405020304" pitchFamily="18" charset="0"/>
                <a:ea typeface="+mn-ea"/>
                <a:cs typeface="Times New Roman" panose="02020603050405020304" pitchFamily="18" charset="0"/>
              </a:rPr>
              <a:t>G’</a:t>
            </a:r>
          </a:p>
          <a:p>
            <a:pPr marL="609600" indent="-609600" eaLnBrk="1" hangingPunct="1">
              <a:lnSpc>
                <a:spcPct val="150000"/>
              </a:lnSpc>
              <a:buNone/>
              <a:defRPr/>
            </a:pPr>
            <a:r>
              <a:rPr lang="zh-CN" altLang="zh-CN" sz="2400" b="1" noProof="1">
                <a:solidFill>
                  <a:srgbClr val="000000"/>
                </a:solidFill>
                <a:latin typeface="Times New Roman" panose="02020603050405020304" pitchFamily="18" charset="0"/>
                <a:ea typeface="+mn-ea"/>
                <a:cs typeface="Times New Roman" panose="02020603050405020304" pitchFamily="18" charset="0"/>
              </a:rPr>
              <a:t>0) </a:t>
            </a:r>
            <a:r>
              <a:rPr lang="en-US" altLang="zh-CN" sz="2400" b="1" i="1" noProof="1">
                <a:solidFill>
                  <a:srgbClr val="000000"/>
                </a:solidFill>
                <a:latin typeface="Times New Roman" panose="02020603050405020304" pitchFamily="18" charset="0"/>
                <a:ea typeface="+mn-ea"/>
                <a:cs typeface="Times New Roman" panose="02020603050405020304" pitchFamily="18" charset="0"/>
              </a:rPr>
              <a:t>S′ →S</a:t>
            </a:r>
          </a:p>
          <a:p>
            <a:pPr marL="609600" indent="-609600" eaLnBrk="1" hangingPunct="1">
              <a:lnSpc>
                <a:spcPct val="150000"/>
              </a:lnSpc>
              <a:buNone/>
              <a:defRPr/>
            </a:pPr>
            <a:r>
              <a:rPr lang="en-US" altLang="zh-CN" sz="2400" b="1" noProof="1">
                <a:solidFill>
                  <a:srgbClr val="000000"/>
                </a:solidFill>
                <a:latin typeface="Times New Roman" panose="02020603050405020304" pitchFamily="18" charset="0"/>
                <a:ea typeface="+mn-ea"/>
                <a:cs typeface="Times New Roman" panose="02020603050405020304" pitchFamily="18" charset="0"/>
              </a:rPr>
              <a:t>1) </a:t>
            </a:r>
            <a:r>
              <a:rPr lang="en-US" altLang="zh-CN" sz="2400" b="1" i="1" noProof="1">
                <a:solidFill>
                  <a:srgbClr val="000000"/>
                </a:solidFill>
                <a:latin typeface="Times New Roman" panose="02020603050405020304" pitchFamily="18" charset="0"/>
                <a:ea typeface="+mn-ea"/>
                <a:cs typeface="Times New Roman" panose="02020603050405020304" pitchFamily="18" charset="0"/>
              </a:rPr>
              <a:t>S→BB</a:t>
            </a:r>
          </a:p>
          <a:p>
            <a:pPr marL="609600" indent="-609600" eaLnBrk="1" hangingPunct="1">
              <a:lnSpc>
                <a:spcPct val="150000"/>
              </a:lnSpc>
              <a:buNone/>
              <a:defRPr/>
            </a:pPr>
            <a:r>
              <a:rPr lang="en-US" altLang="zh-CN" sz="2400" b="1" noProof="1">
                <a:solidFill>
                  <a:srgbClr val="000000"/>
                </a:solidFill>
                <a:latin typeface="Times New Roman" panose="02020603050405020304" pitchFamily="18" charset="0"/>
                <a:ea typeface="+mn-ea"/>
                <a:cs typeface="Times New Roman" panose="02020603050405020304" pitchFamily="18" charset="0"/>
              </a:rPr>
              <a:t>2) </a:t>
            </a:r>
            <a:r>
              <a:rPr lang="en-US" altLang="zh-CN" sz="2400" b="1" i="1" noProof="1">
                <a:solidFill>
                  <a:srgbClr val="000000"/>
                </a:solidFill>
                <a:latin typeface="Times New Roman" panose="02020603050405020304" pitchFamily="18" charset="0"/>
                <a:ea typeface="+mn-ea"/>
                <a:cs typeface="Times New Roman" panose="02020603050405020304" pitchFamily="18" charset="0"/>
              </a:rPr>
              <a:t>S→aB</a:t>
            </a:r>
          </a:p>
          <a:p>
            <a:pPr marL="609600" indent="-609600" eaLnBrk="1" hangingPunct="1">
              <a:lnSpc>
                <a:spcPct val="150000"/>
              </a:lnSpc>
              <a:buNone/>
              <a:defRPr/>
            </a:pPr>
            <a:r>
              <a:rPr lang="en-US" altLang="zh-CN" sz="2400" b="1" noProof="1">
                <a:solidFill>
                  <a:srgbClr val="000000"/>
                </a:solidFill>
                <a:latin typeface="Times New Roman" panose="02020603050405020304" pitchFamily="18" charset="0"/>
                <a:ea typeface="+mn-ea"/>
                <a:cs typeface="Times New Roman" panose="02020603050405020304" pitchFamily="18" charset="0"/>
              </a:rPr>
              <a:t>3) </a:t>
            </a:r>
            <a:r>
              <a:rPr lang="en-US" altLang="zh-CN" sz="2400" b="1" i="1" noProof="1">
                <a:solidFill>
                  <a:srgbClr val="000000"/>
                </a:solidFill>
                <a:latin typeface="Times New Roman" panose="02020603050405020304" pitchFamily="18" charset="0"/>
                <a:ea typeface="+mn-ea"/>
                <a:cs typeface="Times New Roman" panose="02020603050405020304" pitchFamily="18" charset="0"/>
              </a:rPr>
              <a:t>L→b</a:t>
            </a:r>
          </a:p>
          <a:p>
            <a:endParaRPr lang="en-US" altLang="zh-CN" sz="2400" dirty="0">
              <a:latin typeface="Times New Roman" panose="02020603050405020304" pitchFamily="18" charset="0"/>
              <a:ea typeface="+mn-ea"/>
              <a:cs typeface="Times New Roman" panose="02020603050405020304" pitchFamily="18" charset="0"/>
            </a:endParaRPr>
          </a:p>
        </p:txBody>
      </p:sp>
      <p:sp>
        <p:nvSpPr>
          <p:cNvPr id="7" name="圆角矩形 6"/>
          <p:cNvSpPr/>
          <p:nvPr>
            <p:custDataLst>
              <p:tags r:id="rId3"/>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grpSp>
        <p:nvGrpSpPr>
          <p:cNvPr id="12" name="组合 11"/>
          <p:cNvGrpSpPr/>
          <p:nvPr>
            <p:custDataLst>
              <p:tags r:id="rId4"/>
            </p:custDataLst>
          </p:nvPr>
        </p:nvGrpSpPr>
        <p:grpSpPr>
          <a:xfrm>
            <a:off x="0" y="0"/>
            <a:ext cx="9144000" cy="635000"/>
            <a:chOff x="0" y="0"/>
            <a:chExt cx="9144000" cy="635000"/>
          </a:xfrm>
        </p:grpSpPr>
        <p:sp>
          <p:nvSpPr>
            <p:cNvPr id="8" name="TitleBackground"/>
            <p:cNvSpPr/>
            <p:nvPr>
              <p:custDataLst>
                <p:tags r:id="rId6"/>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hade val="75000"/>
                      <a:lumMod val="8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p:cNvSpPr/>
            <p:nvPr>
              <p:custDataLst>
                <p:tags r:id="rId7"/>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hade val="75000"/>
                      <a:lumMod val="8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5"/>
            </p:custDataLst>
          </p:nvPr>
        </p:nvPicPr>
        <p:blipFill>
          <a:blip r:embed="rId11">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711711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755650" y="268288"/>
            <a:ext cx="7931150" cy="358775"/>
          </a:xfrm>
        </p:spPr>
        <p:txBody>
          <a:bodyPr/>
          <a:lstStyle/>
          <a:p>
            <a:pPr eaLnBrk="1" hangingPunct="1"/>
            <a:r>
              <a:rPr lang="en-US" altLang="zh-CN" sz="3000">
                <a:solidFill>
                  <a:srgbClr val="000000"/>
                </a:solidFill>
                <a:latin typeface="微软雅黑" panose="020B0503020204020204" pitchFamily="34" charset="-122"/>
                <a:ea typeface="微软雅黑" panose="020B0503020204020204" pitchFamily="34" charset="-122"/>
              </a:rPr>
              <a:t>4.4.4 </a:t>
            </a:r>
            <a:r>
              <a:rPr lang="en-US" altLang="zh-CN" sz="3000" i="1">
                <a:solidFill>
                  <a:srgbClr val="000000"/>
                </a:solidFill>
                <a:ea typeface="黑体" panose="02010609060101010101" pitchFamily="49" charset="-122"/>
                <a:cs typeface="Times New Roman" panose="02020603050405020304" pitchFamily="18" charset="0"/>
              </a:rPr>
              <a:t>LALR</a:t>
            </a:r>
            <a:r>
              <a:rPr lang="zh-CN" altLang="en-US" sz="3000">
                <a:solidFill>
                  <a:srgbClr val="000000"/>
                </a:solidFill>
                <a:latin typeface="微软雅黑" panose="020B0503020204020204" pitchFamily="34" charset="-122"/>
                <a:ea typeface="微软雅黑" panose="020B0503020204020204" pitchFamily="34" charset="-122"/>
              </a:rPr>
              <a:t>分析</a:t>
            </a:r>
            <a:endParaRPr lang="zh-CN" altLang="en-US" sz="3000">
              <a:solidFill>
                <a:schemeClr val="tx1"/>
              </a:solidFill>
              <a:latin typeface="微软雅黑" panose="020B0503020204020204" pitchFamily="34" charset="-122"/>
              <a:ea typeface="微软雅黑" panose="020B0503020204020204" pitchFamily="34" charset="-122"/>
            </a:endParaRPr>
          </a:p>
        </p:txBody>
      </p:sp>
      <p:sp>
        <p:nvSpPr>
          <p:cNvPr id="59" name="Rectangle 37"/>
          <p:cNvSpPr>
            <a:spLocks noChangeArrowheads="1"/>
          </p:cNvSpPr>
          <p:nvPr/>
        </p:nvSpPr>
        <p:spPr bwMode="auto">
          <a:xfrm>
            <a:off x="98425" y="1328738"/>
            <a:ext cx="1290638" cy="1908175"/>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lnSpc>
                <a:spcPts val="2000"/>
              </a:lnSpc>
              <a:spcBef>
                <a:spcPct val="20000"/>
              </a:spcBef>
              <a:buFont typeface="Wingdings" pitchFamily="2" charset="2"/>
              <a:buNone/>
              <a:defRPr/>
            </a:pPr>
            <a:r>
              <a:rPr lang="zh-CN" altLang="zh-CN" b="1" noProof="1">
                <a:solidFill>
                  <a:srgbClr val="000000"/>
                </a:solidFill>
                <a:latin typeface="Times New Roman" pitchFamily="18" charset="0"/>
                <a:ea typeface="Times New Roman" pitchFamily="18" charset="0"/>
                <a:cs typeface="华文楷体" pitchFamily="2" charset="-122"/>
              </a:rPr>
              <a:t>0) </a:t>
            </a:r>
            <a:r>
              <a:rPr lang="en-US" altLang="zh-CN" b="1" i="1" noProof="1">
                <a:solidFill>
                  <a:srgbClr val="000000"/>
                </a:solidFill>
                <a:latin typeface="Times New Roman" pitchFamily="18" charset="0"/>
                <a:ea typeface="Times New Roman" pitchFamily="18" charset="0"/>
                <a:cs typeface="华文楷体" pitchFamily="2" charset="-122"/>
              </a:rPr>
              <a:t>S</a:t>
            </a:r>
            <a:r>
              <a:rPr lang="en-US" altLang="zh-CN" sz="1600" b="1" i="1" noProof="1">
                <a:solidFill>
                  <a:srgbClr val="000000"/>
                </a:solidFill>
                <a:latin typeface="Times New Roman" pitchFamily="18" charset="0"/>
                <a:ea typeface="Times New Roman" pitchFamily="18" charset="0"/>
                <a:cs typeface="华文楷体" pitchFamily="2" charset="-122"/>
              </a:rPr>
              <a:t>′ </a:t>
            </a:r>
            <a:r>
              <a:rPr lang="en-US" altLang="zh-CN" b="1" i="1" noProof="1">
                <a:solidFill>
                  <a:srgbClr val="000000"/>
                </a:solidFill>
                <a:latin typeface="Times New Roman" pitchFamily="18" charset="0"/>
                <a:ea typeface="Times New Roman" pitchFamily="18" charset="0"/>
                <a:cs typeface="华文楷体" pitchFamily="2" charset="-122"/>
              </a:rPr>
              <a:t>→S</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1) </a:t>
            </a:r>
            <a:r>
              <a:rPr lang="en-US" altLang="zh-CN" b="1" i="1" noProof="1">
                <a:solidFill>
                  <a:srgbClr val="000000"/>
                </a:solidFill>
                <a:latin typeface="Times New Roman" pitchFamily="18" charset="0"/>
                <a:ea typeface="Times New Roman" pitchFamily="18" charset="0"/>
                <a:cs typeface="华文楷体" pitchFamily="2" charset="-122"/>
              </a:rPr>
              <a:t>S→L=R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2) </a:t>
            </a:r>
            <a:r>
              <a:rPr lang="en-US" altLang="zh-CN" b="1" i="1" noProof="1">
                <a:solidFill>
                  <a:srgbClr val="000000"/>
                </a:solidFill>
                <a:latin typeface="Times New Roman" pitchFamily="18" charset="0"/>
                <a:ea typeface="Times New Roman" pitchFamily="18" charset="0"/>
                <a:cs typeface="华文楷体" pitchFamily="2" charset="-122"/>
              </a:rPr>
              <a:t>S→R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3) </a:t>
            </a:r>
            <a:r>
              <a:rPr lang="en-US" altLang="zh-CN" b="1" i="1" noProof="1">
                <a:solidFill>
                  <a:srgbClr val="000000"/>
                </a:solidFill>
                <a:latin typeface="Times New Roman" pitchFamily="18" charset="0"/>
                <a:ea typeface="Times New Roman" pitchFamily="18" charset="0"/>
                <a:cs typeface="华文楷体" pitchFamily="2" charset="-122"/>
              </a:rPr>
              <a:t>L→*R</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4) </a:t>
            </a:r>
            <a:r>
              <a:rPr lang="en-US" altLang="zh-CN" b="1" i="1" noProof="1">
                <a:solidFill>
                  <a:srgbClr val="000000"/>
                </a:solidFill>
                <a:latin typeface="Times New Roman" pitchFamily="18" charset="0"/>
                <a:ea typeface="Times New Roman" pitchFamily="18" charset="0"/>
                <a:cs typeface="华文楷体" pitchFamily="2" charset="-122"/>
              </a:rPr>
              <a:t>L→</a:t>
            </a:r>
            <a:r>
              <a:rPr lang="en-US" altLang="zh-CN" b="1" noProof="1">
                <a:solidFill>
                  <a:srgbClr val="000000"/>
                </a:solidFill>
                <a:latin typeface="Times New Roman" pitchFamily="18" charset="0"/>
                <a:ea typeface="Times New Roman" pitchFamily="18" charset="0"/>
                <a:cs typeface="华文楷体" pitchFamily="2" charset="-122"/>
              </a:rPr>
              <a:t>id</a:t>
            </a:r>
          </a:p>
          <a:p>
            <a:pPr marL="609600" indent="-609600" eaLnBrk="1" hangingPunct="1">
              <a:lnSpc>
                <a:spcPts val="2000"/>
              </a:lnSpc>
              <a:spcBef>
                <a:spcPct val="20000"/>
              </a:spcBef>
              <a:buFont typeface="Wingdings" pitchFamily="2" charset="2"/>
              <a:buNone/>
              <a:defRPr/>
            </a:pPr>
            <a:r>
              <a:rPr lang="en-US" altLang="zh-CN" b="1" noProof="1">
                <a:solidFill>
                  <a:srgbClr val="000000"/>
                </a:solidFill>
                <a:latin typeface="Times New Roman" pitchFamily="18" charset="0"/>
                <a:ea typeface="Times New Roman" pitchFamily="18" charset="0"/>
                <a:cs typeface="华文楷体" pitchFamily="2" charset="-122"/>
              </a:rPr>
              <a:t>5) </a:t>
            </a:r>
            <a:r>
              <a:rPr lang="en-US" altLang="zh-CN" b="1" i="1" noProof="1">
                <a:solidFill>
                  <a:srgbClr val="000000"/>
                </a:solidFill>
                <a:latin typeface="Times New Roman" pitchFamily="18" charset="0"/>
                <a:ea typeface="Times New Roman" pitchFamily="18" charset="0"/>
                <a:cs typeface="华文楷体" pitchFamily="2" charset="-122"/>
              </a:rPr>
              <a:t>R→L</a:t>
            </a:r>
          </a:p>
        </p:txBody>
      </p:sp>
      <p:sp>
        <p:nvSpPr>
          <p:cNvPr id="66" name="矩形 65"/>
          <p:cNvSpPr/>
          <p:nvPr/>
        </p:nvSpPr>
        <p:spPr>
          <a:xfrm>
            <a:off x="5237163" y="3457575"/>
            <a:ext cx="1711325" cy="814388"/>
          </a:xfrm>
          <a:prstGeom prst="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nvGrpSpPr>
          <p:cNvPr id="63493" name="组合 67"/>
          <p:cNvGrpSpPr>
            <a:grpSpLocks/>
          </p:cNvGrpSpPr>
          <p:nvPr/>
        </p:nvGrpSpPr>
        <p:grpSpPr bwMode="auto">
          <a:xfrm>
            <a:off x="1476375" y="63500"/>
            <a:ext cx="7823200" cy="5016500"/>
            <a:chOff x="1475656" y="63500"/>
            <a:chExt cx="7824390" cy="5016500"/>
          </a:xfrm>
        </p:grpSpPr>
        <p:sp>
          <p:nvSpPr>
            <p:cNvPr id="61455" name="Text Box 5"/>
            <p:cNvSpPr txBox="1">
              <a:spLocks noChangeArrowheads="1"/>
            </p:cNvSpPr>
            <p:nvPr/>
          </p:nvSpPr>
          <p:spPr bwMode="auto">
            <a:xfrm>
              <a:off x="1475656" y="1041400"/>
              <a:ext cx="1555987"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61456" name="Text Box 6"/>
            <p:cNvSpPr txBox="1">
              <a:spLocks noChangeArrowheads="1"/>
            </p:cNvSpPr>
            <p:nvPr/>
          </p:nvSpPr>
          <p:spPr bwMode="auto">
            <a:xfrm>
              <a:off x="3334902" y="682625"/>
              <a:ext cx="1224148"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61457" name="Line 7"/>
            <p:cNvSpPr>
              <a:spLocks noChangeShapeType="1"/>
            </p:cNvSpPr>
            <p:nvPr/>
          </p:nvSpPr>
          <p:spPr bwMode="auto">
            <a:xfrm flipV="1">
              <a:off x="3056900" y="1273175"/>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Text Box 8"/>
            <p:cNvSpPr txBox="1">
              <a:spLocks noChangeArrowheads="1"/>
            </p:cNvSpPr>
            <p:nvPr/>
          </p:nvSpPr>
          <p:spPr bwMode="auto">
            <a:xfrm>
              <a:off x="3334902" y="1463675"/>
              <a:ext cx="1479775"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2</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1459" name="Line 9"/>
            <p:cNvSpPr>
              <a:spLocks noChangeShapeType="1"/>
            </p:cNvSpPr>
            <p:nvPr/>
          </p:nvSpPr>
          <p:spPr bwMode="auto">
            <a:xfrm flipV="1">
              <a:off x="3047374" y="1860550"/>
              <a:ext cx="29846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0" name="Text Box 10"/>
            <p:cNvSpPr txBox="1">
              <a:spLocks noChangeArrowheads="1"/>
            </p:cNvSpPr>
            <p:nvPr/>
          </p:nvSpPr>
          <p:spPr bwMode="auto">
            <a:xfrm>
              <a:off x="3023561" y="1465263"/>
              <a:ext cx="50326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77" name="Text Box 11"/>
            <p:cNvSpPr txBox="1">
              <a:spLocks noChangeArrowheads="1"/>
            </p:cNvSpPr>
            <p:nvPr/>
          </p:nvSpPr>
          <p:spPr bwMode="auto">
            <a:xfrm>
              <a:off x="3334902" y="2444750"/>
              <a:ext cx="1224148"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1462" name="Line 12"/>
            <p:cNvSpPr>
              <a:spLocks noChangeShapeType="1"/>
            </p:cNvSpPr>
            <p:nvPr/>
          </p:nvSpPr>
          <p:spPr bwMode="auto">
            <a:xfrm flipV="1">
              <a:off x="3023561" y="2700338"/>
              <a:ext cx="28894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3" name="Text Box 13"/>
            <p:cNvSpPr txBox="1">
              <a:spLocks noChangeArrowheads="1"/>
            </p:cNvSpPr>
            <p:nvPr/>
          </p:nvSpPr>
          <p:spPr bwMode="auto">
            <a:xfrm>
              <a:off x="2996571" y="2333625"/>
              <a:ext cx="609636"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81" name="Text Box 14"/>
            <p:cNvSpPr txBox="1">
              <a:spLocks noChangeArrowheads="1"/>
            </p:cNvSpPr>
            <p:nvPr/>
          </p:nvSpPr>
          <p:spPr bwMode="auto">
            <a:xfrm>
              <a:off x="3346015" y="3236913"/>
              <a:ext cx="1568689"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 </a:t>
              </a:r>
              <a:r>
                <a:rPr kumimoji="1" lang="en-US" altLang="zh-CN" sz="2000" b="1">
                  <a:solidFill>
                    <a:srgbClr val="000000"/>
                  </a:solidFill>
                  <a:latin typeface="Times New Roman" panose="02020603050405020304" pitchFamily="18" charset="0"/>
                </a:rPr>
                <a:t>id</a:t>
              </a:r>
              <a:r>
                <a:rPr kumimoji="1" lang="zh-CN" altLang="en-US"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82" name="Text Box 15"/>
            <p:cNvSpPr txBox="1">
              <a:spLocks noChangeArrowheads="1"/>
            </p:cNvSpPr>
            <p:nvPr/>
          </p:nvSpPr>
          <p:spPr bwMode="auto">
            <a:xfrm>
              <a:off x="5289411" y="428148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1466" name="Text Box 16"/>
            <p:cNvSpPr txBox="1">
              <a:spLocks noChangeArrowheads="1"/>
            </p:cNvSpPr>
            <p:nvPr/>
          </p:nvSpPr>
          <p:spPr bwMode="auto">
            <a:xfrm>
              <a:off x="3061663" y="293211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1467" name="Text Box 17"/>
            <p:cNvSpPr txBox="1">
              <a:spLocks noChangeArrowheads="1"/>
            </p:cNvSpPr>
            <p:nvPr/>
          </p:nvSpPr>
          <p:spPr bwMode="auto">
            <a:xfrm>
              <a:off x="2704454" y="3687763"/>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61468" name="Line 19"/>
            <p:cNvSpPr>
              <a:spLocks noChangeShapeType="1"/>
            </p:cNvSpPr>
            <p:nvPr/>
          </p:nvSpPr>
          <p:spPr bwMode="auto">
            <a:xfrm flipV="1">
              <a:off x="4814367" y="1924050"/>
              <a:ext cx="43023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69" name="Text Box 20"/>
            <p:cNvSpPr txBox="1">
              <a:spLocks noChangeArrowheads="1"/>
            </p:cNvSpPr>
            <p:nvPr/>
          </p:nvSpPr>
          <p:spPr bwMode="auto">
            <a:xfrm>
              <a:off x="4809603" y="1595438"/>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87" name="Text Box 21"/>
            <p:cNvSpPr txBox="1">
              <a:spLocks noChangeArrowheads="1"/>
            </p:cNvSpPr>
            <p:nvPr/>
          </p:nvSpPr>
          <p:spPr bwMode="auto">
            <a:xfrm>
              <a:off x="5289411" y="2733675"/>
              <a:ext cx="1654427"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1471" name="Line 22"/>
            <p:cNvSpPr>
              <a:spLocks noChangeShapeType="1"/>
            </p:cNvSpPr>
            <p:nvPr/>
          </p:nvSpPr>
          <p:spPr bwMode="auto">
            <a:xfrm>
              <a:off x="4933436" y="3308350"/>
              <a:ext cx="39372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2" name="Text Box 23"/>
            <p:cNvSpPr txBox="1">
              <a:spLocks noChangeArrowheads="1"/>
            </p:cNvSpPr>
            <p:nvPr/>
          </p:nvSpPr>
          <p:spPr bwMode="auto">
            <a:xfrm>
              <a:off x="4879457" y="2949575"/>
              <a:ext cx="45722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90" name="Text Box 24"/>
            <p:cNvSpPr txBox="1">
              <a:spLocks noChangeArrowheads="1"/>
            </p:cNvSpPr>
            <p:nvPr/>
          </p:nvSpPr>
          <p:spPr bwMode="auto">
            <a:xfrm>
              <a:off x="5289411" y="3525838"/>
              <a:ext cx="1582979"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1474" name="Line 25"/>
            <p:cNvSpPr>
              <a:spLocks noChangeShapeType="1"/>
            </p:cNvSpPr>
            <p:nvPr/>
          </p:nvSpPr>
          <p:spPr bwMode="auto">
            <a:xfrm>
              <a:off x="4901684" y="3957638"/>
              <a:ext cx="38737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5" name="Text Box 26"/>
            <p:cNvSpPr txBox="1">
              <a:spLocks noChangeArrowheads="1"/>
            </p:cNvSpPr>
            <p:nvPr/>
          </p:nvSpPr>
          <p:spPr bwMode="auto">
            <a:xfrm>
              <a:off x="4895333" y="3597275"/>
              <a:ext cx="38102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93" name="Text Box 27"/>
            <p:cNvSpPr txBox="1">
              <a:spLocks noChangeArrowheads="1"/>
            </p:cNvSpPr>
            <p:nvPr/>
          </p:nvSpPr>
          <p:spPr bwMode="auto">
            <a:xfrm>
              <a:off x="7318545" y="63500"/>
              <a:ext cx="152423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1477" name="Line 28"/>
            <p:cNvSpPr>
              <a:spLocks noChangeShapeType="1"/>
            </p:cNvSpPr>
            <p:nvPr/>
          </p:nvSpPr>
          <p:spPr bwMode="auto">
            <a:xfrm flipV="1">
              <a:off x="6954443" y="373257"/>
              <a:ext cx="327891" cy="38556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78" name="Text Box 29"/>
            <p:cNvSpPr txBox="1">
              <a:spLocks noChangeArrowheads="1"/>
            </p:cNvSpPr>
            <p:nvPr/>
          </p:nvSpPr>
          <p:spPr bwMode="auto">
            <a:xfrm>
              <a:off x="6718374" y="369251"/>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61479" name="Text Box 33"/>
            <p:cNvSpPr txBox="1">
              <a:spLocks noChangeArrowheads="1"/>
            </p:cNvSpPr>
            <p:nvPr/>
          </p:nvSpPr>
          <p:spPr bwMode="auto">
            <a:xfrm>
              <a:off x="3031498" y="896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61480" name="Line 34"/>
            <p:cNvSpPr>
              <a:spLocks noChangeShapeType="1"/>
            </p:cNvSpPr>
            <p:nvPr/>
          </p:nvSpPr>
          <p:spPr bwMode="auto">
            <a:xfrm flipV="1">
              <a:off x="4911209" y="4564063"/>
              <a:ext cx="377847"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81" name="Text Box 35"/>
            <p:cNvSpPr txBox="1">
              <a:spLocks noChangeArrowheads="1"/>
            </p:cNvSpPr>
            <p:nvPr/>
          </p:nvSpPr>
          <p:spPr bwMode="auto">
            <a:xfrm>
              <a:off x="4879457" y="4175125"/>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61482" name="Group 36"/>
            <p:cNvGrpSpPr>
              <a:grpSpLocks/>
            </p:cNvGrpSpPr>
            <p:nvPr/>
          </p:nvGrpSpPr>
          <p:grpSpPr bwMode="auto">
            <a:xfrm>
              <a:off x="3045787" y="3975100"/>
              <a:ext cx="290529" cy="269875"/>
              <a:chOff x="2335" y="3249"/>
              <a:chExt cx="183" cy="226"/>
            </a:xfrm>
          </p:grpSpPr>
          <p:sp>
            <p:nvSpPr>
              <p:cNvPr id="61506"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7"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8"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1483" name="Text Box 40"/>
            <p:cNvSpPr txBox="1">
              <a:spLocks noChangeArrowheads="1"/>
            </p:cNvSpPr>
            <p:nvPr/>
          </p:nvSpPr>
          <p:spPr bwMode="auto">
            <a:xfrm>
              <a:off x="3021973" y="3944938"/>
              <a:ext cx="53343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1484" name="Line 41"/>
            <p:cNvSpPr>
              <a:spLocks noChangeShapeType="1"/>
            </p:cNvSpPr>
            <p:nvPr/>
          </p:nvSpPr>
          <p:spPr bwMode="auto">
            <a:xfrm>
              <a:off x="3056900" y="3038475"/>
              <a:ext cx="261954"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85" name="Line 57"/>
            <p:cNvSpPr>
              <a:spLocks noChangeShapeType="1"/>
            </p:cNvSpPr>
            <p:nvPr/>
          </p:nvSpPr>
          <p:spPr bwMode="auto">
            <a:xfrm flipV="1">
              <a:off x="2759099" y="4872037"/>
              <a:ext cx="2529957" cy="254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86" name="Line 59"/>
            <p:cNvSpPr>
              <a:spLocks noChangeShapeType="1"/>
            </p:cNvSpPr>
            <p:nvPr/>
          </p:nvSpPr>
          <p:spPr bwMode="auto">
            <a:xfrm flipH="1" flipV="1">
              <a:off x="2759099" y="3195638"/>
              <a:ext cx="12701"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7" name="Text Box 32"/>
            <p:cNvSpPr txBox="1">
              <a:spLocks noChangeArrowheads="1"/>
            </p:cNvSpPr>
            <p:nvPr/>
          </p:nvSpPr>
          <p:spPr bwMode="auto">
            <a:xfrm>
              <a:off x="6944918" y="1677862"/>
              <a:ext cx="503327"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rgbClr val="000000"/>
                  </a:solidFill>
                  <a:latin typeface="Times New Roman" panose="02020603050405020304" pitchFamily="18" charset="0"/>
                </a:rPr>
                <a:t>id</a:t>
              </a:r>
            </a:p>
          </p:txBody>
        </p:sp>
        <p:sp>
          <p:nvSpPr>
            <p:cNvPr id="105" name="Text Box 42"/>
            <p:cNvSpPr txBox="1">
              <a:spLocks noChangeArrowheads="1"/>
            </p:cNvSpPr>
            <p:nvPr/>
          </p:nvSpPr>
          <p:spPr bwMode="auto">
            <a:xfrm>
              <a:off x="7312194" y="844550"/>
              <a:ext cx="1440082" cy="6556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10</a:t>
              </a:r>
              <a:r>
                <a:rPr kumimoji="1" lang="en-US" altLang="zh-CN" sz="2000" b="1">
                  <a:solidFill>
                    <a:prstClr val="black"/>
                  </a:solidFill>
                  <a:latin typeface="Times New Roman" panose="02020603050405020304" pitchFamily="18" charset="0"/>
                </a:rPr>
                <a:t>:</a:t>
              </a:r>
            </a:p>
            <a:p>
              <a:pPr>
                <a:lnSpc>
                  <a:spcPts val="2200"/>
                </a:lnSpc>
                <a:defRPr/>
              </a:pPr>
              <a:r>
                <a:rPr kumimoji="1" lang="en-US" altLang="zh-CN" sz="2000" b="1" i="1">
                  <a:solidFill>
                    <a:prstClr val="black"/>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61489" name="Line 43"/>
            <p:cNvSpPr>
              <a:spLocks noChangeShapeType="1"/>
            </p:cNvSpPr>
            <p:nvPr/>
          </p:nvSpPr>
          <p:spPr bwMode="auto">
            <a:xfrm flipV="1">
              <a:off x="6906952" y="1050284"/>
              <a:ext cx="405544" cy="1884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490" name="Text Box 44"/>
            <p:cNvSpPr txBox="1">
              <a:spLocks noChangeArrowheads="1"/>
            </p:cNvSpPr>
            <p:nvPr/>
          </p:nvSpPr>
          <p:spPr bwMode="auto">
            <a:xfrm>
              <a:off x="6924342" y="738592"/>
              <a:ext cx="533495" cy="369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L</a:t>
              </a:r>
            </a:p>
          </p:txBody>
        </p:sp>
        <p:sp>
          <p:nvSpPr>
            <p:cNvPr id="108" name="Text Box 45"/>
            <p:cNvSpPr txBox="1">
              <a:spLocks noChangeArrowheads="1"/>
            </p:cNvSpPr>
            <p:nvPr/>
          </p:nvSpPr>
          <p:spPr bwMode="auto">
            <a:xfrm>
              <a:off x="7328071" y="1779588"/>
              <a:ext cx="1416265"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11</a:t>
              </a:r>
              <a:r>
                <a:rPr kumimoji="1" lang="en-US" altLang="zh-CN" sz="2000" b="1">
                  <a:solidFill>
                    <a:prstClr val="black"/>
                  </a:solidFill>
                  <a:latin typeface="Times New Roman" panose="02020603050405020304" pitchFamily="18" charset="0"/>
                </a:rPr>
                <a:t>:</a:t>
              </a:r>
            </a:p>
            <a:p>
              <a:pPr>
                <a:lnSpc>
                  <a:spcPts val="2200"/>
                </a:lnSpc>
                <a:defRPr/>
              </a:pPr>
              <a:r>
                <a:rPr kumimoji="1" lang="en-US" altLang="zh-CN" sz="2000" b="1" i="1">
                  <a:solidFill>
                    <a:prstClr val="black"/>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R , </a:t>
              </a:r>
              <a:r>
                <a:rPr kumimoji="1" lang="en-US" altLang="zh-CN" sz="2000" b="1">
                  <a:solidFill>
                    <a:prstClr val="black"/>
                  </a:solidFill>
                  <a:latin typeface="华文楷体" panose="02010600040101010101" pitchFamily="2" charset="-122"/>
                </a:rPr>
                <a:t>$</a:t>
              </a:r>
              <a:endParaRPr kumimoji="1" lang="zh-CN" altLang="en-US" sz="2000" b="1" i="1">
                <a:solidFill>
                  <a:prstClr val="black"/>
                </a:solidFill>
                <a:latin typeface="Times New Roman" panose="02020603050405020304" pitchFamily="18" charset="0"/>
              </a:endParaRPr>
            </a:p>
            <a:p>
              <a:pPr>
                <a:lnSpc>
                  <a:spcPts val="2200"/>
                </a:lnSpc>
                <a:defRPr/>
              </a:pPr>
              <a:r>
                <a:rPr kumimoji="1" lang="en-US" altLang="zh-CN" sz="2000" b="1" i="1">
                  <a:solidFill>
                    <a:prstClr val="black"/>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prstClr val="black"/>
                  </a:solidFill>
                  <a:latin typeface="Times New Roman" panose="02020603050405020304" pitchFamily="18" charset="0"/>
                </a:rPr>
                <a:t>L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a:p>
              <a:pPr>
                <a:lnSpc>
                  <a:spcPts val="2200"/>
                </a:lnSpc>
                <a:defRPr/>
              </a:pPr>
              <a:r>
                <a:rPr kumimoji="1" lang="en-US" altLang="zh-CN" sz="2000" b="1" i="1">
                  <a:solidFill>
                    <a:prstClr val="black"/>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*R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a:p>
              <a:pPr>
                <a:lnSpc>
                  <a:spcPts val="2200"/>
                </a:lnSpc>
                <a:defRPr/>
              </a:pPr>
              <a:r>
                <a:rPr kumimoji="1" lang="en-US" altLang="zh-CN" sz="2000" b="1" i="1">
                  <a:solidFill>
                    <a:prstClr val="black"/>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prstClr val="black"/>
                  </a:solidFill>
                  <a:latin typeface="Times New Roman" panose="02020603050405020304" pitchFamily="18" charset="0"/>
                </a:rPr>
                <a:t>id </a:t>
              </a:r>
              <a:r>
                <a:rPr kumimoji="1" lang="en-US" altLang="zh-CN" sz="2000" b="1" i="1">
                  <a:solidFill>
                    <a:prstClr val="black"/>
                  </a:solidFill>
                  <a:latin typeface="Times New Roman" panose="02020603050405020304" pitchFamily="18" charset="0"/>
                </a:rPr>
                <a:t>,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61492" name="Text Box 46"/>
            <p:cNvSpPr txBox="1">
              <a:spLocks noChangeArrowheads="1"/>
            </p:cNvSpPr>
            <p:nvPr/>
          </p:nvSpPr>
          <p:spPr bwMode="auto">
            <a:xfrm>
              <a:off x="6891381" y="1187474"/>
              <a:ext cx="36042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1493" name="Line 47"/>
            <p:cNvSpPr>
              <a:spLocks noChangeShapeType="1"/>
            </p:cNvSpPr>
            <p:nvPr/>
          </p:nvSpPr>
          <p:spPr bwMode="auto">
            <a:xfrm>
              <a:off x="6940394" y="1406057"/>
              <a:ext cx="385967" cy="371307"/>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1" name="Text Box 48"/>
            <p:cNvSpPr txBox="1">
              <a:spLocks noChangeArrowheads="1"/>
            </p:cNvSpPr>
            <p:nvPr/>
          </p:nvSpPr>
          <p:spPr bwMode="auto">
            <a:xfrm>
              <a:off x="7348712" y="3592513"/>
              <a:ext cx="1395624"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12</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L→</a:t>
              </a:r>
              <a:r>
                <a:rPr kumimoji="1" lang="en-US" altLang="zh-CN" sz="2000" b="1">
                  <a:solidFill>
                    <a:prstClr val="black"/>
                  </a:solidFill>
                  <a:latin typeface="Times New Roman" panose="02020603050405020304" pitchFamily="18" charset="0"/>
                </a:rPr>
                <a:t>id</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prstClr val="black"/>
                  </a:solidFill>
                  <a:latin typeface="Times New Roman" panose="02020603050405020304" pitchFamily="18" charset="0"/>
                </a:rPr>
                <a:t>,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61495" name="Line 49"/>
            <p:cNvSpPr>
              <a:spLocks noChangeShapeType="1"/>
            </p:cNvSpPr>
            <p:nvPr/>
          </p:nvSpPr>
          <p:spPr bwMode="auto">
            <a:xfrm>
              <a:off x="6924342" y="1689736"/>
              <a:ext cx="401956" cy="1836102"/>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3" name="Text Box 50"/>
            <p:cNvSpPr txBox="1">
              <a:spLocks noChangeArrowheads="1"/>
            </p:cNvSpPr>
            <p:nvPr/>
          </p:nvSpPr>
          <p:spPr bwMode="auto">
            <a:xfrm>
              <a:off x="7348712" y="4371975"/>
              <a:ext cx="1403563"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prstClr val="black"/>
                  </a:solidFill>
                  <a:latin typeface="Times New Roman" panose="02020603050405020304" pitchFamily="18" charset="0"/>
                </a:rPr>
                <a:t>I</a:t>
              </a:r>
              <a:r>
                <a:rPr kumimoji="1" lang="en-US" altLang="zh-CN" sz="2000" b="1" i="1" baseline="-25000">
                  <a:solidFill>
                    <a:prstClr val="black"/>
                  </a:solidFill>
                  <a:latin typeface="Times New Roman" panose="02020603050405020304" pitchFamily="18" charset="0"/>
                </a:rPr>
                <a:t>13</a:t>
              </a:r>
              <a:r>
                <a:rPr kumimoji="1" lang="en-US" altLang="zh-CN" sz="2000" b="1">
                  <a:solidFill>
                    <a:prstClr val="black"/>
                  </a:solidFill>
                  <a:latin typeface="Times New Roman" panose="02020603050405020304" pitchFamily="18" charset="0"/>
                </a:rPr>
                <a:t>:</a:t>
              </a:r>
            </a:p>
            <a:p>
              <a:pPr>
                <a:defRPr/>
              </a:pPr>
              <a:r>
                <a:rPr kumimoji="1" lang="en-US" altLang="zh-CN" sz="2000" b="1" i="1">
                  <a:solidFill>
                    <a:prstClr val="black"/>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prstClr val="black"/>
                  </a:solidFill>
                  <a:latin typeface="Times New Roman" panose="02020603050405020304" pitchFamily="18" charset="0"/>
                </a:rPr>
                <a:t> , </a:t>
              </a:r>
              <a:r>
                <a:rPr kumimoji="1" lang="en-US" altLang="zh-CN" sz="2000" b="1">
                  <a:solidFill>
                    <a:prstClr val="black"/>
                  </a:solidFill>
                  <a:latin typeface="华文楷体" panose="02010600040101010101" pitchFamily="2" charset="-122"/>
                </a:rPr>
                <a:t>$</a:t>
              </a:r>
              <a:endParaRPr kumimoji="1" lang="en-US" altLang="zh-CN" sz="2000" b="1" i="1">
                <a:solidFill>
                  <a:prstClr val="black"/>
                </a:solidFill>
                <a:latin typeface="Times New Roman" panose="02020603050405020304" pitchFamily="18" charset="0"/>
              </a:endParaRPr>
            </a:p>
          </p:txBody>
        </p:sp>
        <p:sp>
          <p:nvSpPr>
            <p:cNvPr id="61497" name="Freeform 51"/>
            <p:cNvSpPr>
              <a:spLocks noChangeArrowheads="1"/>
            </p:cNvSpPr>
            <p:nvPr/>
          </p:nvSpPr>
          <p:spPr bwMode="auto">
            <a:xfrm>
              <a:off x="8723948" y="3188062"/>
              <a:ext cx="360425" cy="1612802"/>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98" name="Text Box 52"/>
            <p:cNvSpPr txBox="1">
              <a:spLocks noChangeArrowheads="1"/>
            </p:cNvSpPr>
            <p:nvPr/>
          </p:nvSpPr>
          <p:spPr bwMode="auto">
            <a:xfrm>
              <a:off x="8842765" y="2979448"/>
              <a:ext cx="457281"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R</a:t>
              </a:r>
            </a:p>
          </p:txBody>
        </p:sp>
        <p:sp>
          <p:nvSpPr>
            <p:cNvPr id="61499" name="Freeform 53"/>
            <p:cNvSpPr>
              <a:spLocks noChangeArrowheads="1"/>
            </p:cNvSpPr>
            <p:nvPr/>
          </p:nvSpPr>
          <p:spPr bwMode="auto">
            <a:xfrm>
              <a:off x="8746431" y="2015087"/>
              <a:ext cx="360425" cy="353990"/>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500" name="Text Box 54"/>
            <p:cNvSpPr txBox="1">
              <a:spLocks noChangeArrowheads="1"/>
            </p:cNvSpPr>
            <p:nvPr/>
          </p:nvSpPr>
          <p:spPr bwMode="auto">
            <a:xfrm>
              <a:off x="8714675" y="1996038"/>
              <a:ext cx="533495" cy="400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1501" name="Text Box 55"/>
            <p:cNvSpPr txBox="1">
              <a:spLocks noChangeArrowheads="1"/>
            </p:cNvSpPr>
            <p:nvPr/>
          </p:nvSpPr>
          <p:spPr bwMode="auto">
            <a:xfrm>
              <a:off x="7858813" y="1420009"/>
              <a:ext cx="381068" cy="368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rgbClr val="000000"/>
                  </a:solidFill>
                  <a:latin typeface="Times New Roman" panose="02020603050405020304" pitchFamily="18" charset="0"/>
                </a:rPr>
                <a:t>L</a:t>
              </a:r>
            </a:p>
          </p:txBody>
        </p:sp>
        <p:sp>
          <p:nvSpPr>
            <p:cNvPr id="61502" name="Line 56"/>
            <p:cNvSpPr>
              <a:spLocks noChangeShapeType="1"/>
            </p:cNvSpPr>
            <p:nvPr/>
          </p:nvSpPr>
          <p:spPr bwMode="auto">
            <a:xfrm flipV="1">
              <a:off x="7866454" y="1492013"/>
              <a:ext cx="0" cy="26985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03" name="Line 56"/>
            <p:cNvSpPr>
              <a:spLocks noChangeShapeType="1"/>
            </p:cNvSpPr>
            <p:nvPr/>
          </p:nvSpPr>
          <p:spPr bwMode="auto">
            <a:xfrm flipH="1">
              <a:off x="7976011" y="3292103"/>
              <a:ext cx="9527" cy="31748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1504" name="Text Box 17"/>
            <p:cNvSpPr txBox="1">
              <a:spLocks noChangeArrowheads="1"/>
            </p:cNvSpPr>
            <p:nvPr/>
          </p:nvSpPr>
          <p:spPr bwMode="auto">
            <a:xfrm>
              <a:off x="7984558" y="3285174"/>
              <a:ext cx="533495" cy="3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rgbClr val="000000"/>
                  </a:solidFill>
                  <a:latin typeface="Times New Roman" panose="02020603050405020304" pitchFamily="18" charset="0"/>
                </a:rPr>
                <a:t>id</a:t>
              </a:r>
            </a:p>
          </p:txBody>
        </p:sp>
        <p:sp>
          <p:nvSpPr>
            <p:cNvPr id="122" name="Text Box 18"/>
            <p:cNvSpPr txBox="1">
              <a:spLocks noChangeArrowheads="1"/>
            </p:cNvSpPr>
            <p:nvPr/>
          </p:nvSpPr>
          <p:spPr bwMode="auto">
            <a:xfrm>
              <a:off x="5289411" y="771525"/>
              <a:ext cx="1649664"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dirty="0">
                  <a:solidFill>
                    <a:srgbClr val="000000"/>
                  </a:solidFill>
                  <a:latin typeface="Times New Roman" panose="02020603050405020304" pitchFamily="18" charset="0"/>
                </a:rPr>
                <a:t>I</a:t>
              </a:r>
              <a:r>
                <a:rPr kumimoji="1" lang="en-US" altLang="zh-CN" sz="2000" b="1" i="1" baseline="-25000" dirty="0">
                  <a:solidFill>
                    <a:srgbClr val="000000"/>
                  </a:solidFill>
                  <a:latin typeface="Times New Roman" panose="02020603050405020304" pitchFamily="18" charset="0"/>
                </a:rPr>
                <a:t>6</a:t>
              </a:r>
              <a:r>
                <a:rPr kumimoji="1" lang="en-US" altLang="zh-CN" sz="2000" b="1" dirty="0">
                  <a:solidFill>
                    <a:srgbClr val="000000"/>
                  </a:solidFill>
                  <a:latin typeface="Times New Roman" panose="02020603050405020304" pitchFamily="18" charset="0"/>
                </a:rPr>
                <a:t>:</a:t>
              </a:r>
            </a:p>
            <a:p>
              <a:pPr>
                <a:lnSpc>
                  <a:spcPts val="2400"/>
                </a:lnSpc>
                <a:defRPr/>
              </a:pPr>
              <a:r>
                <a:rPr kumimoji="1" lang="en-US" altLang="zh-CN" sz="2000" b="1" i="1" dirty="0">
                  <a:solidFill>
                    <a:srgbClr val="000000"/>
                  </a:solidFill>
                  <a:latin typeface="Times New Roman" panose="02020603050405020304" pitchFamily="18" charset="0"/>
                </a:rPr>
                <a:t>S→L=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R→</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L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i="1" dirty="0">
                  <a:solidFill>
                    <a:srgbClr val="000000"/>
                  </a:solidFill>
                  <a:latin typeface="Times New Roman" panose="02020603050405020304" pitchFamily="18" charset="0"/>
                </a:rPr>
                <a:t>*R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a:p>
              <a:pPr>
                <a:lnSpc>
                  <a:spcPts val="2400"/>
                </a:lnSpc>
                <a:defRPr/>
              </a:pPr>
              <a:r>
                <a:rPr kumimoji="1" lang="en-US" altLang="zh-CN" sz="2000" b="1" i="1" dirty="0">
                  <a:solidFill>
                    <a:srgbClr val="000000"/>
                  </a:solidFill>
                  <a:latin typeface="Times New Roman" panose="02020603050405020304" pitchFamily="18" charset="0"/>
                </a:rPr>
                <a:t>L→</a:t>
              </a:r>
              <a:r>
                <a:rPr lang="en-US" altLang="zh-CN" sz="2000" b="1" i="1" dirty="0">
                  <a:solidFill>
                    <a:srgbClr val="000000"/>
                  </a:solidFill>
                  <a:latin typeface="Times New Roman" panose="02020603050405020304" pitchFamily="18" charset="0"/>
                  <a:cs typeface="Times New Roman" panose="02020603050405020304" pitchFamily="18" charset="0"/>
                </a:rPr>
                <a:t> · </a:t>
              </a:r>
              <a:r>
                <a:rPr kumimoji="1" lang="en-US" altLang="zh-CN" sz="2000" b="1" dirty="0">
                  <a:solidFill>
                    <a:srgbClr val="000000"/>
                  </a:solidFill>
                  <a:latin typeface="Times New Roman" panose="02020603050405020304" pitchFamily="18" charset="0"/>
                </a:rPr>
                <a:t>id</a:t>
              </a:r>
              <a:r>
                <a:rPr kumimoji="1" lang="en-US" altLang="zh-CN" sz="2000" b="1" i="1" dirty="0">
                  <a:solidFill>
                    <a:srgbClr val="000000"/>
                  </a:solidFill>
                  <a:latin typeface="Times New Roman" panose="02020603050405020304" pitchFamily="18" charset="0"/>
                </a:rPr>
                <a:t> , </a:t>
              </a:r>
              <a:r>
                <a:rPr kumimoji="1" lang="en-US" altLang="zh-CN" sz="2000" b="1" dirty="0">
                  <a:solidFill>
                    <a:srgbClr val="000000"/>
                  </a:solidFill>
                  <a:latin typeface="华文楷体" panose="02010600040101010101" pitchFamily="2" charset="-122"/>
                </a:rPr>
                <a:t>$</a:t>
              </a:r>
              <a:endParaRPr kumimoji="1" lang="en-US" altLang="zh-CN" sz="2000" b="1" i="1" dirty="0">
                <a:solidFill>
                  <a:srgbClr val="000000"/>
                </a:solidFill>
                <a:latin typeface="Times New Roman" panose="02020603050405020304" pitchFamily="18" charset="0"/>
              </a:endParaRPr>
            </a:p>
          </p:txBody>
        </p:sp>
      </p:grpSp>
      <p:sp>
        <p:nvSpPr>
          <p:cNvPr id="126" name="矩形 125"/>
          <p:cNvSpPr/>
          <p:nvPr/>
        </p:nvSpPr>
        <p:spPr>
          <a:xfrm>
            <a:off x="7253288" y="811213"/>
            <a:ext cx="1558925" cy="792162"/>
          </a:xfrm>
          <a:prstGeom prst="rect">
            <a:avLst/>
          </a:prstGeom>
          <a:noFill/>
          <a:ln w="38100">
            <a:solidFill>
              <a:srgbClr val="FF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3495" name="矩形 1"/>
          <p:cNvSpPr>
            <a:spLocks noChangeArrowheads="1"/>
          </p:cNvSpPr>
          <p:nvPr/>
        </p:nvSpPr>
        <p:spPr bwMode="auto">
          <a:xfrm>
            <a:off x="-7938" y="811213"/>
            <a:ext cx="920751"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500"/>
              </a:lnSpc>
              <a:buClrTx/>
              <a:buFont typeface="Wingdings" panose="05000000000000000000" pitchFamily="2" charset="2"/>
              <a:buChar char="Ø"/>
            </a:pPr>
            <a:r>
              <a:rPr lang="zh-CN" altLang="en-US" sz="3200" b="1">
                <a:solidFill>
                  <a:srgbClr val="000000"/>
                </a:solidFill>
                <a:latin typeface="Times New Roman" panose="02020603050405020304" pitchFamily="18" charset="0"/>
                <a:ea typeface="华文楷体" panose="02010600040101010101" pitchFamily="2" charset="-122"/>
              </a:rPr>
              <a:t>例</a:t>
            </a:r>
            <a:endParaRPr lang="en-US" altLang="zh-CN" sz="3200" b="1">
              <a:solidFill>
                <a:srgbClr val="000000"/>
              </a:solidFill>
              <a:latin typeface="Times New Roman" panose="02020603050405020304" pitchFamily="18" charset="0"/>
              <a:cs typeface="Times New Roman" panose="02020603050405020304" pitchFamily="18" charset="0"/>
            </a:endParaRPr>
          </a:p>
        </p:txBody>
      </p:sp>
      <p:sp>
        <p:nvSpPr>
          <p:cNvPr id="63496" name="矩形 2"/>
          <p:cNvSpPr>
            <a:spLocks noChangeArrowheads="1"/>
          </p:cNvSpPr>
          <p:nvPr/>
        </p:nvSpPr>
        <p:spPr bwMode="auto">
          <a:xfrm>
            <a:off x="5214938" y="323850"/>
            <a:ext cx="1581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en-US" altLang="zh-CN" sz="2000" b="1" i="1">
                <a:solidFill>
                  <a:srgbClr val="2D83F4"/>
                </a:solidFill>
                <a:latin typeface="Times New Roman" panose="02020603050405020304" pitchFamily="18" charset="0"/>
                <a:cs typeface="Times New Roman" panose="02020603050405020304" pitchFamily="18" charset="0"/>
              </a:rPr>
              <a:t>LR</a:t>
            </a:r>
            <a:r>
              <a:rPr lang="en-US" altLang="zh-CN" sz="2000" b="1">
                <a:solidFill>
                  <a:srgbClr val="2D83F4"/>
                </a:solidFill>
                <a:latin typeface="Times New Roman" panose="02020603050405020304" pitchFamily="18" charset="0"/>
                <a:cs typeface="Times New Roman" panose="02020603050405020304" pitchFamily="18" charset="0"/>
              </a:rPr>
              <a:t>(1)</a:t>
            </a:r>
            <a:r>
              <a:rPr lang="zh-CN" altLang="en-US" sz="2000" b="1">
                <a:solidFill>
                  <a:srgbClr val="2D83F4"/>
                </a:solidFill>
                <a:latin typeface="Times New Roman" panose="02020603050405020304" pitchFamily="18" charset="0"/>
                <a:ea typeface="华文楷体" panose="02010600040101010101" pitchFamily="2" charset="-122"/>
                <a:cs typeface="Times New Roman" panose="02020603050405020304" pitchFamily="18" charset="0"/>
              </a:rPr>
              <a:t>分析器</a:t>
            </a:r>
          </a:p>
        </p:txBody>
      </p:sp>
      <p:sp>
        <p:nvSpPr>
          <p:cNvPr id="63" name="矩形 62"/>
          <p:cNvSpPr/>
          <p:nvPr/>
        </p:nvSpPr>
        <p:spPr>
          <a:xfrm>
            <a:off x="7283450" y="1708150"/>
            <a:ext cx="1525588" cy="1624013"/>
          </a:xfrm>
          <a:prstGeom prst="rect">
            <a:avLst/>
          </a:prstGeom>
          <a:noFill/>
          <a:ln w="381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4" name="矩形 63"/>
          <p:cNvSpPr/>
          <p:nvPr/>
        </p:nvSpPr>
        <p:spPr>
          <a:xfrm>
            <a:off x="3276600" y="3179763"/>
            <a:ext cx="1704975" cy="1624012"/>
          </a:xfrm>
          <a:prstGeom prst="rect">
            <a:avLst/>
          </a:prstGeom>
          <a:noFill/>
          <a:ln w="381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5" name="矩形 64"/>
          <p:cNvSpPr/>
          <p:nvPr/>
        </p:nvSpPr>
        <p:spPr>
          <a:xfrm>
            <a:off x="7285038" y="3552825"/>
            <a:ext cx="1527175" cy="792163"/>
          </a:xfrm>
          <a:prstGeom prst="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7" name="矩形 66"/>
          <p:cNvSpPr/>
          <p:nvPr/>
        </p:nvSpPr>
        <p:spPr>
          <a:xfrm>
            <a:off x="5219700" y="4227513"/>
            <a:ext cx="1704975" cy="792162"/>
          </a:xfrm>
          <a:prstGeom prst="rect">
            <a:avLst/>
          </a:prstGeom>
          <a:noFill/>
          <a:ln w="38100">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8" name="矩形 67"/>
          <p:cNvSpPr/>
          <p:nvPr/>
        </p:nvSpPr>
        <p:spPr>
          <a:xfrm>
            <a:off x="7281863" y="4349750"/>
            <a:ext cx="1527175"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71" name="矩形 70"/>
          <p:cNvSpPr/>
          <p:nvPr/>
        </p:nvSpPr>
        <p:spPr>
          <a:xfrm>
            <a:off x="5219700" y="2682875"/>
            <a:ext cx="1766888" cy="752475"/>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2" name="灯片编号占位符 1">
            <a:extLst>
              <a:ext uri="{FF2B5EF4-FFF2-40B4-BE49-F238E27FC236}">
                <a16:creationId xmlns:a16="http://schemas.microsoft.com/office/drawing/2014/main" id="{A0AE866B-603C-46DB-9B07-41EC44D8C024}"/>
              </a:ext>
            </a:extLst>
          </p:cNvPr>
          <p:cNvSpPr>
            <a:spLocks noGrp="1"/>
          </p:cNvSpPr>
          <p:nvPr>
            <p:ph type="sldNum" sz="quarter" idx="12"/>
          </p:nvPr>
        </p:nvSpPr>
        <p:spPr/>
        <p:txBody>
          <a:bodyPr/>
          <a:lstStyle/>
          <a:p>
            <a:pPr>
              <a:defRPr/>
            </a:pPr>
            <a:fld id="{76D20AB1-C80E-44EB-B890-88EEF3B3DC08}" type="slidenum">
              <a:rPr lang="zh-CN" altLang="en-US" smtClean="0"/>
              <a:pPr>
                <a:defRPr/>
              </a:pPr>
              <a:t>25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3495"/>
                                        </p:tgtEl>
                                        <p:attrNameLst>
                                          <p:attrName>style.visibility</p:attrName>
                                        </p:attrNameLst>
                                      </p:cBhvr>
                                      <p:to>
                                        <p:strVal val="visible"/>
                                      </p:to>
                                    </p:set>
                                    <p:anim calcmode="lin" valueType="num">
                                      <p:cBhvr>
                                        <p:cTn id="7" dur="500" fill="hold"/>
                                        <p:tgtEl>
                                          <p:spTgt spid="63495"/>
                                        </p:tgtEl>
                                        <p:attrNameLst>
                                          <p:attrName>ppt_w</p:attrName>
                                        </p:attrNameLst>
                                      </p:cBhvr>
                                      <p:tavLst>
                                        <p:tav tm="0">
                                          <p:val>
                                            <p:fltVal val="0"/>
                                          </p:val>
                                        </p:tav>
                                        <p:tav tm="100000">
                                          <p:val>
                                            <p:strVal val="#ppt_w"/>
                                          </p:val>
                                        </p:tav>
                                      </p:tavLst>
                                    </p:anim>
                                    <p:anim calcmode="lin" valueType="num">
                                      <p:cBhvr>
                                        <p:cTn id="8" dur="500" fill="hold"/>
                                        <p:tgtEl>
                                          <p:spTgt spid="63495"/>
                                        </p:tgtEl>
                                        <p:attrNameLst>
                                          <p:attrName>ppt_h</p:attrName>
                                        </p:attrNameLst>
                                      </p:cBhvr>
                                      <p:tavLst>
                                        <p:tav tm="0">
                                          <p:val>
                                            <p:fltVal val="0"/>
                                          </p:val>
                                        </p:tav>
                                        <p:tav tm="100000">
                                          <p:val>
                                            <p:strVal val="#ppt_h"/>
                                          </p:val>
                                        </p:tav>
                                      </p:tavLst>
                                    </p:anim>
                                    <p:animEffect transition="in" filter="fade">
                                      <p:cBhvr>
                                        <p:cTn id="9" dur="500"/>
                                        <p:tgtEl>
                                          <p:spTgt spid="6349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9"/>
                                        </p:tgtEl>
                                        <p:attrNameLst>
                                          <p:attrName>style.visibility</p:attrName>
                                        </p:attrNameLst>
                                      </p:cBhvr>
                                      <p:to>
                                        <p:strVal val="visible"/>
                                      </p:to>
                                    </p:set>
                                    <p:anim calcmode="lin" valueType="num">
                                      <p:cBhvr>
                                        <p:cTn id="12" dur="500" fill="hold"/>
                                        <p:tgtEl>
                                          <p:spTgt spid="59"/>
                                        </p:tgtEl>
                                        <p:attrNameLst>
                                          <p:attrName>ppt_w</p:attrName>
                                        </p:attrNameLst>
                                      </p:cBhvr>
                                      <p:tavLst>
                                        <p:tav tm="0">
                                          <p:val>
                                            <p:fltVal val="0"/>
                                          </p:val>
                                        </p:tav>
                                        <p:tav tm="100000">
                                          <p:val>
                                            <p:strVal val="#ppt_w"/>
                                          </p:val>
                                        </p:tav>
                                      </p:tavLst>
                                    </p:anim>
                                    <p:anim calcmode="lin" valueType="num">
                                      <p:cBhvr>
                                        <p:cTn id="13" dur="500" fill="hold"/>
                                        <p:tgtEl>
                                          <p:spTgt spid="59"/>
                                        </p:tgtEl>
                                        <p:attrNameLst>
                                          <p:attrName>ppt_h</p:attrName>
                                        </p:attrNameLst>
                                      </p:cBhvr>
                                      <p:tavLst>
                                        <p:tav tm="0">
                                          <p:val>
                                            <p:fltVal val="0"/>
                                          </p:val>
                                        </p:tav>
                                        <p:tav tm="100000">
                                          <p:val>
                                            <p:strVal val="#ppt_h"/>
                                          </p:val>
                                        </p:tav>
                                      </p:tavLst>
                                    </p:anim>
                                    <p:animEffect transition="in" filter="fade">
                                      <p:cBhvr>
                                        <p:cTn id="14" dur="500"/>
                                        <p:tgtEl>
                                          <p:spTgt spid="5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3496"/>
                                        </p:tgtEl>
                                        <p:attrNameLst>
                                          <p:attrName>style.visibility</p:attrName>
                                        </p:attrNameLst>
                                      </p:cBhvr>
                                      <p:to>
                                        <p:strVal val="visible"/>
                                      </p:to>
                                    </p:set>
                                    <p:anim calcmode="lin" valueType="num">
                                      <p:cBhvr>
                                        <p:cTn id="17" dur="500" fill="hold"/>
                                        <p:tgtEl>
                                          <p:spTgt spid="63496"/>
                                        </p:tgtEl>
                                        <p:attrNameLst>
                                          <p:attrName>ppt_w</p:attrName>
                                        </p:attrNameLst>
                                      </p:cBhvr>
                                      <p:tavLst>
                                        <p:tav tm="0">
                                          <p:val>
                                            <p:fltVal val="0"/>
                                          </p:val>
                                        </p:tav>
                                        <p:tav tm="100000">
                                          <p:val>
                                            <p:strVal val="#ppt_w"/>
                                          </p:val>
                                        </p:tav>
                                      </p:tavLst>
                                    </p:anim>
                                    <p:anim calcmode="lin" valueType="num">
                                      <p:cBhvr>
                                        <p:cTn id="18" dur="500" fill="hold"/>
                                        <p:tgtEl>
                                          <p:spTgt spid="63496"/>
                                        </p:tgtEl>
                                        <p:attrNameLst>
                                          <p:attrName>ppt_h</p:attrName>
                                        </p:attrNameLst>
                                      </p:cBhvr>
                                      <p:tavLst>
                                        <p:tav tm="0">
                                          <p:val>
                                            <p:fltVal val="0"/>
                                          </p:val>
                                        </p:tav>
                                        <p:tav tm="100000">
                                          <p:val>
                                            <p:strVal val="#ppt_h"/>
                                          </p:val>
                                        </p:tav>
                                      </p:tavLst>
                                    </p:anim>
                                    <p:animEffect transition="in" filter="fade">
                                      <p:cBhvr>
                                        <p:cTn id="19" dur="500"/>
                                        <p:tgtEl>
                                          <p:spTgt spid="63496"/>
                                        </p:tgtEl>
                                      </p:cBhvr>
                                    </p:animEffect>
                                  </p:childTnLst>
                                </p:cTn>
                              </p:par>
                              <p:par>
                                <p:cTn id="20" presetID="53" presetClass="entr" presetSubtype="16" fill="hold" nodeType="withEffect">
                                  <p:stCondLst>
                                    <p:cond delay="0"/>
                                  </p:stCondLst>
                                  <p:childTnLst>
                                    <p:set>
                                      <p:cBhvr>
                                        <p:cTn id="21" dur="1" fill="hold">
                                          <p:stCondLst>
                                            <p:cond delay="0"/>
                                          </p:stCondLst>
                                        </p:cTn>
                                        <p:tgtEl>
                                          <p:spTgt spid="63493"/>
                                        </p:tgtEl>
                                        <p:attrNameLst>
                                          <p:attrName>style.visibility</p:attrName>
                                        </p:attrNameLst>
                                      </p:cBhvr>
                                      <p:to>
                                        <p:strVal val="visible"/>
                                      </p:to>
                                    </p:set>
                                    <p:anim calcmode="lin" valueType="num">
                                      <p:cBhvr>
                                        <p:cTn id="22" dur="500" fill="hold"/>
                                        <p:tgtEl>
                                          <p:spTgt spid="63493"/>
                                        </p:tgtEl>
                                        <p:attrNameLst>
                                          <p:attrName>ppt_w</p:attrName>
                                        </p:attrNameLst>
                                      </p:cBhvr>
                                      <p:tavLst>
                                        <p:tav tm="0">
                                          <p:val>
                                            <p:fltVal val="0"/>
                                          </p:val>
                                        </p:tav>
                                        <p:tav tm="100000">
                                          <p:val>
                                            <p:strVal val="#ppt_w"/>
                                          </p:val>
                                        </p:tav>
                                      </p:tavLst>
                                    </p:anim>
                                    <p:anim calcmode="lin" valueType="num">
                                      <p:cBhvr>
                                        <p:cTn id="23" dur="500" fill="hold"/>
                                        <p:tgtEl>
                                          <p:spTgt spid="63493"/>
                                        </p:tgtEl>
                                        <p:attrNameLst>
                                          <p:attrName>ppt_h</p:attrName>
                                        </p:attrNameLst>
                                      </p:cBhvr>
                                      <p:tavLst>
                                        <p:tav tm="0">
                                          <p:val>
                                            <p:fltVal val="0"/>
                                          </p:val>
                                        </p:tav>
                                        <p:tav tm="100000">
                                          <p:val>
                                            <p:strVal val="#ppt_h"/>
                                          </p:val>
                                        </p:tav>
                                      </p:tavLst>
                                    </p:anim>
                                    <p:animEffect transition="in" filter="fade">
                                      <p:cBhvr>
                                        <p:cTn id="24" dur="500"/>
                                        <p:tgtEl>
                                          <p:spTgt spid="6349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66"/>
                                        </p:tgtEl>
                                        <p:attrNameLst>
                                          <p:attrName>style.visibility</p:attrName>
                                        </p:attrNameLst>
                                      </p:cBhvr>
                                      <p:to>
                                        <p:strVal val="visible"/>
                                      </p:to>
                                    </p:set>
                                    <p:anim calcmode="lin" valueType="num">
                                      <p:cBhvr>
                                        <p:cTn id="29" dur="500" fill="hold"/>
                                        <p:tgtEl>
                                          <p:spTgt spid="66"/>
                                        </p:tgtEl>
                                        <p:attrNameLst>
                                          <p:attrName>ppt_w</p:attrName>
                                        </p:attrNameLst>
                                      </p:cBhvr>
                                      <p:tavLst>
                                        <p:tav tm="0">
                                          <p:val>
                                            <p:fltVal val="0"/>
                                          </p:val>
                                        </p:tav>
                                        <p:tav tm="100000">
                                          <p:val>
                                            <p:strVal val="#ppt_w"/>
                                          </p:val>
                                        </p:tav>
                                      </p:tavLst>
                                    </p:anim>
                                    <p:anim calcmode="lin" valueType="num">
                                      <p:cBhvr>
                                        <p:cTn id="30" dur="500" fill="hold"/>
                                        <p:tgtEl>
                                          <p:spTgt spid="66"/>
                                        </p:tgtEl>
                                        <p:attrNameLst>
                                          <p:attrName>ppt_h</p:attrName>
                                        </p:attrNameLst>
                                      </p:cBhvr>
                                      <p:tavLst>
                                        <p:tav tm="0">
                                          <p:val>
                                            <p:fltVal val="0"/>
                                          </p:val>
                                        </p:tav>
                                        <p:tav tm="100000">
                                          <p:val>
                                            <p:strVal val="#ppt_h"/>
                                          </p:val>
                                        </p:tav>
                                      </p:tavLst>
                                    </p:anim>
                                    <p:animEffect transition="in" filter="fade">
                                      <p:cBhvr>
                                        <p:cTn id="31" dur="500"/>
                                        <p:tgtEl>
                                          <p:spTgt spid="66"/>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26"/>
                                        </p:tgtEl>
                                        <p:attrNameLst>
                                          <p:attrName>style.visibility</p:attrName>
                                        </p:attrNameLst>
                                      </p:cBhvr>
                                      <p:to>
                                        <p:strVal val="visible"/>
                                      </p:to>
                                    </p:set>
                                    <p:anim calcmode="lin" valueType="num">
                                      <p:cBhvr>
                                        <p:cTn id="34" dur="500" fill="hold"/>
                                        <p:tgtEl>
                                          <p:spTgt spid="126"/>
                                        </p:tgtEl>
                                        <p:attrNameLst>
                                          <p:attrName>ppt_w</p:attrName>
                                        </p:attrNameLst>
                                      </p:cBhvr>
                                      <p:tavLst>
                                        <p:tav tm="0">
                                          <p:val>
                                            <p:fltVal val="0"/>
                                          </p:val>
                                        </p:tav>
                                        <p:tav tm="100000">
                                          <p:val>
                                            <p:strVal val="#ppt_w"/>
                                          </p:val>
                                        </p:tav>
                                      </p:tavLst>
                                    </p:anim>
                                    <p:anim calcmode="lin" valueType="num">
                                      <p:cBhvr>
                                        <p:cTn id="35" dur="500" fill="hold"/>
                                        <p:tgtEl>
                                          <p:spTgt spid="126"/>
                                        </p:tgtEl>
                                        <p:attrNameLst>
                                          <p:attrName>ppt_h</p:attrName>
                                        </p:attrNameLst>
                                      </p:cBhvr>
                                      <p:tavLst>
                                        <p:tav tm="0">
                                          <p:val>
                                            <p:fltVal val="0"/>
                                          </p:val>
                                        </p:tav>
                                        <p:tav tm="100000">
                                          <p:val>
                                            <p:strVal val="#ppt_h"/>
                                          </p:val>
                                        </p:tav>
                                      </p:tavLst>
                                    </p:anim>
                                    <p:animEffect transition="in" filter="fade">
                                      <p:cBhvr>
                                        <p:cTn id="36" dur="500"/>
                                        <p:tgtEl>
                                          <p:spTgt spid="12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3" presetClass="exit" presetSubtype="32" fill="hold" grpId="1" nodeType="clickEffect">
                                  <p:stCondLst>
                                    <p:cond delay="0"/>
                                  </p:stCondLst>
                                  <p:childTnLst>
                                    <p:anim calcmode="lin" valueType="num">
                                      <p:cBhvr>
                                        <p:cTn id="40" dur="500"/>
                                        <p:tgtEl>
                                          <p:spTgt spid="66"/>
                                        </p:tgtEl>
                                        <p:attrNameLst>
                                          <p:attrName>ppt_w</p:attrName>
                                        </p:attrNameLst>
                                      </p:cBhvr>
                                      <p:tavLst>
                                        <p:tav tm="0">
                                          <p:val>
                                            <p:strVal val="ppt_w"/>
                                          </p:val>
                                        </p:tav>
                                        <p:tav tm="100000">
                                          <p:val>
                                            <p:fltVal val="0"/>
                                          </p:val>
                                        </p:tav>
                                      </p:tavLst>
                                    </p:anim>
                                    <p:anim calcmode="lin" valueType="num">
                                      <p:cBhvr>
                                        <p:cTn id="41" dur="500"/>
                                        <p:tgtEl>
                                          <p:spTgt spid="66"/>
                                        </p:tgtEl>
                                        <p:attrNameLst>
                                          <p:attrName>ppt_h</p:attrName>
                                        </p:attrNameLst>
                                      </p:cBhvr>
                                      <p:tavLst>
                                        <p:tav tm="0">
                                          <p:val>
                                            <p:strVal val="ppt_h"/>
                                          </p:val>
                                        </p:tav>
                                        <p:tav tm="100000">
                                          <p:val>
                                            <p:fltVal val="0"/>
                                          </p:val>
                                        </p:tav>
                                      </p:tavLst>
                                    </p:anim>
                                    <p:animEffect transition="out" filter="fade">
                                      <p:cBhvr>
                                        <p:cTn id="42" dur="500"/>
                                        <p:tgtEl>
                                          <p:spTgt spid="66"/>
                                        </p:tgtEl>
                                      </p:cBhvr>
                                    </p:animEffect>
                                    <p:set>
                                      <p:cBhvr>
                                        <p:cTn id="43" dur="1" fill="hold">
                                          <p:stCondLst>
                                            <p:cond delay="499"/>
                                          </p:stCondLst>
                                        </p:cTn>
                                        <p:tgtEl>
                                          <p:spTgt spid="66"/>
                                        </p:tgtEl>
                                        <p:attrNameLst>
                                          <p:attrName>style.visibility</p:attrName>
                                        </p:attrNameLst>
                                      </p:cBhvr>
                                      <p:to>
                                        <p:strVal val="hidden"/>
                                      </p:to>
                                    </p:set>
                                  </p:childTnLst>
                                </p:cTn>
                              </p:par>
                              <p:par>
                                <p:cTn id="44" presetID="53" presetClass="exit" presetSubtype="32" fill="hold" grpId="1" nodeType="withEffect">
                                  <p:stCondLst>
                                    <p:cond delay="0"/>
                                  </p:stCondLst>
                                  <p:childTnLst>
                                    <p:anim calcmode="lin" valueType="num">
                                      <p:cBhvr>
                                        <p:cTn id="45" dur="500"/>
                                        <p:tgtEl>
                                          <p:spTgt spid="126"/>
                                        </p:tgtEl>
                                        <p:attrNameLst>
                                          <p:attrName>ppt_w</p:attrName>
                                        </p:attrNameLst>
                                      </p:cBhvr>
                                      <p:tavLst>
                                        <p:tav tm="0">
                                          <p:val>
                                            <p:strVal val="ppt_w"/>
                                          </p:val>
                                        </p:tav>
                                        <p:tav tm="100000">
                                          <p:val>
                                            <p:fltVal val="0"/>
                                          </p:val>
                                        </p:tav>
                                      </p:tavLst>
                                    </p:anim>
                                    <p:anim calcmode="lin" valueType="num">
                                      <p:cBhvr>
                                        <p:cTn id="46" dur="500"/>
                                        <p:tgtEl>
                                          <p:spTgt spid="126"/>
                                        </p:tgtEl>
                                        <p:attrNameLst>
                                          <p:attrName>ppt_h</p:attrName>
                                        </p:attrNameLst>
                                      </p:cBhvr>
                                      <p:tavLst>
                                        <p:tav tm="0">
                                          <p:val>
                                            <p:strVal val="ppt_h"/>
                                          </p:val>
                                        </p:tav>
                                        <p:tav tm="100000">
                                          <p:val>
                                            <p:fltVal val="0"/>
                                          </p:val>
                                        </p:tav>
                                      </p:tavLst>
                                    </p:anim>
                                    <p:animEffect transition="out" filter="fade">
                                      <p:cBhvr>
                                        <p:cTn id="47" dur="500"/>
                                        <p:tgtEl>
                                          <p:spTgt spid="126"/>
                                        </p:tgtEl>
                                      </p:cBhvr>
                                    </p:animEffect>
                                    <p:set>
                                      <p:cBhvr>
                                        <p:cTn id="48" dur="1" fill="hold">
                                          <p:stCondLst>
                                            <p:cond delay="499"/>
                                          </p:stCondLst>
                                        </p:cTn>
                                        <p:tgtEl>
                                          <p:spTgt spid="126"/>
                                        </p:tgtEl>
                                        <p:attrNameLst>
                                          <p:attrName>style.visibility</p:attrName>
                                        </p:attrNameLst>
                                      </p:cBhvr>
                                      <p:to>
                                        <p:strVal val="hidden"/>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63"/>
                                        </p:tgtEl>
                                        <p:attrNameLst>
                                          <p:attrName>style.visibility</p:attrName>
                                        </p:attrNameLst>
                                      </p:cBhvr>
                                      <p:to>
                                        <p:strVal val="visible"/>
                                      </p:to>
                                    </p:set>
                                    <p:anim calcmode="lin" valueType="num">
                                      <p:cBhvr>
                                        <p:cTn id="53" dur="500" fill="hold"/>
                                        <p:tgtEl>
                                          <p:spTgt spid="63"/>
                                        </p:tgtEl>
                                        <p:attrNameLst>
                                          <p:attrName>ppt_w</p:attrName>
                                        </p:attrNameLst>
                                      </p:cBhvr>
                                      <p:tavLst>
                                        <p:tav tm="0">
                                          <p:val>
                                            <p:fltVal val="0"/>
                                          </p:val>
                                        </p:tav>
                                        <p:tav tm="100000">
                                          <p:val>
                                            <p:strVal val="#ppt_w"/>
                                          </p:val>
                                        </p:tav>
                                      </p:tavLst>
                                    </p:anim>
                                    <p:anim calcmode="lin" valueType="num">
                                      <p:cBhvr>
                                        <p:cTn id="54" dur="500" fill="hold"/>
                                        <p:tgtEl>
                                          <p:spTgt spid="63"/>
                                        </p:tgtEl>
                                        <p:attrNameLst>
                                          <p:attrName>ppt_h</p:attrName>
                                        </p:attrNameLst>
                                      </p:cBhvr>
                                      <p:tavLst>
                                        <p:tav tm="0">
                                          <p:val>
                                            <p:fltVal val="0"/>
                                          </p:val>
                                        </p:tav>
                                        <p:tav tm="100000">
                                          <p:val>
                                            <p:strVal val="#ppt_h"/>
                                          </p:val>
                                        </p:tav>
                                      </p:tavLst>
                                    </p:anim>
                                    <p:animEffect transition="in" filter="fade">
                                      <p:cBhvr>
                                        <p:cTn id="55" dur="500"/>
                                        <p:tgtEl>
                                          <p:spTgt spid="63"/>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64"/>
                                        </p:tgtEl>
                                        <p:attrNameLst>
                                          <p:attrName>style.visibility</p:attrName>
                                        </p:attrNameLst>
                                      </p:cBhvr>
                                      <p:to>
                                        <p:strVal val="visible"/>
                                      </p:to>
                                    </p:set>
                                    <p:anim calcmode="lin" valueType="num">
                                      <p:cBhvr>
                                        <p:cTn id="58" dur="500" fill="hold"/>
                                        <p:tgtEl>
                                          <p:spTgt spid="64"/>
                                        </p:tgtEl>
                                        <p:attrNameLst>
                                          <p:attrName>ppt_w</p:attrName>
                                        </p:attrNameLst>
                                      </p:cBhvr>
                                      <p:tavLst>
                                        <p:tav tm="0">
                                          <p:val>
                                            <p:fltVal val="0"/>
                                          </p:val>
                                        </p:tav>
                                        <p:tav tm="100000">
                                          <p:val>
                                            <p:strVal val="#ppt_w"/>
                                          </p:val>
                                        </p:tav>
                                      </p:tavLst>
                                    </p:anim>
                                    <p:anim calcmode="lin" valueType="num">
                                      <p:cBhvr>
                                        <p:cTn id="59" dur="500" fill="hold"/>
                                        <p:tgtEl>
                                          <p:spTgt spid="64"/>
                                        </p:tgtEl>
                                        <p:attrNameLst>
                                          <p:attrName>ppt_h</p:attrName>
                                        </p:attrNameLst>
                                      </p:cBhvr>
                                      <p:tavLst>
                                        <p:tav tm="0">
                                          <p:val>
                                            <p:fltVal val="0"/>
                                          </p:val>
                                        </p:tav>
                                        <p:tav tm="100000">
                                          <p:val>
                                            <p:strVal val="#ppt_h"/>
                                          </p:val>
                                        </p:tav>
                                      </p:tavLst>
                                    </p:anim>
                                    <p:animEffect transition="in" filter="fade">
                                      <p:cBhvr>
                                        <p:cTn id="60" dur="500"/>
                                        <p:tgtEl>
                                          <p:spTgt spid="6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53" presetClass="exit" presetSubtype="32" fill="hold" grpId="1" nodeType="clickEffect">
                                  <p:stCondLst>
                                    <p:cond delay="0"/>
                                  </p:stCondLst>
                                  <p:childTnLst>
                                    <p:anim calcmode="lin" valueType="num">
                                      <p:cBhvr>
                                        <p:cTn id="64" dur="500"/>
                                        <p:tgtEl>
                                          <p:spTgt spid="63"/>
                                        </p:tgtEl>
                                        <p:attrNameLst>
                                          <p:attrName>ppt_w</p:attrName>
                                        </p:attrNameLst>
                                      </p:cBhvr>
                                      <p:tavLst>
                                        <p:tav tm="0">
                                          <p:val>
                                            <p:strVal val="ppt_w"/>
                                          </p:val>
                                        </p:tav>
                                        <p:tav tm="100000">
                                          <p:val>
                                            <p:fltVal val="0"/>
                                          </p:val>
                                        </p:tav>
                                      </p:tavLst>
                                    </p:anim>
                                    <p:anim calcmode="lin" valueType="num">
                                      <p:cBhvr>
                                        <p:cTn id="65" dur="500"/>
                                        <p:tgtEl>
                                          <p:spTgt spid="63"/>
                                        </p:tgtEl>
                                        <p:attrNameLst>
                                          <p:attrName>ppt_h</p:attrName>
                                        </p:attrNameLst>
                                      </p:cBhvr>
                                      <p:tavLst>
                                        <p:tav tm="0">
                                          <p:val>
                                            <p:strVal val="ppt_h"/>
                                          </p:val>
                                        </p:tav>
                                        <p:tav tm="100000">
                                          <p:val>
                                            <p:fltVal val="0"/>
                                          </p:val>
                                        </p:tav>
                                      </p:tavLst>
                                    </p:anim>
                                    <p:animEffect transition="out" filter="fade">
                                      <p:cBhvr>
                                        <p:cTn id="66" dur="500"/>
                                        <p:tgtEl>
                                          <p:spTgt spid="63"/>
                                        </p:tgtEl>
                                      </p:cBhvr>
                                    </p:animEffect>
                                    <p:set>
                                      <p:cBhvr>
                                        <p:cTn id="67" dur="1" fill="hold">
                                          <p:stCondLst>
                                            <p:cond delay="499"/>
                                          </p:stCondLst>
                                        </p:cTn>
                                        <p:tgtEl>
                                          <p:spTgt spid="63"/>
                                        </p:tgtEl>
                                        <p:attrNameLst>
                                          <p:attrName>style.visibility</p:attrName>
                                        </p:attrNameLst>
                                      </p:cBhvr>
                                      <p:to>
                                        <p:strVal val="hidden"/>
                                      </p:to>
                                    </p:set>
                                  </p:childTnLst>
                                </p:cTn>
                              </p:par>
                              <p:par>
                                <p:cTn id="68" presetID="53" presetClass="exit" presetSubtype="32" fill="hold" grpId="1" nodeType="withEffect">
                                  <p:stCondLst>
                                    <p:cond delay="0"/>
                                  </p:stCondLst>
                                  <p:childTnLst>
                                    <p:anim calcmode="lin" valueType="num">
                                      <p:cBhvr>
                                        <p:cTn id="69" dur="500"/>
                                        <p:tgtEl>
                                          <p:spTgt spid="64"/>
                                        </p:tgtEl>
                                        <p:attrNameLst>
                                          <p:attrName>ppt_w</p:attrName>
                                        </p:attrNameLst>
                                      </p:cBhvr>
                                      <p:tavLst>
                                        <p:tav tm="0">
                                          <p:val>
                                            <p:strVal val="ppt_w"/>
                                          </p:val>
                                        </p:tav>
                                        <p:tav tm="100000">
                                          <p:val>
                                            <p:fltVal val="0"/>
                                          </p:val>
                                        </p:tav>
                                      </p:tavLst>
                                    </p:anim>
                                    <p:anim calcmode="lin" valueType="num">
                                      <p:cBhvr>
                                        <p:cTn id="70" dur="500"/>
                                        <p:tgtEl>
                                          <p:spTgt spid="64"/>
                                        </p:tgtEl>
                                        <p:attrNameLst>
                                          <p:attrName>ppt_h</p:attrName>
                                        </p:attrNameLst>
                                      </p:cBhvr>
                                      <p:tavLst>
                                        <p:tav tm="0">
                                          <p:val>
                                            <p:strVal val="ppt_h"/>
                                          </p:val>
                                        </p:tav>
                                        <p:tav tm="100000">
                                          <p:val>
                                            <p:fltVal val="0"/>
                                          </p:val>
                                        </p:tav>
                                      </p:tavLst>
                                    </p:anim>
                                    <p:animEffect transition="out" filter="fade">
                                      <p:cBhvr>
                                        <p:cTn id="71" dur="500"/>
                                        <p:tgtEl>
                                          <p:spTgt spid="64"/>
                                        </p:tgtEl>
                                      </p:cBhvr>
                                    </p:animEffect>
                                    <p:set>
                                      <p:cBhvr>
                                        <p:cTn id="72" dur="1" fill="hold">
                                          <p:stCondLst>
                                            <p:cond delay="499"/>
                                          </p:stCondLst>
                                        </p:cTn>
                                        <p:tgtEl>
                                          <p:spTgt spid="64"/>
                                        </p:tgtEl>
                                        <p:attrNameLst>
                                          <p:attrName>style.visibility</p:attrName>
                                        </p:attrNameLst>
                                      </p:cBhvr>
                                      <p:to>
                                        <p:strVal val="hidden"/>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65"/>
                                        </p:tgtEl>
                                        <p:attrNameLst>
                                          <p:attrName>style.visibility</p:attrName>
                                        </p:attrNameLst>
                                      </p:cBhvr>
                                      <p:to>
                                        <p:strVal val="visible"/>
                                      </p:to>
                                    </p:set>
                                    <p:anim calcmode="lin" valueType="num">
                                      <p:cBhvr>
                                        <p:cTn id="77" dur="500" fill="hold"/>
                                        <p:tgtEl>
                                          <p:spTgt spid="65"/>
                                        </p:tgtEl>
                                        <p:attrNameLst>
                                          <p:attrName>ppt_w</p:attrName>
                                        </p:attrNameLst>
                                      </p:cBhvr>
                                      <p:tavLst>
                                        <p:tav tm="0">
                                          <p:val>
                                            <p:fltVal val="0"/>
                                          </p:val>
                                        </p:tav>
                                        <p:tav tm="100000">
                                          <p:val>
                                            <p:strVal val="#ppt_w"/>
                                          </p:val>
                                        </p:tav>
                                      </p:tavLst>
                                    </p:anim>
                                    <p:anim calcmode="lin" valueType="num">
                                      <p:cBhvr>
                                        <p:cTn id="78" dur="500" fill="hold"/>
                                        <p:tgtEl>
                                          <p:spTgt spid="65"/>
                                        </p:tgtEl>
                                        <p:attrNameLst>
                                          <p:attrName>ppt_h</p:attrName>
                                        </p:attrNameLst>
                                      </p:cBhvr>
                                      <p:tavLst>
                                        <p:tav tm="0">
                                          <p:val>
                                            <p:fltVal val="0"/>
                                          </p:val>
                                        </p:tav>
                                        <p:tav tm="100000">
                                          <p:val>
                                            <p:strVal val="#ppt_h"/>
                                          </p:val>
                                        </p:tav>
                                      </p:tavLst>
                                    </p:anim>
                                    <p:animEffect transition="in" filter="fade">
                                      <p:cBhvr>
                                        <p:cTn id="79" dur="500"/>
                                        <p:tgtEl>
                                          <p:spTgt spid="65"/>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67"/>
                                        </p:tgtEl>
                                        <p:attrNameLst>
                                          <p:attrName>style.visibility</p:attrName>
                                        </p:attrNameLst>
                                      </p:cBhvr>
                                      <p:to>
                                        <p:strVal val="visible"/>
                                      </p:to>
                                    </p:set>
                                    <p:anim calcmode="lin" valueType="num">
                                      <p:cBhvr>
                                        <p:cTn id="82" dur="500" fill="hold"/>
                                        <p:tgtEl>
                                          <p:spTgt spid="67"/>
                                        </p:tgtEl>
                                        <p:attrNameLst>
                                          <p:attrName>ppt_w</p:attrName>
                                        </p:attrNameLst>
                                      </p:cBhvr>
                                      <p:tavLst>
                                        <p:tav tm="0">
                                          <p:val>
                                            <p:fltVal val="0"/>
                                          </p:val>
                                        </p:tav>
                                        <p:tav tm="100000">
                                          <p:val>
                                            <p:strVal val="#ppt_w"/>
                                          </p:val>
                                        </p:tav>
                                      </p:tavLst>
                                    </p:anim>
                                    <p:anim calcmode="lin" valueType="num">
                                      <p:cBhvr>
                                        <p:cTn id="83" dur="500" fill="hold"/>
                                        <p:tgtEl>
                                          <p:spTgt spid="67"/>
                                        </p:tgtEl>
                                        <p:attrNameLst>
                                          <p:attrName>ppt_h</p:attrName>
                                        </p:attrNameLst>
                                      </p:cBhvr>
                                      <p:tavLst>
                                        <p:tav tm="0">
                                          <p:val>
                                            <p:fltVal val="0"/>
                                          </p:val>
                                        </p:tav>
                                        <p:tav tm="100000">
                                          <p:val>
                                            <p:strVal val="#ppt_h"/>
                                          </p:val>
                                        </p:tav>
                                      </p:tavLst>
                                    </p:anim>
                                    <p:animEffect transition="in" filter="fade">
                                      <p:cBhvr>
                                        <p:cTn id="84" dur="500"/>
                                        <p:tgtEl>
                                          <p:spTgt spid="67"/>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53" presetClass="exit" presetSubtype="32" fill="hold" grpId="1" nodeType="clickEffect">
                                  <p:stCondLst>
                                    <p:cond delay="0"/>
                                  </p:stCondLst>
                                  <p:childTnLst>
                                    <p:anim calcmode="lin" valueType="num">
                                      <p:cBhvr>
                                        <p:cTn id="88" dur="500"/>
                                        <p:tgtEl>
                                          <p:spTgt spid="65"/>
                                        </p:tgtEl>
                                        <p:attrNameLst>
                                          <p:attrName>ppt_w</p:attrName>
                                        </p:attrNameLst>
                                      </p:cBhvr>
                                      <p:tavLst>
                                        <p:tav tm="0">
                                          <p:val>
                                            <p:strVal val="ppt_w"/>
                                          </p:val>
                                        </p:tav>
                                        <p:tav tm="100000">
                                          <p:val>
                                            <p:fltVal val="0"/>
                                          </p:val>
                                        </p:tav>
                                      </p:tavLst>
                                    </p:anim>
                                    <p:anim calcmode="lin" valueType="num">
                                      <p:cBhvr>
                                        <p:cTn id="89" dur="500"/>
                                        <p:tgtEl>
                                          <p:spTgt spid="65"/>
                                        </p:tgtEl>
                                        <p:attrNameLst>
                                          <p:attrName>ppt_h</p:attrName>
                                        </p:attrNameLst>
                                      </p:cBhvr>
                                      <p:tavLst>
                                        <p:tav tm="0">
                                          <p:val>
                                            <p:strVal val="ppt_h"/>
                                          </p:val>
                                        </p:tav>
                                        <p:tav tm="100000">
                                          <p:val>
                                            <p:fltVal val="0"/>
                                          </p:val>
                                        </p:tav>
                                      </p:tavLst>
                                    </p:anim>
                                    <p:animEffect transition="out" filter="fade">
                                      <p:cBhvr>
                                        <p:cTn id="90" dur="500"/>
                                        <p:tgtEl>
                                          <p:spTgt spid="65"/>
                                        </p:tgtEl>
                                      </p:cBhvr>
                                    </p:animEffect>
                                    <p:set>
                                      <p:cBhvr>
                                        <p:cTn id="91" dur="1" fill="hold">
                                          <p:stCondLst>
                                            <p:cond delay="499"/>
                                          </p:stCondLst>
                                        </p:cTn>
                                        <p:tgtEl>
                                          <p:spTgt spid="65"/>
                                        </p:tgtEl>
                                        <p:attrNameLst>
                                          <p:attrName>style.visibility</p:attrName>
                                        </p:attrNameLst>
                                      </p:cBhvr>
                                      <p:to>
                                        <p:strVal val="hidden"/>
                                      </p:to>
                                    </p:set>
                                  </p:childTnLst>
                                </p:cTn>
                              </p:par>
                              <p:par>
                                <p:cTn id="92" presetID="53" presetClass="exit" presetSubtype="32" fill="hold" grpId="1" nodeType="withEffect">
                                  <p:stCondLst>
                                    <p:cond delay="0"/>
                                  </p:stCondLst>
                                  <p:childTnLst>
                                    <p:anim calcmode="lin" valueType="num">
                                      <p:cBhvr>
                                        <p:cTn id="93" dur="500"/>
                                        <p:tgtEl>
                                          <p:spTgt spid="67"/>
                                        </p:tgtEl>
                                        <p:attrNameLst>
                                          <p:attrName>ppt_w</p:attrName>
                                        </p:attrNameLst>
                                      </p:cBhvr>
                                      <p:tavLst>
                                        <p:tav tm="0">
                                          <p:val>
                                            <p:strVal val="ppt_w"/>
                                          </p:val>
                                        </p:tav>
                                        <p:tav tm="100000">
                                          <p:val>
                                            <p:fltVal val="0"/>
                                          </p:val>
                                        </p:tav>
                                      </p:tavLst>
                                    </p:anim>
                                    <p:anim calcmode="lin" valueType="num">
                                      <p:cBhvr>
                                        <p:cTn id="94" dur="500"/>
                                        <p:tgtEl>
                                          <p:spTgt spid="67"/>
                                        </p:tgtEl>
                                        <p:attrNameLst>
                                          <p:attrName>ppt_h</p:attrName>
                                        </p:attrNameLst>
                                      </p:cBhvr>
                                      <p:tavLst>
                                        <p:tav tm="0">
                                          <p:val>
                                            <p:strVal val="ppt_h"/>
                                          </p:val>
                                        </p:tav>
                                        <p:tav tm="100000">
                                          <p:val>
                                            <p:fltVal val="0"/>
                                          </p:val>
                                        </p:tav>
                                      </p:tavLst>
                                    </p:anim>
                                    <p:animEffect transition="out" filter="fade">
                                      <p:cBhvr>
                                        <p:cTn id="95" dur="500"/>
                                        <p:tgtEl>
                                          <p:spTgt spid="67"/>
                                        </p:tgtEl>
                                      </p:cBhvr>
                                    </p:animEffect>
                                    <p:set>
                                      <p:cBhvr>
                                        <p:cTn id="96" dur="1" fill="hold">
                                          <p:stCondLst>
                                            <p:cond delay="499"/>
                                          </p:stCondLst>
                                        </p:cTn>
                                        <p:tgtEl>
                                          <p:spTgt spid="67"/>
                                        </p:tgtEl>
                                        <p:attrNameLst>
                                          <p:attrName>style.visibility</p:attrName>
                                        </p:attrNameLst>
                                      </p:cBhvr>
                                      <p:to>
                                        <p:strVal val="hidden"/>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53" presetClass="entr" presetSubtype="16" fill="hold" grpId="0" nodeType="clickEffect">
                                  <p:stCondLst>
                                    <p:cond delay="0"/>
                                  </p:stCondLst>
                                  <p:childTnLst>
                                    <p:set>
                                      <p:cBhvr>
                                        <p:cTn id="100" dur="1" fill="hold">
                                          <p:stCondLst>
                                            <p:cond delay="0"/>
                                          </p:stCondLst>
                                        </p:cTn>
                                        <p:tgtEl>
                                          <p:spTgt spid="68"/>
                                        </p:tgtEl>
                                        <p:attrNameLst>
                                          <p:attrName>style.visibility</p:attrName>
                                        </p:attrNameLst>
                                      </p:cBhvr>
                                      <p:to>
                                        <p:strVal val="visible"/>
                                      </p:to>
                                    </p:set>
                                    <p:anim calcmode="lin" valueType="num">
                                      <p:cBhvr>
                                        <p:cTn id="101" dur="500" fill="hold"/>
                                        <p:tgtEl>
                                          <p:spTgt spid="68"/>
                                        </p:tgtEl>
                                        <p:attrNameLst>
                                          <p:attrName>ppt_w</p:attrName>
                                        </p:attrNameLst>
                                      </p:cBhvr>
                                      <p:tavLst>
                                        <p:tav tm="0">
                                          <p:val>
                                            <p:fltVal val="0"/>
                                          </p:val>
                                        </p:tav>
                                        <p:tav tm="100000">
                                          <p:val>
                                            <p:strVal val="#ppt_w"/>
                                          </p:val>
                                        </p:tav>
                                      </p:tavLst>
                                    </p:anim>
                                    <p:anim calcmode="lin" valueType="num">
                                      <p:cBhvr>
                                        <p:cTn id="102" dur="500" fill="hold"/>
                                        <p:tgtEl>
                                          <p:spTgt spid="68"/>
                                        </p:tgtEl>
                                        <p:attrNameLst>
                                          <p:attrName>ppt_h</p:attrName>
                                        </p:attrNameLst>
                                      </p:cBhvr>
                                      <p:tavLst>
                                        <p:tav tm="0">
                                          <p:val>
                                            <p:fltVal val="0"/>
                                          </p:val>
                                        </p:tav>
                                        <p:tav tm="100000">
                                          <p:val>
                                            <p:strVal val="#ppt_h"/>
                                          </p:val>
                                        </p:tav>
                                      </p:tavLst>
                                    </p:anim>
                                    <p:animEffect transition="in" filter="fade">
                                      <p:cBhvr>
                                        <p:cTn id="103" dur="500"/>
                                        <p:tgtEl>
                                          <p:spTgt spid="68"/>
                                        </p:tgtEl>
                                      </p:cBhvr>
                                    </p:animEffect>
                                  </p:childTnLst>
                                </p:cTn>
                              </p:par>
                              <p:par>
                                <p:cTn id="104" presetID="53" presetClass="entr" presetSubtype="16" fill="hold" grpId="0" nodeType="withEffect">
                                  <p:stCondLst>
                                    <p:cond delay="0"/>
                                  </p:stCondLst>
                                  <p:childTnLst>
                                    <p:set>
                                      <p:cBhvr>
                                        <p:cTn id="105" dur="1" fill="hold">
                                          <p:stCondLst>
                                            <p:cond delay="0"/>
                                          </p:stCondLst>
                                        </p:cTn>
                                        <p:tgtEl>
                                          <p:spTgt spid="71"/>
                                        </p:tgtEl>
                                        <p:attrNameLst>
                                          <p:attrName>style.visibility</p:attrName>
                                        </p:attrNameLst>
                                      </p:cBhvr>
                                      <p:to>
                                        <p:strVal val="visible"/>
                                      </p:to>
                                    </p:set>
                                    <p:anim calcmode="lin" valueType="num">
                                      <p:cBhvr>
                                        <p:cTn id="106" dur="500" fill="hold"/>
                                        <p:tgtEl>
                                          <p:spTgt spid="71"/>
                                        </p:tgtEl>
                                        <p:attrNameLst>
                                          <p:attrName>ppt_w</p:attrName>
                                        </p:attrNameLst>
                                      </p:cBhvr>
                                      <p:tavLst>
                                        <p:tav tm="0">
                                          <p:val>
                                            <p:fltVal val="0"/>
                                          </p:val>
                                        </p:tav>
                                        <p:tav tm="100000">
                                          <p:val>
                                            <p:strVal val="#ppt_w"/>
                                          </p:val>
                                        </p:tav>
                                      </p:tavLst>
                                    </p:anim>
                                    <p:anim calcmode="lin" valueType="num">
                                      <p:cBhvr>
                                        <p:cTn id="107" dur="500" fill="hold"/>
                                        <p:tgtEl>
                                          <p:spTgt spid="71"/>
                                        </p:tgtEl>
                                        <p:attrNameLst>
                                          <p:attrName>ppt_h</p:attrName>
                                        </p:attrNameLst>
                                      </p:cBhvr>
                                      <p:tavLst>
                                        <p:tav tm="0">
                                          <p:val>
                                            <p:fltVal val="0"/>
                                          </p:val>
                                        </p:tav>
                                        <p:tav tm="100000">
                                          <p:val>
                                            <p:strVal val="#ppt_h"/>
                                          </p:val>
                                        </p:tav>
                                      </p:tavLst>
                                    </p:anim>
                                    <p:animEffect transition="in" filter="fade">
                                      <p:cBhvr>
                                        <p:cTn id="108"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6" grpId="0" animBg="1"/>
      <p:bldP spid="66" grpId="1" animBg="1"/>
      <p:bldP spid="126" grpId="0" animBg="1"/>
      <p:bldP spid="126" grpId="1" animBg="1"/>
      <p:bldP spid="63495" grpId="0"/>
      <p:bldP spid="63496" grpId="0"/>
      <p:bldP spid="63" grpId="0" animBg="1"/>
      <p:bldP spid="63" grpId="1" animBg="1"/>
      <p:bldP spid="64" grpId="0" animBg="1"/>
      <p:bldP spid="64" grpId="1" animBg="1"/>
      <p:bldP spid="65" grpId="0" animBg="1"/>
      <p:bldP spid="65" grpId="1" animBg="1"/>
      <p:bldP spid="67" grpId="0" animBg="1"/>
      <p:bldP spid="67" grpId="1" animBg="1"/>
      <p:bldP spid="68" grpId="0" animBg="1"/>
      <p:bldP spid="7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内容占位符 2"/>
          <p:cNvSpPr>
            <a:spLocks noGrp="1" noChangeArrowheads="1"/>
          </p:cNvSpPr>
          <p:nvPr>
            <p:ph idx="1"/>
          </p:nvPr>
        </p:nvSpPr>
        <p:spPr>
          <a:xfrm>
            <a:off x="428625" y="785813"/>
            <a:ext cx="8015288" cy="3948112"/>
          </a:xfrm>
        </p:spPr>
        <p:txBody>
          <a:bodyPr/>
          <a:lstStyle/>
          <a:p>
            <a:pPr eaLnBrk="1" hangingPunct="1">
              <a:lnSpc>
                <a:spcPts val="4000"/>
              </a:lnSpc>
              <a:buClr>
                <a:schemeClr val="tx1"/>
              </a:buClr>
              <a:buFont typeface="Wingdings" pitchFamily="2" charset="2"/>
              <a:buChar char="Ø"/>
              <a:defRPr/>
            </a:pPr>
            <a:r>
              <a:rPr lang="zh-CN" altLang="en-US" sz="2800" b="1" dirty="0">
                <a:solidFill>
                  <a:schemeClr val="tx1"/>
                </a:solidFill>
                <a:latin typeface="+mn-ea"/>
              </a:rPr>
              <a:t>寻找具有</a:t>
            </a:r>
            <a:r>
              <a:rPr lang="zh-CN" altLang="en-US" sz="2800" b="1" dirty="0">
                <a:solidFill>
                  <a:srgbClr val="2D83F4"/>
                </a:solidFill>
                <a:latin typeface="+mn-ea"/>
              </a:rPr>
              <a:t>相同核心</a:t>
            </a:r>
            <a:r>
              <a:rPr lang="zh-CN" altLang="en-US" sz="2800" b="1" dirty="0">
                <a:solidFill>
                  <a:schemeClr val="tx1"/>
                </a:solidFill>
                <a:latin typeface="+mn-ea"/>
              </a:rPr>
              <a:t>的</a:t>
            </a:r>
            <a:r>
              <a:rPr lang="en-US" altLang="zh-CN" sz="2800" b="1" i="1" dirty="0">
                <a:solidFill>
                  <a:schemeClr val="tx1"/>
                </a:solidFill>
              </a:rPr>
              <a:t>LR</a:t>
            </a:r>
            <a:r>
              <a:rPr lang="en-US" altLang="zh-CN" sz="2800" i="1" dirty="0">
                <a:solidFill>
                  <a:schemeClr val="tx1"/>
                </a:solidFill>
              </a:rPr>
              <a:t>  </a:t>
            </a:r>
            <a:r>
              <a:rPr lang="en-US" altLang="zh-CN" sz="2800" b="1" dirty="0">
                <a:solidFill>
                  <a:schemeClr val="tx1"/>
                </a:solidFill>
              </a:rPr>
              <a:t>(1)</a:t>
            </a:r>
            <a:r>
              <a:rPr lang="en-US" altLang="zh-CN" sz="2800" dirty="0">
                <a:solidFill>
                  <a:schemeClr val="tx1"/>
                </a:solidFill>
              </a:rPr>
              <a:t> </a:t>
            </a:r>
            <a:r>
              <a:rPr lang="zh-CN" altLang="en-US" sz="2800" b="1" dirty="0">
                <a:solidFill>
                  <a:schemeClr val="tx1"/>
                </a:solidFill>
                <a:latin typeface="+mn-ea"/>
              </a:rPr>
              <a:t>项集，并将这些项集合并为一个项集。</a:t>
            </a:r>
            <a:r>
              <a:rPr lang="en-US" altLang="zh-CN" sz="2800" b="1" dirty="0">
                <a:solidFill>
                  <a:schemeClr val="tx1"/>
                </a:solidFill>
                <a:latin typeface="+mn-ea"/>
              </a:rPr>
              <a:t> </a:t>
            </a:r>
            <a:r>
              <a:rPr lang="zh-CN" altLang="en-US" sz="2800" b="1" dirty="0">
                <a:solidFill>
                  <a:schemeClr val="tx1"/>
                </a:solidFill>
                <a:latin typeface="+mn-ea"/>
              </a:rPr>
              <a:t>所谓项集的核心就是其第一分量的集合</a:t>
            </a:r>
            <a:endParaRPr lang="en-US" altLang="zh-CN" sz="2800" b="1" dirty="0">
              <a:solidFill>
                <a:schemeClr val="tx1"/>
              </a:solidFill>
              <a:latin typeface="+mn-ea"/>
            </a:endParaRPr>
          </a:p>
          <a:p>
            <a:pPr eaLnBrk="1" hangingPunct="1">
              <a:lnSpc>
                <a:spcPts val="4000"/>
              </a:lnSpc>
              <a:buClr>
                <a:schemeClr val="tx1"/>
              </a:buClr>
              <a:buFont typeface="Wingdings" pitchFamily="2" charset="2"/>
              <a:buChar char="Ø"/>
              <a:defRPr/>
            </a:pPr>
            <a:r>
              <a:rPr lang="zh-CN" altLang="en-US" sz="2800" b="1" dirty="0">
                <a:solidFill>
                  <a:schemeClr val="tx1"/>
                </a:solidFill>
                <a:latin typeface="+mn-ea"/>
              </a:rPr>
              <a:t>然后根据合并后得到的项集族构造语法分析表</a:t>
            </a:r>
            <a:endParaRPr lang="en-US" altLang="zh-CN" sz="2800" b="1" dirty="0">
              <a:solidFill>
                <a:schemeClr val="tx1"/>
              </a:solidFill>
              <a:latin typeface="+mn-ea"/>
            </a:endParaRPr>
          </a:p>
          <a:p>
            <a:pPr eaLnBrk="1" hangingPunct="1">
              <a:lnSpc>
                <a:spcPts val="4000"/>
              </a:lnSpc>
              <a:buClr>
                <a:schemeClr val="tx1"/>
              </a:buClr>
              <a:buFont typeface="Wingdings" pitchFamily="2" charset="2"/>
              <a:buChar char="Ø"/>
              <a:defRPr/>
            </a:pPr>
            <a:r>
              <a:rPr lang="zh-CN" altLang="en-US" sz="2800" b="1" dirty="0">
                <a:solidFill>
                  <a:schemeClr val="tx1"/>
                </a:solidFill>
                <a:latin typeface="+mn-ea"/>
              </a:rPr>
              <a:t>如果分析表中</a:t>
            </a:r>
            <a:r>
              <a:rPr lang="zh-CN" altLang="en-US" sz="2800" b="1" dirty="0">
                <a:solidFill>
                  <a:srgbClr val="2D83F4"/>
                </a:solidFill>
                <a:latin typeface="+mn-ea"/>
              </a:rPr>
              <a:t>没有</a:t>
            </a:r>
            <a:r>
              <a:rPr lang="zh-CN" altLang="en-US" sz="2800" b="1" dirty="0">
                <a:solidFill>
                  <a:schemeClr val="tx1"/>
                </a:solidFill>
                <a:latin typeface="+mn-ea"/>
              </a:rPr>
              <a:t>语法分析动作</a:t>
            </a:r>
            <a:r>
              <a:rPr lang="zh-CN" altLang="en-US" sz="2800" b="1" dirty="0">
                <a:solidFill>
                  <a:srgbClr val="2D83F4"/>
                </a:solidFill>
                <a:latin typeface="+mn-ea"/>
              </a:rPr>
              <a:t>冲突</a:t>
            </a:r>
            <a:r>
              <a:rPr lang="zh-CN" altLang="en-US" sz="2800" b="1" dirty="0">
                <a:solidFill>
                  <a:schemeClr val="tx1"/>
                </a:solidFill>
                <a:latin typeface="+mn-ea"/>
              </a:rPr>
              <a:t>，给定的文法就称为</a:t>
            </a:r>
            <a:r>
              <a:rPr lang="en-US" altLang="zh-CN" sz="2800" b="1" i="1" dirty="0">
                <a:solidFill>
                  <a:srgbClr val="FF0000"/>
                </a:solidFill>
              </a:rPr>
              <a:t>LALR</a:t>
            </a:r>
            <a:r>
              <a:rPr lang="en-US" altLang="zh-CN" sz="2800" i="1" dirty="0">
                <a:solidFill>
                  <a:srgbClr val="FF0000"/>
                </a:solidFill>
              </a:rPr>
              <a:t>  </a:t>
            </a:r>
            <a:r>
              <a:rPr lang="en-US" altLang="zh-CN" sz="2800" b="1" dirty="0">
                <a:solidFill>
                  <a:srgbClr val="FF0000"/>
                </a:solidFill>
              </a:rPr>
              <a:t>(1)</a:t>
            </a:r>
            <a:r>
              <a:rPr lang="en-US" altLang="zh-CN" sz="2800" dirty="0">
                <a:solidFill>
                  <a:srgbClr val="FF0000"/>
                </a:solidFill>
              </a:rPr>
              <a:t> </a:t>
            </a:r>
            <a:r>
              <a:rPr lang="zh-CN" altLang="en-US" sz="2800" b="1" dirty="0">
                <a:solidFill>
                  <a:srgbClr val="FF0000"/>
                </a:solidFill>
                <a:latin typeface="+mn-ea"/>
              </a:rPr>
              <a:t>文法</a:t>
            </a:r>
            <a:r>
              <a:rPr lang="zh-CN" altLang="en-US" sz="2800" b="1" dirty="0">
                <a:solidFill>
                  <a:schemeClr val="tx1"/>
                </a:solidFill>
                <a:latin typeface="+mn-ea"/>
              </a:rPr>
              <a:t>，就可以根据该分析表进行语法分析</a:t>
            </a:r>
            <a:endParaRPr lang="en-US" altLang="zh-CN" dirty="0">
              <a:latin typeface="+mn-ea"/>
            </a:endParaRPr>
          </a:p>
        </p:txBody>
      </p:sp>
      <p:sp>
        <p:nvSpPr>
          <p:cNvPr id="63491" name="标题 1"/>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LALR </a:t>
            </a:r>
            <a:r>
              <a:rPr lang="en-US" altLang="zh-CN" sz="3000">
                <a:solidFill>
                  <a:schemeClr val="tx1"/>
                </a:solidFill>
                <a:ea typeface="黑体" panose="02010609060101010101" pitchFamily="49" charset="-122"/>
              </a:rPr>
              <a:t>( </a:t>
            </a:r>
            <a:r>
              <a:rPr lang="en-US" altLang="zh-CN" sz="3000" i="1">
                <a:solidFill>
                  <a:schemeClr val="tx1"/>
                </a:solidFill>
                <a:ea typeface="黑体" panose="02010609060101010101" pitchFamily="49" charset="-122"/>
              </a:rPr>
              <a:t>lookahead-LR</a:t>
            </a:r>
            <a:r>
              <a:rPr lang="en-US" altLang="zh-CN" sz="3000">
                <a:solidFill>
                  <a:schemeClr val="tx1"/>
                </a:solidFill>
                <a:ea typeface="黑体" panose="02010609060101010101" pitchFamily="49" charset="-122"/>
              </a:rPr>
              <a:t> )</a:t>
            </a:r>
            <a:r>
              <a:rPr lang="zh-CN" altLang="en-US" sz="3000">
                <a:solidFill>
                  <a:schemeClr val="tx1"/>
                </a:solidFill>
                <a:latin typeface="微软雅黑" panose="020B0503020204020204" pitchFamily="34" charset="-122"/>
                <a:ea typeface="微软雅黑" panose="020B0503020204020204" pitchFamily="34" charset="-122"/>
              </a:rPr>
              <a:t>分析的基本思想</a:t>
            </a:r>
          </a:p>
        </p:txBody>
      </p:sp>
      <p:sp>
        <p:nvSpPr>
          <p:cNvPr id="2" name="灯片编号占位符 1">
            <a:extLst>
              <a:ext uri="{FF2B5EF4-FFF2-40B4-BE49-F238E27FC236}">
                <a16:creationId xmlns:a16="http://schemas.microsoft.com/office/drawing/2014/main" id="{171A89DB-E299-4462-B8E9-6DFDEBEC8074}"/>
              </a:ext>
            </a:extLst>
          </p:cNvPr>
          <p:cNvSpPr>
            <a:spLocks noGrp="1"/>
          </p:cNvSpPr>
          <p:nvPr>
            <p:ph type="sldNum" sz="quarter" idx="12"/>
          </p:nvPr>
        </p:nvSpPr>
        <p:spPr/>
        <p:txBody>
          <a:bodyPr/>
          <a:lstStyle/>
          <a:p>
            <a:pPr>
              <a:defRPr/>
            </a:pPr>
            <a:fld id="{76D20AB1-C80E-44EB-B890-88EEF3B3DC08}" type="slidenum">
              <a:rPr lang="zh-CN" altLang="en-US" smtClean="0"/>
              <a:pPr>
                <a:defRPr/>
              </a:pPr>
              <a:t>26</a:t>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5"/>
          <p:cNvSpPr txBox="1">
            <a:spLocks noChangeArrowheads="1"/>
          </p:cNvSpPr>
          <p:nvPr/>
        </p:nvSpPr>
        <p:spPr bwMode="auto">
          <a:xfrm>
            <a:off x="107950" y="1041400"/>
            <a:ext cx="1555750"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65539" name="Text Box 6"/>
          <p:cNvSpPr txBox="1">
            <a:spLocks noChangeArrowheads="1"/>
          </p:cNvSpPr>
          <p:nvPr/>
        </p:nvSpPr>
        <p:spPr bwMode="auto">
          <a:xfrm>
            <a:off x="1966913" y="682625"/>
            <a:ext cx="1223962"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65540" name="Line 7"/>
          <p:cNvSpPr>
            <a:spLocks noChangeShapeType="1"/>
          </p:cNvSpPr>
          <p:nvPr/>
        </p:nvSpPr>
        <p:spPr bwMode="auto">
          <a:xfrm flipV="1">
            <a:off x="1689100" y="1273175"/>
            <a:ext cx="288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499" name="Text Box 8"/>
          <p:cNvSpPr txBox="1">
            <a:spLocks noChangeArrowheads="1"/>
          </p:cNvSpPr>
          <p:nvPr/>
        </p:nvSpPr>
        <p:spPr bwMode="auto">
          <a:xfrm>
            <a:off x="1966913" y="1463675"/>
            <a:ext cx="1479550"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2</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5542" name="Line 9"/>
          <p:cNvSpPr>
            <a:spLocks noChangeShapeType="1"/>
          </p:cNvSpPr>
          <p:nvPr/>
        </p:nvSpPr>
        <p:spPr bwMode="auto">
          <a:xfrm flipV="1">
            <a:off x="1679575" y="1860550"/>
            <a:ext cx="2984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3" name="Text Box 10"/>
          <p:cNvSpPr txBox="1">
            <a:spLocks noChangeArrowheads="1"/>
          </p:cNvSpPr>
          <p:nvPr/>
        </p:nvSpPr>
        <p:spPr bwMode="auto">
          <a:xfrm>
            <a:off x="1655763" y="1465263"/>
            <a:ext cx="503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01502" name="Text Box 11"/>
          <p:cNvSpPr txBox="1">
            <a:spLocks noChangeArrowheads="1"/>
          </p:cNvSpPr>
          <p:nvPr/>
        </p:nvSpPr>
        <p:spPr bwMode="auto">
          <a:xfrm>
            <a:off x="1966913" y="2444750"/>
            <a:ext cx="122396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5545" name="Line 12"/>
          <p:cNvSpPr>
            <a:spLocks noChangeShapeType="1"/>
          </p:cNvSpPr>
          <p:nvPr/>
        </p:nvSpPr>
        <p:spPr bwMode="auto">
          <a:xfrm flipV="1">
            <a:off x="1655763" y="2700338"/>
            <a:ext cx="288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46" name="Text Box 13"/>
          <p:cNvSpPr txBox="1">
            <a:spLocks noChangeArrowheads="1"/>
          </p:cNvSpPr>
          <p:nvPr/>
        </p:nvSpPr>
        <p:spPr bwMode="auto">
          <a:xfrm>
            <a:off x="1628775" y="2333625"/>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01505" name="Text Box 14"/>
          <p:cNvSpPr txBox="1">
            <a:spLocks noChangeArrowheads="1"/>
          </p:cNvSpPr>
          <p:nvPr/>
        </p:nvSpPr>
        <p:spPr bwMode="auto">
          <a:xfrm>
            <a:off x="1978025" y="3236913"/>
            <a:ext cx="1568450"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 </a:t>
            </a:r>
            <a:r>
              <a:rPr kumimoji="1" lang="en-US" altLang="zh-CN" sz="2000" b="1">
                <a:solidFill>
                  <a:srgbClr val="000000"/>
                </a:solidFill>
                <a:latin typeface="Times New Roman" panose="02020603050405020304" pitchFamily="18" charset="0"/>
              </a:rPr>
              <a:t>id</a:t>
            </a:r>
            <a:r>
              <a:rPr kumimoji="1" lang="zh-CN" altLang="en-US"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101506" name="Text Box 15"/>
          <p:cNvSpPr txBox="1">
            <a:spLocks noChangeArrowheads="1"/>
          </p:cNvSpPr>
          <p:nvPr/>
        </p:nvSpPr>
        <p:spPr bwMode="auto">
          <a:xfrm>
            <a:off x="3921125" y="4281488"/>
            <a:ext cx="1584325"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5549" name="Text Box 16"/>
          <p:cNvSpPr txBox="1">
            <a:spLocks noChangeArrowheads="1"/>
          </p:cNvSpPr>
          <p:nvPr/>
        </p:nvSpPr>
        <p:spPr bwMode="auto">
          <a:xfrm>
            <a:off x="1693863" y="29321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5550" name="Text Box 17"/>
          <p:cNvSpPr txBox="1">
            <a:spLocks noChangeArrowheads="1"/>
          </p:cNvSpPr>
          <p:nvPr/>
        </p:nvSpPr>
        <p:spPr bwMode="auto">
          <a:xfrm>
            <a:off x="1336675" y="368776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101509" name="Text Box 18"/>
          <p:cNvSpPr txBox="1">
            <a:spLocks noChangeArrowheads="1"/>
          </p:cNvSpPr>
          <p:nvPr/>
        </p:nvSpPr>
        <p:spPr bwMode="auto">
          <a:xfrm>
            <a:off x="3921125" y="771525"/>
            <a:ext cx="1655763"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6</a:t>
            </a:r>
            <a:r>
              <a:rPr kumimoji="1" lang="en-US" altLang="zh-CN" sz="2000" b="1">
                <a:solidFill>
                  <a:srgbClr val="000000"/>
                </a:solidFill>
                <a:latin typeface="Times New Roman" panose="02020603050405020304" pitchFamily="18" charset="0"/>
              </a:rPr>
              <a:t>:</a:t>
            </a:r>
          </a:p>
          <a:p>
            <a:pPr>
              <a:lnSpc>
                <a:spcPts val="24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5552" name="Line 19"/>
          <p:cNvSpPr>
            <a:spLocks noChangeShapeType="1"/>
          </p:cNvSpPr>
          <p:nvPr/>
        </p:nvSpPr>
        <p:spPr bwMode="auto">
          <a:xfrm flipV="1">
            <a:off x="3446463" y="1924050"/>
            <a:ext cx="4302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3" name="Text Box 20"/>
          <p:cNvSpPr txBox="1">
            <a:spLocks noChangeArrowheads="1"/>
          </p:cNvSpPr>
          <p:nvPr/>
        </p:nvSpPr>
        <p:spPr bwMode="auto">
          <a:xfrm>
            <a:off x="3441700" y="159543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101512" name="Text Box 21"/>
          <p:cNvSpPr txBox="1">
            <a:spLocks noChangeArrowheads="1"/>
          </p:cNvSpPr>
          <p:nvPr/>
        </p:nvSpPr>
        <p:spPr bwMode="auto">
          <a:xfrm>
            <a:off x="3921125" y="2733675"/>
            <a:ext cx="1655763"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5555" name="Line 22"/>
          <p:cNvSpPr>
            <a:spLocks noChangeShapeType="1"/>
          </p:cNvSpPr>
          <p:nvPr/>
        </p:nvSpPr>
        <p:spPr bwMode="auto">
          <a:xfrm>
            <a:off x="3565525" y="3308350"/>
            <a:ext cx="393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6" name="Text Box 23"/>
          <p:cNvSpPr txBox="1">
            <a:spLocks noChangeArrowheads="1"/>
          </p:cNvSpPr>
          <p:nvPr/>
        </p:nvSpPr>
        <p:spPr bwMode="auto">
          <a:xfrm>
            <a:off x="3511550" y="2949575"/>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01515" name="Text Box 24"/>
          <p:cNvSpPr txBox="1">
            <a:spLocks noChangeArrowheads="1"/>
          </p:cNvSpPr>
          <p:nvPr/>
        </p:nvSpPr>
        <p:spPr bwMode="auto">
          <a:xfrm>
            <a:off x="3921125" y="3525838"/>
            <a:ext cx="1584325"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5558" name="Line 25"/>
          <p:cNvSpPr>
            <a:spLocks noChangeShapeType="1"/>
          </p:cNvSpPr>
          <p:nvPr/>
        </p:nvSpPr>
        <p:spPr bwMode="auto">
          <a:xfrm>
            <a:off x="3533775" y="3957638"/>
            <a:ext cx="3873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59" name="Text Box 26"/>
          <p:cNvSpPr txBox="1">
            <a:spLocks noChangeArrowheads="1"/>
          </p:cNvSpPr>
          <p:nvPr/>
        </p:nvSpPr>
        <p:spPr bwMode="auto">
          <a:xfrm>
            <a:off x="3527425" y="3597275"/>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01518" name="Text Box 27"/>
          <p:cNvSpPr txBox="1">
            <a:spLocks noChangeArrowheads="1"/>
          </p:cNvSpPr>
          <p:nvPr/>
        </p:nvSpPr>
        <p:spPr bwMode="auto">
          <a:xfrm>
            <a:off x="6119813" y="63500"/>
            <a:ext cx="171926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5561" name="Line 28"/>
          <p:cNvSpPr>
            <a:spLocks noChangeShapeType="1"/>
          </p:cNvSpPr>
          <p:nvPr/>
        </p:nvSpPr>
        <p:spPr bwMode="auto">
          <a:xfrm flipV="1">
            <a:off x="5586413" y="514350"/>
            <a:ext cx="533400" cy="2444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2" name="Text Box 29"/>
          <p:cNvSpPr txBox="1">
            <a:spLocks noChangeArrowheads="1"/>
          </p:cNvSpPr>
          <p:nvPr/>
        </p:nvSpPr>
        <p:spPr bwMode="auto">
          <a:xfrm>
            <a:off x="5621338" y="3048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67727" name="Line 30"/>
          <p:cNvSpPr>
            <a:spLocks noChangeShapeType="1"/>
          </p:cNvSpPr>
          <p:nvPr/>
        </p:nvSpPr>
        <p:spPr bwMode="auto">
          <a:xfrm flipH="1">
            <a:off x="3441700" y="2125663"/>
            <a:ext cx="479425" cy="1149350"/>
          </a:xfrm>
          <a:prstGeom prst="line">
            <a:avLst/>
          </a:prstGeom>
          <a:noFill/>
          <a:ln w="38100">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728" name="Text Box 31"/>
          <p:cNvSpPr txBox="1">
            <a:spLocks noChangeArrowheads="1"/>
          </p:cNvSpPr>
          <p:nvPr/>
        </p:nvSpPr>
        <p:spPr bwMode="auto">
          <a:xfrm>
            <a:off x="3530600" y="21986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2D83F4"/>
                </a:solidFill>
                <a:latin typeface="Times New Roman" panose="02020603050405020304" pitchFamily="18" charset="0"/>
              </a:rPr>
              <a:t>*</a:t>
            </a:r>
          </a:p>
        </p:txBody>
      </p:sp>
      <p:sp>
        <p:nvSpPr>
          <p:cNvPr id="65565" name="Text Box 33"/>
          <p:cNvSpPr txBox="1">
            <a:spLocks noChangeArrowheads="1"/>
          </p:cNvSpPr>
          <p:nvPr/>
        </p:nvSpPr>
        <p:spPr bwMode="auto">
          <a:xfrm>
            <a:off x="1663700" y="89693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65566" name="Line 34"/>
          <p:cNvSpPr>
            <a:spLocks noChangeShapeType="1"/>
          </p:cNvSpPr>
          <p:nvPr/>
        </p:nvSpPr>
        <p:spPr bwMode="auto">
          <a:xfrm flipV="1">
            <a:off x="3543300" y="4564063"/>
            <a:ext cx="377825"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67" name="Text Box 35"/>
          <p:cNvSpPr txBox="1">
            <a:spLocks noChangeArrowheads="1"/>
          </p:cNvSpPr>
          <p:nvPr/>
        </p:nvSpPr>
        <p:spPr bwMode="auto">
          <a:xfrm>
            <a:off x="3511550" y="417512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65568" name="Group 36"/>
          <p:cNvGrpSpPr>
            <a:grpSpLocks/>
          </p:cNvGrpSpPr>
          <p:nvPr/>
        </p:nvGrpSpPr>
        <p:grpSpPr bwMode="auto">
          <a:xfrm>
            <a:off x="1677988" y="3975100"/>
            <a:ext cx="290512" cy="269875"/>
            <a:chOff x="2335" y="3249"/>
            <a:chExt cx="183" cy="226"/>
          </a:xfrm>
        </p:grpSpPr>
        <p:sp>
          <p:nvSpPr>
            <p:cNvPr id="65599"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600"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601"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5569" name="Text Box 40"/>
          <p:cNvSpPr txBox="1">
            <a:spLocks noChangeArrowheads="1"/>
          </p:cNvSpPr>
          <p:nvPr/>
        </p:nvSpPr>
        <p:spPr bwMode="auto">
          <a:xfrm>
            <a:off x="1654175" y="394493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5570" name="Line 41"/>
          <p:cNvSpPr>
            <a:spLocks noChangeShapeType="1"/>
          </p:cNvSpPr>
          <p:nvPr/>
        </p:nvSpPr>
        <p:spPr bwMode="auto">
          <a:xfrm>
            <a:off x="1689100" y="3038475"/>
            <a:ext cx="261938"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71" name="Line 57"/>
          <p:cNvSpPr>
            <a:spLocks noChangeShapeType="1"/>
          </p:cNvSpPr>
          <p:nvPr/>
        </p:nvSpPr>
        <p:spPr bwMode="auto">
          <a:xfrm flipV="1">
            <a:off x="1314450" y="4872038"/>
            <a:ext cx="2606675" cy="206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72" name="Line 59"/>
          <p:cNvSpPr>
            <a:spLocks noChangeShapeType="1"/>
          </p:cNvSpPr>
          <p:nvPr/>
        </p:nvSpPr>
        <p:spPr bwMode="auto">
          <a:xfrm flipH="1" flipV="1">
            <a:off x="1301750" y="3195638"/>
            <a:ext cx="12700"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37" name="Freeform 65"/>
          <p:cNvSpPr>
            <a:spLocks noChangeArrowheads="1"/>
          </p:cNvSpPr>
          <p:nvPr/>
        </p:nvSpPr>
        <p:spPr bwMode="auto">
          <a:xfrm rot="232506">
            <a:off x="5513388" y="2090738"/>
            <a:ext cx="330200" cy="2000250"/>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hlink"/>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738" name="Text Box 66"/>
          <p:cNvSpPr txBox="1">
            <a:spLocks noChangeArrowheads="1"/>
          </p:cNvSpPr>
          <p:nvPr/>
        </p:nvSpPr>
        <p:spPr bwMode="auto">
          <a:xfrm>
            <a:off x="5418138" y="2325688"/>
            <a:ext cx="458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2D83F4"/>
                </a:solidFill>
                <a:latin typeface="Times New Roman" panose="02020603050405020304" pitchFamily="18" charset="0"/>
              </a:rPr>
              <a:t>L</a:t>
            </a:r>
          </a:p>
        </p:txBody>
      </p:sp>
      <p:sp>
        <p:nvSpPr>
          <p:cNvPr id="67739" name="Text Box 68"/>
          <p:cNvSpPr txBox="1">
            <a:spLocks noChangeArrowheads="1"/>
          </p:cNvSpPr>
          <p:nvPr/>
        </p:nvSpPr>
        <p:spPr bwMode="auto">
          <a:xfrm>
            <a:off x="5888038" y="3275013"/>
            <a:ext cx="685800" cy="400050"/>
          </a:xfrm>
          <a:prstGeom prst="rect">
            <a:avLst/>
          </a:prstGeom>
          <a:noFill/>
          <a:ln>
            <a:no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kumimoji="1" lang="en-US" altLang="zh-CN" sz="2000" b="1" dirty="0">
                <a:solidFill>
                  <a:schemeClr val="tx2">
                    <a:lumMod val="60000"/>
                    <a:lumOff val="40000"/>
                  </a:schemeClr>
                </a:solidFill>
                <a:latin typeface="Times New Roman" panose="02020603050405020304" pitchFamily="18" charset="0"/>
              </a:rPr>
              <a:t>id</a:t>
            </a:r>
          </a:p>
        </p:txBody>
      </p:sp>
      <p:sp>
        <p:nvSpPr>
          <p:cNvPr id="67740" name="Freeform 69"/>
          <p:cNvSpPr>
            <a:spLocks noChangeArrowheads="1"/>
          </p:cNvSpPr>
          <p:nvPr/>
        </p:nvSpPr>
        <p:spPr bwMode="auto">
          <a:xfrm rot="169672">
            <a:off x="5557838" y="1835150"/>
            <a:ext cx="712787" cy="2700338"/>
          </a:xfrm>
          <a:custGeom>
            <a:avLst/>
            <a:gdLst>
              <a:gd name="T0" fmla="*/ 0 w 598"/>
              <a:gd name="T1" fmla="*/ 0 h 2268"/>
              <a:gd name="T2" fmla="*/ 2147483646 w 598"/>
              <a:gd name="T3" fmla="*/ 2147483646 h 2268"/>
              <a:gd name="T4" fmla="*/ 2147483646 w 598"/>
              <a:gd name="T5" fmla="*/ 2147483646 h 2268"/>
              <a:gd name="T6" fmla="*/ 0 60000 65536"/>
              <a:gd name="T7" fmla="*/ 0 60000 65536"/>
              <a:gd name="T8" fmla="*/ 0 60000 65536"/>
              <a:gd name="T9" fmla="*/ 0 w 598"/>
              <a:gd name="T10" fmla="*/ 0 h 2268"/>
              <a:gd name="T11" fmla="*/ 598 w 598"/>
              <a:gd name="T12" fmla="*/ 2268 h 2268"/>
            </a:gdLst>
            <a:ahLst/>
            <a:cxnLst>
              <a:cxn ang="T6">
                <a:pos x="T0" y="T1"/>
              </a:cxn>
              <a:cxn ang="T7">
                <a:pos x="T2" y="T3"/>
              </a:cxn>
              <a:cxn ang="T8">
                <a:pos x="T4" y="T5"/>
              </a:cxn>
            </a:cxnLst>
            <a:rect l="T9" t="T10" r="T11" b="T12"/>
            <a:pathLst>
              <a:path w="598" h="2268">
                <a:moveTo>
                  <a:pt x="0" y="0"/>
                </a:moveTo>
                <a:cubicBezTo>
                  <a:pt x="291" y="491"/>
                  <a:pt x="582" y="983"/>
                  <a:pt x="590" y="1361"/>
                </a:cubicBezTo>
                <a:cubicBezTo>
                  <a:pt x="598" y="1739"/>
                  <a:pt x="322" y="2003"/>
                  <a:pt x="46" y="2268"/>
                </a:cubicBezTo>
              </a:path>
            </a:pathLst>
          </a:custGeom>
          <a:noFill/>
          <a:ln w="38100">
            <a:solidFill>
              <a:schemeClr val="hlink"/>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矩形 2"/>
          <p:cNvSpPr/>
          <p:nvPr/>
        </p:nvSpPr>
        <p:spPr bwMode="auto">
          <a:xfrm>
            <a:off x="3927475" y="196850"/>
            <a:ext cx="16954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LALR</a:t>
            </a:r>
            <a:r>
              <a:rPr lang="zh-CN" altLang="en-US" sz="2000" b="1" noProof="1">
                <a:solidFill>
                  <a:srgbClr val="000000"/>
                </a:solidFill>
                <a:latin typeface="华文楷体" pitchFamily="2" charset="-122"/>
                <a:ea typeface="Times New Roman" pitchFamily="18" charset="0"/>
                <a:cs typeface="华文楷体" pitchFamily="2" charset="-122"/>
              </a:rPr>
              <a:t>自动机</a:t>
            </a:r>
            <a:endParaRPr lang="zh-CN" altLang="en-US" sz="1000" noProof="1">
              <a:solidFill>
                <a:srgbClr val="000000"/>
              </a:solidFill>
              <a:latin typeface="华文楷体" pitchFamily="2" charset="-122"/>
              <a:ea typeface="Times New Roman" pitchFamily="18" charset="0"/>
              <a:cs typeface="华文楷体" pitchFamily="2" charset="-122"/>
            </a:endParaRPr>
          </a:p>
        </p:txBody>
      </p:sp>
      <p:sp>
        <p:nvSpPr>
          <p:cNvPr id="65578"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例：合并同心项集</a:t>
            </a:r>
          </a:p>
        </p:txBody>
      </p:sp>
      <p:grpSp>
        <p:nvGrpSpPr>
          <p:cNvPr id="4" name="组合 3"/>
          <p:cNvGrpSpPr>
            <a:grpSpLocks/>
          </p:cNvGrpSpPr>
          <p:nvPr/>
        </p:nvGrpSpPr>
        <p:grpSpPr bwMode="auto">
          <a:xfrm>
            <a:off x="5499100" y="746125"/>
            <a:ext cx="3570288" cy="4333875"/>
            <a:chOff x="5498998" y="745697"/>
            <a:chExt cx="3569869" cy="4334139"/>
          </a:xfrm>
        </p:grpSpPr>
        <p:sp>
          <p:nvSpPr>
            <p:cNvPr id="65581" name="Text Box 32"/>
            <p:cNvSpPr txBox="1">
              <a:spLocks noChangeArrowheads="1"/>
            </p:cNvSpPr>
            <p:nvPr/>
          </p:nvSpPr>
          <p:spPr bwMode="auto">
            <a:xfrm>
              <a:off x="5548312" y="1381283"/>
              <a:ext cx="5032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sp>
          <p:nvSpPr>
            <p:cNvPr id="51" name="Text Box 42"/>
            <p:cNvSpPr txBox="1">
              <a:spLocks noChangeArrowheads="1"/>
            </p:cNvSpPr>
            <p:nvPr/>
          </p:nvSpPr>
          <p:spPr bwMode="auto">
            <a:xfrm>
              <a:off x="7081550" y="844128"/>
              <a:ext cx="1439693" cy="65567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10</a:t>
              </a:r>
              <a:r>
                <a:rPr kumimoji="1" lang="en-US" altLang="zh-CN" sz="2000" b="1">
                  <a:latin typeface="Times New Roman" panose="02020603050405020304" pitchFamily="18" charset="0"/>
                </a:rPr>
                <a:t>:</a:t>
              </a:r>
            </a:p>
            <a:p>
              <a:pPr>
                <a:lnSpc>
                  <a:spcPts val="2200"/>
                </a:lnSpc>
                <a:defRPr/>
              </a:pPr>
              <a:r>
                <a:rPr kumimoji="1" lang="en-US" altLang="zh-CN" sz="2000" b="1" i="1">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5583" name="Line 43"/>
            <p:cNvSpPr>
              <a:spLocks noChangeShapeType="1"/>
            </p:cNvSpPr>
            <p:nvPr/>
          </p:nvSpPr>
          <p:spPr bwMode="auto">
            <a:xfrm flipV="1">
              <a:off x="5575176" y="1049915"/>
              <a:ext cx="1506313" cy="1880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84" name="Text Box 44"/>
            <p:cNvSpPr txBox="1">
              <a:spLocks noChangeArrowheads="1"/>
            </p:cNvSpPr>
            <p:nvPr/>
          </p:nvSpPr>
          <p:spPr bwMode="auto">
            <a:xfrm>
              <a:off x="5509164" y="745697"/>
              <a:ext cx="533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54" name="Text Box 45"/>
            <p:cNvSpPr txBox="1">
              <a:spLocks noChangeArrowheads="1"/>
            </p:cNvSpPr>
            <p:nvPr/>
          </p:nvSpPr>
          <p:spPr bwMode="auto">
            <a:xfrm>
              <a:off x="7097423" y="1779223"/>
              <a:ext cx="1415884" cy="150345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11</a:t>
              </a:r>
              <a:r>
                <a:rPr kumimoji="1" lang="en-US" altLang="zh-CN" sz="2000" b="1">
                  <a:latin typeface="Times New Roman" panose="02020603050405020304" pitchFamily="18" charset="0"/>
                </a:rPr>
                <a:t>:</a:t>
              </a: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R , </a:t>
              </a:r>
              <a:r>
                <a:rPr kumimoji="1" lang="en-US" altLang="zh-CN" sz="2000" b="1">
                  <a:latin typeface="华文楷体" panose="02010600040101010101" pitchFamily="2" charset="-122"/>
                </a:rPr>
                <a:t>$</a:t>
              </a:r>
              <a:endParaRPr kumimoji="1" lang="zh-CN" altLang="en-US"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L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*R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lnSpc>
                  <a:spcPts val="2200"/>
                </a:lnSpc>
                <a:defRPr/>
              </a:pPr>
              <a:r>
                <a:rPr kumimoji="1" lang="en-US" altLang="zh-CN" sz="2000" b="1" i="1">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latin typeface="Times New Roman" panose="02020603050405020304" pitchFamily="18" charset="0"/>
                </a:rPr>
                <a:t>id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5586" name="Text Box 46"/>
            <p:cNvSpPr txBox="1">
              <a:spLocks noChangeArrowheads="1"/>
            </p:cNvSpPr>
            <p:nvPr/>
          </p:nvSpPr>
          <p:spPr bwMode="auto">
            <a:xfrm>
              <a:off x="5498998" y="1088423"/>
              <a:ext cx="3603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65587" name="Line 47"/>
            <p:cNvSpPr>
              <a:spLocks noChangeShapeType="1"/>
            </p:cNvSpPr>
            <p:nvPr/>
          </p:nvSpPr>
          <p:spPr bwMode="auto">
            <a:xfrm>
              <a:off x="5592563" y="1354965"/>
              <a:ext cx="1487348" cy="449401"/>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Text Box 48"/>
            <p:cNvSpPr txBox="1">
              <a:spLocks noChangeArrowheads="1"/>
            </p:cNvSpPr>
            <p:nvPr/>
          </p:nvSpPr>
          <p:spPr bwMode="auto">
            <a:xfrm>
              <a:off x="7118058" y="3592258"/>
              <a:ext cx="1395249" cy="70806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12</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a:t>
              </a:r>
              <a:r>
                <a:rPr kumimoji="1" lang="en-US" altLang="zh-CN" sz="2000" b="1">
                  <a:latin typeface="Times New Roman" panose="02020603050405020304" pitchFamily="18" charset="0"/>
                </a:rPr>
                <a:t>id</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5589" name="Line 49"/>
            <p:cNvSpPr>
              <a:spLocks noChangeShapeType="1"/>
            </p:cNvSpPr>
            <p:nvPr/>
          </p:nvSpPr>
          <p:spPr bwMode="auto">
            <a:xfrm>
              <a:off x="5592563" y="1689365"/>
              <a:ext cx="1502568" cy="1902691"/>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Text Box 50"/>
            <p:cNvSpPr txBox="1">
              <a:spLocks noChangeArrowheads="1"/>
            </p:cNvSpPr>
            <p:nvPr/>
          </p:nvSpPr>
          <p:spPr bwMode="auto">
            <a:xfrm>
              <a:off x="7118058" y="4371768"/>
              <a:ext cx="1403185" cy="70806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13</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5591" name="Freeform 51"/>
            <p:cNvSpPr>
              <a:spLocks noChangeArrowheads="1"/>
            </p:cNvSpPr>
            <p:nvPr/>
          </p:nvSpPr>
          <p:spPr bwMode="auto">
            <a:xfrm>
              <a:off x="8593649" y="3187783"/>
              <a:ext cx="360362" cy="1612900"/>
            </a:xfrm>
            <a:custGeom>
              <a:avLst/>
              <a:gdLst>
                <a:gd name="T0" fmla="*/ 0 w 416"/>
                <a:gd name="T1" fmla="*/ 0 h 862"/>
                <a:gd name="T2" fmla="*/ 2147483646 w 416"/>
                <a:gd name="T3" fmla="*/ 2147483646 h 862"/>
                <a:gd name="T4" fmla="*/ 2147483646 w 416"/>
                <a:gd name="T5" fmla="*/ 2147483646 h 862"/>
                <a:gd name="T6" fmla="*/ 0 60000 65536"/>
                <a:gd name="T7" fmla="*/ 0 60000 65536"/>
                <a:gd name="T8" fmla="*/ 0 60000 65536"/>
                <a:gd name="T9" fmla="*/ 0 w 416"/>
                <a:gd name="T10" fmla="*/ 0 h 862"/>
                <a:gd name="T11" fmla="*/ 416 w 416"/>
                <a:gd name="T12" fmla="*/ 862 h 862"/>
              </a:gdLst>
              <a:ahLst/>
              <a:cxnLst>
                <a:cxn ang="T6">
                  <a:pos x="T0" y="T1"/>
                </a:cxn>
                <a:cxn ang="T7">
                  <a:pos x="T2" y="T3"/>
                </a:cxn>
                <a:cxn ang="T8">
                  <a:pos x="T4" y="T5"/>
                </a:cxn>
              </a:cxnLst>
              <a:rect l="T9" t="T10" r="T11" b="T12"/>
              <a:pathLst>
                <a:path w="416" h="862">
                  <a:moveTo>
                    <a:pt x="0" y="0"/>
                  </a:moveTo>
                  <a:cubicBezTo>
                    <a:pt x="200" y="177"/>
                    <a:pt x="400" y="355"/>
                    <a:pt x="408" y="499"/>
                  </a:cubicBezTo>
                  <a:cubicBezTo>
                    <a:pt x="416" y="643"/>
                    <a:pt x="231" y="752"/>
                    <a:pt x="46" y="86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92" name="Text Box 52"/>
            <p:cNvSpPr txBox="1">
              <a:spLocks noChangeArrowheads="1"/>
            </p:cNvSpPr>
            <p:nvPr/>
          </p:nvSpPr>
          <p:spPr bwMode="auto">
            <a:xfrm>
              <a:off x="8611667" y="2979156"/>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p>
          </p:txBody>
        </p:sp>
        <p:sp>
          <p:nvSpPr>
            <p:cNvPr id="65593" name="Freeform 53"/>
            <p:cNvSpPr>
              <a:spLocks noChangeArrowheads="1"/>
            </p:cNvSpPr>
            <p:nvPr/>
          </p:nvSpPr>
          <p:spPr bwMode="auto">
            <a:xfrm>
              <a:off x="8515350" y="2014736"/>
              <a:ext cx="360362" cy="354012"/>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94" name="Text Box 54"/>
            <p:cNvSpPr txBox="1">
              <a:spLocks noChangeArrowheads="1"/>
            </p:cNvSpPr>
            <p:nvPr/>
          </p:nvSpPr>
          <p:spPr bwMode="auto">
            <a:xfrm>
              <a:off x="8483600" y="199568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65595" name="Text Box 55"/>
            <p:cNvSpPr txBox="1">
              <a:spLocks noChangeArrowheads="1"/>
            </p:cNvSpPr>
            <p:nvPr/>
          </p:nvSpPr>
          <p:spPr bwMode="auto">
            <a:xfrm>
              <a:off x="7627888" y="1419622"/>
              <a:ext cx="3810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p>
          </p:txBody>
        </p:sp>
        <p:sp>
          <p:nvSpPr>
            <p:cNvPr id="65596" name="Line 56"/>
            <p:cNvSpPr>
              <a:spLocks noChangeShapeType="1"/>
            </p:cNvSpPr>
            <p:nvPr/>
          </p:nvSpPr>
          <p:spPr bwMode="auto">
            <a:xfrm flipV="1">
              <a:off x="7635528" y="1491630"/>
              <a:ext cx="0" cy="2698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97" name="Line 56"/>
            <p:cNvSpPr>
              <a:spLocks noChangeShapeType="1"/>
            </p:cNvSpPr>
            <p:nvPr/>
          </p:nvSpPr>
          <p:spPr bwMode="auto">
            <a:xfrm flipH="1">
              <a:off x="7745065" y="3291830"/>
              <a:ext cx="9525" cy="3175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598" name="Text Box 17"/>
            <p:cNvSpPr txBox="1">
              <a:spLocks noChangeArrowheads="1"/>
            </p:cNvSpPr>
            <p:nvPr/>
          </p:nvSpPr>
          <p:spPr bwMode="auto">
            <a:xfrm>
              <a:off x="7753611" y="3284901"/>
              <a:ext cx="533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1800" b="1">
                  <a:solidFill>
                    <a:schemeClr val="tx1"/>
                  </a:solidFill>
                  <a:latin typeface="Times New Roman" panose="02020603050405020304" pitchFamily="18" charset="0"/>
                </a:rPr>
                <a:t>id</a:t>
              </a:r>
            </a:p>
          </p:txBody>
        </p:sp>
      </p:grpSp>
      <p:sp>
        <p:nvSpPr>
          <p:cNvPr id="72" name="Rectangle 66"/>
          <p:cNvSpPr>
            <a:spLocks noChangeArrowheads="1"/>
          </p:cNvSpPr>
          <p:nvPr/>
        </p:nvSpPr>
        <p:spPr bwMode="auto">
          <a:xfrm>
            <a:off x="117475" y="3638550"/>
            <a:ext cx="1050925" cy="1323975"/>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10</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8</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11</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4</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12</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5</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13</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7</a:t>
            </a:r>
            <a:endParaRPr lang="en-US" altLang="zh-CN" sz="2000" b="1" i="1" noProof="1">
              <a:solidFill>
                <a:srgbClr val="000000"/>
              </a:solidFill>
              <a:latin typeface="Times New Roman" pitchFamily="18" charset="0"/>
              <a:ea typeface="Times New Roman" pitchFamily="18" charset="0"/>
              <a:cs typeface="华文楷体" pitchFamily="2" charset="-122"/>
            </a:endParaRPr>
          </a:p>
        </p:txBody>
      </p:sp>
      <p:sp>
        <p:nvSpPr>
          <p:cNvPr id="2" name="灯片编号占位符 1">
            <a:extLst>
              <a:ext uri="{FF2B5EF4-FFF2-40B4-BE49-F238E27FC236}">
                <a16:creationId xmlns:a16="http://schemas.microsoft.com/office/drawing/2014/main" id="{4AA91BEC-BB6A-4719-B14D-904EC7BD34D1}"/>
              </a:ext>
            </a:extLst>
          </p:cNvPr>
          <p:cNvSpPr>
            <a:spLocks noGrp="1"/>
          </p:cNvSpPr>
          <p:nvPr>
            <p:ph type="sldNum" sz="quarter" idx="12"/>
          </p:nvPr>
        </p:nvSpPr>
        <p:spPr/>
        <p:txBody>
          <a:bodyPr/>
          <a:lstStyle/>
          <a:p>
            <a:pPr>
              <a:defRPr/>
            </a:pPr>
            <a:fld id="{76D20AB1-C80E-44EB-B890-88EEF3B3DC08}" type="slidenum">
              <a:rPr lang="zh-CN" altLang="en-US" smtClean="0"/>
              <a:pPr>
                <a:defRPr/>
              </a:pPr>
              <a:t>27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7738"/>
                                        </p:tgtEl>
                                        <p:attrNameLst>
                                          <p:attrName>style.visibility</p:attrName>
                                        </p:attrNameLst>
                                      </p:cBhvr>
                                      <p:to>
                                        <p:strVal val="visible"/>
                                      </p:to>
                                    </p:set>
                                    <p:anim calcmode="lin" valueType="num">
                                      <p:cBhvr>
                                        <p:cTn id="7" dur="500" fill="hold"/>
                                        <p:tgtEl>
                                          <p:spTgt spid="67738"/>
                                        </p:tgtEl>
                                        <p:attrNameLst>
                                          <p:attrName>ppt_w</p:attrName>
                                        </p:attrNameLst>
                                      </p:cBhvr>
                                      <p:tavLst>
                                        <p:tav tm="0">
                                          <p:val>
                                            <p:fltVal val="0"/>
                                          </p:val>
                                        </p:tav>
                                        <p:tav tm="100000">
                                          <p:val>
                                            <p:strVal val="#ppt_w"/>
                                          </p:val>
                                        </p:tav>
                                      </p:tavLst>
                                    </p:anim>
                                    <p:anim calcmode="lin" valueType="num">
                                      <p:cBhvr>
                                        <p:cTn id="8" dur="500" fill="hold"/>
                                        <p:tgtEl>
                                          <p:spTgt spid="67738"/>
                                        </p:tgtEl>
                                        <p:attrNameLst>
                                          <p:attrName>ppt_h</p:attrName>
                                        </p:attrNameLst>
                                      </p:cBhvr>
                                      <p:tavLst>
                                        <p:tav tm="0">
                                          <p:val>
                                            <p:fltVal val="0"/>
                                          </p:val>
                                        </p:tav>
                                        <p:tav tm="100000">
                                          <p:val>
                                            <p:strVal val="#ppt_h"/>
                                          </p:val>
                                        </p:tav>
                                      </p:tavLst>
                                    </p:anim>
                                    <p:animEffect transition="in" filter="fade">
                                      <p:cBhvr>
                                        <p:cTn id="9" dur="500"/>
                                        <p:tgtEl>
                                          <p:spTgt spid="6773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7737"/>
                                        </p:tgtEl>
                                        <p:attrNameLst>
                                          <p:attrName>style.visibility</p:attrName>
                                        </p:attrNameLst>
                                      </p:cBhvr>
                                      <p:to>
                                        <p:strVal val="visible"/>
                                      </p:to>
                                    </p:set>
                                    <p:anim calcmode="lin" valueType="num">
                                      <p:cBhvr>
                                        <p:cTn id="12" dur="500" fill="hold"/>
                                        <p:tgtEl>
                                          <p:spTgt spid="67737"/>
                                        </p:tgtEl>
                                        <p:attrNameLst>
                                          <p:attrName>ppt_w</p:attrName>
                                        </p:attrNameLst>
                                      </p:cBhvr>
                                      <p:tavLst>
                                        <p:tav tm="0">
                                          <p:val>
                                            <p:fltVal val="0"/>
                                          </p:val>
                                        </p:tav>
                                        <p:tav tm="100000">
                                          <p:val>
                                            <p:strVal val="#ppt_w"/>
                                          </p:val>
                                        </p:tav>
                                      </p:tavLst>
                                    </p:anim>
                                    <p:anim calcmode="lin" valueType="num">
                                      <p:cBhvr>
                                        <p:cTn id="13" dur="500" fill="hold"/>
                                        <p:tgtEl>
                                          <p:spTgt spid="67737"/>
                                        </p:tgtEl>
                                        <p:attrNameLst>
                                          <p:attrName>ppt_h</p:attrName>
                                        </p:attrNameLst>
                                      </p:cBhvr>
                                      <p:tavLst>
                                        <p:tav tm="0">
                                          <p:val>
                                            <p:fltVal val="0"/>
                                          </p:val>
                                        </p:tav>
                                        <p:tav tm="100000">
                                          <p:val>
                                            <p:strVal val="#ppt_h"/>
                                          </p:val>
                                        </p:tav>
                                      </p:tavLst>
                                    </p:anim>
                                    <p:animEffect transition="in" filter="fade">
                                      <p:cBhvr>
                                        <p:cTn id="14" dur="500"/>
                                        <p:tgtEl>
                                          <p:spTgt spid="6773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67728"/>
                                        </p:tgtEl>
                                        <p:attrNameLst>
                                          <p:attrName>style.visibility</p:attrName>
                                        </p:attrNameLst>
                                      </p:cBhvr>
                                      <p:to>
                                        <p:strVal val="visible"/>
                                      </p:to>
                                    </p:set>
                                    <p:anim calcmode="lin" valueType="num">
                                      <p:cBhvr>
                                        <p:cTn id="19" dur="500" fill="hold"/>
                                        <p:tgtEl>
                                          <p:spTgt spid="67728"/>
                                        </p:tgtEl>
                                        <p:attrNameLst>
                                          <p:attrName>ppt_w</p:attrName>
                                        </p:attrNameLst>
                                      </p:cBhvr>
                                      <p:tavLst>
                                        <p:tav tm="0">
                                          <p:val>
                                            <p:fltVal val="0"/>
                                          </p:val>
                                        </p:tav>
                                        <p:tav tm="100000">
                                          <p:val>
                                            <p:strVal val="#ppt_w"/>
                                          </p:val>
                                        </p:tav>
                                      </p:tavLst>
                                    </p:anim>
                                    <p:anim calcmode="lin" valueType="num">
                                      <p:cBhvr>
                                        <p:cTn id="20" dur="500" fill="hold"/>
                                        <p:tgtEl>
                                          <p:spTgt spid="67728"/>
                                        </p:tgtEl>
                                        <p:attrNameLst>
                                          <p:attrName>ppt_h</p:attrName>
                                        </p:attrNameLst>
                                      </p:cBhvr>
                                      <p:tavLst>
                                        <p:tav tm="0">
                                          <p:val>
                                            <p:fltVal val="0"/>
                                          </p:val>
                                        </p:tav>
                                        <p:tav tm="100000">
                                          <p:val>
                                            <p:strVal val="#ppt_h"/>
                                          </p:val>
                                        </p:tav>
                                      </p:tavLst>
                                    </p:anim>
                                    <p:animEffect transition="in" filter="fade">
                                      <p:cBhvr>
                                        <p:cTn id="21" dur="500"/>
                                        <p:tgtEl>
                                          <p:spTgt spid="67728"/>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67727"/>
                                        </p:tgtEl>
                                        <p:attrNameLst>
                                          <p:attrName>style.visibility</p:attrName>
                                        </p:attrNameLst>
                                      </p:cBhvr>
                                      <p:to>
                                        <p:strVal val="visible"/>
                                      </p:to>
                                    </p:set>
                                    <p:anim calcmode="lin" valueType="num">
                                      <p:cBhvr>
                                        <p:cTn id="24" dur="500" fill="hold"/>
                                        <p:tgtEl>
                                          <p:spTgt spid="67727"/>
                                        </p:tgtEl>
                                        <p:attrNameLst>
                                          <p:attrName>ppt_w</p:attrName>
                                        </p:attrNameLst>
                                      </p:cBhvr>
                                      <p:tavLst>
                                        <p:tav tm="0">
                                          <p:val>
                                            <p:fltVal val="0"/>
                                          </p:val>
                                        </p:tav>
                                        <p:tav tm="100000">
                                          <p:val>
                                            <p:strVal val="#ppt_w"/>
                                          </p:val>
                                        </p:tav>
                                      </p:tavLst>
                                    </p:anim>
                                    <p:anim calcmode="lin" valueType="num">
                                      <p:cBhvr>
                                        <p:cTn id="25" dur="500" fill="hold"/>
                                        <p:tgtEl>
                                          <p:spTgt spid="67727"/>
                                        </p:tgtEl>
                                        <p:attrNameLst>
                                          <p:attrName>ppt_h</p:attrName>
                                        </p:attrNameLst>
                                      </p:cBhvr>
                                      <p:tavLst>
                                        <p:tav tm="0">
                                          <p:val>
                                            <p:fltVal val="0"/>
                                          </p:val>
                                        </p:tav>
                                        <p:tav tm="100000">
                                          <p:val>
                                            <p:strVal val="#ppt_h"/>
                                          </p:val>
                                        </p:tav>
                                      </p:tavLst>
                                    </p:anim>
                                    <p:animEffect transition="in" filter="fade">
                                      <p:cBhvr>
                                        <p:cTn id="26" dur="500"/>
                                        <p:tgtEl>
                                          <p:spTgt spid="6772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67739"/>
                                        </p:tgtEl>
                                        <p:attrNameLst>
                                          <p:attrName>style.visibility</p:attrName>
                                        </p:attrNameLst>
                                      </p:cBhvr>
                                      <p:to>
                                        <p:strVal val="visible"/>
                                      </p:to>
                                    </p:set>
                                    <p:anim calcmode="lin" valueType="num">
                                      <p:cBhvr>
                                        <p:cTn id="31" dur="500" fill="hold"/>
                                        <p:tgtEl>
                                          <p:spTgt spid="67739"/>
                                        </p:tgtEl>
                                        <p:attrNameLst>
                                          <p:attrName>ppt_w</p:attrName>
                                        </p:attrNameLst>
                                      </p:cBhvr>
                                      <p:tavLst>
                                        <p:tav tm="0">
                                          <p:val>
                                            <p:fltVal val="0"/>
                                          </p:val>
                                        </p:tav>
                                        <p:tav tm="100000">
                                          <p:val>
                                            <p:strVal val="#ppt_w"/>
                                          </p:val>
                                        </p:tav>
                                      </p:tavLst>
                                    </p:anim>
                                    <p:anim calcmode="lin" valueType="num">
                                      <p:cBhvr>
                                        <p:cTn id="32" dur="500" fill="hold"/>
                                        <p:tgtEl>
                                          <p:spTgt spid="67739"/>
                                        </p:tgtEl>
                                        <p:attrNameLst>
                                          <p:attrName>ppt_h</p:attrName>
                                        </p:attrNameLst>
                                      </p:cBhvr>
                                      <p:tavLst>
                                        <p:tav tm="0">
                                          <p:val>
                                            <p:fltVal val="0"/>
                                          </p:val>
                                        </p:tav>
                                        <p:tav tm="100000">
                                          <p:val>
                                            <p:strVal val="#ppt_h"/>
                                          </p:val>
                                        </p:tav>
                                      </p:tavLst>
                                    </p:anim>
                                    <p:animEffect transition="in" filter="fade">
                                      <p:cBhvr>
                                        <p:cTn id="33" dur="500"/>
                                        <p:tgtEl>
                                          <p:spTgt spid="67739"/>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67740"/>
                                        </p:tgtEl>
                                        <p:attrNameLst>
                                          <p:attrName>style.visibility</p:attrName>
                                        </p:attrNameLst>
                                      </p:cBhvr>
                                      <p:to>
                                        <p:strVal val="visible"/>
                                      </p:to>
                                    </p:set>
                                    <p:anim calcmode="lin" valueType="num">
                                      <p:cBhvr>
                                        <p:cTn id="36" dur="500" fill="hold"/>
                                        <p:tgtEl>
                                          <p:spTgt spid="67740"/>
                                        </p:tgtEl>
                                        <p:attrNameLst>
                                          <p:attrName>ppt_w</p:attrName>
                                        </p:attrNameLst>
                                      </p:cBhvr>
                                      <p:tavLst>
                                        <p:tav tm="0">
                                          <p:val>
                                            <p:fltVal val="0"/>
                                          </p:val>
                                        </p:tav>
                                        <p:tav tm="100000">
                                          <p:val>
                                            <p:strVal val="#ppt_w"/>
                                          </p:val>
                                        </p:tav>
                                      </p:tavLst>
                                    </p:anim>
                                    <p:anim calcmode="lin" valueType="num">
                                      <p:cBhvr>
                                        <p:cTn id="37" dur="500" fill="hold"/>
                                        <p:tgtEl>
                                          <p:spTgt spid="67740"/>
                                        </p:tgtEl>
                                        <p:attrNameLst>
                                          <p:attrName>ppt_h</p:attrName>
                                        </p:attrNameLst>
                                      </p:cBhvr>
                                      <p:tavLst>
                                        <p:tav tm="0">
                                          <p:val>
                                            <p:fltVal val="0"/>
                                          </p:val>
                                        </p:tav>
                                        <p:tav tm="100000">
                                          <p:val>
                                            <p:strVal val="#ppt_h"/>
                                          </p:val>
                                        </p:tav>
                                      </p:tavLst>
                                    </p:anim>
                                    <p:animEffect transition="in" filter="fade">
                                      <p:cBhvr>
                                        <p:cTn id="38" dur="500"/>
                                        <p:tgtEl>
                                          <p:spTgt spid="6774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53" presetClass="exit" presetSubtype="32" fill="hold" nodeType="clickEffect">
                                  <p:stCondLst>
                                    <p:cond delay="0"/>
                                  </p:stCondLst>
                                  <p:childTnLst>
                                    <p:anim calcmode="lin" valueType="num">
                                      <p:cBhvr>
                                        <p:cTn id="42" dur="500"/>
                                        <p:tgtEl>
                                          <p:spTgt spid="4"/>
                                        </p:tgtEl>
                                        <p:attrNameLst>
                                          <p:attrName>ppt_w</p:attrName>
                                        </p:attrNameLst>
                                      </p:cBhvr>
                                      <p:tavLst>
                                        <p:tav tm="0">
                                          <p:val>
                                            <p:strVal val="ppt_w"/>
                                          </p:val>
                                        </p:tav>
                                        <p:tav tm="100000">
                                          <p:val>
                                            <p:fltVal val="0"/>
                                          </p:val>
                                        </p:tav>
                                      </p:tavLst>
                                    </p:anim>
                                    <p:anim calcmode="lin" valueType="num">
                                      <p:cBhvr>
                                        <p:cTn id="43" dur="500"/>
                                        <p:tgtEl>
                                          <p:spTgt spid="4"/>
                                        </p:tgtEl>
                                        <p:attrNameLst>
                                          <p:attrName>ppt_h</p:attrName>
                                        </p:attrNameLst>
                                      </p:cBhvr>
                                      <p:tavLst>
                                        <p:tav tm="0">
                                          <p:val>
                                            <p:strVal val="ppt_h"/>
                                          </p:val>
                                        </p:tav>
                                        <p:tav tm="100000">
                                          <p:val>
                                            <p:fltVal val="0"/>
                                          </p:val>
                                        </p:tav>
                                      </p:tavLst>
                                    </p:anim>
                                    <p:animEffect transition="out" filter="fade">
                                      <p:cBhvr>
                                        <p:cTn id="44" dur="500"/>
                                        <p:tgtEl>
                                          <p:spTgt spid="4"/>
                                        </p:tgtEl>
                                      </p:cBhvr>
                                    </p:animEffect>
                                    <p:set>
                                      <p:cBhvr>
                                        <p:cTn id="45" dur="1" fill="hold">
                                          <p:stCondLst>
                                            <p:cond delay="499"/>
                                          </p:stCondLst>
                                        </p:cTn>
                                        <p:tgtEl>
                                          <p:spTgt spid="4"/>
                                        </p:tgtEl>
                                        <p:attrNameLst>
                                          <p:attrName>style.visibility</p:attrName>
                                        </p:attrNameLst>
                                      </p:cBhvr>
                                      <p:to>
                                        <p:strVal val="hidden"/>
                                      </p:to>
                                    </p:set>
                                  </p:childTnLst>
                                </p:cTn>
                              </p:par>
                            </p:childTnLst>
                          </p:cTn>
                        </p:par>
                        <p:par>
                          <p:cTn id="46" fill="hold" nodeType="afterGroup">
                            <p:stCondLst>
                              <p:cond delay="500"/>
                            </p:stCondLst>
                            <p:childTnLst>
                              <p:par>
                                <p:cTn id="47" presetID="53" presetClass="entr" presetSubtype="16" fill="hold" grpId="0" nodeType="after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p:cTn id="49" dur="500" fill="hold"/>
                                        <p:tgtEl>
                                          <p:spTgt spid="3"/>
                                        </p:tgtEl>
                                        <p:attrNameLst>
                                          <p:attrName>ppt_w</p:attrName>
                                        </p:attrNameLst>
                                      </p:cBhvr>
                                      <p:tavLst>
                                        <p:tav tm="0">
                                          <p:val>
                                            <p:fltVal val="0"/>
                                          </p:val>
                                        </p:tav>
                                        <p:tav tm="100000">
                                          <p:val>
                                            <p:strVal val="#ppt_w"/>
                                          </p:val>
                                        </p:tav>
                                      </p:tavLst>
                                    </p:anim>
                                    <p:anim calcmode="lin" valueType="num">
                                      <p:cBhvr>
                                        <p:cTn id="50" dur="500" fill="hold"/>
                                        <p:tgtEl>
                                          <p:spTgt spid="3"/>
                                        </p:tgtEl>
                                        <p:attrNameLst>
                                          <p:attrName>ppt_h</p:attrName>
                                        </p:attrNameLst>
                                      </p:cBhvr>
                                      <p:tavLst>
                                        <p:tav tm="0">
                                          <p:val>
                                            <p:fltVal val="0"/>
                                          </p:val>
                                        </p:tav>
                                        <p:tav tm="100000">
                                          <p:val>
                                            <p:strVal val="#ppt_h"/>
                                          </p:val>
                                        </p:tav>
                                      </p:tavLst>
                                    </p:anim>
                                    <p:animEffect transition="in" filter="fade">
                                      <p:cBhvr>
                                        <p:cTn id="5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27" grpId="0" animBg="1"/>
      <p:bldP spid="67728" grpId="0"/>
      <p:bldP spid="67737" grpId="0" animBg="1"/>
      <p:bldP spid="67738" grpId="0"/>
      <p:bldP spid="67739" grpId="0"/>
      <p:bldP spid="67740" grpId="0" animBg="1"/>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5"/>
          <p:cNvSpPr txBox="1">
            <a:spLocks noChangeArrowheads="1"/>
          </p:cNvSpPr>
          <p:nvPr/>
        </p:nvSpPr>
        <p:spPr bwMode="auto">
          <a:xfrm>
            <a:off x="107950" y="1041400"/>
            <a:ext cx="1555750" cy="21542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0</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 · S</a:t>
            </a:r>
            <a:r>
              <a:rPr lang="zh-CN" altLang="en-US"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rPr>
              <a:t>,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 · 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L→·*R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 · </a:t>
            </a:r>
            <a:r>
              <a:rPr lang="en-US" altLang="zh-CN" sz="2000" b="1">
                <a:solidFill>
                  <a:srgbClr val="000000"/>
                </a:solidFill>
                <a:latin typeface="Times New Roman" panose="02020603050405020304" pitchFamily="18" charset="0"/>
              </a:rPr>
              <a:t>id</a:t>
            </a:r>
            <a:r>
              <a:rPr lang="en-US" altLang="zh-CN" sz="2000" b="1" i="1">
                <a:solidFill>
                  <a:srgbClr val="000000"/>
                </a:solidFill>
                <a:latin typeface="Times New Roman" panose="02020603050405020304" pitchFamily="18" charset="0"/>
              </a:rPr>
              <a:t>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 · L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67587" name="Text Box 6"/>
          <p:cNvSpPr txBox="1">
            <a:spLocks noChangeArrowheads="1"/>
          </p:cNvSpPr>
          <p:nvPr/>
        </p:nvSpPr>
        <p:spPr bwMode="auto">
          <a:xfrm>
            <a:off x="1966913" y="682625"/>
            <a:ext cx="1223962"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I</a:t>
            </a:r>
            <a:r>
              <a:rPr lang="en-US" altLang="zh-CN" sz="2000" b="1" i="1" baseline="-25000">
                <a:solidFill>
                  <a:srgbClr val="000000"/>
                </a:solidFill>
                <a:latin typeface="Times New Roman" panose="02020603050405020304" pitchFamily="18" charset="0"/>
              </a:rPr>
              <a:t>1</a:t>
            </a:r>
            <a:r>
              <a:rPr lang="en-US" altLang="zh-CN" sz="2000" b="1">
                <a:solidFill>
                  <a:srgbClr val="000000"/>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S′</a:t>
            </a:r>
            <a:r>
              <a:rPr lang="en-US" altLang="zh-CN" sz="2000" b="1" i="1">
                <a:solidFill>
                  <a:srgbClr val="000000"/>
                </a:solidFill>
                <a:latin typeface="Times New Roman" panose="02020603050405020304" pitchFamily="18" charset="0"/>
              </a:rPr>
              <a:t>→S· , </a:t>
            </a:r>
            <a:r>
              <a:rPr lang="en-US" altLang="zh-CN" sz="2000" b="1">
                <a:solidFill>
                  <a:srgbClr val="000000"/>
                </a:solidFill>
                <a:latin typeface="华文楷体" panose="02010600040101010101" pitchFamily="2" charset="-122"/>
              </a:rPr>
              <a:t>$</a:t>
            </a:r>
            <a:endParaRPr lang="en-US" altLang="zh-CN" sz="2000" b="1" i="1">
              <a:solidFill>
                <a:srgbClr val="000000"/>
              </a:solidFill>
              <a:latin typeface="Times New Roman" panose="02020603050405020304" pitchFamily="18" charset="0"/>
            </a:endParaRPr>
          </a:p>
        </p:txBody>
      </p:sp>
      <p:sp>
        <p:nvSpPr>
          <p:cNvPr id="67588" name="Line 7"/>
          <p:cNvSpPr>
            <a:spLocks noChangeShapeType="1"/>
          </p:cNvSpPr>
          <p:nvPr/>
        </p:nvSpPr>
        <p:spPr bwMode="auto">
          <a:xfrm flipV="1">
            <a:off x="1689100" y="1273175"/>
            <a:ext cx="288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499" name="Text Box 8"/>
          <p:cNvSpPr txBox="1">
            <a:spLocks noChangeArrowheads="1"/>
          </p:cNvSpPr>
          <p:nvPr/>
        </p:nvSpPr>
        <p:spPr bwMode="auto">
          <a:xfrm>
            <a:off x="1966913" y="1463675"/>
            <a:ext cx="1479550" cy="93821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2</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7590" name="Line 9"/>
          <p:cNvSpPr>
            <a:spLocks noChangeShapeType="1"/>
          </p:cNvSpPr>
          <p:nvPr/>
        </p:nvSpPr>
        <p:spPr bwMode="auto">
          <a:xfrm flipV="1">
            <a:off x="1679575" y="1860550"/>
            <a:ext cx="2984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591" name="Text Box 10"/>
          <p:cNvSpPr txBox="1">
            <a:spLocks noChangeArrowheads="1"/>
          </p:cNvSpPr>
          <p:nvPr/>
        </p:nvSpPr>
        <p:spPr bwMode="auto">
          <a:xfrm>
            <a:off x="1655763" y="1465263"/>
            <a:ext cx="503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01502" name="Text Box 11"/>
          <p:cNvSpPr txBox="1">
            <a:spLocks noChangeArrowheads="1"/>
          </p:cNvSpPr>
          <p:nvPr/>
        </p:nvSpPr>
        <p:spPr bwMode="auto">
          <a:xfrm>
            <a:off x="1966913" y="2444750"/>
            <a:ext cx="122396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3</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7593" name="Line 12"/>
          <p:cNvSpPr>
            <a:spLocks noChangeShapeType="1"/>
          </p:cNvSpPr>
          <p:nvPr/>
        </p:nvSpPr>
        <p:spPr bwMode="auto">
          <a:xfrm flipV="1">
            <a:off x="1655763" y="2700338"/>
            <a:ext cx="2889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594" name="Text Box 13"/>
          <p:cNvSpPr txBox="1">
            <a:spLocks noChangeArrowheads="1"/>
          </p:cNvSpPr>
          <p:nvPr/>
        </p:nvSpPr>
        <p:spPr bwMode="auto">
          <a:xfrm>
            <a:off x="1628775" y="2333625"/>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01505" name="Text Box 14"/>
          <p:cNvSpPr txBox="1">
            <a:spLocks noChangeArrowheads="1"/>
          </p:cNvSpPr>
          <p:nvPr/>
        </p:nvSpPr>
        <p:spPr bwMode="auto">
          <a:xfrm>
            <a:off x="1978025" y="3236913"/>
            <a:ext cx="1568450" cy="150336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4</a:t>
            </a:r>
            <a:r>
              <a:rPr kumimoji="1" lang="en-US" altLang="zh-CN" sz="2000" b="1">
                <a:solidFill>
                  <a:srgbClr val="000000"/>
                </a:solidFill>
                <a:latin typeface="Times New Roman" panose="02020603050405020304" pitchFamily="18" charset="0"/>
              </a:rPr>
              <a:t>:</a:t>
            </a: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2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a:solidFill>
                  <a:srgbClr val="000000"/>
                </a:solidFill>
                <a:latin typeface="Times New Roman" panose="02020603050405020304" pitchFamily="18" charset="0"/>
                <a:cs typeface="Times New Roman" panose="02020603050405020304" pitchFamily="18" charset="0"/>
              </a:rPr>
              <a:t> </a:t>
            </a:r>
            <a:r>
              <a:rPr kumimoji="1" lang="en-US" altLang="zh-CN" sz="2000" b="1">
                <a:solidFill>
                  <a:srgbClr val="000000"/>
                </a:solidFill>
                <a:latin typeface="Times New Roman" panose="02020603050405020304" pitchFamily="18" charset="0"/>
              </a:rPr>
              <a:t>id</a:t>
            </a:r>
            <a:r>
              <a:rPr kumimoji="1" lang="zh-CN" altLang="en-US" sz="2000" b="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101506" name="Text Box 15"/>
          <p:cNvSpPr txBox="1">
            <a:spLocks noChangeArrowheads="1"/>
          </p:cNvSpPr>
          <p:nvPr/>
        </p:nvSpPr>
        <p:spPr bwMode="auto">
          <a:xfrm>
            <a:off x="3921125" y="4281488"/>
            <a:ext cx="1584325"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5</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7597" name="Text Box 16"/>
          <p:cNvSpPr txBox="1">
            <a:spLocks noChangeArrowheads="1"/>
          </p:cNvSpPr>
          <p:nvPr/>
        </p:nvSpPr>
        <p:spPr bwMode="auto">
          <a:xfrm>
            <a:off x="1693863" y="293211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7598" name="Text Box 17"/>
          <p:cNvSpPr txBox="1">
            <a:spLocks noChangeArrowheads="1"/>
          </p:cNvSpPr>
          <p:nvPr/>
        </p:nvSpPr>
        <p:spPr bwMode="auto">
          <a:xfrm>
            <a:off x="1336675" y="368776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sp>
        <p:nvSpPr>
          <p:cNvPr id="101509" name="Text Box 18"/>
          <p:cNvSpPr txBox="1">
            <a:spLocks noChangeArrowheads="1"/>
          </p:cNvSpPr>
          <p:nvPr/>
        </p:nvSpPr>
        <p:spPr bwMode="auto">
          <a:xfrm>
            <a:off x="3921125" y="771525"/>
            <a:ext cx="1655763" cy="16319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6</a:t>
            </a:r>
            <a:r>
              <a:rPr kumimoji="1" lang="en-US" altLang="zh-CN" sz="2000" b="1">
                <a:solidFill>
                  <a:srgbClr val="000000"/>
                </a:solidFill>
                <a:latin typeface="Times New Roman" panose="02020603050405020304" pitchFamily="18" charset="0"/>
              </a:rPr>
              <a:t>:</a:t>
            </a:r>
          </a:p>
          <a:p>
            <a:pPr>
              <a:lnSpc>
                <a:spcPts val="2400"/>
              </a:lnSpc>
              <a:defRPr/>
            </a:pPr>
            <a:r>
              <a:rPr kumimoji="1" lang="en-US" altLang="zh-CN" sz="2000" b="1" i="1">
                <a:solidFill>
                  <a:srgbClr val="000000"/>
                </a:solidFill>
                <a:latin typeface="Times New Roman" panose="02020603050405020304" pitchFamily="18" charset="0"/>
              </a:rPr>
              <a:t>S→L=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R→</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L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solidFill>
                  <a:srgbClr val="000000"/>
                </a:solidFill>
                <a:latin typeface="Times New Roman" panose="02020603050405020304" pitchFamily="18" charset="0"/>
              </a:rPr>
              <a:t>*R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a:p>
            <a:pPr>
              <a:lnSpc>
                <a:spcPts val="2400"/>
              </a:lnSpc>
              <a:defRPr/>
            </a:pPr>
            <a:r>
              <a:rPr kumimoji="1" lang="en-US" altLang="zh-CN" sz="2000" b="1" i="1">
                <a:solidFill>
                  <a:srgbClr val="000000"/>
                </a:solidFill>
                <a:latin typeface="Times New Roman" panose="02020603050405020304" pitchFamily="18" charset="0"/>
              </a:rPr>
              <a:t>L→</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a:solidFill>
                  <a:srgbClr val="000000"/>
                </a:solidFill>
                <a:latin typeface="Times New Roman" panose="02020603050405020304" pitchFamily="18" charset="0"/>
              </a:rPr>
              <a:t>id</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7600" name="Line 19"/>
          <p:cNvSpPr>
            <a:spLocks noChangeShapeType="1"/>
          </p:cNvSpPr>
          <p:nvPr/>
        </p:nvSpPr>
        <p:spPr bwMode="auto">
          <a:xfrm flipV="1">
            <a:off x="3446463" y="1924050"/>
            <a:ext cx="4302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1" name="Text Box 20"/>
          <p:cNvSpPr txBox="1">
            <a:spLocks noChangeArrowheads="1"/>
          </p:cNvSpPr>
          <p:nvPr/>
        </p:nvSpPr>
        <p:spPr bwMode="auto">
          <a:xfrm>
            <a:off x="3441700" y="1595438"/>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a:t>
            </a:r>
          </a:p>
        </p:txBody>
      </p:sp>
      <p:sp>
        <p:nvSpPr>
          <p:cNvPr id="101512" name="Text Box 21"/>
          <p:cNvSpPr txBox="1">
            <a:spLocks noChangeArrowheads="1"/>
          </p:cNvSpPr>
          <p:nvPr/>
        </p:nvSpPr>
        <p:spPr bwMode="auto">
          <a:xfrm>
            <a:off x="3921125" y="2733675"/>
            <a:ext cx="1655763" cy="70643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7</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7603" name="Line 22"/>
          <p:cNvSpPr>
            <a:spLocks noChangeShapeType="1"/>
          </p:cNvSpPr>
          <p:nvPr/>
        </p:nvSpPr>
        <p:spPr bwMode="auto">
          <a:xfrm>
            <a:off x="3565525" y="3308350"/>
            <a:ext cx="393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4" name="Text Box 23"/>
          <p:cNvSpPr txBox="1">
            <a:spLocks noChangeArrowheads="1"/>
          </p:cNvSpPr>
          <p:nvPr/>
        </p:nvSpPr>
        <p:spPr bwMode="auto">
          <a:xfrm>
            <a:off x="3511550" y="2949575"/>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101515" name="Text Box 24"/>
          <p:cNvSpPr txBox="1">
            <a:spLocks noChangeArrowheads="1"/>
          </p:cNvSpPr>
          <p:nvPr/>
        </p:nvSpPr>
        <p:spPr bwMode="auto">
          <a:xfrm>
            <a:off x="3921125" y="3525838"/>
            <a:ext cx="1584325" cy="706437"/>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8</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R→L</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zh-CN" altLang="en-US" sz="2000" b="1" i="1">
                <a:solidFill>
                  <a:srgbClr val="000000"/>
                </a:solidFill>
                <a:latin typeface="Times New Roman" panose="02020603050405020304" pitchFamily="18" charset="0"/>
              </a:rPr>
              <a:t> </a:t>
            </a:r>
            <a:r>
              <a:rPr kumimoji="1" lang="en-US" altLang="zh-CN" sz="2000" b="1" i="1">
                <a:solidFill>
                  <a:srgbClr val="000000"/>
                </a:solidFill>
                <a:latin typeface="Times New Roman" panose="02020603050405020304" pitchFamily="18" charset="0"/>
              </a:rPr>
              <a:t>, =/</a:t>
            </a:r>
            <a:r>
              <a:rPr kumimoji="1" lang="en-US" altLang="zh-CN" sz="2000" b="1">
                <a:solidFill>
                  <a:srgbClr val="000000"/>
                </a:solidFill>
                <a:latin typeface="华文楷体" panose="02010600040101010101" pitchFamily="2" charset="-122"/>
              </a:rPr>
              <a:t> $</a:t>
            </a:r>
            <a:endParaRPr kumimoji="1" lang="en-US" altLang="zh-CN" sz="2000" b="1" i="1">
              <a:solidFill>
                <a:srgbClr val="000000"/>
              </a:solidFill>
              <a:latin typeface="Times New Roman" panose="02020603050405020304" pitchFamily="18" charset="0"/>
            </a:endParaRPr>
          </a:p>
        </p:txBody>
      </p:sp>
      <p:sp>
        <p:nvSpPr>
          <p:cNvPr id="67606" name="Line 25"/>
          <p:cNvSpPr>
            <a:spLocks noChangeShapeType="1"/>
          </p:cNvSpPr>
          <p:nvPr/>
        </p:nvSpPr>
        <p:spPr bwMode="auto">
          <a:xfrm>
            <a:off x="3533775" y="3957638"/>
            <a:ext cx="3873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07" name="Text Box 26"/>
          <p:cNvSpPr txBox="1">
            <a:spLocks noChangeArrowheads="1"/>
          </p:cNvSpPr>
          <p:nvPr/>
        </p:nvSpPr>
        <p:spPr bwMode="auto">
          <a:xfrm>
            <a:off x="3527425" y="3597275"/>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L</a:t>
            </a:r>
          </a:p>
        </p:txBody>
      </p:sp>
      <p:sp>
        <p:nvSpPr>
          <p:cNvPr id="101518" name="Text Box 27"/>
          <p:cNvSpPr txBox="1">
            <a:spLocks noChangeArrowheads="1"/>
          </p:cNvSpPr>
          <p:nvPr/>
        </p:nvSpPr>
        <p:spPr bwMode="auto">
          <a:xfrm>
            <a:off x="6119813" y="63500"/>
            <a:ext cx="1719262" cy="70802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solidFill>
                  <a:srgbClr val="000000"/>
                </a:solidFill>
                <a:latin typeface="Times New Roman" panose="02020603050405020304" pitchFamily="18" charset="0"/>
              </a:rPr>
              <a:t>I</a:t>
            </a:r>
            <a:r>
              <a:rPr kumimoji="1" lang="en-US" altLang="zh-CN" sz="2000" b="1" i="1" baseline="-25000">
                <a:solidFill>
                  <a:srgbClr val="000000"/>
                </a:solidFill>
                <a:latin typeface="Times New Roman" panose="02020603050405020304" pitchFamily="18" charset="0"/>
              </a:rPr>
              <a:t>9</a:t>
            </a:r>
            <a:r>
              <a:rPr kumimoji="1" lang="en-US" altLang="zh-CN" sz="2000" b="1">
                <a:solidFill>
                  <a:srgbClr val="000000"/>
                </a:solidFill>
                <a:latin typeface="Times New Roman" panose="02020603050405020304" pitchFamily="18" charset="0"/>
              </a:rPr>
              <a:t>:</a:t>
            </a:r>
          </a:p>
          <a:p>
            <a:pPr>
              <a:defRPr/>
            </a:pPr>
            <a:r>
              <a:rPr kumimoji="1" lang="en-US" altLang="zh-CN" sz="2000" b="1" i="1">
                <a:solidFill>
                  <a:srgbClr val="000000"/>
                </a:solidFill>
                <a:latin typeface="Times New Roman" panose="02020603050405020304" pitchFamily="18" charset="0"/>
              </a:rPr>
              <a:t>S→L=R</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solidFill>
                  <a:srgbClr val="000000"/>
                </a:solidFill>
                <a:latin typeface="Times New Roman" panose="02020603050405020304" pitchFamily="18" charset="0"/>
              </a:rPr>
              <a:t> , </a:t>
            </a:r>
            <a:r>
              <a:rPr kumimoji="1" lang="en-US" altLang="zh-CN" sz="2000" b="1">
                <a:solidFill>
                  <a:srgbClr val="000000"/>
                </a:solidFill>
                <a:latin typeface="华文楷体" panose="02010600040101010101" pitchFamily="2" charset="-122"/>
              </a:rPr>
              <a:t>$</a:t>
            </a:r>
            <a:endParaRPr kumimoji="1" lang="en-US" altLang="zh-CN" sz="2000" b="1" i="1">
              <a:solidFill>
                <a:srgbClr val="000000"/>
              </a:solidFill>
              <a:latin typeface="Times New Roman" panose="02020603050405020304" pitchFamily="18" charset="0"/>
            </a:endParaRPr>
          </a:p>
        </p:txBody>
      </p:sp>
      <p:sp>
        <p:nvSpPr>
          <p:cNvPr id="67609" name="Line 28"/>
          <p:cNvSpPr>
            <a:spLocks noChangeShapeType="1"/>
          </p:cNvSpPr>
          <p:nvPr/>
        </p:nvSpPr>
        <p:spPr bwMode="auto">
          <a:xfrm flipV="1">
            <a:off x="5586413" y="514350"/>
            <a:ext cx="533400" cy="2444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0" name="Text Box 29"/>
          <p:cNvSpPr txBox="1">
            <a:spLocks noChangeArrowheads="1"/>
          </p:cNvSpPr>
          <p:nvPr/>
        </p:nvSpPr>
        <p:spPr bwMode="auto">
          <a:xfrm>
            <a:off x="5621338" y="30480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R</a:t>
            </a:r>
          </a:p>
        </p:txBody>
      </p:sp>
      <p:sp>
        <p:nvSpPr>
          <p:cNvPr id="67611" name="Line 30"/>
          <p:cNvSpPr>
            <a:spLocks noChangeShapeType="1"/>
          </p:cNvSpPr>
          <p:nvPr/>
        </p:nvSpPr>
        <p:spPr bwMode="auto">
          <a:xfrm flipH="1">
            <a:off x="3441700" y="2125663"/>
            <a:ext cx="479425" cy="1149350"/>
          </a:xfrm>
          <a:prstGeom prst="line">
            <a:avLst/>
          </a:prstGeom>
          <a:noFill/>
          <a:ln w="38100">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2" name="Text Box 31"/>
          <p:cNvSpPr txBox="1">
            <a:spLocks noChangeArrowheads="1"/>
          </p:cNvSpPr>
          <p:nvPr/>
        </p:nvSpPr>
        <p:spPr bwMode="auto">
          <a:xfrm>
            <a:off x="3530600" y="21986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2D83F4"/>
                </a:solidFill>
                <a:latin typeface="Times New Roman" panose="02020603050405020304" pitchFamily="18" charset="0"/>
              </a:rPr>
              <a:t>*</a:t>
            </a:r>
          </a:p>
        </p:txBody>
      </p:sp>
      <p:sp>
        <p:nvSpPr>
          <p:cNvPr id="67613" name="Text Box 33"/>
          <p:cNvSpPr txBox="1">
            <a:spLocks noChangeArrowheads="1"/>
          </p:cNvSpPr>
          <p:nvPr/>
        </p:nvSpPr>
        <p:spPr bwMode="auto">
          <a:xfrm>
            <a:off x="1663700" y="89693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000000"/>
                </a:solidFill>
                <a:latin typeface="Times New Roman" panose="02020603050405020304" pitchFamily="18" charset="0"/>
              </a:rPr>
              <a:t>S</a:t>
            </a:r>
          </a:p>
        </p:txBody>
      </p:sp>
      <p:sp>
        <p:nvSpPr>
          <p:cNvPr id="67614" name="Line 34"/>
          <p:cNvSpPr>
            <a:spLocks noChangeShapeType="1"/>
          </p:cNvSpPr>
          <p:nvPr/>
        </p:nvSpPr>
        <p:spPr bwMode="auto">
          <a:xfrm flipV="1">
            <a:off x="3543300" y="4564063"/>
            <a:ext cx="377825"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5" name="Text Box 35"/>
          <p:cNvSpPr txBox="1">
            <a:spLocks noChangeArrowheads="1"/>
          </p:cNvSpPr>
          <p:nvPr/>
        </p:nvSpPr>
        <p:spPr bwMode="auto">
          <a:xfrm>
            <a:off x="3511550" y="4175125"/>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000000"/>
                </a:solidFill>
                <a:latin typeface="Times New Roman" panose="02020603050405020304" pitchFamily="18" charset="0"/>
              </a:rPr>
              <a:t>id</a:t>
            </a:r>
          </a:p>
        </p:txBody>
      </p:sp>
      <p:grpSp>
        <p:nvGrpSpPr>
          <p:cNvPr id="67616" name="Group 36"/>
          <p:cNvGrpSpPr>
            <a:grpSpLocks/>
          </p:cNvGrpSpPr>
          <p:nvPr/>
        </p:nvGrpSpPr>
        <p:grpSpPr bwMode="auto">
          <a:xfrm>
            <a:off x="1677988" y="3975100"/>
            <a:ext cx="290512" cy="269875"/>
            <a:chOff x="2335" y="3249"/>
            <a:chExt cx="183" cy="226"/>
          </a:xfrm>
        </p:grpSpPr>
        <p:sp>
          <p:nvSpPr>
            <p:cNvPr id="67742"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43"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744"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67617" name="Text Box 40"/>
          <p:cNvSpPr txBox="1">
            <a:spLocks noChangeArrowheads="1"/>
          </p:cNvSpPr>
          <p:nvPr/>
        </p:nvSpPr>
        <p:spPr bwMode="auto">
          <a:xfrm>
            <a:off x="1654175" y="394493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rgbClr val="000000"/>
                </a:solidFill>
                <a:latin typeface="Times New Roman" panose="02020603050405020304" pitchFamily="18" charset="0"/>
              </a:rPr>
              <a:t>*</a:t>
            </a:r>
          </a:p>
        </p:txBody>
      </p:sp>
      <p:sp>
        <p:nvSpPr>
          <p:cNvPr id="67618" name="Line 41"/>
          <p:cNvSpPr>
            <a:spLocks noChangeShapeType="1"/>
          </p:cNvSpPr>
          <p:nvPr/>
        </p:nvSpPr>
        <p:spPr bwMode="auto">
          <a:xfrm>
            <a:off x="1689100" y="3038475"/>
            <a:ext cx="261938" cy="433388"/>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19" name="Line 57"/>
          <p:cNvSpPr>
            <a:spLocks noChangeShapeType="1"/>
          </p:cNvSpPr>
          <p:nvPr/>
        </p:nvSpPr>
        <p:spPr bwMode="auto">
          <a:xfrm flipV="1">
            <a:off x="1314450" y="4872038"/>
            <a:ext cx="2606675" cy="206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620" name="Line 59"/>
          <p:cNvSpPr>
            <a:spLocks noChangeShapeType="1"/>
          </p:cNvSpPr>
          <p:nvPr/>
        </p:nvSpPr>
        <p:spPr bwMode="auto">
          <a:xfrm flipH="1" flipV="1">
            <a:off x="1301750" y="3195638"/>
            <a:ext cx="12700" cy="17240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21" name="Freeform 65"/>
          <p:cNvSpPr>
            <a:spLocks noChangeArrowheads="1"/>
          </p:cNvSpPr>
          <p:nvPr/>
        </p:nvSpPr>
        <p:spPr bwMode="auto">
          <a:xfrm rot="232506">
            <a:off x="5513388" y="2090738"/>
            <a:ext cx="330200" cy="2000250"/>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hlink"/>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22" name="Text Box 66"/>
          <p:cNvSpPr txBox="1">
            <a:spLocks noChangeArrowheads="1"/>
          </p:cNvSpPr>
          <p:nvPr/>
        </p:nvSpPr>
        <p:spPr bwMode="auto">
          <a:xfrm>
            <a:off x="5418138" y="2325688"/>
            <a:ext cx="4587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rgbClr val="2D83F4"/>
                </a:solidFill>
                <a:latin typeface="Times New Roman" panose="02020603050405020304" pitchFamily="18" charset="0"/>
              </a:rPr>
              <a:t>L</a:t>
            </a:r>
          </a:p>
        </p:txBody>
      </p:sp>
      <p:sp>
        <p:nvSpPr>
          <p:cNvPr id="67623" name="Text Box 68"/>
          <p:cNvSpPr txBox="1">
            <a:spLocks noChangeArrowheads="1"/>
          </p:cNvSpPr>
          <p:nvPr/>
        </p:nvSpPr>
        <p:spPr bwMode="auto">
          <a:xfrm>
            <a:off x="5888038" y="3275013"/>
            <a:ext cx="685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rgbClr val="2D83F4"/>
                </a:solidFill>
                <a:latin typeface="Times New Roman" panose="02020603050405020304" pitchFamily="18" charset="0"/>
              </a:rPr>
              <a:t>id</a:t>
            </a:r>
          </a:p>
        </p:txBody>
      </p:sp>
      <p:sp>
        <p:nvSpPr>
          <p:cNvPr id="67624" name="Freeform 69"/>
          <p:cNvSpPr>
            <a:spLocks noChangeArrowheads="1"/>
          </p:cNvSpPr>
          <p:nvPr/>
        </p:nvSpPr>
        <p:spPr bwMode="auto">
          <a:xfrm rot="169672">
            <a:off x="5557838" y="1835150"/>
            <a:ext cx="712787" cy="2700338"/>
          </a:xfrm>
          <a:custGeom>
            <a:avLst/>
            <a:gdLst>
              <a:gd name="T0" fmla="*/ 0 w 598"/>
              <a:gd name="T1" fmla="*/ 0 h 2268"/>
              <a:gd name="T2" fmla="*/ 2147483646 w 598"/>
              <a:gd name="T3" fmla="*/ 2147483646 h 2268"/>
              <a:gd name="T4" fmla="*/ 2147483646 w 598"/>
              <a:gd name="T5" fmla="*/ 2147483646 h 2268"/>
              <a:gd name="T6" fmla="*/ 0 60000 65536"/>
              <a:gd name="T7" fmla="*/ 0 60000 65536"/>
              <a:gd name="T8" fmla="*/ 0 60000 65536"/>
              <a:gd name="T9" fmla="*/ 0 w 598"/>
              <a:gd name="T10" fmla="*/ 0 h 2268"/>
              <a:gd name="T11" fmla="*/ 598 w 598"/>
              <a:gd name="T12" fmla="*/ 2268 h 2268"/>
            </a:gdLst>
            <a:ahLst/>
            <a:cxnLst>
              <a:cxn ang="T6">
                <a:pos x="T0" y="T1"/>
              </a:cxn>
              <a:cxn ang="T7">
                <a:pos x="T2" y="T3"/>
              </a:cxn>
              <a:cxn ang="T8">
                <a:pos x="T4" y="T5"/>
              </a:cxn>
            </a:cxnLst>
            <a:rect l="T9" t="T10" r="T11" b="T12"/>
            <a:pathLst>
              <a:path w="598" h="2268">
                <a:moveTo>
                  <a:pt x="0" y="0"/>
                </a:moveTo>
                <a:cubicBezTo>
                  <a:pt x="291" y="491"/>
                  <a:pt x="582" y="983"/>
                  <a:pt x="590" y="1361"/>
                </a:cubicBezTo>
                <a:cubicBezTo>
                  <a:pt x="598" y="1739"/>
                  <a:pt x="322" y="2003"/>
                  <a:pt x="46" y="2268"/>
                </a:cubicBezTo>
              </a:path>
            </a:pathLst>
          </a:custGeom>
          <a:noFill/>
          <a:ln w="38100">
            <a:solidFill>
              <a:schemeClr val="hlink"/>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矩形 2"/>
          <p:cNvSpPr/>
          <p:nvPr/>
        </p:nvSpPr>
        <p:spPr bwMode="auto">
          <a:xfrm>
            <a:off x="3927475" y="196850"/>
            <a:ext cx="16954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LALR</a:t>
            </a:r>
            <a:r>
              <a:rPr lang="zh-CN" altLang="en-US" sz="2000" b="1" noProof="1">
                <a:solidFill>
                  <a:srgbClr val="000000"/>
                </a:solidFill>
                <a:latin typeface="华文楷体" pitchFamily="2" charset="-122"/>
                <a:ea typeface="Times New Roman" pitchFamily="18" charset="0"/>
                <a:cs typeface="华文楷体" pitchFamily="2" charset="-122"/>
              </a:rPr>
              <a:t>自动机</a:t>
            </a:r>
            <a:endParaRPr lang="zh-CN" altLang="en-US" sz="1000" noProof="1">
              <a:solidFill>
                <a:srgbClr val="000000"/>
              </a:solidFill>
              <a:latin typeface="华文楷体" pitchFamily="2" charset="-122"/>
              <a:ea typeface="Times New Roman" pitchFamily="18" charset="0"/>
              <a:cs typeface="华文楷体" pitchFamily="2" charset="-122"/>
            </a:endParaRPr>
          </a:p>
        </p:txBody>
      </p:sp>
      <p:sp>
        <p:nvSpPr>
          <p:cNvPr id="67626"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例：合并同心项集</a:t>
            </a:r>
          </a:p>
        </p:txBody>
      </p:sp>
      <p:sp>
        <p:nvSpPr>
          <p:cNvPr id="72" name="Rectangle 66"/>
          <p:cNvSpPr>
            <a:spLocks noChangeArrowheads="1"/>
          </p:cNvSpPr>
          <p:nvPr/>
        </p:nvSpPr>
        <p:spPr bwMode="auto">
          <a:xfrm>
            <a:off x="117475" y="3638550"/>
            <a:ext cx="1050925" cy="1323975"/>
          </a:xfrm>
          <a:prstGeom prst="rect">
            <a:avLst/>
          </a:prstGeom>
          <a:solidFill>
            <a:schemeClr val="accent5">
              <a:lumMod val="60000"/>
              <a:lumOff val="40000"/>
            </a:schemeClr>
          </a:solidFill>
          <a:ln w="12700">
            <a:solidFill>
              <a:schemeClr val="tx1"/>
            </a:solidFill>
            <a:miter lim="800000"/>
          </a:ln>
        </p:spPr>
        <p:txBody>
          <a:bodyPr>
            <a:spAutoFit/>
          </a:bodyPr>
          <a:lstStyle/>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10</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8</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11</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4</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12</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5</a:t>
            </a:r>
            <a:endParaRPr lang="en-US" altLang="zh-CN" sz="2000" b="1" i="1" noProof="1">
              <a:solidFill>
                <a:srgbClr val="000000"/>
              </a:solidFill>
              <a:latin typeface="Times New Roman" pitchFamily="18" charset="0"/>
              <a:ea typeface="Times New Roman" pitchFamily="18" charset="0"/>
              <a:cs typeface="华文楷体" pitchFamily="2" charset="-122"/>
            </a:endParaRPr>
          </a:p>
          <a:p>
            <a:pPr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I</a:t>
            </a:r>
            <a:r>
              <a:rPr lang="en-US" altLang="zh-CN" sz="2000" b="1" i="1" baseline="-25000" noProof="1">
                <a:solidFill>
                  <a:srgbClr val="000000"/>
                </a:solidFill>
                <a:latin typeface="Times New Roman" pitchFamily="18" charset="0"/>
                <a:ea typeface="Times New Roman" pitchFamily="18" charset="0"/>
                <a:cs typeface="华文楷体" pitchFamily="2" charset="-122"/>
              </a:rPr>
              <a:t>13</a:t>
            </a:r>
            <a:r>
              <a:rPr lang="en-US" altLang="en-US" sz="2000" b="1" i="1" noProof="1">
                <a:solidFill>
                  <a:srgbClr val="000000"/>
                </a:solidFill>
                <a:latin typeface="Times New Roman" pitchFamily="18" charset="0"/>
                <a:ea typeface="Times New Roman" pitchFamily="18" charset="0"/>
                <a:cs typeface="华文楷体" pitchFamily="2" charset="-122"/>
              </a:rPr>
              <a:t>、</a:t>
            </a:r>
            <a:r>
              <a:rPr lang="en-US" altLang="zh-CN" sz="2000" b="1" i="1" noProof="1">
                <a:solidFill>
                  <a:srgbClr val="000000"/>
                </a:solidFill>
                <a:latin typeface="Times New Roman" pitchFamily="18" charset="0"/>
                <a:ea typeface="Times New Roman" pitchFamily="18" charset="0"/>
                <a:cs typeface="华文楷体" pitchFamily="2" charset="-122"/>
              </a:rPr>
              <a:t> I</a:t>
            </a:r>
            <a:r>
              <a:rPr lang="en-US" altLang="zh-CN" sz="2000" b="1" i="1" baseline="-25000" noProof="1">
                <a:solidFill>
                  <a:srgbClr val="000000"/>
                </a:solidFill>
                <a:latin typeface="Times New Roman" pitchFamily="18" charset="0"/>
                <a:ea typeface="Times New Roman" pitchFamily="18" charset="0"/>
                <a:cs typeface="华文楷体" pitchFamily="2" charset="-122"/>
              </a:rPr>
              <a:t>7</a:t>
            </a:r>
            <a:endParaRPr lang="en-US" altLang="zh-CN" sz="2000" b="1" i="1" noProof="1">
              <a:solidFill>
                <a:srgbClr val="000000"/>
              </a:solidFill>
              <a:latin typeface="Times New Roman" pitchFamily="18" charset="0"/>
              <a:ea typeface="Times New Roman" pitchFamily="18" charset="0"/>
              <a:cs typeface="华文楷体" pitchFamily="2" charset="-122"/>
            </a:endParaRPr>
          </a:p>
        </p:txBody>
      </p:sp>
      <p:sp>
        <p:nvSpPr>
          <p:cNvPr id="68" name="矩形 48"/>
          <p:cNvSpPr>
            <a:spLocks noChangeArrowheads="1"/>
          </p:cNvSpPr>
          <p:nvPr/>
        </p:nvSpPr>
        <p:spPr bwMode="auto">
          <a:xfrm>
            <a:off x="6840538" y="1149350"/>
            <a:ext cx="14716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LALR</a:t>
            </a:r>
            <a:r>
              <a:rPr lang="zh-CN" altLang="en-US" sz="1800" b="1">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分析表</a:t>
            </a:r>
            <a:endParaRPr lang="zh-CN" altLang="en-US" sz="1000">
              <a:solidFill>
                <a:schemeClr val="tx1"/>
              </a:solidFill>
              <a:latin typeface="Tahoma" panose="020B0604030504040204" pitchFamily="34" charset="0"/>
              <a:ea typeface="楷体" panose="02010609060101010101" pitchFamily="49" charset="-122"/>
              <a:cs typeface="Times New Roman" panose="02020603050405020304" pitchFamily="18" charset="0"/>
            </a:endParaRPr>
          </a:p>
        </p:txBody>
      </p:sp>
      <p:graphicFrame>
        <p:nvGraphicFramePr>
          <p:cNvPr id="106540" name="表格 106539"/>
          <p:cNvGraphicFramePr/>
          <p:nvPr/>
        </p:nvGraphicFramePr>
        <p:xfrm>
          <a:off x="6303963" y="1508125"/>
          <a:ext cx="2697163" cy="3390900"/>
        </p:xfrm>
        <a:graphic>
          <a:graphicData uri="http://schemas.openxmlformats.org/drawingml/2006/table">
            <a:tbl>
              <a:tblPr/>
              <a:tblGrid>
                <a:gridCol w="249238">
                  <a:extLst>
                    <a:ext uri="{9D8B030D-6E8A-4147-A177-3AD203B41FA5}">
                      <a16:colId xmlns:a16="http://schemas.microsoft.com/office/drawing/2014/main" val="20000"/>
                    </a:ext>
                  </a:extLst>
                </a:gridCol>
                <a:gridCol w="358775">
                  <a:extLst>
                    <a:ext uri="{9D8B030D-6E8A-4147-A177-3AD203B41FA5}">
                      <a16:colId xmlns:a16="http://schemas.microsoft.com/office/drawing/2014/main" val="20001"/>
                    </a:ext>
                  </a:extLst>
                </a:gridCol>
                <a:gridCol w="360362">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3388">
                  <a:extLst>
                    <a:ext uri="{9D8B030D-6E8A-4147-A177-3AD203B41FA5}">
                      <a16:colId xmlns:a16="http://schemas.microsoft.com/office/drawing/2014/main" val="20004"/>
                    </a:ext>
                  </a:extLst>
                </a:gridCol>
                <a:gridCol w="287337">
                  <a:extLst>
                    <a:ext uri="{9D8B030D-6E8A-4147-A177-3AD203B41FA5}">
                      <a16:colId xmlns:a16="http://schemas.microsoft.com/office/drawing/2014/main" val="20005"/>
                    </a:ext>
                  </a:extLst>
                </a:gridCol>
                <a:gridCol w="288925">
                  <a:extLst>
                    <a:ext uri="{9D8B030D-6E8A-4147-A177-3AD203B41FA5}">
                      <a16:colId xmlns:a16="http://schemas.microsoft.com/office/drawing/2014/main" val="20006"/>
                    </a:ext>
                  </a:extLst>
                </a:gridCol>
                <a:gridCol w="287338">
                  <a:extLst>
                    <a:ext uri="{9D8B030D-6E8A-4147-A177-3AD203B41FA5}">
                      <a16:colId xmlns:a16="http://schemas.microsoft.com/office/drawing/2014/main" val="20007"/>
                    </a:ext>
                  </a:extLst>
                </a:gridCol>
              </a:tblGrid>
              <a:tr h="282575">
                <a:tc rowSpan="2">
                  <a:txBody>
                    <a:bodyPr/>
                    <a:lstStyle/>
                    <a:p>
                      <a:pPr lvl="0" algn="ctr" eaLnBrk="1" hangingPunct="1">
                        <a:buNone/>
                      </a:pPr>
                      <a:r>
                        <a:rPr lang="zh-CN" altLang="en-US" sz="1400" b="1">
                          <a:solidFill>
                            <a:srgbClr val="000000"/>
                          </a:solidFill>
                          <a:latin typeface="华文楷体" panose="02010600040101010101" pitchFamily="2" charset="-122"/>
                          <a:ea typeface="华文楷体" panose="02010600040101010101" pitchFamily="2" charset="-122"/>
                        </a:rPr>
                        <a:t>状态</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gridSpan="4">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ACTION</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GOTO</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hMerge="1">
                  <a:txBody>
                    <a:bodyPr/>
                    <a:lstStyle/>
                    <a:p>
                      <a:endParaRPr lang="zh-CN"/>
                    </a:p>
                  </a:txBody>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0"/>
                  </a:ext>
                </a:extLst>
              </a:tr>
              <a:tr h="282575">
                <a:tc vMerge="1">
                  <a:txBody>
                    <a:bodyPr/>
                    <a:lstStyle/>
                    <a:p>
                      <a:endParaRPr lang="zh-CN"/>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id</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a:latin typeface="华文楷体" panose="02010600040101010101" pitchFamily="2" charset="-122"/>
                          <a:ea typeface="Times New Roman" panose="02020603050405020304" pitchFamily="18" charset="0"/>
                        </a:rPr>
                        <a:t>$</a:t>
                      </a:r>
                      <a:endParaRPr lang="zh-CN" altLang="en-US" sz="1400" b="1">
                        <a:latin typeface="华文楷体" panose="02010600040101010101" pitchFamily="2" charset="-122"/>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S</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L</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R</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0</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1</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2</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1</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i="1">
                          <a:latin typeface="Times New Roman" panose="02020603050405020304" pitchFamily="18" charset="0"/>
                          <a:ea typeface="Times New Roman" panose="02020603050405020304" pitchFamily="18" charset="0"/>
                        </a:rPr>
                        <a:t>acc</a:t>
                      </a:r>
                      <a:endParaRPr lang="zh-CN" altLang="en-US" sz="1400" b="1" i="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2</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s6</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r2</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s5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8</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7</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r4</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6</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solidFill>
                            <a:srgbClr val="FF0000"/>
                          </a:solidFill>
                          <a:latin typeface="Times New Roman" panose="02020603050405020304" pitchFamily="18" charset="0"/>
                          <a:ea typeface="Times New Roman" panose="02020603050405020304" pitchFamily="18" charset="0"/>
                        </a:rPr>
                        <a:t>s4</a:t>
                      </a: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solidFill>
                            <a:srgbClr val="FF0000"/>
                          </a:solidFill>
                          <a:latin typeface="Times New Roman" panose="02020603050405020304" pitchFamily="18" charset="0"/>
                          <a:ea typeface="Times New Roman" panose="02020603050405020304" pitchFamily="18" charset="0"/>
                        </a:rPr>
                        <a:t>s5</a:t>
                      </a: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solidFill>
                            <a:srgbClr val="FF0000"/>
                          </a:solidFill>
                          <a:latin typeface="Times New Roman" panose="02020603050405020304" pitchFamily="18" charset="0"/>
                          <a:ea typeface="Times New Roman" panose="02020603050405020304" pitchFamily="18" charset="0"/>
                        </a:rPr>
                        <a:t>8</a:t>
                      </a:r>
                      <a:endParaRPr lang="zh-CN" altLang="en-US" sz="1400" b="1">
                        <a:solidFill>
                          <a:srgbClr val="FF0000"/>
                        </a:solidFill>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9</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7</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r3</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8</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r5</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82575">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9</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r>
                        <a:rPr lang="en-US" altLang="zh-CN" sz="1400" b="1">
                          <a:latin typeface="Times New Roman" panose="02020603050405020304" pitchFamily="18" charset="0"/>
                          <a:ea typeface="Times New Roman" panose="02020603050405020304" pitchFamily="18" charset="0"/>
                        </a:rPr>
                        <a:t>r1</a:t>
                      </a: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lvl="0" algn="ctr" eaLnBrk="1" hangingPunct="1">
                        <a:buNone/>
                      </a:pPr>
                      <a:endParaRPr lang="zh-CN" altLang="en-US" sz="1400" b="1" dirty="0">
                        <a:latin typeface="Times New Roman" panose="02020603050405020304" pitchFamily="18" charset="0"/>
                        <a:ea typeface="华文楷体" panose="02010600040101010101" pitchFamily="2" charset="-122"/>
                      </a:endParaRPr>
                    </a:p>
                  </a:txBody>
                  <a:tcPr marL="91462" marR="91462" marT="34278" marB="34278">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灯片编号占位符 1">
            <a:extLst>
              <a:ext uri="{FF2B5EF4-FFF2-40B4-BE49-F238E27FC236}">
                <a16:creationId xmlns:a16="http://schemas.microsoft.com/office/drawing/2014/main" id="{EA35C5DB-1571-4A16-A0BD-5590099A238C}"/>
              </a:ext>
            </a:extLst>
          </p:cNvPr>
          <p:cNvSpPr>
            <a:spLocks noGrp="1"/>
          </p:cNvSpPr>
          <p:nvPr>
            <p:ph type="sldNum" sz="quarter" idx="12"/>
          </p:nvPr>
        </p:nvSpPr>
        <p:spPr/>
        <p:txBody>
          <a:bodyPr/>
          <a:lstStyle/>
          <a:p>
            <a:pPr>
              <a:defRPr/>
            </a:pPr>
            <a:fld id="{76D20AB1-C80E-44EB-B890-88EEF3B3DC08}" type="slidenum">
              <a:rPr lang="zh-CN" altLang="en-US" smtClean="0"/>
              <a:pPr>
                <a:defRPr/>
              </a:pPr>
              <a:t>28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p:cTn id="7" dur="500" fill="hold"/>
                                        <p:tgtEl>
                                          <p:spTgt spid="68"/>
                                        </p:tgtEl>
                                        <p:attrNameLst>
                                          <p:attrName>ppt_w</p:attrName>
                                        </p:attrNameLst>
                                      </p:cBhvr>
                                      <p:tavLst>
                                        <p:tav tm="0">
                                          <p:val>
                                            <p:fltVal val="0"/>
                                          </p:val>
                                        </p:tav>
                                        <p:tav tm="100000">
                                          <p:val>
                                            <p:strVal val="#ppt_w"/>
                                          </p:val>
                                        </p:tav>
                                      </p:tavLst>
                                    </p:anim>
                                    <p:anim calcmode="lin" valueType="num">
                                      <p:cBhvr>
                                        <p:cTn id="8" dur="500" fill="hold"/>
                                        <p:tgtEl>
                                          <p:spTgt spid="68"/>
                                        </p:tgtEl>
                                        <p:attrNameLst>
                                          <p:attrName>ppt_h</p:attrName>
                                        </p:attrNameLst>
                                      </p:cBhvr>
                                      <p:tavLst>
                                        <p:tav tm="0">
                                          <p:val>
                                            <p:fltVal val="0"/>
                                          </p:val>
                                        </p:tav>
                                        <p:tav tm="100000">
                                          <p:val>
                                            <p:strVal val="#ppt_h"/>
                                          </p:val>
                                        </p:tav>
                                      </p:tavLst>
                                    </p:anim>
                                    <p:animEffect transition="in" filter="fade">
                                      <p:cBhvr>
                                        <p:cTn id="9" dur="500"/>
                                        <p:tgtEl>
                                          <p:spTgt spid="68"/>
                                        </p:tgtEl>
                                      </p:cBhvr>
                                    </p:animEffect>
                                  </p:childTnLst>
                                </p:cTn>
                              </p:par>
                              <p:par>
                                <p:cTn id="10" presetID="53" presetClass="entr" presetSubtype="16" fill="hold" nodeType="withEffect">
                                  <p:stCondLst>
                                    <p:cond delay="0"/>
                                  </p:stCondLst>
                                  <p:childTnLst>
                                    <p:set>
                                      <p:cBhvr>
                                        <p:cTn id="11" dur="1" fill="hold">
                                          <p:stCondLst>
                                            <p:cond delay="0"/>
                                          </p:stCondLst>
                                        </p:cTn>
                                        <p:tgtEl>
                                          <p:spTgt spid="106540"/>
                                        </p:tgtEl>
                                        <p:attrNameLst>
                                          <p:attrName>style.visibility</p:attrName>
                                        </p:attrNameLst>
                                      </p:cBhvr>
                                      <p:to>
                                        <p:strVal val="visible"/>
                                      </p:to>
                                    </p:set>
                                    <p:anim calcmode="lin" valueType="num">
                                      <p:cBhvr>
                                        <p:cTn id="12" dur="500" fill="hold"/>
                                        <p:tgtEl>
                                          <p:spTgt spid="106540"/>
                                        </p:tgtEl>
                                        <p:attrNameLst>
                                          <p:attrName>ppt_w</p:attrName>
                                        </p:attrNameLst>
                                      </p:cBhvr>
                                      <p:tavLst>
                                        <p:tav tm="0">
                                          <p:val>
                                            <p:fltVal val="0"/>
                                          </p:val>
                                        </p:tav>
                                        <p:tav tm="100000">
                                          <p:val>
                                            <p:strVal val="#ppt_w"/>
                                          </p:val>
                                        </p:tav>
                                      </p:tavLst>
                                    </p:anim>
                                    <p:anim calcmode="lin" valueType="num">
                                      <p:cBhvr>
                                        <p:cTn id="13" dur="500" fill="hold"/>
                                        <p:tgtEl>
                                          <p:spTgt spid="106540"/>
                                        </p:tgtEl>
                                        <p:attrNameLst>
                                          <p:attrName>ppt_h</p:attrName>
                                        </p:attrNameLst>
                                      </p:cBhvr>
                                      <p:tavLst>
                                        <p:tav tm="0">
                                          <p:val>
                                            <p:fltVal val="0"/>
                                          </p:val>
                                        </p:tav>
                                        <p:tav tm="100000">
                                          <p:val>
                                            <p:strVal val="#ppt_h"/>
                                          </p:val>
                                        </p:tav>
                                      </p:tavLst>
                                    </p:anim>
                                    <p:animEffect transition="in" filter="fade">
                                      <p:cBhvr>
                                        <p:cTn id="14" dur="500"/>
                                        <p:tgtEl>
                                          <p:spTgt spid="106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907" name="Rectangle 37"/>
          <p:cNvSpPr>
            <a:spLocks noChangeArrowheads="1"/>
          </p:cNvSpPr>
          <p:nvPr/>
        </p:nvSpPr>
        <p:spPr bwMode="auto">
          <a:xfrm>
            <a:off x="177800" y="727075"/>
            <a:ext cx="2465388" cy="1558925"/>
          </a:xfrm>
          <a:prstGeom prst="rect">
            <a:avLst/>
          </a:prstGeom>
          <a:solidFill>
            <a:schemeClr val="accent5">
              <a:lumMod val="60000"/>
              <a:lumOff val="40000"/>
            </a:schemeClr>
          </a:solidFill>
          <a:ln w="12700">
            <a:solidFill>
              <a:schemeClr val="tx1"/>
            </a:solidFill>
          </a:ln>
        </p:spPr>
        <p:txBody>
          <a:bodyPr>
            <a:spAutoFit/>
          </a:bodyPr>
          <a:lstStyle/>
          <a:p>
            <a:pPr eaLnBrk="1" hangingPunct="1">
              <a:lnSpc>
                <a:spcPts val="2800"/>
              </a:lnSpc>
              <a:spcBef>
                <a:spcPct val="20000"/>
              </a:spcBef>
              <a:buClr>
                <a:srgbClr val="000000"/>
              </a:buClr>
              <a:buFont typeface="Arial" panose="020B0604020202020204" pitchFamily="34" charset="0"/>
              <a:buNone/>
              <a:defRPr/>
            </a:pPr>
            <a:r>
              <a:rPr lang="zh-CN" altLang="en-US" sz="2000" b="1" noProof="1">
                <a:solidFill>
                  <a:srgbClr val="000000"/>
                </a:solidFill>
                <a:latin typeface="Times New Roman" pitchFamily="18" charset="0"/>
                <a:ea typeface="华文楷体" pitchFamily="2" charset="-122"/>
              </a:rPr>
              <a:t>文法</a:t>
            </a:r>
            <a:endParaRPr lang="zh-CN" altLang="zh-CN" sz="2000" b="1" noProof="1">
              <a:solidFill>
                <a:srgbClr val="000000"/>
              </a:solidFill>
              <a:latin typeface="Times New Roman" pitchFamily="18" charset="0"/>
              <a:cs typeface="Times New Roman" pitchFamily="18" charset="0"/>
            </a:endParaRPr>
          </a:p>
          <a:p>
            <a:pPr eaLnBrk="1" hangingPunct="1">
              <a:lnSpc>
                <a:spcPct val="80000"/>
              </a:lnSpc>
              <a:spcBef>
                <a:spcPct val="20000"/>
              </a:spcBef>
              <a:buFont typeface="Wingdings" pitchFamily="2" charset="2"/>
              <a:buNone/>
              <a:defRPr/>
            </a:pPr>
            <a:r>
              <a:rPr lang="zh-CN" altLang="zh-CN" b="1" noProof="1">
                <a:latin typeface="Times New Roman" pitchFamily="18" charset="0"/>
                <a:ea typeface="楷体_GB2312" pitchFamily="49" charset="-122"/>
                <a:cs typeface="华文楷体" pitchFamily="2" charset="-122"/>
              </a:rPr>
              <a:t>0)</a:t>
            </a:r>
            <a:r>
              <a:rPr lang="zh-CN" altLang="zh-CN" b="1" i="1" noProof="1">
                <a:solidFill>
                  <a:schemeClr val="tx2"/>
                </a:solidFill>
                <a:latin typeface="Times New Roman" pitchFamily="18" charset="0"/>
                <a:ea typeface="Times New Roman" pitchFamily="18" charset="0"/>
                <a:cs typeface="华文楷体" pitchFamily="2" charset="-122"/>
              </a:rPr>
              <a:t> </a:t>
            </a:r>
            <a:r>
              <a:rPr lang="en-US" altLang="zh-CN" b="1" i="1" noProof="1">
                <a:latin typeface="Times New Roman" pitchFamily="18" charset="0"/>
                <a:ea typeface="Times New Roman" pitchFamily="18" charset="0"/>
                <a:cs typeface="华文楷体" pitchFamily="2" charset="-122"/>
              </a:rPr>
              <a:t>S′</a:t>
            </a:r>
            <a:r>
              <a:rPr lang="en-US" altLang="zh-CN" b="1" i="1" noProof="1">
                <a:latin typeface="Times New Roman" pitchFamily="18" charset="0"/>
                <a:ea typeface="楷体_GB2312" pitchFamily="49" charset="-122"/>
                <a:cs typeface="华文楷体" pitchFamily="2" charset="-122"/>
              </a:rPr>
              <a:t>→S</a:t>
            </a:r>
            <a:endParaRPr lang="en-US" altLang="zh-CN" b="1" i="1" noProof="1">
              <a:latin typeface="Times New Roman" pitchFamily="18" charset="0"/>
              <a:ea typeface="楷体_GB2312" pitchFamily="49" charset="-122"/>
            </a:endParaRPr>
          </a:p>
          <a:p>
            <a:pPr eaLnBrk="1" hangingPunct="1">
              <a:buFont typeface="Arial" panose="020B0604020202020204" pitchFamily="34" charset="0"/>
              <a:buNone/>
              <a:defRPr/>
            </a:pPr>
            <a:r>
              <a:rPr lang="en-US" altLang="zh-CN" b="1" noProof="1">
                <a:latin typeface="Times New Roman" pitchFamily="18" charset="0"/>
                <a:cs typeface="Times New Roman" pitchFamily="18" charset="0"/>
              </a:rPr>
              <a:t>1) </a:t>
            </a:r>
            <a:r>
              <a:rPr lang="en-US" altLang="zh-CN" b="1" i="1" noProof="1">
                <a:latin typeface="Times New Roman" pitchFamily="18" charset="0"/>
                <a:cs typeface="Times New Roman" pitchFamily="18" charset="0"/>
              </a:rPr>
              <a:t>S→aAd|bBd|aBe|bAe</a:t>
            </a:r>
          </a:p>
          <a:p>
            <a:pPr eaLnBrk="1" hangingPunct="1">
              <a:buFont typeface="Arial" panose="020B0604020202020204" pitchFamily="34" charset="0"/>
              <a:buNone/>
              <a:defRPr/>
            </a:pPr>
            <a:r>
              <a:rPr lang="en-US" altLang="zh-CN" b="1" noProof="1">
                <a:latin typeface="Times New Roman" pitchFamily="18" charset="0"/>
                <a:cs typeface="Times New Roman" pitchFamily="18" charset="0"/>
              </a:rPr>
              <a:t>2) </a:t>
            </a:r>
            <a:r>
              <a:rPr lang="en-US" altLang="zh-CN" b="1" i="1" noProof="1">
                <a:latin typeface="Times New Roman" pitchFamily="18" charset="0"/>
                <a:cs typeface="Times New Roman" pitchFamily="18" charset="0"/>
              </a:rPr>
              <a:t>A→c </a:t>
            </a:r>
          </a:p>
          <a:p>
            <a:pPr eaLnBrk="1" hangingPunct="1">
              <a:buFont typeface="Arial" panose="020B0604020202020204" pitchFamily="34" charset="0"/>
              <a:buNone/>
              <a:defRPr/>
            </a:pPr>
            <a:r>
              <a:rPr lang="en-US" altLang="zh-CN" b="1" noProof="1">
                <a:latin typeface="Times New Roman" pitchFamily="18" charset="0"/>
                <a:cs typeface="Times New Roman" pitchFamily="18" charset="0"/>
              </a:rPr>
              <a:t>3) </a:t>
            </a:r>
            <a:r>
              <a:rPr lang="en-US" altLang="zh-CN" b="1" i="1" noProof="1">
                <a:latin typeface="Times New Roman" pitchFamily="18" charset="0"/>
                <a:cs typeface="Times New Roman" pitchFamily="18" charset="0"/>
              </a:rPr>
              <a:t>B→c </a:t>
            </a:r>
          </a:p>
        </p:txBody>
      </p:sp>
      <p:sp>
        <p:nvSpPr>
          <p:cNvPr id="69635" name="Rectangle 2"/>
          <p:cNvSpPr>
            <a:spLocks noGrp="1" noChangeArrowheads="1"/>
          </p:cNvSpPr>
          <p:nvPr>
            <p:ph type="title"/>
          </p:nvPr>
        </p:nvSpPr>
        <p:spPr>
          <a:xfrm>
            <a:off x="755650" y="268288"/>
            <a:ext cx="8245475" cy="344487"/>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合并同心项集时产生</a:t>
            </a:r>
            <a:r>
              <a:rPr lang="zh-CN" altLang="en-US" sz="3000">
                <a:solidFill>
                  <a:srgbClr val="2D83F4"/>
                </a:solidFill>
                <a:latin typeface="微软雅黑" panose="020B0503020204020204" pitchFamily="34" charset="-122"/>
                <a:ea typeface="微软雅黑" panose="020B0503020204020204" pitchFamily="34" charset="-122"/>
              </a:rPr>
              <a:t>归约</a:t>
            </a:r>
            <a:r>
              <a:rPr lang="en-US" altLang="zh-CN" sz="3000">
                <a:solidFill>
                  <a:srgbClr val="2D83F4"/>
                </a:solidFill>
                <a:latin typeface="微软雅黑" panose="020B0503020204020204" pitchFamily="34" charset="-122"/>
                <a:ea typeface="微软雅黑" panose="020B0503020204020204" pitchFamily="34" charset="-122"/>
              </a:rPr>
              <a:t>-</a:t>
            </a:r>
            <a:r>
              <a:rPr lang="zh-CN" altLang="en-US" sz="3000">
                <a:solidFill>
                  <a:srgbClr val="2D83F4"/>
                </a:solidFill>
                <a:latin typeface="微软雅黑" panose="020B0503020204020204" pitchFamily="34" charset="-122"/>
                <a:ea typeface="微软雅黑" panose="020B0503020204020204" pitchFamily="34" charset="-122"/>
              </a:rPr>
              <a:t>归约</a:t>
            </a:r>
            <a:r>
              <a:rPr lang="zh-CN" altLang="en-US" sz="3000">
                <a:solidFill>
                  <a:schemeClr val="tx1"/>
                </a:solidFill>
                <a:latin typeface="微软雅黑" panose="020B0503020204020204" pitchFamily="34" charset="-122"/>
                <a:ea typeface="微软雅黑" panose="020B0503020204020204" pitchFamily="34" charset="-122"/>
              </a:rPr>
              <a:t>冲突的例子</a:t>
            </a:r>
            <a:endParaRPr lang="en-US" altLang="zh-CN" sz="3000">
              <a:solidFill>
                <a:schemeClr val="tx1"/>
              </a:solidFill>
              <a:latin typeface="微软雅黑" panose="020B0503020204020204" pitchFamily="34" charset="-122"/>
              <a:ea typeface="微软雅黑" panose="020B0503020204020204" pitchFamily="34" charset="-122"/>
            </a:endParaRPr>
          </a:p>
        </p:txBody>
      </p:sp>
      <p:grpSp>
        <p:nvGrpSpPr>
          <p:cNvPr id="3" name="组合 3"/>
          <p:cNvGrpSpPr>
            <a:grpSpLocks/>
          </p:cNvGrpSpPr>
          <p:nvPr/>
        </p:nvGrpSpPr>
        <p:grpSpPr bwMode="auto">
          <a:xfrm>
            <a:off x="981075" y="682625"/>
            <a:ext cx="7867650" cy="4408488"/>
            <a:chOff x="910415" y="683096"/>
            <a:chExt cx="7867293" cy="4406612"/>
          </a:xfrm>
        </p:grpSpPr>
        <p:sp>
          <p:nvSpPr>
            <p:cNvPr id="69638" name="Text Box 5"/>
            <p:cNvSpPr txBox="1">
              <a:spLocks noChangeArrowheads="1"/>
            </p:cNvSpPr>
            <p:nvPr/>
          </p:nvSpPr>
          <p:spPr bwMode="auto">
            <a:xfrm>
              <a:off x="910415" y="2392106"/>
              <a:ext cx="1496945" cy="1845476"/>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I</a:t>
              </a:r>
              <a:r>
                <a:rPr lang="en-US" altLang="zh-CN" sz="2000" b="1" i="1" baseline="-25000">
                  <a:solidFill>
                    <a:schemeClr val="tx1"/>
                  </a:solidFill>
                  <a:latin typeface="Times New Roman" panose="02020603050405020304" pitchFamily="18" charset="0"/>
                </a:rPr>
                <a:t>0</a:t>
              </a:r>
              <a:r>
                <a:rPr lang="en-US" altLang="zh-CN" sz="20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S′</a:t>
              </a:r>
              <a:r>
                <a:rPr lang="en-US" altLang="zh-CN" sz="2000" b="1" i="1">
                  <a:solidFill>
                    <a:schemeClr val="tx1"/>
                  </a:solidFill>
                  <a:latin typeface="Times New Roman" panose="02020603050405020304" pitchFamily="18" charset="0"/>
                </a:rPr>
                <a:t>→</a:t>
              </a:r>
              <a:r>
                <a:rPr lang="en-US" altLang="zh-CN" sz="2000" b="1" i="1">
                  <a:solidFill>
                    <a:srgbClr val="000000"/>
                  </a:solidFill>
                  <a:latin typeface="Times New Roman" panose="02020603050405020304" pitchFamily="18" charset="0"/>
                </a:rPr>
                <a:t> · </a:t>
              </a:r>
              <a:r>
                <a:rPr lang="en-US" altLang="zh-CN" sz="2000" b="1" i="1">
                  <a:solidFill>
                    <a:schemeClr val="tx1"/>
                  </a:solidFill>
                  <a:latin typeface="Times New Roman" panose="02020603050405020304" pitchFamily="18" charset="0"/>
                </a:rPr>
                <a:t>S</a:t>
              </a:r>
              <a:r>
                <a:rPr lang="zh-CN" altLang="en-US" sz="2000" b="1" i="1">
                  <a:solidFill>
                    <a:schemeClr val="tx1"/>
                  </a:solidFill>
                  <a:latin typeface="Times New Roman" panose="02020603050405020304" pitchFamily="18" charset="0"/>
                </a:rPr>
                <a:t> </a:t>
              </a:r>
              <a:r>
                <a:rPr lang="en-US" altLang="zh-CN" sz="2000" b="1" i="1">
                  <a:solidFill>
                    <a:schemeClr val="tx1"/>
                  </a:solidFill>
                  <a:latin typeface="Times New Roman" panose="02020603050405020304" pitchFamily="18" charset="0"/>
                </a:rPr>
                <a:t>, </a:t>
              </a:r>
              <a:r>
                <a:rPr lang="en-US" altLang="zh-CN" sz="2000" b="1">
                  <a:solidFill>
                    <a:schemeClr val="tx1"/>
                  </a:solidFill>
                  <a:latin typeface="华文楷体" panose="02010600040101010101" pitchFamily="2" charset="-122"/>
                </a:rPr>
                <a:t>$</a:t>
              </a:r>
              <a:endParaRPr lang="en-US" altLang="zh-CN" sz="20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a:t>
              </a:r>
              <a:r>
                <a:rPr lang="en-US" altLang="zh-CN" sz="2000" b="1" i="1">
                  <a:solidFill>
                    <a:srgbClr val="000000"/>
                  </a:solidFill>
                  <a:latin typeface="Times New Roman" panose="02020603050405020304" pitchFamily="18" charset="0"/>
                </a:rPr>
                <a:t> ·</a:t>
              </a:r>
              <a:r>
                <a:rPr lang="en-US" altLang="zh-CN" sz="2000" b="1" i="1">
                  <a:solidFill>
                    <a:schemeClr val="tx1"/>
                  </a:solidFill>
                  <a:latin typeface="Times New Roman" panose="02020603050405020304" pitchFamily="18" charset="0"/>
                </a:rPr>
                <a:t>aAd , </a:t>
              </a:r>
              <a:r>
                <a:rPr lang="en-US" altLang="zh-CN" sz="2000" b="1">
                  <a:solidFill>
                    <a:schemeClr val="tx1"/>
                  </a:solidFill>
                  <a:latin typeface="华文楷体" panose="02010600040101010101" pitchFamily="2" charset="-122"/>
                </a:rPr>
                <a:t>$</a:t>
              </a:r>
              <a:endParaRPr lang="en-US" altLang="zh-CN" sz="20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 </a:t>
              </a:r>
              <a:r>
                <a:rPr lang="en-US" altLang="zh-CN" sz="2000" b="1" i="1">
                  <a:solidFill>
                    <a:srgbClr val="000000"/>
                  </a:solidFill>
                  <a:latin typeface="Times New Roman" panose="02020603050405020304" pitchFamily="18" charset="0"/>
                </a:rPr>
                <a:t>·</a:t>
              </a:r>
              <a:r>
                <a:rPr lang="en-US" altLang="zh-CN" sz="2000" b="1" i="1">
                  <a:solidFill>
                    <a:schemeClr val="tx1"/>
                  </a:solidFill>
                  <a:latin typeface="Times New Roman" panose="02020603050405020304" pitchFamily="18" charset="0"/>
                </a:rPr>
                <a:t>bBd , </a:t>
              </a:r>
              <a:r>
                <a:rPr lang="en-US" altLang="zh-CN" sz="2000" b="1">
                  <a:solidFill>
                    <a:schemeClr val="tx1"/>
                  </a:solidFill>
                  <a:latin typeface="华文楷体" panose="02010600040101010101" pitchFamily="2" charset="-122"/>
                </a:rPr>
                <a:t>$</a:t>
              </a:r>
              <a:endParaRPr lang="en-US" altLang="zh-CN" sz="20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 </a:t>
              </a:r>
              <a:r>
                <a:rPr lang="en-US" altLang="zh-CN" sz="2000" b="1" i="1">
                  <a:solidFill>
                    <a:srgbClr val="000000"/>
                  </a:solidFill>
                  <a:latin typeface="Times New Roman" panose="02020603050405020304" pitchFamily="18" charset="0"/>
                </a:rPr>
                <a:t>· </a:t>
              </a:r>
              <a:r>
                <a:rPr lang="en-US" altLang="zh-CN" sz="2000" b="1" i="1">
                  <a:solidFill>
                    <a:schemeClr val="tx1"/>
                  </a:solidFill>
                  <a:latin typeface="Times New Roman" panose="02020603050405020304" pitchFamily="18" charset="0"/>
                </a:rPr>
                <a:t>aBe , </a:t>
              </a:r>
              <a:r>
                <a:rPr lang="en-US" altLang="zh-CN" sz="2000" b="1">
                  <a:solidFill>
                    <a:schemeClr val="tx1"/>
                  </a:solidFill>
                  <a:latin typeface="华文楷体" panose="02010600040101010101" pitchFamily="2" charset="-122"/>
                </a:rPr>
                <a:t>$</a:t>
              </a:r>
              <a:endParaRPr lang="en-US" altLang="zh-CN" sz="20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 </a:t>
              </a:r>
              <a:r>
                <a:rPr lang="en-US" altLang="zh-CN" sz="2000" b="1" i="1">
                  <a:solidFill>
                    <a:srgbClr val="000000"/>
                  </a:solidFill>
                  <a:latin typeface="Times New Roman" panose="02020603050405020304" pitchFamily="18" charset="0"/>
                </a:rPr>
                <a:t>· </a:t>
              </a:r>
              <a:r>
                <a:rPr lang="en-US" altLang="zh-CN" sz="2000" b="1" i="1">
                  <a:solidFill>
                    <a:schemeClr val="tx1"/>
                  </a:solidFill>
                  <a:latin typeface="Times New Roman" panose="02020603050405020304" pitchFamily="18" charset="0"/>
                </a:rPr>
                <a:t>bAe , </a:t>
              </a:r>
              <a:r>
                <a:rPr lang="en-US" altLang="zh-CN" sz="2000" b="1">
                  <a:solidFill>
                    <a:schemeClr val="tx1"/>
                  </a:solidFill>
                  <a:latin typeface="华文楷体" panose="02010600040101010101" pitchFamily="2" charset="-122"/>
                </a:rPr>
                <a:t>$</a:t>
              </a:r>
              <a:endParaRPr lang="en-US" altLang="zh-CN" sz="2000" b="1" i="1">
                <a:solidFill>
                  <a:schemeClr val="tx1"/>
                </a:solidFill>
                <a:latin typeface="Times New Roman" panose="02020603050405020304" pitchFamily="18" charset="0"/>
              </a:endParaRPr>
            </a:p>
          </p:txBody>
        </p:sp>
        <p:sp>
          <p:nvSpPr>
            <p:cNvPr id="69639" name="Text Box 6"/>
            <p:cNvSpPr txBox="1">
              <a:spLocks noChangeArrowheads="1"/>
            </p:cNvSpPr>
            <p:nvPr/>
          </p:nvSpPr>
          <p:spPr bwMode="auto">
            <a:xfrm>
              <a:off x="2896288" y="916360"/>
              <a:ext cx="1535042" cy="706136"/>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I</a:t>
              </a:r>
              <a:r>
                <a:rPr lang="en-US" altLang="zh-CN" sz="2000" b="1" i="1" baseline="-25000">
                  <a:solidFill>
                    <a:schemeClr val="tx1"/>
                  </a:solidFill>
                  <a:latin typeface="Times New Roman" panose="02020603050405020304" pitchFamily="18" charset="0"/>
                </a:rPr>
                <a:t>1</a:t>
              </a:r>
              <a:r>
                <a:rPr lang="en-US" altLang="zh-CN" sz="20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S′</a:t>
              </a:r>
              <a:r>
                <a:rPr lang="en-US" altLang="zh-CN" sz="2000" b="1" i="1">
                  <a:solidFill>
                    <a:schemeClr val="tx1"/>
                  </a:solidFill>
                  <a:latin typeface="Times New Roman" panose="02020603050405020304" pitchFamily="18" charset="0"/>
                </a:rPr>
                <a:t>→ S</a:t>
              </a:r>
              <a:r>
                <a:rPr lang="en-US" altLang="zh-CN" sz="2000" b="1" i="1">
                  <a:solidFill>
                    <a:srgbClr val="000000"/>
                  </a:solidFill>
                  <a:latin typeface="Times New Roman" panose="02020603050405020304" pitchFamily="18" charset="0"/>
                </a:rPr>
                <a:t> ·</a:t>
              </a:r>
              <a:r>
                <a:rPr lang="en-US" altLang="zh-CN" sz="2000" b="1" i="1">
                  <a:solidFill>
                    <a:schemeClr val="tx1"/>
                  </a:solidFill>
                  <a:latin typeface="Times New Roman" panose="02020603050405020304" pitchFamily="18" charset="0"/>
                </a:rPr>
                <a:t> , </a:t>
              </a:r>
              <a:r>
                <a:rPr lang="en-US" altLang="zh-CN" sz="2000" b="1">
                  <a:solidFill>
                    <a:schemeClr val="tx1"/>
                  </a:solidFill>
                  <a:latin typeface="华文楷体" panose="02010600040101010101" pitchFamily="2" charset="-122"/>
                </a:rPr>
                <a:t>$</a:t>
              </a:r>
              <a:endParaRPr lang="en-US" altLang="zh-CN" sz="2000" b="1" i="1">
                <a:solidFill>
                  <a:schemeClr val="tx1"/>
                </a:solidFill>
                <a:latin typeface="Times New Roman" panose="02020603050405020304" pitchFamily="18" charset="0"/>
              </a:endParaRPr>
            </a:p>
          </p:txBody>
        </p:sp>
        <p:sp>
          <p:nvSpPr>
            <p:cNvPr id="69640" name="Line 7"/>
            <p:cNvSpPr>
              <a:spLocks noChangeShapeType="1"/>
            </p:cNvSpPr>
            <p:nvPr/>
          </p:nvSpPr>
          <p:spPr bwMode="auto">
            <a:xfrm flipV="1">
              <a:off x="2437181" y="1611784"/>
              <a:ext cx="439925" cy="1182634"/>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432" name="Text Box 8"/>
            <p:cNvSpPr txBox="1">
              <a:spLocks noChangeArrowheads="1"/>
            </p:cNvSpPr>
            <p:nvPr/>
          </p:nvSpPr>
          <p:spPr bwMode="auto">
            <a:xfrm>
              <a:off x="2896288" y="1708185"/>
              <a:ext cx="1530281" cy="163125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2</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S→ a</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Ad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defRPr/>
              </a:pPr>
              <a:r>
                <a:rPr kumimoji="1" lang="en-US" altLang="zh-CN" sz="2000" b="1" i="1">
                  <a:latin typeface="Times New Roman" panose="02020603050405020304" pitchFamily="18" charset="0"/>
                </a:rPr>
                <a:t>S→ a</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Be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defRPr/>
              </a:pPr>
              <a:r>
                <a:rPr kumimoji="1" lang="en-US" altLang="zh-CN" sz="2000" b="1" i="1">
                  <a:latin typeface="Times New Roman" panose="02020603050405020304" pitchFamily="18" charset="0"/>
                </a:rPr>
                <a:t>A→</a:t>
              </a:r>
              <a:r>
                <a:rPr lang="en-US" altLang="zh-CN" sz="2000" b="1" i="1">
                  <a:solidFill>
                    <a:srgbClr val="000000"/>
                  </a:solidFill>
                  <a:latin typeface="Times New Roman" panose="02020603050405020304" pitchFamily="18" charset="0"/>
                  <a:cs typeface="Times New Roman" panose="02020603050405020304" pitchFamily="18" charset="0"/>
                </a:rPr>
                <a:t> · </a:t>
              </a:r>
              <a:r>
                <a:rPr kumimoji="1" lang="en-US" altLang="zh-CN" sz="2000" b="1" i="1">
                  <a:latin typeface="Times New Roman" panose="02020603050405020304" pitchFamily="18" charset="0"/>
                </a:rPr>
                <a:t>c , d</a:t>
              </a:r>
            </a:p>
            <a:p>
              <a:pPr>
                <a:defRPr/>
              </a:pPr>
              <a:r>
                <a:rPr kumimoji="1" lang="en-US" altLang="zh-CN" sz="2000" b="1" i="1">
                  <a:latin typeface="Times New Roman" panose="02020603050405020304" pitchFamily="18" charset="0"/>
                </a:rPr>
                <a:t>B→ </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c , e</a:t>
              </a:r>
            </a:p>
          </p:txBody>
        </p:sp>
        <p:sp>
          <p:nvSpPr>
            <p:cNvPr id="69642" name="Line 9"/>
            <p:cNvSpPr>
              <a:spLocks noChangeShapeType="1"/>
            </p:cNvSpPr>
            <p:nvPr/>
          </p:nvSpPr>
          <p:spPr bwMode="auto">
            <a:xfrm flipV="1">
              <a:off x="2408502" y="3219637"/>
              <a:ext cx="5080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3" name="Text Box 10"/>
            <p:cNvSpPr txBox="1">
              <a:spLocks noChangeArrowheads="1"/>
            </p:cNvSpPr>
            <p:nvPr/>
          </p:nvSpPr>
          <p:spPr bwMode="auto">
            <a:xfrm>
              <a:off x="2436889" y="2859690"/>
              <a:ext cx="503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a</a:t>
              </a:r>
            </a:p>
          </p:txBody>
        </p:sp>
        <p:sp>
          <p:nvSpPr>
            <p:cNvPr id="103435" name="Text Box 14"/>
            <p:cNvSpPr txBox="1">
              <a:spLocks noChangeArrowheads="1"/>
            </p:cNvSpPr>
            <p:nvPr/>
          </p:nvSpPr>
          <p:spPr bwMode="auto">
            <a:xfrm>
              <a:off x="2897875" y="3436237"/>
              <a:ext cx="1528694" cy="163125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3</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S→ b</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Bd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defRPr/>
              </a:pPr>
              <a:r>
                <a:rPr kumimoji="1" lang="en-US" altLang="zh-CN" sz="2000" b="1" i="1">
                  <a:latin typeface="Times New Roman" panose="02020603050405020304" pitchFamily="18" charset="0"/>
                </a:rPr>
                <a:t>S→ a</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Ae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a:p>
              <a:pPr>
                <a:defRPr/>
              </a:pPr>
              <a:r>
                <a:rPr kumimoji="1" lang="en-US" altLang="zh-CN" sz="2000" b="1" i="1">
                  <a:latin typeface="Times New Roman" panose="02020603050405020304" pitchFamily="18" charset="0"/>
                </a:rPr>
                <a:t>B→ </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c , d</a:t>
              </a:r>
            </a:p>
            <a:p>
              <a:pPr>
                <a:defRPr/>
              </a:pPr>
              <a:r>
                <a:rPr kumimoji="1" lang="en-US" altLang="zh-CN" sz="2000" b="1" i="1">
                  <a:latin typeface="Times New Roman" panose="02020603050405020304" pitchFamily="18" charset="0"/>
                </a:rPr>
                <a:t>A→ </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c , e</a:t>
              </a:r>
            </a:p>
          </p:txBody>
        </p:sp>
        <p:sp>
          <p:nvSpPr>
            <p:cNvPr id="69645" name="Text Box 16"/>
            <p:cNvSpPr txBox="1">
              <a:spLocks noChangeArrowheads="1"/>
            </p:cNvSpPr>
            <p:nvPr/>
          </p:nvSpPr>
          <p:spPr bwMode="auto">
            <a:xfrm>
              <a:off x="2412469" y="372356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b</a:t>
              </a:r>
              <a:endParaRPr lang="zh-CN" altLang="en-US" sz="2000" b="1" i="1">
                <a:solidFill>
                  <a:schemeClr val="tx1"/>
                </a:solidFill>
                <a:latin typeface="Times New Roman" panose="02020603050405020304" pitchFamily="18" charset="0"/>
              </a:endParaRPr>
            </a:p>
          </p:txBody>
        </p:sp>
        <p:sp>
          <p:nvSpPr>
            <p:cNvPr id="103437" name="Text Box 18"/>
            <p:cNvSpPr txBox="1">
              <a:spLocks noChangeArrowheads="1"/>
            </p:cNvSpPr>
            <p:nvPr/>
          </p:nvSpPr>
          <p:spPr bwMode="auto">
            <a:xfrm>
              <a:off x="5201233" y="683096"/>
              <a:ext cx="1517581" cy="60458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4</a:t>
              </a:r>
              <a:r>
                <a:rPr kumimoji="1" lang="en-US" altLang="zh-CN" sz="2000" b="1">
                  <a:latin typeface="Times New Roman" panose="02020603050405020304" pitchFamily="18" charset="0"/>
                </a:rPr>
                <a:t>:</a:t>
              </a:r>
            </a:p>
            <a:p>
              <a:pPr>
                <a:lnSpc>
                  <a:spcPts val="2000"/>
                </a:lnSpc>
                <a:defRPr/>
              </a:pPr>
              <a:r>
                <a:rPr kumimoji="1" lang="en-US" altLang="zh-CN" sz="2000" b="1" i="1">
                  <a:latin typeface="Times New Roman" panose="02020603050405020304" pitchFamily="18" charset="0"/>
                </a:rPr>
                <a:t>S→ aA</a:t>
              </a:r>
              <a:r>
                <a:rPr lang="en-US" altLang="zh-CN" sz="2000" b="1" i="1">
                  <a:solidFill>
                    <a:srgbClr val="000000"/>
                  </a:solidFill>
                  <a:latin typeface="Times New Roman" panose="02020603050405020304" pitchFamily="18" charset="0"/>
                  <a:cs typeface="Times New Roman" panose="02020603050405020304" pitchFamily="18" charset="0"/>
                </a:rPr>
                <a:t> ·</a:t>
              </a:r>
              <a:r>
                <a:rPr kumimoji="1" lang="en-US" altLang="zh-CN" sz="2000" b="1" i="1">
                  <a:latin typeface="Times New Roman" panose="02020603050405020304" pitchFamily="18" charset="0"/>
                </a:rPr>
                <a:t>d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47" name="Line 19"/>
            <p:cNvSpPr>
              <a:spLocks noChangeShapeType="1"/>
            </p:cNvSpPr>
            <p:nvPr/>
          </p:nvSpPr>
          <p:spPr bwMode="auto">
            <a:xfrm flipV="1">
              <a:off x="4426199" y="1002453"/>
              <a:ext cx="781357" cy="1010571"/>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48" name="Text Box 20"/>
            <p:cNvSpPr txBox="1">
              <a:spLocks noChangeArrowheads="1"/>
            </p:cNvSpPr>
            <p:nvPr/>
          </p:nvSpPr>
          <p:spPr bwMode="auto">
            <a:xfrm>
              <a:off x="4475435" y="1203934"/>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A</a:t>
              </a:r>
            </a:p>
          </p:txBody>
        </p:sp>
        <p:sp>
          <p:nvSpPr>
            <p:cNvPr id="103440" name="Text Box 21"/>
            <p:cNvSpPr txBox="1">
              <a:spLocks noChangeArrowheads="1"/>
            </p:cNvSpPr>
            <p:nvPr/>
          </p:nvSpPr>
          <p:spPr bwMode="auto">
            <a:xfrm>
              <a:off x="5256793" y="1347976"/>
              <a:ext cx="1449322" cy="60458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5</a:t>
              </a:r>
              <a:r>
                <a:rPr kumimoji="1" lang="en-US" altLang="zh-CN" sz="2000" b="1">
                  <a:latin typeface="Times New Roman" panose="02020603050405020304" pitchFamily="18" charset="0"/>
                </a:rPr>
                <a:t>:</a:t>
              </a:r>
            </a:p>
            <a:p>
              <a:pPr>
                <a:lnSpc>
                  <a:spcPts val="2000"/>
                </a:lnSpc>
                <a:defRPr/>
              </a:pPr>
              <a:r>
                <a:rPr kumimoji="1" lang="en-US" altLang="zh-CN" sz="2000" b="1" i="1">
                  <a:latin typeface="Times New Roman" panose="02020603050405020304" pitchFamily="18" charset="0"/>
                </a:rPr>
                <a:t>S→ aB</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e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50" name="Line 22"/>
            <p:cNvSpPr>
              <a:spLocks noChangeShapeType="1"/>
            </p:cNvSpPr>
            <p:nvPr/>
          </p:nvSpPr>
          <p:spPr bwMode="auto">
            <a:xfrm flipV="1">
              <a:off x="4423919" y="1666780"/>
              <a:ext cx="868893" cy="79222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1" name="Text Box 23"/>
            <p:cNvSpPr txBox="1">
              <a:spLocks noChangeArrowheads="1"/>
            </p:cNvSpPr>
            <p:nvPr/>
          </p:nvSpPr>
          <p:spPr bwMode="auto">
            <a:xfrm>
              <a:off x="4440545" y="1860877"/>
              <a:ext cx="4572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B</a:t>
              </a:r>
            </a:p>
          </p:txBody>
        </p:sp>
        <p:sp>
          <p:nvSpPr>
            <p:cNvPr id="103443" name="Text Box 24"/>
            <p:cNvSpPr txBox="1">
              <a:spLocks noChangeArrowheads="1"/>
            </p:cNvSpPr>
            <p:nvPr/>
          </p:nvSpPr>
          <p:spPr bwMode="auto">
            <a:xfrm>
              <a:off x="5283780" y="1995400"/>
              <a:ext cx="1438210" cy="86164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6</a:t>
              </a:r>
              <a:r>
                <a:rPr kumimoji="1" lang="en-US" altLang="zh-CN" sz="2000" b="1">
                  <a:latin typeface="Times New Roman" panose="02020603050405020304" pitchFamily="18" charset="0"/>
                </a:rPr>
                <a:t>:</a:t>
              </a:r>
            </a:p>
            <a:p>
              <a:pPr>
                <a:lnSpc>
                  <a:spcPts val="2000"/>
                </a:lnSpc>
                <a:defRPr/>
              </a:pPr>
              <a:r>
                <a:rPr kumimoji="1" lang="en-US" altLang="zh-CN" sz="2000" b="1" i="1">
                  <a:solidFill>
                    <a:srgbClr val="FF0000"/>
                  </a:solidFill>
                  <a:latin typeface="Times New Roman" panose="02020603050405020304" pitchFamily="18" charset="0"/>
                </a:rPr>
                <a:t>A→ c</a:t>
              </a:r>
              <a:r>
                <a:rPr lang="en-US" altLang="zh-CN" sz="2000" b="1" i="1">
                  <a:solidFill>
                    <a:srgbClr val="FF0000"/>
                  </a:solidFill>
                  <a:latin typeface="Times New Roman" panose="02020603050405020304" pitchFamily="18" charset="0"/>
                  <a:cs typeface="Times New Roman" panose="02020603050405020304" pitchFamily="18" charset="0"/>
                </a:rPr>
                <a:t> ·</a:t>
              </a:r>
              <a:r>
                <a:rPr kumimoji="1" lang="en-US" altLang="zh-CN" sz="2000" b="1" i="1">
                  <a:solidFill>
                    <a:srgbClr val="FF0000"/>
                  </a:solidFill>
                  <a:latin typeface="Times New Roman" panose="02020603050405020304" pitchFamily="18" charset="0"/>
                </a:rPr>
                <a:t> , d</a:t>
              </a:r>
            </a:p>
            <a:p>
              <a:pPr>
                <a:lnSpc>
                  <a:spcPts val="2000"/>
                </a:lnSpc>
                <a:defRPr/>
              </a:pPr>
              <a:r>
                <a:rPr kumimoji="1" lang="en-US" altLang="zh-CN" sz="2000" b="1" i="1">
                  <a:solidFill>
                    <a:srgbClr val="FF0000"/>
                  </a:solidFill>
                  <a:latin typeface="Times New Roman" panose="02020603050405020304" pitchFamily="18" charset="0"/>
                </a:rPr>
                <a:t>B→ c</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FF0000"/>
                  </a:solidFill>
                  <a:latin typeface="Times New Roman" panose="02020603050405020304" pitchFamily="18" charset="0"/>
                  <a:cs typeface="Times New Roman" panose="02020603050405020304" pitchFamily="18" charset="0"/>
                </a:rPr>
                <a:t>·</a:t>
              </a:r>
              <a:r>
                <a:rPr kumimoji="1" lang="en-US" altLang="zh-CN" sz="2000" b="1" i="1">
                  <a:solidFill>
                    <a:srgbClr val="FF0000"/>
                  </a:solidFill>
                  <a:latin typeface="Times New Roman" panose="02020603050405020304" pitchFamily="18" charset="0"/>
                </a:rPr>
                <a:t> , e</a:t>
              </a:r>
            </a:p>
          </p:txBody>
        </p:sp>
        <p:sp>
          <p:nvSpPr>
            <p:cNvPr id="69653" name="Line 25"/>
            <p:cNvSpPr>
              <a:spLocks noChangeShapeType="1"/>
            </p:cNvSpPr>
            <p:nvPr/>
          </p:nvSpPr>
          <p:spPr bwMode="auto">
            <a:xfrm flipV="1">
              <a:off x="4426198" y="2643722"/>
              <a:ext cx="857309" cy="79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4" name="Text Box 26"/>
            <p:cNvSpPr txBox="1">
              <a:spLocks noChangeArrowheads="1"/>
            </p:cNvSpPr>
            <p:nvPr/>
          </p:nvSpPr>
          <p:spPr bwMode="auto">
            <a:xfrm>
              <a:off x="4479631" y="2315662"/>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c</a:t>
              </a:r>
            </a:p>
          </p:txBody>
        </p:sp>
        <p:sp>
          <p:nvSpPr>
            <p:cNvPr id="103446" name="Text Box 27"/>
            <p:cNvSpPr txBox="1">
              <a:spLocks noChangeArrowheads="1"/>
            </p:cNvSpPr>
            <p:nvPr/>
          </p:nvSpPr>
          <p:spPr bwMode="auto">
            <a:xfrm>
              <a:off x="7249015" y="711659"/>
              <a:ext cx="1523931" cy="70455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10</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S→ aAd</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56" name="Line 28"/>
            <p:cNvSpPr>
              <a:spLocks noChangeShapeType="1"/>
            </p:cNvSpPr>
            <p:nvPr/>
          </p:nvSpPr>
          <p:spPr bwMode="auto">
            <a:xfrm flipV="1">
              <a:off x="6732754" y="1131945"/>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57" name="Text Box 29"/>
            <p:cNvSpPr txBox="1">
              <a:spLocks noChangeArrowheads="1"/>
            </p:cNvSpPr>
            <p:nvPr/>
          </p:nvSpPr>
          <p:spPr bwMode="auto">
            <a:xfrm>
              <a:off x="6754077" y="737071"/>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d</a:t>
              </a:r>
            </a:p>
          </p:txBody>
        </p:sp>
        <p:sp>
          <p:nvSpPr>
            <p:cNvPr id="69658" name="Text Box 33"/>
            <p:cNvSpPr txBox="1">
              <a:spLocks noChangeArrowheads="1"/>
            </p:cNvSpPr>
            <p:nvPr/>
          </p:nvSpPr>
          <p:spPr bwMode="auto">
            <a:xfrm>
              <a:off x="2494740" y="236386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a:t>
              </a:r>
            </a:p>
          </p:txBody>
        </p:sp>
        <p:sp>
          <p:nvSpPr>
            <p:cNvPr id="69659" name="Line 41"/>
            <p:cNvSpPr>
              <a:spLocks noChangeShapeType="1"/>
            </p:cNvSpPr>
            <p:nvPr/>
          </p:nvSpPr>
          <p:spPr bwMode="auto">
            <a:xfrm>
              <a:off x="2392670" y="4083509"/>
              <a:ext cx="522287" cy="0"/>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451" name="Text Box 18"/>
            <p:cNvSpPr txBox="1">
              <a:spLocks noChangeArrowheads="1"/>
            </p:cNvSpPr>
            <p:nvPr/>
          </p:nvSpPr>
          <p:spPr bwMode="auto">
            <a:xfrm>
              <a:off x="5271080" y="2931627"/>
              <a:ext cx="1482658" cy="60458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7</a:t>
              </a:r>
              <a:r>
                <a:rPr kumimoji="1" lang="en-US" altLang="zh-CN" sz="2000" b="1">
                  <a:latin typeface="Times New Roman" panose="02020603050405020304" pitchFamily="18" charset="0"/>
                </a:rPr>
                <a:t>:</a:t>
              </a:r>
            </a:p>
            <a:p>
              <a:pPr>
                <a:lnSpc>
                  <a:spcPts val="2000"/>
                </a:lnSpc>
                <a:defRPr/>
              </a:pPr>
              <a:r>
                <a:rPr kumimoji="1" lang="en-US" altLang="zh-CN" sz="2000" b="1" i="1">
                  <a:latin typeface="Times New Roman" panose="02020603050405020304" pitchFamily="18" charset="0"/>
                </a:rPr>
                <a:t>S→ bB</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d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61" name="Line 19"/>
            <p:cNvSpPr>
              <a:spLocks noChangeShapeType="1"/>
            </p:cNvSpPr>
            <p:nvPr/>
          </p:nvSpPr>
          <p:spPr bwMode="auto">
            <a:xfrm flipV="1">
              <a:off x="4455524" y="3405700"/>
              <a:ext cx="827983" cy="159056"/>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2" name="Text Box 20"/>
            <p:cNvSpPr txBox="1">
              <a:spLocks noChangeArrowheads="1"/>
            </p:cNvSpPr>
            <p:nvPr/>
          </p:nvSpPr>
          <p:spPr bwMode="auto">
            <a:xfrm>
              <a:off x="4423918" y="3156161"/>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B</a:t>
              </a:r>
            </a:p>
          </p:txBody>
        </p:sp>
        <p:sp>
          <p:nvSpPr>
            <p:cNvPr id="103454" name="Text Box 21"/>
            <p:cNvSpPr txBox="1">
              <a:spLocks noChangeArrowheads="1"/>
            </p:cNvSpPr>
            <p:nvPr/>
          </p:nvSpPr>
          <p:spPr bwMode="auto">
            <a:xfrm>
              <a:off x="5272667" y="3580637"/>
              <a:ext cx="1449322" cy="604581"/>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8</a:t>
              </a:r>
              <a:r>
                <a:rPr kumimoji="1" lang="en-US" altLang="zh-CN" sz="2000" b="1">
                  <a:latin typeface="Times New Roman" panose="02020603050405020304" pitchFamily="18" charset="0"/>
                </a:rPr>
                <a:t>:</a:t>
              </a:r>
            </a:p>
            <a:p>
              <a:pPr>
                <a:lnSpc>
                  <a:spcPts val="2000"/>
                </a:lnSpc>
                <a:defRPr/>
              </a:pPr>
              <a:r>
                <a:rPr kumimoji="1" lang="en-US" altLang="zh-CN" sz="2000" b="1" i="1">
                  <a:latin typeface="Times New Roman" panose="02020603050405020304" pitchFamily="18" charset="0"/>
                </a:rPr>
                <a:t>S→ aA</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e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64" name="Line 22"/>
            <p:cNvSpPr>
              <a:spLocks noChangeShapeType="1"/>
            </p:cNvSpPr>
            <p:nvPr/>
          </p:nvSpPr>
          <p:spPr bwMode="auto">
            <a:xfrm flipV="1">
              <a:off x="4455524" y="4011520"/>
              <a:ext cx="80496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5" name="Text Box 23"/>
            <p:cNvSpPr txBox="1">
              <a:spLocks noChangeArrowheads="1"/>
            </p:cNvSpPr>
            <p:nvPr/>
          </p:nvSpPr>
          <p:spPr bwMode="auto">
            <a:xfrm>
              <a:off x="4403430" y="3651573"/>
              <a:ext cx="4572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A</a:t>
              </a:r>
            </a:p>
          </p:txBody>
        </p:sp>
        <p:sp>
          <p:nvSpPr>
            <p:cNvPr id="103457" name="Text Box 24"/>
            <p:cNvSpPr txBox="1">
              <a:spLocks noChangeArrowheads="1"/>
            </p:cNvSpPr>
            <p:nvPr/>
          </p:nvSpPr>
          <p:spPr bwMode="auto">
            <a:xfrm>
              <a:off x="5283780" y="4228062"/>
              <a:ext cx="1438210" cy="86164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000"/>
                </a:lnSpc>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9</a:t>
              </a:r>
              <a:r>
                <a:rPr kumimoji="1" lang="en-US" altLang="zh-CN" sz="2000" b="1">
                  <a:latin typeface="Times New Roman" panose="02020603050405020304" pitchFamily="18" charset="0"/>
                </a:rPr>
                <a:t>:</a:t>
              </a:r>
            </a:p>
            <a:p>
              <a:pPr>
                <a:lnSpc>
                  <a:spcPts val="2000"/>
                </a:lnSpc>
                <a:defRPr/>
              </a:pPr>
              <a:r>
                <a:rPr kumimoji="1" lang="en-US" altLang="zh-CN" sz="2000" b="1" i="1">
                  <a:solidFill>
                    <a:srgbClr val="FF0000"/>
                  </a:solidFill>
                  <a:latin typeface="Times New Roman" panose="02020603050405020304" pitchFamily="18" charset="0"/>
                </a:rPr>
                <a:t>B→ c</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FF0000"/>
                  </a:solidFill>
                  <a:latin typeface="Times New Roman" panose="02020603050405020304" pitchFamily="18" charset="0"/>
                  <a:cs typeface="Times New Roman" panose="02020603050405020304" pitchFamily="18" charset="0"/>
                </a:rPr>
                <a:t>·</a:t>
              </a:r>
              <a:r>
                <a:rPr kumimoji="1" lang="en-US" altLang="zh-CN" sz="2000" b="1" i="1">
                  <a:solidFill>
                    <a:srgbClr val="FF0000"/>
                  </a:solidFill>
                  <a:latin typeface="Times New Roman" panose="02020603050405020304" pitchFamily="18" charset="0"/>
                </a:rPr>
                <a:t> , d</a:t>
              </a:r>
            </a:p>
            <a:p>
              <a:pPr>
                <a:lnSpc>
                  <a:spcPts val="2000"/>
                </a:lnSpc>
                <a:defRPr/>
              </a:pPr>
              <a:r>
                <a:rPr kumimoji="1" lang="en-US" altLang="zh-CN" sz="2000" b="1" i="1">
                  <a:solidFill>
                    <a:srgbClr val="FF0000"/>
                  </a:solidFill>
                  <a:latin typeface="Times New Roman" panose="02020603050405020304" pitchFamily="18" charset="0"/>
                </a:rPr>
                <a:t>A→ c</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rgbClr val="FF0000"/>
                  </a:solidFill>
                  <a:latin typeface="Times New Roman" panose="02020603050405020304" pitchFamily="18" charset="0"/>
                  <a:cs typeface="Times New Roman" panose="02020603050405020304" pitchFamily="18" charset="0"/>
                </a:rPr>
                <a:t>·</a:t>
              </a:r>
              <a:r>
                <a:rPr kumimoji="1" lang="en-US" altLang="zh-CN" sz="2000" b="1" i="1">
                  <a:solidFill>
                    <a:srgbClr val="FF0000"/>
                  </a:solidFill>
                  <a:latin typeface="Times New Roman" panose="02020603050405020304" pitchFamily="18" charset="0"/>
                </a:rPr>
                <a:t> , e</a:t>
              </a:r>
            </a:p>
          </p:txBody>
        </p:sp>
        <p:sp>
          <p:nvSpPr>
            <p:cNvPr id="69667" name="Line 25"/>
            <p:cNvSpPr>
              <a:spLocks noChangeShapeType="1"/>
            </p:cNvSpPr>
            <p:nvPr/>
          </p:nvSpPr>
          <p:spPr bwMode="auto">
            <a:xfrm>
              <a:off x="4440545" y="4907558"/>
              <a:ext cx="85724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8" name="Text Box 26"/>
            <p:cNvSpPr txBox="1">
              <a:spLocks noChangeArrowheads="1"/>
            </p:cNvSpPr>
            <p:nvPr/>
          </p:nvSpPr>
          <p:spPr bwMode="auto">
            <a:xfrm>
              <a:off x="4425694" y="4547332"/>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c</a:t>
              </a:r>
            </a:p>
          </p:txBody>
        </p:sp>
        <p:sp>
          <p:nvSpPr>
            <p:cNvPr id="103460" name="Text Box 27"/>
            <p:cNvSpPr txBox="1">
              <a:spLocks noChangeArrowheads="1"/>
            </p:cNvSpPr>
            <p:nvPr/>
          </p:nvSpPr>
          <p:spPr bwMode="auto">
            <a:xfrm>
              <a:off x="7249015" y="1505071"/>
              <a:ext cx="1523931" cy="70772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11</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S→ aBe</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70" name="Line 28"/>
            <p:cNvSpPr>
              <a:spLocks noChangeShapeType="1"/>
            </p:cNvSpPr>
            <p:nvPr/>
          </p:nvSpPr>
          <p:spPr bwMode="auto">
            <a:xfrm flipV="1">
              <a:off x="6692164" y="1779849"/>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71" name="Text Box 29"/>
            <p:cNvSpPr txBox="1">
              <a:spLocks noChangeArrowheads="1"/>
            </p:cNvSpPr>
            <p:nvPr/>
          </p:nvSpPr>
          <p:spPr bwMode="auto">
            <a:xfrm>
              <a:off x="6755665" y="141990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e</a:t>
              </a:r>
            </a:p>
          </p:txBody>
        </p:sp>
        <p:sp>
          <p:nvSpPr>
            <p:cNvPr id="103463" name="Text Box 27"/>
            <p:cNvSpPr txBox="1">
              <a:spLocks noChangeArrowheads="1"/>
            </p:cNvSpPr>
            <p:nvPr/>
          </p:nvSpPr>
          <p:spPr bwMode="auto">
            <a:xfrm>
              <a:off x="7263302" y="2355609"/>
              <a:ext cx="1509644" cy="70772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12</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S→ bBd</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73" name="Line 28"/>
            <p:cNvSpPr>
              <a:spLocks noChangeShapeType="1"/>
            </p:cNvSpPr>
            <p:nvPr/>
          </p:nvSpPr>
          <p:spPr bwMode="auto">
            <a:xfrm flipV="1">
              <a:off x="6775392" y="3003669"/>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74" name="Text Box 29"/>
            <p:cNvSpPr txBox="1">
              <a:spLocks noChangeArrowheads="1"/>
            </p:cNvSpPr>
            <p:nvPr/>
          </p:nvSpPr>
          <p:spPr bwMode="auto">
            <a:xfrm>
              <a:off x="6775392" y="2643722"/>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d</a:t>
              </a:r>
            </a:p>
          </p:txBody>
        </p:sp>
        <p:sp>
          <p:nvSpPr>
            <p:cNvPr id="103466" name="Text Box 27"/>
            <p:cNvSpPr txBox="1">
              <a:spLocks noChangeArrowheads="1"/>
            </p:cNvSpPr>
            <p:nvPr/>
          </p:nvSpPr>
          <p:spPr bwMode="auto">
            <a:xfrm>
              <a:off x="7249015" y="3147435"/>
              <a:ext cx="1528693" cy="70772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13</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S→ aAe</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en-US" altLang="zh-CN" sz="2000" b="1" i="1">
                  <a:latin typeface="Times New Roman" panose="02020603050405020304" pitchFamily="18" charset="0"/>
                </a:rPr>
                <a:t> , </a:t>
              </a:r>
              <a:r>
                <a:rPr kumimoji="1" lang="en-US" altLang="zh-CN" sz="2000" b="1">
                  <a:latin typeface="华文楷体" panose="02010600040101010101" pitchFamily="2" charset="-122"/>
                </a:rPr>
                <a:t>$</a:t>
              </a:r>
              <a:endParaRPr kumimoji="1" lang="en-US" altLang="zh-CN" sz="2000" b="1" i="1">
                <a:latin typeface="Times New Roman" panose="02020603050405020304" pitchFamily="18" charset="0"/>
              </a:endParaRPr>
            </a:p>
          </p:txBody>
        </p:sp>
        <p:sp>
          <p:nvSpPr>
            <p:cNvPr id="69676" name="Line 28"/>
            <p:cNvSpPr>
              <a:spLocks noChangeShapeType="1"/>
            </p:cNvSpPr>
            <p:nvPr/>
          </p:nvSpPr>
          <p:spPr bwMode="auto">
            <a:xfrm flipV="1">
              <a:off x="6742965" y="3723562"/>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77" name="Text Box 29"/>
            <p:cNvSpPr txBox="1">
              <a:spLocks noChangeArrowheads="1"/>
            </p:cNvSpPr>
            <p:nvPr/>
          </p:nvSpPr>
          <p:spPr bwMode="auto">
            <a:xfrm>
              <a:off x="6819165" y="336361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e</a:t>
              </a:r>
            </a:p>
          </p:txBody>
        </p:sp>
      </p:grpSp>
      <p:sp>
        <p:nvSpPr>
          <p:cNvPr id="2" name="矩形 1"/>
          <p:cNvSpPr>
            <a:spLocks noChangeArrowheads="1"/>
          </p:cNvSpPr>
          <p:nvPr/>
        </p:nvSpPr>
        <p:spPr bwMode="auto">
          <a:xfrm>
            <a:off x="6890094" y="4011613"/>
            <a:ext cx="2111032" cy="1016000"/>
          </a:xfrm>
          <a:prstGeom prst="rect">
            <a:avLst/>
          </a:prstGeom>
          <a:solidFill>
            <a:schemeClr val="accent5">
              <a:lumMod val="60000"/>
              <a:lumOff val="40000"/>
            </a:schemeClr>
          </a:solidFill>
          <a:ln w="12700">
            <a:solidFill>
              <a:schemeClr val="tx1"/>
            </a:solidFill>
            <a:miter lim="800000"/>
          </a:ln>
        </p:spPr>
        <p:txBody>
          <a:bodyPr wrap="square">
            <a:spAutoFit/>
          </a:bodyPr>
          <a:lstStyle/>
          <a:p>
            <a:pPr algn="ctr" eaLnBrk="1" hangingPunct="1">
              <a:buFont typeface="Arial" panose="020B0604020202020204" pitchFamily="34" charset="0"/>
              <a:buNone/>
              <a:defRPr/>
            </a:pPr>
            <a:r>
              <a:rPr lang="zh-CN" altLang="en-US" sz="2000" b="1" noProof="1">
                <a:latin typeface="Times New Roman" panose="02020603050405020304" pitchFamily="18" charset="0"/>
                <a:ea typeface="楷体" panose="02010609060101010101" pitchFamily="49" charset="-122"/>
                <a:cs typeface="+mn-ea"/>
              </a:rPr>
              <a:t>合并同心项集不会引入新的</a:t>
            </a:r>
            <a:endParaRPr lang="en-US" altLang="zh-CN" sz="2000" b="1" noProof="1">
              <a:latin typeface="Times New Roman" panose="02020603050405020304" pitchFamily="18" charset="0"/>
              <a:ea typeface="楷体" panose="02010609060101010101" pitchFamily="49" charset="-122"/>
              <a:cs typeface="+mn-ea"/>
            </a:endParaRPr>
          </a:p>
          <a:p>
            <a:pPr algn="ctr" eaLnBrk="1" hangingPunct="1">
              <a:buFont typeface="Arial" panose="020B0604020202020204" pitchFamily="34" charset="0"/>
              <a:buNone/>
              <a:defRPr/>
            </a:pPr>
            <a:r>
              <a:rPr lang="zh-CN" altLang="en-US" sz="2000" b="1" noProof="1">
                <a:latin typeface="Times New Roman" panose="02020603050405020304" pitchFamily="18" charset="0"/>
                <a:ea typeface="楷体" panose="02010609060101010101" pitchFamily="49" charset="-122"/>
                <a:cs typeface="+mn-ea"/>
              </a:rPr>
              <a:t>移进</a:t>
            </a:r>
            <a:r>
              <a:rPr lang="en-US" altLang="zh-CN" sz="2000" b="1" noProof="1">
                <a:latin typeface="Times New Roman" panose="02020603050405020304" pitchFamily="18" charset="0"/>
                <a:ea typeface="Times New Roman" panose="02020603050405020304" pitchFamily="18" charset="0"/>
                <a:cs typeface="+mn-ea"/>
              </a:rPr>
              <a:t>-</a:t>
            </a:r>
            <a:r>
              <a:rPr lang="zh-CN" altLang="en-US" sz="2000" b="1" noProof="1">
                <a:latin typeface="Times New Roman" panose="02020603050405020304" pitchFamily="18" charset="0"/>
                <a:ea typeface="楷体" panose="02010609060101010101" pitchFamily="49" charset="-122"/>
                <a:cs typeface="+mn-ea"/>
              </a:rPr>
              <a:t>归约冲突</a:t>
            </a:r>
            <a:endParaRPr lang="zh-CN" altLang="en-US" sz="1400" b="1" noProof="1">
              <a:ea typeface="楷体" panose="02010609060101010101" pitchFamily="49" charset="-122"/>
            </a:endParaRPr>
          </a:p>
        </p:txBody>
      </p:sp>
      <p:sp>
        <p:nvSpPr>
          <p:cNvPr id="4" name="灯片编号占位符 3">
            <a:extLst>
              <a:ext uri="{FF2B5EF4-FFF2-40B4-BE49-F238E27FC236}">
                <a16:creationId xmlns:a16="http://schemas.microsoft.com/office/drawing/2014/main" id="{B19C06FD-D6D0-42E2-A616-2E4CFE679666}"/>
              </a:ext>
            </a:extLst>
          </p:cNvPr>
          <p:cNvSpPr>
            <a:spLocks noGrp="1"/>
          </p:cNvSpPr>
          <p:nvPr>
            <p:ph type="sldNum" sz="quarter" idx="12"/>
          </p:nvPr>
        </p:nvSpPr>
        <p:spPr/>
        <p:txBody>
          <a:bodyPr/>
          <a:lstStyle/>
          <a:p>
            <a:pPr>
              <a:defRPr/>
            </a:pPr>
            <a:fld id="{76D20AB1-C80E-44EB-B890-88EEF3B3DC08}" type="slidenum">
              <a:rPr lang="zh-CN" altLang="en-US" smtClean="0"/>
              <a:pPr>
                <a:defRPr/>
              </a:pPr>
              <a:t>29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755650" y="484188"/>
            <a:ext cx="7931150" cy="358775"/>
          </a:xfrm>
        </p:spPr>
        <p:txBody>
          <a:bodyPr/>
          <a:lstStyle/>
          <a:p>
            <a:pPr eaLnBrk="1" hangingPunct="1"/>
            <a:r>
              <a:rPr lang="zh-CN" altLang="en-US" sz="2800">
                <a:solidFill>
                  <a:schemeClr val="tx1"/>
                </a:solidFill>
                <a:latin typeface="微软雅黑" panose="020B0503020204020204" pitchFamily="34" charset="-122"/>
                <a:ea typeface="微软雅黑" panose="020B0503020204020204" pitchFamily="34" charset="-122"/>
              </a:rPr>
              <a:t>合并同心项集后，虽然不产生冲突，但可能会</a:t>
            </a:r>
            <a:br>
              <a:rPr lang="zh-CN" altLang="en-US" sz="2800">
                <a:solidFill>
                  <a:schemeClr val="tx1"/>
                </a:solidFill>
                <a:latin typeface="微软雅黑" panose="020B0503020204020204" pitchFamily="34" charset="-122"/>
                <a:ea typeface="微软雅黑" panose="020B0503020204020204" pitchFamily="34" charset="-122"/>
              </a:rPr>
            </a:br>
            <a:r>
              <a:rPr lang="zh-CN" altLang="en-US" sz="2800">
                <a:solidFill>
                  <a:schemeClr val="hlink"/>
                </a:solidFill>
                <a:latin typeface="微软雅黑" panose="020B0503020204020204" pitchFamily="34" charset="-122"/>
                <a:ea typeface="微软雅黑" panose="020B0503020204020204" pitchFamily="34" charset="-122"/>
              </a:rPr>
              <a:t>推迟错误的发现</a:t>
            </a:r>
          </a:p>
        </p:txBody>
      </p:sp>
      <p:sp>
        <p:nvSpPr>
          <p:cNvPr id="352373" name="Rectangle 117"/>
          <p:cNvSpPr>
            <a:spLocks noChangeArrowheads="1"/>
          </p:cNvSpPr>
          <p:nvPr/>
        </p:nvSpPr>
        <p:spPr bwMode="auto">
          <a:xfrm>
            <a:off x="4067175" y="4449763"/>
            <a:ext cx="4613275" cy="638175"/>
          </a:xfrm>
          <a:prstGeom prst="rect">
            <a:avLst/>
          </a:prstGeom>
          <a:solidFill>
            <a:schemeClr val="accent5">
              <a:lumMod val="60000"/>
              <a:lumOff val="40000"/>
            </a:schemeClr>
          </a:solidFill>
          <a:ln w="12700">
            <a:solidFill>
              <a:schemeClr val="tx1"/>
            </a:solidFill>
            <a:miter lim="800000"/>
          </a:ln>
        </p:spPr>
        <p:txBody>
          <a:bodyPr wrap="none" anchor="ctr"/>
          <a:lstStyle/>
          <a:p>
            <a:pPr eaLnBrk="1" hangingPunct="1">
              <a:buFont typeface="Arial" panose="020B0604020202020204" pitchFamily="34" charset="0"/>
              <a:buNone/>
              <a:defRPr/>
            </a:pPr>
            <a:r>
              <a:rPr lang="en-US" altLang="zh-CN" sz="2000" b="1" i="1" noProof="1">
                <a:latin typeface="Times New Roman" pitchFamily="18" charset="0"/>
                <a:ea typeface="Times New Roman" pitchFamily="18" charset="0"/>
                <a:cs typeface="华文楷体" pitchFamily="2" charset="-122"/>
              </a:rPr>
              <a:t>LALR</a:t>
            </a:r>
            <a:r>
              <a:rPr lang="zh-CN" altLang="en-US" sz="2000" b="1" noProof="1">
                <a:latin typeface="Times New Roman" pitchFamily="18" charset="0"/>
                <a:ea typeface="楷体" pitchFamily="49" charset="-122"/>
                <a:cs typeface="华文楷体" pitchFamily="2" charset="-122"/>
              </a:rPr>
              <a:t>分析法可能会作多余的归约动作，</a:t>
            </a:r>
            <a:endParaRPr lang="zh-CN" altLang="en-US" sz="2000" b="1" noProof="1">
              <a:latin typeface="Times New Roman" pitchFamily="18" charset="0"/>
              <a:ea typeface="楷体" pitchFamily="49" charset="-122"/>
            </a:endParaRPr>
          </a:p>
          <a:p>
            <a:pPr eaLnBrk="1" hangingPunct="1">
              <a:buFont typeface="Arial" panose="020B0604020202020204" pitchFamily="34" charset="0"/>
              <a:buNone/>
              <a:defRPr/>
            </a:pPr>
            <a:r>
              <a:rPr lang="zh-CN" altLang="en-US" sz="2000" b="1" noProof="1">
                <a:latin typeface="Times New Roman" pitchFamily="18" charset="0"/>
                <a:ea typeface="楷体" pitchFamily="49" charset="-122"/>
              </a:rPr>
              <a:t>但绝不会作错误的移进操作</a:t>
            </a:r>
            <a:endParaRPr lang="zh-CN" altLang="zh-CN" sz="2000" b="1" noProof="1">
              <a:latin typeface="Times New Roman" pitchFamily="18" charset="0"/>
              <a:cs typeface="Times New Roman" pitchFamily="18" charset="0"/>
            </a:endParaRPr>
          </a:p>
        </p:txBody>
      </p:sp>
      <p:sp>
        <p:nvSpPr>
          <p:cNvPr id="132151" name="矩形 2"/>
          <p:cNvSpPr>
            <a:spLocks noChangeArrowheads="1"/>
          </p:cNvSpPr>
          <p:nvPr/>
        </p:nvSpPr>
        <p:spPr bwMode="auto">
          <a:xfrm>
            <a:off x="4254500" y="752475"/>
            <a:ext cx="1452563" cy="1477963"/>
          </a:xfrm>
          <a:prstGeom prst="rect">
            <a:avLst/>
          </a:prstGeom>
          <a:solidFill>
            <a:schemeClr val="accent5">
              <a:lumMod val="60000"/>
              <a:lumOff val="40000"/>
            </a:schemeClr>
          </a:solidFill>
          <a:ln>
            <a:solidFill>
              <a:schemeClr val="tx1"/>
            </a:solidFill>
          </a:ln>
        </p:spPr>
        <p:txBody>
          <a:bodyPr>
            <a:spAutoFit/>
          </a:bodyPr>
          <a:lstStyle/>
          <a:p>
            <a:pPr eaLnBrk="1" hangingPunct="1">
              <a:buClr>
                <a:srgbClr val="000000"/>
              </a:buClr>
              <a:buFont typeface="Arial" panose="020B0604020202020204" pitchFamily="34" charset="0"/>
              <a:buNone/>
              <a:defRPr/>
            </a:pPr>
            <a:r>
              <a:rPr lang="zh-CN" altLang="en-US" b="1" noProof="1">
                <a:latin typeface="楷体" pitchFamily="49" charset="-122"/>
                <a:ea typeface="楷体" pitchFamily="49" charset="-122"/>
                <a:cs typeface="华文楷体" pitchFamily="2" charset="-122"/>
              </a:rPr>
              <a:t>例</a:t>
            </a:r>
            <a:endParaRPr lang="zh-CN" altLang="zh-CN" b="1" noProof="1">
              <a:latin typeface="楷体" pitchFamily="49" charset="-122"/>
              <a:ea typeface="楷体" pitchFamily="49" charset="-122"/>
              <a:cs typeface="Times New Roman" pitchFamily="18" charset="0"/>
            </a:endParaRPr>
          </a:p>
          <a:p>
            <a:pPr eaLnBrk="1" hangingPunct="1">
              <a:buClr>
                <a:srgbClr val="000000"/>
              </a:buClr>
              <a:buFont typeface="Arial" panose="020B0604020202020204" pitchFamily="34" charset="0"/>
              <a:buNone/>
              <a:defRPr/>
            </a:pPr>
            <a:r>
              <a:rPr lang="zh-CN" altLang="zh-CN" b="1" noProof="1">
                <a:latin typeface="Times New Roman" pitchFamily="18" charset="0"/>
                <a:ea typeface="Times New Roman" pitchFamily="18" charset="0"/>
                <a:cs typeface="华文楷体" pitchFamily="2" charset="-122"/>
              </a:rPr>
              <a:t>(0) </a:t>
            </a:r>
            <a:r>
              <a:rPr lang="en-US" altLang="zh-CN" b="1" i="1" noProof="1">
                <a:latin typeface="Times New Roman" pitchFamily="18" charset="0"/>
                <a:ea typeface="Times New Roman" pitchFamily="18" charset="0"/>
                <a:cs typeface="华文楷体" pitchFamily="2" charset="-122"/>
              </a:rPr>
              <a:t>S′→S</a:t>
            </a:r>
            <a:endParaRPr lang="en-US" altLang="zh-CN" b="1" i="1" noProof="1">
              <a:latin typeface="Times New Roman" pitchFamily="18" charset="0"/>
              <a:cs typeface="Times New Roman" pitchFamily="18" charset="0"/>
            </a:endParaRPr>
          </a:p>
          <a:p>
            <a:pPr eaLnBrk="1" hangingPunct="1">
              <a:buClr>
                <a:srgbClr val="000000"/>
              </a:buClr>
              <a:buFont typeface="Arial" panose="020B0604020202020204" pitchFamily="34" charset="0"/>
              <a:buNone/>
              <a:defRPr/>
            </a:pPr>
            <a:r>
              <a:rPr lang="en-US" altLang="zh-CN" b="1" noProof="1">
                <a:latin typeface="Times New Roman" pitchFamily="18" charset="0"/>
                <a:cs typeface="Times New Roman" pitchFamily="18" charset="0"/>
              </a:rPr>
              <a:t>(1) </a:t>
            </a:r>
            <a:r>
              <a:rPr lang="en-US" altLang="zh-CN" b="1" i="1" noProof="1">
                <a:latin typeface="Times New Roman" pitchFamily="18" charset="0"/>
                <a:cs typeface="Times New Roman" pitchFamily="18" charset="0"/>
              </a:rPr>
              <a:t>S → AcA</a:t>
            </a:r>
          </a:p>
          <a:p>
            <a:pPr eaLnBrk="1" hangingPunct="1">
              <a:buClr>
                <a:srgbClr val="000000"/>
              </a:buClr>
              <a:buFont typeface="Arial" panose="020B0604020202020204" pitchFamily="34" charset="0"/>
              <a:buNone/>
              <a:defRPr/>
            </a:pPr>
            <a:r>
              <a:rPr lang="en-US" altLang="zh-CN" b="1" noProof="1">
                <a:latin typeface="Times New Roman" pitchFamily="18" charset="0"/>
                <a:cs typeface="Times New Roman" pitchFamily="18" charset="0"/>
              </a:rPr>
              <a:t>(2) </a:t>
            </a:r>
            <a:r>
              <a:rPr lang="en-US" altLang="zh-CN" b="1" i="1" noProof="1">
                <a:latin typeface="Times New Roman" pitchFamily="18" charset="0"/>
                <a:cs typeface="Times New Roman" pitchFamily="18" charset="0"/>
              </a:rPr>
              <a:t>A → aA</a:t>
            </a:r>
          </a:p>
          <a:p>
            <a:pPr eaLnBrk="1" hangingPunct="1">
              <a:buClr>
                <a:srgbClr val="000000"/>
              </a:buClr>
              <a:buFont typeface="Arial" panose="020B0604020202020204" pitchFamily="34" charset="0"/>
              <a:buNone/>
              <a:defRPr/>
            </a:pPr>
            <a:r>
              <a:rPr lang="en-US" altLang="zh-CN" b="1" noProof="1">
                <a:latin typeface="Times New Roman" pitchFamily="18" charset="0"/>
                <a:cs typeface="Times New Roman" pitchFamily="18" charset="0"/>
              </a:rPr>
              <a:t>(3) </a:t>
            </a:r>
            <a:r>
              <a:rPr lang="en-US" altLang="zh-CN" b="1" i="1" noProof="1">
                <a:latin typeface="Times New Roman" pitchFamily="18" charset="0"/>
                <a:cs typeface="Times New Roman" pitchFamily="18" charset="0"/>
              </a:rPr>
              <a:t>A → d</a:t>
            </a:r>
          </a:p>
        </p:txBody>
      </p:sp>
      <p:sp>
        <p:nvSpPr>
          <p:cNvPr id="57" name="Rectangle 72"/>
          <p:cNvSpPr>
            <a:spLocks noChangeArrowheads="1"/>
          </p:cNvSpPr>
          <p:nvPr/>
        </p:nvSpPr>
        <p:spPr bwMode="auto">
          <a:xfrm>
            <a:off x="203200" y="4659313"/>
            <a:ext cx="2444750" cy="400050"/>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A</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c</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2000" b="1" dirty="0">
                <a:latin typeface="+mn-ea"/>
                <a:ea typeface="+mn-ea"/>
                <a:cs typeface="Times New Roman" panose="02020603050405020304" pitchFamily="18" charset="0"/>
              </a:rPr>
              <a:t>$</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2000" b="1" dirty="0">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54" name="Rectangle 72"/>
          <p:cNvSpPr>
            <a:spLocks noChangeArrowheads="1"/>
          </p:cNvSpPr>
          <p:nvPr/>
        </p:nvSpPr>
        <p:spPr bwMode="auto">
          <a:xfrm>
            <a:off x="5857875" y="935038"/>
            <a:ext cx="1227138" cy="400050"/>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r=a</a:t>
            </a:r>
            <a:r>
              <a:rPr lang="en-US" altLang="zh-CN" sz="2000" b="1" i="1" baseline="30000"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err="1">
                <a:latin typeface="Times New Roman" panose="02020603050405020304" pitchFamily="18" charset="0"/>
                <a:ea typeface="楷体_GB2312" panose="02010609030101010101" pitchFamily="49" charset="-122"/>
                <a:cs typeface="Times New Roman" panose="02020603050405020304" pitchFamily="18" charset="0"/>
              </a:rPr>
              <a:t>dca</a:t>
            </a:r>
            <a:r>
              <a:rPr lang="en-US" altLang="zh-CN" sz="2000" b="1" i="1" baseline="30000"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d</a:t>
            </a:r>
            <a:endParaRPr lang="zh-CN" altLang="en-US" sz="2000" b="1" dirty="0">
              <a:latin typeface="Times New Roman" panose="02020603050405020304" pitchFamily="18" charset="0"/>
              <a:ea typeface="楷体_GB2312" panose="02010609030101010101" pitchFamily="49" charset="-122"/>
              <a:cs typeface="Times New Roman" panose="02020603050405020304" pitchFamily="18" charset="0"/>
            </a:endParaRPr>
          </a:p>
        </p:txBody>
      </p:sp>
      <p:grpSp>
        <p:nvGrpSpPr>
          <p:cNvPr id="2" name="组合 4"/>
          <p:cNvGrpSpPr>
            <a:grpSpLocks/>
          </p:cNvGrpSpPr>
          <p:nvPr/>
        </p:nvGrpSpPr>
        <p:grpSpPr bwMode="auto">
          <a:xfrm>
            <a:off x="439738" y="685800"/>
            <a:ext cx="8453437" cy="4127500"/>
            <a:chOff x="439738" y="685800"/>
            <a:chExt cx="8453437" cy="4127500"/>
          </a:xfrm>
        </p:grpSpPr>
        <p:sp>
          <p:nvSpPr>
            <p:cNvPr id="71690" name="Text Box 2"/>
            <p:cNvSpPr txBox="1">
              <a:spLocks noChangeArrowheads="1"/>
            </p:cNvSpPr>
            <p:nvPr/>
          </p:nvSpPr>
          <p:spPr bwMode="auto">
            <a:xfrm>
              <a:off x="439738" y="1687513"/>
              <a:ext cx="1439862" cy="1508125"/>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0</a:t>
              </a:r>
              <a:r>
                <a:rPr lang="en-US" altLang="zh-CN"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a:t>
              </a:r>
              <a:r>
                <a:rPr lang="en-US" altLang="zh-CN" sz="1800" b="1" i="1">
                  <a:solidFill>
                    <a:srgbClr val="000000"/>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S</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a:t>
              </a:r>
              <a:r>
                <a:rPr lang="en-US" altLang="zh-CN" sz="1800" b="1" i="1">
                  <a:solidFill>
                    <a:srgbClr val="000000"/>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AcA</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a:t>
              </a:r>
              <a:r>
                <a:rPr lang="en-US" altLang="zh-CN" sz="1800" b="1" i="1">
                  <a:solidFill>
                    <a:srgbClr val="000000"/>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aA , c </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a:t>
              </a:r>
              <a:r>
                <a:rPr lang="en-US" altLang="zh-CN" sz="1800" b="1" i="1">
                  <a:solidFill>
                    <a:srgbClr val="000000"/>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d , c</a:t>
              </a:r>
              <a:endParaRPr lang="zh-CN" altLang="en-US" sz="1800" b="1" i="1">
                <a:solidFill>
                  <a:schemeClr val="tx1"/>
                </a:solidFill>
                <a:latin typeface="Times New Roman" panose="02020603050405020304" pitchFamily="18" charset="0"/>
                <a:cs typeface="Times New Roman" panose="02020603050405020304" pitchFamily="18" charset="0"/>
              </a:endParaRPr>
            </a:p>
          </p:txBody>
        </p:sp>
        <p:sp>
          <p:nvSpPr>
            <p:cNvPr id="71691" name="Text Box 3"/>
            <p:cNvSpPr txBox="1">
              <a:spLocks noChangeArrowheads="1"/>
            </p:cNvSpPr>
            <p:nvPr/>
          </p:nvSpPr>
          <p:spPr bwMode="auto">
            <a:xfrm>
              <a:off x="2587625" y="1325563"/>
              <a:ext cx="1439863" cy="6778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1</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→S</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p:txBody>
        </p:sp>
        <p:sp>
          <p:nvSpPr>
            <p:cNvPr id="71692" name="Line 4"/>
            <p:cNvSpPr>
              <a:spLocks noChangeShapeType="1"/>
            </p:cNvSpPr>
            <p:nvPr/>
          </p:nvSpPr>
          <p:spPr bwMode="auto">
            <a:xfrm flipV="1">
              <a:off x="1862138" y="1903413"/>
              <a:ext cx="72072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3" name="Text Box 5"/>
            <p:cNvSpPr txBox="1">
              <a:spLocks noChangeArrowheads="1"/>
            </p:cNvSpPr>
            <p:nvPr/>
          </p:nvSpPr>
          <p:spPr bwMode="auto">
            <a:xfrm>
              <a:off x="2584450" y="2265363"/>
              <a:ext cx="1423988" cy="6778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2</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→A</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cA</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p:txBody>
        </p:sp>
        <p:sp>
          <p:nvSpPr>
            <p:cNvPr id="71694" name="Line 6"/>
            <p:cNvSpPr>
              <a:spLocks noChangeShapeType="1"/>
            </p:cNvSpPr>
            <p:nvPr/>
          </p:nvSpPr>
          <p:spPr bwMode="auto">
            <a:xfrm flipV="1">
              <a:off x="1897063" y="2381250"/>
              <a:ext cx="67945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695" name="Text Box 7"/>
            <p:cNvSpPr txBox="1">
              <a:spLocks noChangeArrowheads="1"/>
            </p:cNvSpPr>
            <p:nvPr/>
          </p:nvSpPr>
          <p:spPr bwMode="auto">
            <a:xfrm>
              <a:off x="2039938" y="1954213"/>
              <a:ext cx="503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696" name="Text Box 8"/>
            <p:cNvSpPr txBox="1">
              <a:spLocks noChangeArrowheads="1"/>
            </p:cNvSpPr>
            <p:nvPr/>
          </p:nvSpPr>
          <p:spPr bwMode="auto">
            <a:xfrm>
              <a:off x="2613025" y="3165475"/>
              <a:ext cx="1436688" cy="123190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3</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 a</a:t>
              </a:r>
              <a:r>
                <a:rPr lang="en-US" altLang="zh-CN" sz="1800" b="1" i="1">
                  <a:solidFill>
                    <a:srgbClr val="000000"/>
                  </a:solidFill>
                  <a:latin typeface="Times New Roman" panose="02020603050405020304" pitchFamily="18" charset="0"/>
                  <a:cs typeface="Times New Roman" panose="02020603050405020304" pitchFamily="18" charset="0"/>
                </a:rPr>
                <a:t> · </a:t>
              </a:r>
              <a:r>
                <a:rPr lang="en-US" altLang="zh-CN" sz="1800" b="1" i="1">
                  <a:solidFill>
                    <a:schemeClr val="tx1"/>
                  </a:solidFill>
                  <a:latin typeface="Times New Roman" panose="02020603050405020304" pitchFamily="18" charset="0"/>
                  <a:cs typeface="Times New Roman" panose="02020603050405020304" pitchFamily="18" charset="0"/>
                </a:rPr>
                <a:t>A , c</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aA , c</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d , c</a:t>
              </a:r>
            </a:p>
          </p:txBody>
        </p:sp>
        <p:sp>
          <p:nvSpPr>
            <p:cNvPr id="71697" name="Text Box 10"/>
            <p:cNvSpPr txBox="1">
              <a:spLocks noChangeArrowheads="1"/>
            </p:cNvSpPr>
            <p:nvPr/>
          </p:nvSpPr>
          <p:spPr bwMode="auto">
            <a:xfrm>
              <a:off x="2106613" y="2614613"/>
              <a:ext cx="609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698" name="Text Box 11"/>
            <p:cNvSpPr txBox="1">
              <a:spLocks noChangeArrowheads="1"/>
            </p:cNvSpPr>
            <p:nvPr/>
          </p:nvSpPr>
          <p:spPr bwMode="auto">
            <a:xfrm>
              <a:off x="481013" y="3879850"/>
              <a:ext cx="1439862" cy="6778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4</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A →d · , c</a:t>
              </a:r>
            </a:p>
          </p:txBody>
        </p:sp>
        <p:sp>
          <p:nvSpPr>
            <p:cNvPr id="71699" name="Text Box 12"/>
            <p:cNvSpPr txBox="1">
              <a:spLocks noChangeArrowheads="1"/>
            </p:cNvSpPr>
            <p:nvPr/>
          </p:nvSpPr>
          <p:spPr bwMode="auto">
            <a:xfrm>
              <a:off x="4527550" y="2405063"/>
              <a:ext cx="1417638" cy="123190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5</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→Ac</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A</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a:t>
              </a:r>
              <a:r>
                <a:rPr lang="en-US" altLang="zh-CN" sz="1800" b="1" i="1">
                  <a:solidFill>
                    <a:srgbClr val="000000"/>
                  </a:solidFill>
                  <a:latin typeface="Times New Roman" panose="02020603050405020304" pitchFamily="18" charset="0"/>
                  <a:cs typeface="Times New Roman" panose="02020603050405020304" pitchFamily="18" charset="0"/>
                </a:rPr>
                <a:t> · </a:t>
              </a:r>
              <a:r>
                <a:rPr lang="en-US" altLang="zh-CN" sz="1800" b="1" i="1">
                  <a:solidFill>
                    <a:schemeClr val="tx1"/>
                  </a:solidFill>
                  <a:latin typeface="Times New Roman" panose="02020603050405020304" pitchFamily="18" charset="0"/>
                  <a:cs typeface="Times New Roman" panose="02020603050405020304" pitchFamily="18" charset="0"/>
                </a:rPr>
                <a:t>aA</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d</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p:txBody>
        </p:sp>
        <p:sp>
          <p:nvSpPr>
            <p:cNvPr id="71700" name="Text Box 13"/>
            <p:cNvSpPr txBox="1">
              <a:spLocks noChangeArrowheads="1"/>
            </p:cNvSpPr>
            <p:nvPr/>
          </p:nvSpPr>
          <p:spPr bwMode="auto">
            <a:xfrm>
              <a:off x="4103688" y="221773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c</a:t>
              </a:r>
            </a:p>
          </p:txBody>
        </p:sp>
        <p:sp>
          <p:nvSpPr>
            <p:cNvPr id="71701" name="Text Box 15"/>
            <p:cNvSpPr txBox="1">
              <a:spLocks noChangeArrowheads="1"/>
            </p:cNvSpPr>
            <p:nvPr/>
          </p:nvSpPr>
          <p:spPr bwMode="auto">
            <a:xfrm>
              <a:off x="858838" y="32956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d</a:t>
              </a:r>
            </a:p>
          </p:txBody>
        </p:sp>
        <p:sp>
          <p:nvSpPr>
            <p:cNvPr id="71702" name="Text Box 17"/>
            <p:cNvSpPr txBox="1">
              <a:spLocks noChangeArrowheads="1"/>
            </p:cNvSpPr>
            <p:nvPr/>
          </p:nvSpPr>
          <p:spPr bwMode="auto">
            <a:xfrm>
              <a:off x="4518025" y="3706813"/>
              <a:ext cx="1417638" cy="6778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6</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A → aA ·</a:t>
              </a:r>
              <a:r>
                <a:rPr lang="zh-CN" altLang="en-US" sz="1800" b="1" i="1">
                  <a:solidFill>
                    <a:srgbClr val="FF0000"/>
                  </a:solidFill>
                  <a:latin typeface="Times New Roman" panose="02020603050405020304" pitchFamily="18" charset="0"/>
                  <a:cs typeface="Times New Roman" panose="02020603050405020304" pitchFamily="18" charset="0"/>
                </a:rPr>
                <a:t> </a:t>
              </a:r>
              <a:r>
                <a:rPr lang="en-US" altLang="zh-CN" sz="1800" b="1" i="1">
                  <a:solidFill>
                    <a:srgbClr val="FF0000"/>
                  </a:solidFill>
                  <a:latin typeface="Times New Roman" panose="02020603050405020304" pitchFamily="18" charset="0"/>
                  <a:cs typeface="Times New Roman" panose="02020603050405020304" pitchFamily="18" charset="0"/>
                </a:rPr>
                <a:t>, c</a:t>
              </a:r>
            </a:p>
          </p:txBody>
        </p:sp>
        <p:sp>
          <p:nvSpPr>
            <p:cNvPr id="71703" name="Line 18"/>
            <p:cNvSpPr>
              <a:spLocks noChangeShapeType="1"/>
            </p:cNvSpPr>
            <p:nvPr/>
          </p:nvSpPr>
          <p:spPr bwMode="auto">
            <a:xfrm flipV="1">
              <a:off x="4073525" y="3948113"/>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4" name="Text Box 19"/>
            <p:cNvSpPr txBox="1">
              <a:spLocks noChangeArrowheads="1"/>
            </p:cNvSpPr>
            <p:nvPr/>
          </p:nvSpPr>
          <p:spPr bwMode="auto">
            <a:xfrm>
              <a:off x="4067175" y="351472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05" name="Text Box 20"/>
            <p:cNvSpPr txBox="1">
              <a:spLocks noChangeArrowheads="1"/>
            </p:cNvSpPr>
            <p:nvPr/>
          </p:nvSpPr>
          <p:spPr bwMode="auto">
            <a:xfrm>
              <a:off x="6591300" y="1460500"/>
              <a:ext cx="1544638" cy="6778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7</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 →AcA</a:t>
              </a:r>
              <a:r>
                <a:rPr lang="en-US" altLang="zh-CN" sz="1800" b="1" i="1">
                  <a:solidFill>
                    <a:srgbClr val="000000"/>
                  </a:solidFill>
                  <a:latin typeface="Times New Roman" panose="02020603050405020304" pitchFamily="18" charset="0"/>
                  <a:cs typeface="Times New Roman" panose="02020603050405020304" pitchFamily="18" charset="0"/>
                </a:rPr>
                <a:t> ·</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p:txBody>
        </p:sp>
        <p:sp>
          <p:nvSpPr>
            <p:cNvPr id="71706" name="Line 21"/>
            <p:cNvSpPr>
              <a:spLocks noChangeShapeType="1"/>
            </p:cNvSpPr>
            <p:nvPr/>
          </p:nvSpPr>
          <p:spPr bwMode="auto">
            <a:xfrm rot="10800000">
              <a:off x="1965325" y="4092575"/>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07" name="Text Box 22"/>
            <p:cNvSpPr txBox="1">
              <a:spLocks noChangeArrowheads="1"/>
            </p:cNvSpPr>
            <p:nvPr/>
          </p:nvSpPr>
          <p:spPr bwMode="auto">
            <a:xfrm>
              <a:off x="2014538" y="3657600"/>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d</a:t>
              </a:r>
            </a:p>
          </p:txBody>
        </p:sp>
        <p:sp>
          <p:nvSpPr>
            <p:cNvPr id="71708" name="Text Box 23"/>
            <p:cNvSpPr txBox="1">
              <a:spLocks noChangeArrowheads="1"/>
            </p:cNvSpPr>
            <p:nvPr/>
          </p:nvSpPr>
          <p:spPr bwMode="auto">
            <a:xfrm>
              <a:off x="6599238" y="2184400"/>
              <a:ext cx="1536700" cy="12620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8</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 a</a:t>
              </a:r>
              <a:r>
                <a:rPr lang="en-US" altLang="zh-CN" sz="1800" b="1" i="1">
                  <a:solidFill>
                    <a:srgbClr val="000000"/>
                  </a:solidFill>
                  <a:latin typeface="Times New Roman" panose="02020603050405020304" pitchFamily="18" charset="0"/>
                  <a:cs typeface="Times New Roman" panose="02020603050405020304" pitchFamily="18" charset="0"/>
                </a:rPr>
                <a:t> · </a:t>
              </a:r>
              <a:r>
                <a:rPr lang="en-US" altLang="zh-CN" sz="1800" b="1" i="1">
                  <a:solidFill>
                    <a:schemeClr val="tx1"/>
                  </a:solidFill>
                  <a:latin typeface="Times New Roman" panose="02020603050405020304" pitchFamily="18" charset="0"/>
                  <a:cs typeface="Times New Roman" panose="02020603050405020304" pitchFamily="18" charset="0"/>
                </a:rPr>
                <a:t>A </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aA </a:t>
              </a:r>
              <a:r>
                <a:rPr lang="zh-CN" altLang="en-US" sz="18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 </a:t>
              </a:r>
              <a:r>
                <a:rPr lang="en-US" altLang="zh-CN" sz="1800" b="1">
                  <a:solidFill>
                    <a:schemeClr val="tx1"/>
                  </a:solidFill>
                  <a:latin typeface="华文楷体" panose="02010600040101010101" pitchFamily="2" charset="-122"/>
                  <a:cs typeface="Times New Roman" panose="02020603050405020304" pitchFamily="18" charset="0"/>
                </a:rPr>
                <a:t>$</a:t>
              </a:r>
              <a:endParaRPr lang="en-US" altLang="zh-CN" sz="1800" b="1" i="1">
                <a:solidFill>
                  <a:schemeClr val="tx1"/>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A →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d </a:t>
              </a:r>
              <a:r>
                <a:rPr lang="zh-CN" altLang="en-US" sz="2000" b="1" i="1">
                  <a:solidFill>
                    <a:schemeClr val="tx1"/>
                  </a:solidFill>
                  <a:latin typeface="Times New Roman" panose="02020603050405020304" pitchFamily="18" charset="0"/>
                  <a:cs typeface="Times New Roman" panose="02020603050405020304" pitchFamily="18" charset="0"/>
                </a:rPr>
                <a:t> </a:t>
              </a:r>
              <a:r>
                <a:rPr lang="en-US" altLang="zh-CN" sz="2000" b="1" i="1">
                  <a:solidFill>
                    <a:schemeClr val="tx1"/>
                  </a:solidFill>
                  <a:latin typeface="Times New Roman" panose="02020603050405020304" pitchFamily="18" charset="0"/>
                  <a:cs typeface="Times New Roman" panose="02020603050405020304" pitchFamily="18" charset="0"/>
                </a:rPr>
                <a:t>, </a:t>
              </a:r>
              <a:r>
                <a:rPr lang="en-US" altLang="zh-CN" sz="2000" b="1">
                  <a:solidFill>
                    <a:schemeClr val="tx1"/>
                  </a:solidFill>
                  <a:latin typeface="华文楷体" panose="02010600040101010101" pitchFamily="2" charset="-122"/>
                  <a:cs typeface="Times New Roman" panose="02020603050405020304" pitchFamily="18" charset="0"/>
                </a:rPr>
                <a:t>$</a:t>
              </a:r>
              <a:endParaRPr lang="en-US" altLang="zh-CN" sz="2000" b="1" i="1">
                <a:solidFill>
                  <a:schemeClr val="tx1"/>
                </a:solidFill>
                <a:latin typeface="Times New Roman" panose="02020603050405020304" pitchFamily="18" charset="0"/>
                <a:cs typeface="Times New Roman" panose="02020603050405020304" pitchFamily="18" charset="0"/>
              </a:endParaRPr>
            </a:p>
          </p:txBody>
        </p:sp>
        <p:sp>
          <p:nvSpPr>
            <p:cNvPr id="71709" name="Line 24"/>
            <p:cNvSpPr>
              <a:spLocks noChangeShapeType="1"/>
            </p:cNvSpPr>
            <p:nvPr/>
          </p:nvSpPr>
          <p:spPr bwMode="auto">
            <a:xfrm>
              <a:off x="5970588" y="2895600"/>
              <a:ext cx="6477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0" name="Text Box 25"/>
            <p:cNvSpPr txBox="1">
              <a:spLocks noChangeArrowheads="1"/>
            </p:cNvSpPr>
            <p:nvPr/>
          </p:nvSpPr>
          <p:spPr bwMode="auto">
            <a:xfrm>
              <a:off x="6097588" y="2470150"/>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11" name="Text Box 26"/>
            <p:cNvSpPr txBox="1">
              <a:spLocks noChangeArrowheads="1"/>
            </p:cNvSpPr>
            <p:nvPr/>
          </p:nvSpPr>
          <p:spPr bwMode="auto">
            <a:xfrm>
              <a:off x="6575425" y="3708400"/>
              <a:ext cx="1584325" cy="6778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9</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A → d · , </a:t>
              </a:r>
              <a:r>
                <a:rPr lang="en-US" altLang="zh-CN" sz="1800" b="1">
                  <a:solidFill>
                    <a:srgbClr val="FF0000"/>
                  </a:solidFill>
                  <a:latin typeface="华文楷体" panose="02010600040101010101" pitchFamily="2" charset="-122"/>
                  <a:cs typeface="Times New Roman" panose="02020603050405020304" pitchFamily="18" charset="0"/>
                </a:rPr>
                <a:t>$</a:t>
              </a:r>
              <a:endParaRPr lang="en-US" altLang="zh-CN" sz="1800" b="1" i="1">
                <a:solidFill>
                  <a:srgbClr val="FF0000"/>
                </a:solidFill>
                <a:latin typeface="Times New Roman" panose="02020603050405020304" pitchFamily="18" charset="0"/>
                <a:cs typeface="Times New Roman" panose="02020603050405020304" pitchFamily="18" charset="0"/>
              </a:endParaRPr>
            </a:p>
          </p:txBody>
        </p:sp>
        <p:sp>
          <p:nvSpPr>
            <p:cNvPr id="71712" name="Line 27"/>
            <p:cNvSpPr>
              <a:spLocks noChangeShapeType="1"/>
            </p:cNvSpPr>
            <p:nvPr/>
          </p:nvSpPr>
          <p:spPr bwMode="auto">
            <a:xfrm flipV="1">
              <a:off x="6015038" y="2030413"/>
              <a:ext cx="563562" cy="5365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3" name="Text Box 28"/>
            <p:cNvSpPr txBox="1">
              <a:spLocks noChangeArrowheads="1"/>
            </p:cNvSpPr>
            <p:nvPr/>
          </p:nvSpPr>
          <p:spPr bwMode="auto">
            <a:xfrm>
              <a:off x="6024563" y="189388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14" name="Line 29"/>
            <p:cNvSpPr>
              <a:spLocks noChangeShapeType="1"/>
            </p:cNvSpPr>
            <p:nvPr/>
          </p:nvSpPr>
          <p:spPr bwMode="auto">
            <a:xfrm>
              <a:off x="5975350" y="3025775"/>
              <a:ext cx="576263" cy="80962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5" name="Text Box 34"/>
            <p:cNvSpPr txBox="1">
              <a:spLocks noChangeArrowheads="1"/>
            </p:cNvSpPr>
            <p:nvPr/>
          </p:nvSpPr>
          <p:spPr bwMode="auto">
            <a:xfrm>
              <a:off x="7323138" y="3363913"/>
              <a:ext cx="3603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d</a:t>
              </a:r>
            </a:p>
          </p:txBody>
        </p:sp>
        <p:sp>
          <p:nvSpPr>
            <p:cNvPr id="71716" name="Text Box 35"/>
            <p:cNvSpPr txBox="1">
              <a:spLocks noChangeArrowheads="1"/>
            </p:cNvSpPr>
            <p:nvPr/>
          </p:nvSpPr>
          <p:spPr bwMode="auto">
            <a:xfrm>
              <a:off x="2098675" y="1419225"/>
              <a:ext cx="533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p>
          </p:txBody>
        </p:sp>
        <p:sp>
          <p:nvSpPr>
            <p:cNvPr id="71717" name="Line 38"/>
            <p:cNvSpPr>
              <a:spLocks noChangeShapeType="1"/>
            </p:cNvSpPr>
            <p:nvPr/>
          </p:nvSpPr>
          <p:spPr bwMode="auto">
            <a:xfrm flipV="1">
              <a:off x="8683625" y="1385888"/>
              <a:ext cx="0" cy="1135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18" name="Text Box 39"/>
            <p:cNvSpPr txBox="1">
              <a:spLocks noChangeArrowheads="1"/>
            </p:cNvSpPr>
            <p:nvPr/>
          </p:nvSpPr>
          <p:spPr bwMode="auto">
            <a:xfrm>
              <a:off x="3114675" y="42862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19" name="Line 50"/>
            <p:cNvSpPr>
              <a:spLocks noChangeShapeType="1"/>
            </p:cNvSpPr>
            <p:nvPr/>
          </p:nvSpPr>
          <p:spPr bwMode="auto">
            <a:xfrm>
              <a:off x="7323138" y="3463925"/>
              <a:ext cx="0" cy="2698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20" name="Freeform 51"/>
            <p:cNvSpPr>
              <a:spLocks noChangeArrowheads="1"/>
            </p:cNvSpPr>
            <p:nvPr/>
          </p:nvSpPr>
          <p:spPr bwMode="auto">
            <a:xfrm>
              <a:off x="2903538" y="4408488"/>
              <a:ext cx="684212" cy="404812"/>
            </a:xfrm>
            <a:custGeom>
              <a:avLst/>
              <a:gdLst>
                <a:gd name="T0" fmla="*/ 2147483646 w 431"/>
                <a:gd name="T1" fmla="*/ 0 h 340"/>
                <a:gd name="T2" fmla="*/ 2147483646 w 431"/>
                <a:gd name="T3" fmla="*/ 2147483646 h 340"/>
                <a:gd name="T4" fmla="*/ 2147483646 w 431"/>
                <a:gd name="T5" fmla="*/ 2147483646 h 340"/>
                <a:gd name="T6" fmla="*/ 2147483646 w 431"/>
                <a:gd name="T7" fmla="*/ 0 h 340"/>
                <a:gd name="T8" fmla="*/ 0 60000 65536"/>
                <a:gd name="T9" fmla="*/ 0 60000 65536"/>
                <a:gd name="T10" fmla="*/ 0 60000 65536"/>
                <a:gd name="T11" fmla="*/ 0 60000 65536"/>
                <a:gd name="T12" fmla="*/ 0 w 431"/>
                <a:gd name="T13" fmla="*/ 0 h 340"/>
                <a:gd name="T14" fmla="*/ 431 w 431"/>
                <a:gd name="T15" fmla="*/ 340 h 340"/>
              </a:gdLst>
              <a:ahLst/>
              <a:cxnLst>
                <a:cxn ang="T8">
                  <a:pos x="T0" y="T1"/>
                </a:cxn>
                <a:cxn ang="T9">
                  <a:pos x="T2" y="T3"/>
                </a:cxn>
                <a:cxn ang="T10">
                  <a:pos x="T4" y="T5"/>
                </a:cxn>
                <a:cxn ang="T11">
                  <a:pos x="T6" y="T7"/>
                </a:cxn>
              </a:cxnLst>
              <a:rect l="T12" t="T13" r="T14" b="T15"/>
              <a:pathLst>
                <a:path w="431" h="340">
                  <a:moveTo>
                    <a:pt x="431" y="0"/>
                  </a:moveTo>
                  <a:cubicBezTo>
                    <a:pt x="397" y="147"/>
                    <a:pt x="363" y="294"/>
                    <a:pt x="295" y="317"/>
                  </a:cubicBezTo>
                  <a:cubicBezTo>
                    <a:pt x="227" y="340"/>
                    <a:pt x="46" y="189"/>
                    <a:pt x="23" y="136"/>
                  </a:cubicBezTo>
                  <a:cubicBezTo>
                    <a:pt x="0" y="83"/>
                    <a:pt x="79" y="41"/>
                    <a:pt x="159" y="0"/>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21" name="Text Box 52"/>
            <p:cNvSpPr txBox="1">
              <a:spLocks noChangeArrowheads="1"/>
            </p:cNvSpPr>
            <p:nvPr/>
          </p:nvSpPr>
          <p:spPr bwMode="auto">
            <a:xfrm>
              <a:off x="5953125" y="3292475"/>
              <a:ext cx="3603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d</a:t>
              </a:r>
            </a:p>
          </p:txBody>
        </p:sp>
        <p:sp>
          <p:nvSpPr>
            <p:cNvPr id="71722" name="Line 53"/>
            <p:cNvSpPr>
              <a:spLocks noChangeShapeType="1"/>
            </p:cNvSpPr>
            <p:nvPr/>
          </p:nvSpPr>
          <p:spPr bwMode="auto">
            <a:xfrm>
              <a:off x="8180388" y="25209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3" name="Text Box 54"/>
            <p:cNvSpPr txBox="1">
              <a:spLocks noChangeArrowheads="1"/>
            </p:cNvSpPr>
            <p:nvPr/>
          </p:nvSpPr>
          <p:spPr bwMode="auto">
            <a:xfrm>
              <a:off x="7573963" y="685800"/>
              <a:ext cx="1319212" cy="6778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10</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FF0000"/>
                  </a:solidFill>
                  <a:latin typeface="Times New Roman" panose="02020603050405020304" pitchFamily="18" charset="0"/>
                  <a:cs typeface="Times New Roman" panose="02020603050405020304" pitchFamily="18" charset="0"/>
                </a:rPr>
                <a:t>A → aA· , </a:t>
              </a:r>
              <a:r>
                <a:rPr lang="en-US" altLang="zh-CN" sz="1800" b="1">
                  <a:solidFill>
                    <a:srgbClr val="FF0000"/>
                  </a:solidFill>
                  <a:latin typeface="华文楷体" panose="02010600040101010101" pitchFamily="2" charset="-122"/>
                  <a:cs typeface="Times New Roman" panose="02020603050405020304" pitchFamily="18" charset="0"/>
                </a:rPr>
                <a:t>$</a:t>
              </a:r>
              <a:endParaRPr lang="en-US" altLang="zh-CN" sz="1800" b="1" i="1">
                <a:solidFill>
                  <a:srgbClr val="FF0000"/>
                </a:solidFill>
                <a:latin typeface="Times New Roman" panose="02020603050405020304" pitchFamily="18" charset="0"/>
                <a:cs typeface="Times New Roman" panose="02020603050405020304" pitchFamily="18" charset="0"/>
              </a:endParaRPr>
            </a:p>
          </p:txBody>
        </p:sp>
        <p:sp>
          <p:nvSpPr>
            <p:cNvPr id="71724" name="Freeform 55"/>
            <p:cNvSpPr>
              <a:spLocks noChangeArrowheads="1"/>
            </p:cNvSpPr>
            <p:nvPr/>
          </p:nvSpPr>
          <p:spPr bwMode="auto">
            <a:xfrm>
              <a:off x="8143875" y="2947988"/>
              <a:ext cx="431800" cy="323850"/>
            </a:xfrm>
            <a:custGeom>
              <a:avLst/>
              <a:gdLst>
                <a:gd name="T0" fmla="*/ 0 w 272"/>
                <a:gd name="T1" fmla="*/ 0 h 272"/>
                <a:gd name="T2" fmla="*/ 2147483646 w 272"/>
                <a:gd name="T3" fmla="*/ 2147483646 h 272"/>
                <a:gd name="T4" fmla="*/ 0 w 272"/>
                <a:gd name="T5" fmla="*/ 2147483646 h 272"/>
                <a:gd name="T6" fmla="*/ 0 60000 65536"/>
                <a:gd name="T7" fmla="*/ 0 60000 65536"/>
                <a:gd name="T8" fmla="*/ 0 60000 65536"/>
                <a:gd name="T9" fmla="*/ 0 w 272"/>
                <a:gd name="T10" fmla="*/ 0 h 272"/>
                <a:gd name="T11" fmla="*/ 272 w 272"/>
                <a:gd name="T12" fmla="*/ 272 h 272"/>
              </a:gdLst>
              <a:ahLst/>
              <a:cxnLst>
                <a:cxn ang="T6">
                  <a:pos x="T0" y="T1"/>
                </a:cxn>
                <a:cxn ang="T7">
                  <a:pos x="T2" y="T3"/>
                </a:cxn>
                <a:cxn ang="T8">
                  <a:pos x="T4" y="T5"/>
                </a:cxn>
              </a:cxnLst>
              <a:rect l="T9" t="T10" r="T11" b="T12"/>
              <a:pathLst>
                <a:path w="272" h="272">
                  <a:moveTo>
                    <a:pt x="0" y="0"/>
                  </a:moveTo>
                  <a:cubicBezTo>
                    <a:pt x="136" y="23"/>
                    <a:pt x="272" y="46"/>
                    <a:pt x="272" y="91"/>
                  </a:cubicBezTo>
                  <a:cubicBezTo>
                    <a:pt x="272" y="136"/>
                    <a:pt x="136" y="204"/>
                    <a:pt x="0" y="272"/>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1725" name="Text Box 56"/>
            <p:cNvSpPr txBox="1">
              <a:spLocks noChangeArrowheads="1"/>
            </p:cNvSpPr>
            <p:nvPr/>
          </p:nvSpPr>
          <p:spPr bwMode="auto">
            <a:xfrm>
              <a:off x="8359775" y="305593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71726" name="Line 57"/>
            <p:cNvSpPr>
              <a:spLocks noChangeShapeType="1"/>
            </p:cNvSpPr>
            <p:nvPr/>
          </p:nvSpPr>
          <p:spPr bwMode="auto">
            <a:xfrm flipV="1">
              <a:off x="8683625" y="1385888"/>
              <a:ext cx="0" cy="1135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27" name="Line 58"/>
            <p:cNvSpPr>
              <a:spLocks noChangeShapeType="1"/>
            </p:cNvSpPr>
            <p:nvPr/>
          </p:nvSpPr>
          <p:spPr bwMode="auto">
            <a:xfrm>
              <a:off x="8180388" y="25209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8" name="Line 60"/>
            <p:cNvSpPr>
              <a:spLocks noChangeShapeType="1"/>
            </p:cNvSpPr>
            <p:nvPr/>
          </p:nvSpPr>
          <p:spPr bwMode="auto">
            <a:xfrm flipV="1">
              <a:off x="8683625" y="1385888"/>
              <a:ext cx="0" cy="1135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29" name="Line 61"/>
            <p:cNvSpPr>
              <a:spLocks noChangeShapeType="1"/>
            </p:cNvSpPr>
            <p:nvPr/>
          </p:nvSpPr>
          <p:spPr bwMode="auto">
            <a:xfrm>
              <a:off x="8180388" y="25209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0" name="Line 64"/>
            <p:cNvSpPr>
              <a:spLocks noChangeShapeType="1"/>
            </p:cNvSpPr>
            <p:nvPr/>
          </p:nvSpPr>
          <p:spPr bwMode="auto">
            <a:xfrm flipV="1">
              <a:off x="8683625" y="1385888"/>
              <a:ext cx="0" cy="11350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1" name="Line 65"/>
            <p:cNvSpPr>
              <a:spLocks noChangeShapeType="1"/>
            </p:cNvSpPr>
            <p:nvPr/>
          </p:nvSpPr>
          <p:spPr bwMode="auto">
            <a:xfrm>
              <a:off x="8180388" y="2520950"/>
              <a:ext cx="5032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2" name="Line 66"/>
            <p:cNvSpPr>
              <a:spLocks noChangeShapeType="1"/>
            </p:cNvSpPr>
            <p:nvPr/>
          </p:nvSpPr>
          <p:spPr bwMode="auto">
            <a:xfrm>
              <a:off x="4008438" y="2603500"/>
              <a:ext cx="50323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3" name="Line 67"/>
            <p:cNvSpPr>
              <a:spLocks noChangeShapeType="1"/>
            </p:cNvSpPr>
            <p:nvPr/>
          </p:nvSpPr>
          <p:spPr bwMode="auto">
            <a:xfrm>
              <a:off x="1201738" y="3165475"/>
              <a:ext cx="0" cy="70326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4" name="Line 68"/>
            <p:cNvSpPr>
              <a:spLocks noChangeShapeType="1"/>
            </p:cNvSpPr>
            <p:nvPr/>
          </p:nvSpPr>
          <p:spPr bwMode="auto">
            <a:xfrm>
              <a:off x="1852613" y="2740025"/>
              <a:ext cx="750887" cy="6238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5" name="Line 69"/>
            <p:cNvSpPr>
              <a:spLocks noChangeShapeType="1"/>
            </p:cNvSpPr>
            <p:nvPr/>
          </p:nvSpPr>
          <p:spPr bwMode="auto">
            <a:xfrm flipV="1">
              <a:off x="8683625" y="1385888"/>
              <a:ext cx="0" cy="11350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1736" name="Line 70"/>
            <p:cNvSpPr>
              <a:spLocks noChangeShapeType="1"/>
            </p:cNvSpPr>
            <p:nvPr/>
          </p:nvSpPr>
          <p:spPr bwMode="auto">
            <a:xfrm>
              <a:off x="8180388" y="2520950"/>
              <a:ext cx="5032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7" name="Text Box 19"/>
            <p:cNvSpPr txBox="1">
              <a:spLocks noChangeArrowheads="1"/>
            </p:cNvSpPr>
            <p:nvPr/>
          </p:nvSpPr>
          <p:spPr bwMode="auto">
            <a:xfrm>
              <a:off x="8256588" y="1765300"/>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3" name="弧形 2"/>
            <p:cNvSpPr/>
            <p:nvPr/>
          </p:nvSpPr>
          <p:spPr>
            <a:xfrm>
              <a:off x="1692275" y="4557713"/>
              <a:ext cx="71438" cy="46037"/>
            </a:xfrm>
            <a:prstGeom prst="arc">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grpSp>
      <p:sp>
        <p:nvSpPr>
          <p:cNvPr id="4" name="任意多边形 3"/>
          <p:cNvSpPr/>
          <p:nvPr/>
        </p:nvSpPr>
        <p:spPr>
          <a:xfrm>
            <a:off x="1735138" y="4384675"/>
            <a:ext cx="5087937" cy="588963"/>
          </a:xfrm>
          <a:custGeom>
            <a:avLst/>
            <a:gdLst>
              <a:gd name="connsiteX0" fmla="*/ 0 w 5087816"/>
              <a:gd name="connsiteY0" fmla="*/ 175846 h 588793"/>
              <a:gd name="connsiteX1" fmla="*/ 1887416 w 5087816"/>
              <a:gd name="connsiteY1" fmla="*/ 586154 h 588793"/>
              <a:gd name="connsiteX2" fmla="*/ 5087816 w 5087816"/>
              <a:gd name="connsiteY2" fmla="*/ 0 h 588793"/>
            </a:gdLst>
            <a:ahLst/>
            <a:cxnLst>
              <a:cxn ang="0">
                <a:pos x="connsiteX0" y="connsiteY0"/>
              </a:cxn>
              <a:cxn ang="0">
                <a:pos x="connsiteX1" y="connsiteY1"/>
              </a:cxn>
              <a:cxn ang="0">
                <a:pos x="connsiteX2" y="connsiteY2"/>
              </a:cxn>
            </a:cxnLst>
            <a:rect l="l" t="t" r="r" b="b"/>
            <a:pathLst>
              <a:path w="5087816" h="588793">
                <a:moveTo>
                  <a:pt x="0" y="175846"/>
                </a:moveTo>
                <a:cubicBezTo>
                  <a:pt x="519723" y="395654"/>
                  <a:pt x="1039447" y="615462"/>
                  <a:pt x="1887416" y="586154"/>
                </a:cubicBezTo>
                <a:cubicBezTo>
                  <a:pt x="2735385" y="556846"/>
                  <a:pt x="3911600" y="278423"/>
                  <a:pt x="5087816" y="0"/>
                </a:cubicBezTo>
              </a:path>
            </a:pathLst>
          </a:custGeom>
          <a:noFill/>
          <a:ln w="317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8" name="Rectangle 72"/>
          <p:cNvSpPr>
            <a:spLocks noChangeArrowheads="1"/>
          </p:cNvSpPr>
          <p:nvPr/>
        </p:nvSpPr>
        <p:spPr bwMode="auto">
          <a:xfrm>
            <a:off x="203200" y="1166813"/>
            <a:ext cx="993775" cy="400050"/>
          </a:xfrm>
          <a:prstGeom prst="rect">
            <a:avLst/>
          </a:prstGeom>
          <a:solidFill>
            <a:schemeClr val="accent5">
              <a:lumMod val="60000"/>
              <a:lumOff val="40000"/>
            </a:schemeClr>
          </a:solidFill>
          <a:ln w="12700">
            <a:solidFill>
              <a:schemeClr val="tx1"/>
            </a:solidFill>
            <a:miter lim="800000"/>
          </a:ln>
        </p:spPr>
        <p:txBody>
          <a:bodyPr wrap="none">
            <a:spAutoFit/>
          </a:bodyPr>
          <a:lstStyle/>
          <a:p>
            <a:pPr eaLnBrk="1" hangingPunct="1">
              <a:buFont typeface="Arial" panose="020B0604020202020204" pitchFamily="34" charset="0"/>
              <a:buNone/>
              <a:defRPr/>
            </a:pPr>
            <a:r>
              <a:rPr lang="zh-CN" altLang="en-US" sz="2000" b="1" noProof="1">
                <a:latin typeface="华文楷体" panose="02010600040101010101" pitchFamily="2" charset="-122"/>
                <a:ea typeface="华文楷体" panose="02010600040101010101" pitchFamily="2" charset="-122"/>
                <a:cs typeface="+mn-ea"/>
              </a:rPr>
              <a:t>输入</a:t>
            </a:r>
            <a:r>
              <a:rPr lang="en-US" altLang="zh-CN" sz="2000" b="1" i="1" noProof="1">
                <a:latin typeface="Times New Roman" panose="02020603050405020304" pitchFamily="18" charset="0"/>
                <a:ea typeface="Times New Roman" panose="02020603050405020304" pitchFamily="18" charset="0"/>
                <a:cs typeface="+mn-ea"/>
              </a:rPr>
              <a:t> d</a:t>
            </a:r>
            <a:r>
              <a:rPr lang="en-US" altLang="zh-CN" b="1" noProof="1">
                <a:latin typeface="华文楷体" panose="02010600040101010101" pitchFamily="2" charset="-122"/>
                <a:cs typeface="+mn-ea"/>
              </a:rPr>
              <a:t>$</a:t>
            </a:r>
            <a:endParaRPr lang="zh-CN" altLang="en-US" b="1" noProof="1">
              <a:latin typeface="华文楷体" panose="02010600040101010101" pitchFamily="2" charset="-122"/>
            </a:endParaRPr>
          </a:p>
        </p:txBody>
      </p:sp>
      <p:sp>
        <p:nvSpPr>
          <p:cNvPr id="5" name="灯片编号占位符 4">
            <a:extLst>
              <a:ext uri="{FF2B5EF4-FFF2-40B4-BE49-F238E27FC236}">
                <a16:creationId xmlns:a16="http://schemas.microsoft.com/office/drawing/2014/main" id="{57CC39CE-04CD-4A32-85DA-74C88CC3E392}"/>
              </a:ext>
            </a:extLst>
          </p:cNvPr>
          <p:cNvSpPr>
            <a:spLocks noGrp="1"/>
          </p:cNvSpPr>
          <p:nvPr>
            <p:ph type="sldNum" sz="quarter" idx="12"/>
          </p:nvPr>
        </p:nvSpPr>
        <p:spPr/>
        <p:txBody>
          <a:bodyPr/>
          <a:lstStyle/>
          <a:p>
            <a:pPr>
              <a:defRPr/>
            </a:pPr>
            <a:fld id="{76D20AB1-C80E-44EB-B890-88EEF3B3DC08}" type="slidenum">
              <a:rPr lang="zh-CN" altLang="en-US" smtClean="0"/>
              <a:pPr>
                <a:defRPr/>
              </a:pPr>
              <a:t>30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2151"/>
                                        </p:tgtEl>
                                        <p:attrNameLst>
                                          <p:attrName>style.visibility</p:attrName>
                                        </p:attrNameLst>
                                      </p:cBhvr>
                                      <p:to>
                                        <p:strVal val="visible"/>
                                      </p:to>
                                    </p:set>
                                    <p:anim calcmode="lin" valueType="num">
                                      <p:cBhvr>
                                        <p:cTn id="7" dur="500" fill="hold"/>
                                        <p:tgtEl>
                                          <p:spTgt spid="132151"/>
                                        </p:tgtEl>
                                        <p:attrNameLst>
                                          <p:attrName>ppt_w</p:attrName>
                                        </p:attrNameLst>
                                      </p:cBhvr>
                                      <p:tavLst>
                                        <p:tav tm="0">
                                          <p:val>
                                            <p:fltVal val="0"/>
                                          </p:val>
                                        </p:tav>
                                        <p:tav tm="100000">
                                          <p:val>
                                            <p:strVal val="#ppt_w"/>
                                          </p:val>
                                        </p:tav>
                                      </p:tavLst>
                                    </p:anim>
                                    <p:anim calcmode="lin" valueType="num">
                                      <p:cBhvr>
                                        <p:cTn id="8" dur="500" fill="hold"/>
                                        <p:tgtEl>
                                          <p:spTgt spid="132151"/>
                                        </p:tgtEl>
                                        <p:attrNameLst>
                                          <p:attrName>ppt_h</p:attrName>
                                        </p:attrNameLst>
                                      </p:cBhvr>
                                      <p:tavLst>
                                        <p:tav tm="0">
                                          <p:val>
                                            <p:fltVal val="0"/>
                                          </p:val>
                                        </p:tav>
                                        <p:tav tm="100000">
                                          <p:val>
                                            <p:strVal val="#ppt_h"/>
                                          </p:val>
                                        </p:tav>
                                      </p:tavLst>
                                    </p:anim>
                                    <p:animEffect transition="in" filter="fade">
                                      <p:cBhvr>
                                        <p:cTn id="9" dur="500"/>
                                        <p:tgtEl>
                                          <p:spTgt spid="13215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4"/>
                                        </p:tgtEl>
                                        <p:attrNameLst>
                                          <p:attrName>style.visibility</p:attrName>
                                        </p:attrNameLst>
                                      </p:cBhvr>
                                      <p:to>
                                        <p:strVal val="visible"/>
                                      </p:to>
                                    </p:set>
                                    <p:anim calcmode="lin" valueType="num">
                                      <p:cBhvr>
                                        <p:cTn id="14" dur="500" fill="hold"/>
                                        <p:tgtEl>
                                          <p:spTgt spid="54"/>
                                        </p:tgtEl>
                                        <p:attrNameLst>
                                          <p:attrName>ppt_w</p:attrName>
                                        </p:attrNameLst>
                                      </p:cBhvr>
                                      <p:tavLst>
                                        <p:tav tm="0">
                                          <p:val>
                                            <p:fltVal val="0"/>
                                          </p:val>
                                        </p:tav>
                                        <p:tav tm="100000">
                                          <p:val>
                                            <p:strVal val="#ppt_w"/>
                                          </p:val>
                                        </p:tav>
                                      </p:tavLst>
                                    </p:anim>
                                    <p:anim calcmode="lin" valueType="num">
                                      <p:cBhvr>
                                        <p:cTn id="15" dur="500" fill="hold"/>
                                        <p:tgtEl>
                                          <p:spTgt spid="54"/>
                                        </p:tgtEl>
                                        <p:attrNameLst>
                                          <p:attrName>ppt_h</p:attrName>
                                        </p:attrNameLst>
                                      </p:cBhvr>
                                      <p:tavLst>
                                        <p:tav tm="0">
                                          <p:val>
                                            <p:fltVal val="0"/>
                                          </p:val>
                                        </p:tav>
                                        <p:tav tm="100000">
                                          <p:val>
                                            <p:strVal val="#ppt_h"/>
                                          </p:val>
                                        </p:tav>
                                      </p:tavLst>
                                    </p:anim>
                                    <p:animEffect transition="in" filter="fade">
                                      <p:cBhvr>
                                        <p:cTn id="16" dur="500"/>
                                        <p:tgtEl>
                                          <p:spTgt spid="5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animEffect transition="in" filter="fade">
                                      <p:cBhvr>
                                        <p:cTn id="23" dur="500"/>
                                        <p:tgtEl>
                                          <p:spTgt spid="2"/>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57"/>
                                        </p:tgtEl>
                                        <p:attrNameLst>
                                          <p:attrName>style.visibility</p:attrName>
                                        </p:attrNameLst>
                                      </p:cBhvr>
                                      <p:to>
                                        <p:strVal val="visible"/>
                                      </p:to>
                                    </p:set>
                                    <p:anim calcmode="lin" valueType="num">
                                      <p:cBhvr>
                                        <p:cTn id="26" dur="500" fill="hold"/>
                                        <p:tgtEl>
                                          <p:spTgt spid="57"/>
                                        </p:tgtEl>
                                        <p:attrNameLst>
                                          <p:attrName>ppt_w</p:attrName>
                                        </p:attrNameLst>
                                      </p:cBhvr>
                                      <p:tavLst>
                                        <p:tav tm="0">
                                          <p:val>
                                            <p:fltVal val="0"/>
                                          </p:val>
                                        </p:tav>
                                        <p:tav tm="100000">
                                          <p:val>
                                            <p:strVal val="#ppt_w"/>
                                          </p:val>
                                        </p:tav>
                                      </p:tavLst>
                                    </p:anim>
                                    <p:anim calcmode="lin" valueType="num">
                                      <p:cBhvr>
                                        <p:cTn id="27" dur="500" fill="hold"/>
                                        <p:tgtEl>
                                          <p:spTgt spid="57"/>
                                        </p:tgtEl>
                                        <p:attrNameLst>
                                          <p:attrName>ppt_h</p:attrName>
                                        </p:attrNameLst>
                                      </p:cBhvr>
                                      <p:tavLst>
                                        <p:tav tm="0">
                                          <p:val>
                                            <p:fltVal val="0"/>
                                          </p:val>
                                        </p:tav>
                                        <p:tav tm="100000">
                                          <p:val>
                                            <p:strVal val="#ppt_h"/>
                                          </p:val>
                                        </p:tav>
                                      </p:tavLst>
                                    </p:anim>
                                    <p:animEffect transition="in" filter="fade">
                                      <p:cBhvr>
                                        <p:cTn id="28" dur="500"/>
                                        <p:tgtEl>
                                          <p:spTgt spid="5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ntr" presetSubtype="16"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ppt_w</p:attrName>
                                        </p:attrNameLst>
                                      </p:cBhvr>
                                      <p:tavLst>
                                        <p:tav tm="0">
                                          <p:val>
                                            <p:fltVal val="0"/>
                                          </p:val>
                                        </p:tav>
                                        <p:tav tm="100000">
                                          <p:val>
                                            <p:strVal val="#ppt_w"/>
                                          </p:val>
                                        </p:tav>
                                      </p:tavLst>
                                    </p:anim>
                                    <p:anim calcmode="lin" valueType="num">
                                      <p:cBhvr>
                                        <p:cTn id="34" dur="500" fill="hold"/>
                                        <p:tgtEl>
                                          <p:spTgt spid="4"/>
                                        </p:tgtEl>
                                        <p:attrNameLst>
                                          <p:attrName>ppt_h</p:attrName>
                                        </p:attrNameLst>
                                      </p:cBhvr>
                                      <p:tavLst>
                                        <p:tav tm="0">
                                          <p:val>
                                            <p:fltVal val="0"/>
                                          </p:val>
                                        </p:tav>
                                        <p:tav tm="100000">
                                          <p:val>
                                            <p:strVal val="#ppt_h"/>
                                          </p:val>
                                        </p:tav>
                                      </p:tavLst>
                                    </p:anim>
                                    <p:animEffect transition="in" filter="fade">
                                      <p:cBhvr>
                                        <p:cTn id="35" dur="500"/>
                                        <p:tgtEl>
                                          <p:spTgt spid="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3" presetClass="entr" presetSubtype="16" fill="hold" grpId="0" nodeType="clickEffect">
                                  <p:stCondLst>
                                    <p:cond delay="0"/>
                                  </p:stCondLst>
                                  <p:childTnLst>
                                    <p:set>
                                      <p:cBhvr>
                                        <p:cTn id="39" dur="1" fill="hold">
                                          <p:stCondLst>
                                            <p:cond delay="0"/>
                                          </p:stCondLst>
                                        </p:cTn>
                                        <p:tgtEl>
                                          <p:spTgt spid="58"/>
                                        </p:tgtEl>
                                        <p:attrNameLst>
                                          <p:attrName>style.visibility</p:attrName>
                                        </p:attrNameLst>
                                      </p:cBhvr>
                                      <p:to>
                                        <p:strVal val="visible"/>
                                      </p:to>
                                    </p:set>
                                    <p:anim calcmode="lin" valueType="num">
                                      <p:cBhvr>
                                        <p:cTn id="40" dur="500" fill="hold"/>
                                        <p:tgtEl>
                                          <p:spTgt spid="58"/>
                                        </p:tgtEl>
                                        <p:attrNameLst>
                                          <p:attrName>ppt_w</p:attrName>
                                        </p:attrNameLst>
                                      </p:cBhvr>
                                      <p:tavLst>
                                        <p:tav tm="0">
                                          <p:val>
                                            <p:fltVal val="0"/>
                                          </p:val>
                                        </p:tav>
                                        <p:tav tm="100000">
                                          <p:val>
                                            <p:strVal val="#ppt_w"/>
                                          </p:val>
                                        </p:tav>
                                      </p:tavLst>
                                    </p:anim>
                                    <p:anim calcmode="lin" valueType="num">
                                      <p:cBhvr>
                                        <p:cTn id="41" dur="500" fill="hold"/>
                                        <p:tgtEl>
                                          <p:spTgt spid="58"/>
                                        </p:tgtEl>
                                        <p:attrNameLst>
                                          <p:attrName>ppt_h</p:attrName>
                                        </p:attrNameLst>
                                      </p:cBhvr>
                                      <p:tavLst>
                                        <p:tav tm="0">
                                          <p:val>
                                            <p:fltVal val="0"/>
                                          </p:val>
                                        </p:tav>
                                        <p:tav tm="100000">
                                          <p:val>
                                            <p:strVal val="#ppt_h"/>
                                          </p:val>
                                        </p:tav>
                                      </p:tavLst>
                                    </p:anim>
                                    <p:animEffect transition="in" filter="fade">
                                      <p:cBhvr>
                                        <p:cTn id="42" dur="500"/>
                                        <p:tgtEl>
                                          <p:spTgt spid="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xit" presetSubtype="32" fill="hold" nodeType="clickEffect">
                                  <p:stCondLst>
                                    <p:cond delay="0"/>
                                  </p:stCondLst>
                                  <p:childTnLst>
                                    <p:anim calcmode="lin" valueType="num">
                                      <p:cBhvr>
                                        <p:cTn id="46" dur="500"/>
                                        <p:tgtEl>
                                          <p:spTgt spid="4"/>
                                        </p:tgtEl>
                                        <p:attrNameLst>
                                          <p:attrName>ppt_w</p:attrName>
                                        </p:attrNameLst>
                                      </p:cBhvr>
                                      <p:tavLst>
                                        <p:tav tm="0">
                                          <p:val>
                                            <p:strVal val="ppt_w"/>
                                          </p:val>
                                        </p:tav>
                                        <p:tav tm="100000">
                                          <p:val>
                                            <p:fltVal val="0"/>
                                          </p:val>
                                        </p:tav>
                                      </p:tavLst>
                                    </p:anim>
                                    <p:anim calcmode="lin" valueType="num">
                                      <p:cBhvr>
                                        <p:cTn id="47" dur="500"/>
                                        <p:tgtEl>
                                          <p:spTgt spid="4"/>
                                        </p:tgtEl>
                                        <p:attrNameLst>
                                          <p:attrName>ppt_h</p:attrName>
                                        </p:attrNameLst>
                                      </p:cBhvr>
                                      <p:tavLst>
                                        <p:tav tm="0">
                                          <p:val>
                                            <p:strVal val="ppt_h"/>
                                          </p:val>
                                        </p:tav>
                                        <p:tav tm="100000">
                                          <p:val>
                                            <p:fltVal val="0"/>
                                          </p:val>
                                        </p:tav>
                                      </p:tavLst>
                                    </p:anim>
                                    <p:animEffect transition="out" filter="fade">
                                      <p:cBhvr>
                                        <p:cTn id="48" dur="500"/>
                                        <p:tgtEl>
                                          <p:spTgt spid="4"/>
                                        </p:tgtEl>
                                      </p:cBhvr>
                                    </p:animEffect>
                                    <p:set>
                                      <p:cBhvr>
                                        <p:cTn id="49" dur="1" fill="hold">
                                          <p:stCondLst>
                                            <p:cond delay="499"/>
                                          </p:stCondLst>
                                        </p:cTn>
                                        <p:tgtEl>
                                          <p:spTgt spid="4"/>
                                        </p:tgtEl>
                                        <p:attrNameLst>
                                          <p:attrName>style.visibility</p:attrName>
                                        </p:attrNameLst>
                                      </p:cBhvr>
                                      <p:to>
                                        <p:strVal val="hidden"/>
                                      </p:to>
                                    </p:set>
                                  </p:childTnLst>
                                </p:cTn>
                              </p:par>
                              <p:par>
                                <p:cTn id="50" presetID="53" presetClass="entr" presetSubtype="16" fill="hold" grpId="0" nodeType="withEffect">
                                  <p:stCondLst>
                                    <p:cond delay="0"/>
                                  </p:stCondLst>
                                  <p:childTnLst>
                                    <p:set>
                                      <p:cBhvr>
                                        <p:cTn id="51" dur="1" fill="hold">
                                          <p:stCondLst>
                                            <p:cond delay="0"/>
                                          </p:stCondLst>
                                        </p:cTn>
                                        <p:tgtEl>
                                          <p:spTgt spid="352373"/>
                                        </p:tgtEl>
                                        <p:attrNameLst>
                                          <p:attrName>style.visibility</p:attrName>
                                        </p:attrNameLst>
                                      </p:cBhvr>
                                      <p:to>
                                        <p:strVal val="visible"/>
                                      </p:to>
                                    </p:set>
                                    <p:anim calcmode="lin" valueType="num">
                                      <p:cBhvr>
                                        <p:cTn id="52" dur="500" fill="hold"/>
                                        <p:tgtEl>
                                          <p:spTgt spid="352373"/>
                                        </p:tgtEl>
                                        <p:attrNameLst>
                                          <p:attrName>ppt_w</p:attrName>
                                        </p:attrNameLst>
                                      </p:cBhvr>
                                      <p:tavLst>
                                        <p:tav tm="0">
                                          <p:val>
                                            <p:fltVal val="0"/>
                                          </p:val>
                                        </p:tav>
                                        <p:tav tm="100000">
                                          <p:val>
                                            <p:strVal val="#ppt_w"/>
                                          </p:val>
                                        </p:tav>
                                      </p:tavLst>
                                    </p:anim>
                                    <p:anim calcmode="lin" valueType="num">
                                      <p:cBhvr>
                                        <p:cTn id="53" dur="500" fill="hold"/>
                                        <p:tgtEl>
                                          <p:spTgt spid="352373"/>
                                        </p:tgtEl>
                                        <p:attrNameLst>
                                          <p:attrName>ppt_h</p:attrName>
                                        </p:attrNameLst>
                                      </p:cBhvr>
                                      <p:tavLst>
                                        <p:tav tm="0">
                                          <p:val>
                                            <p:fltVal val="0"/>
                                          </p:val>
                                        </p:tav>
                                        <p:tav tm="100000">
                                          <p:val>
                                            <p:strVal val="#ppt_h"/>
                                          </p:val>
                                        </p:tav>
                                      </p:tavLst>
                                    </p:anim>
                                    <p:animEffect transition="in" filter="fade">
                                      <p:cBhvr>
                                        <p:cTn id="54" dur="500"/>
                                        <p:tgtEl>
                                          <p:spTgt spid="3523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2373" grpId="0" animBg="1"/>
      <p:bldP spid="132151" grpId="0" animBg="1"/>
      <p:bldP spid="57" grpId="0" animBg="1"/>
      <p:bldP spid="54" grpId="0" animBg="1"/>
      <p:bldP spid="5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9" name="Rectangle 3"/>
          <p:cNvSpPr>
            <a:spLocks noGrp="1" noChangeArrowheads="1"/>
          </p:cNvSpPr>
          <p:nvPr>
            <p:ph idx="1"/>
          </p:nvPr>
        </p:nvSpPr>
        <p:spPr>
          <a:xfrm>
            <a:off x="250825" y="771525"/>
            <a:ext cx="5495925" cy="576263"/>
          </a:xfrm>
        </p:spPr>
        <p:txBody>
          <a:bodyPr/>
          <a:lstStyle/>
          <a:p>
            <a:pPr eaLnBrk="1" hangingPunct="1">
              <a:buClr>
                <a:schemeClr val="tx1"/>
              </a:buClr>
              <a:buFont typeface="Wingdings" pitchFamily="2" charset="2"/>
              <a:buChar char="Ø"/>
              <a:defRPr/>
            </a:pPr>
            <a:r>
              <a:rPr lang="zh-CN" altLang="en-US" sz="2500" b="1" dirty="0">
                <a:solidFill>
                  <a:schemeClr val="tx1"/>
                </a:solidFill>
                <a:latin typeface="+mn-ea"/>
              </a:rPr>
              <a:t>形式上与</a:t>
            </a:r>
            <a:r>
              <a:rPr lang="en-US" altLang="zh-CN" sz="2500" b="1" i="1" dirty="0">
                <a:solidFill>
                  <a:schemeClr val="tx1"/>
                </a:solidFill>
                <a:ea typeface="宋体" pitchFamily="2" charset="-122"/>
                <a:cs typeface="Times New Roman" pitchFamily="18" charset="0"/>
              </a:rPr>
              <a:t>LR</a:t>
            </a:r>
            <a:r>
              <a:rPr lang="en-US" altLang="zh-CN" sz="2500" b="1" dirty="0">
                <a:solidFill>
                  <a:schemeClr val="tx1"/>
                </a:solidFill>
                <a:ea typeface="宋体" pitchFamily="2" charset="-122"/>
                <a:cs typeface="Times New Roman" pitchFamily="18" charset="0"/>
              </a:rPr>
              <a:t>(1)</a:t>
            </a:r>
            <a:r>
              <a:rPr lang="zh-CN" altLang="en-US" sz="2500" b="1" dirty="0">
                <a:solidFill>
                  <a:schemeClr val="tx1"/>
                </a:solidFill>
                <a:latin typeface="+mn-ea"/>
              </a:rPr>
              <a:t>相同</a:t>
            </a:r>
          </a:p>
          <a:p>
            <a:pPr eaLnBrk="1" hangingPunct="1">
              <a:buFont typeface="Symbol" panose="05050102010706020507" pitchFamily="18" charset="2"/>
              <a:buChar char="•"/>
              <a:defRPr/>
            </a:pPr>
            <a:endParaRPr lang="zh-CN" altLang="en-US" dirty="0">
              <a:latin typeface="楷体_GB2312" pitchFamily="49" charset="-122"/>
              <a:ea typeface="楷体_GB2312" pitchFamily="49" charset="-122"/>
            </a:endParaRPr>
          </a:p>
        </p:txBody>
      </p:sp>
      <p:sp>
        <p:nvSpPr>
          <p:cNvPr id="73731" name="Rectangle 2"/>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LALR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的特点</a:t>
            </a:r>
          </a:p>
        </p:txBody>
      </p:sp>
      <p:grpSp>
        <p:nvGrpSpPr>
          <p:cNvPr id="2" name="组合 3"/>
          <p:cNvGrpSpPr>
            <a:grpSpLocks/>
          </p:cNvGrpSpPr>
          <p:nvPr/>
        </p:nvGrpSpPr>
        <p:grpSpPr bwMode="auto">
          <a:xfrm>
            <a:off x="1547813" y="771525"/>
            <a:ext cx="7416800" cy="4321175"/>
            <a:chOff x="-188974" y="361809"/>
            <a:chExt cx="7416370" cy="4321525"/>
          </a:xfrm>
        </p:grpSpPr>
        <p:sp>
          <p:nvSpPr>
            <p:cNvPr id="73734" name="Text Box 5"/>
            <p:cNvSpPr txBox="1">
              <a:spLocks noChangeArrowheads="1"/>
            </p:cNvSpPr>
            <p:nvPr/>
          </p:nvSpPr>
          <p:spPr bwMode="auto">
            <a:xfrm>
              <a:off x="-188974" y="1166737"/>
              <a:ext cx="1517562" cy="1938494"/>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I</a:t>
              </a:r>
              <a:r>
                <a:rPr lang="en-US" altLang="zh-CN" sz="1800" b="1" i="1" baseline="-25000">
                  <a:solidFill>
                    <a:schemeClr val="tx1"/>
                  </a:solidFill>
                  <a:latin typeface="Times New Roman" panose="02020603050405020304" pitchFamily="18" charset="0"/>
                </a:rPr>
                <a:t>0</a:t>
              </a:r>
              <a:r>
                <a:rPr lang="en-US" altLang="zh-CN" sz="18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a:t>
              </a:r>
              <a:r>
                <a:rPr lang="en-US" altLang="zh-CN" sz="1800" b="1" i="1">
                  <a:solidFill>
                    <a:schemeClr val="tx1"/>
                  </a:solidFill>
                  <a:latin typeface="Times New Roman" panose="02020603050405020304" pitchFamily="18" charset="0"/>
                </a:rPr>
                <a:t>→</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S</a:t>
              </a:r>
              <a:r>
                <a:rPr lang="zh-CN" altLang="en-US" sz="1800" b="1" i="1">
                  <a:solidFill>
                    <a:schemeClr val="tx1"/>
                  </a:solidFill>
                  <a:latin typeface="Times New Roman" panose="02020603050405020304" pitchFamily="18" charset="0"/>
                </a:rPr>
                <a:t> </a:t>
              </a:r>
              <a:r>
                <a:rPr lang="en-US" altLang="zh-CN" sz="1800" b="1" i="1">
                  <a:solidFill>
                    <a:schemeClr val="tx1"/>
                  </a:solidFill>
                  <a:latin typeface="Times New Roman" panose="02020603050405020304" pitchFamily="18" charset="0"/>
                </a:rPr>
                <a:t>, </a:t>
              </a:r>
              <a:r>
                <a:rPr lang="en-US" altLang="zh-CN" sz="1800" b="1">
                  <a:solidFill>
                    <a:schemeClr val="tx1"/>
                  </a:solidFill>
                  <a:latin typeface="华文楷体" panose="02010600040101010101" pitchFamily="2" charset="-122"/>
                </a:rPr>
                <a:t>$</a:t>
              </a:r>
              <a:endParaRPr lang="en-US" altLang="zh-CN" sz="18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a:t>
              </a:r>
              <a:r>
                <a:rPr lang="en-US" altLang="zh-CN" sz="1800" b="1" i="1">
                  <a:solidFill>
                    <a:schemeClr val="tx1"/>
                  </a:solidFill>
                  <a:latin typeface="Times New Roman" panose="02020603050405020304" pitchFamily="18" charset="0"/>
                </a:rPr>
                <a:t>L=R , </a:t>
              </a:r>
              <a:r>
                <a:rPr lang="en-US" altLang="zh-CN" sz="1800" b="1">
                  <a:solidFill>
                    <a:schemeClr val="tx1"/>
                  </a:solidFill>
                  <a:latin typeface="华文楷体" panose="02010600040101010101" pitchFamily="2" charset="-122"/>
                </a:rPr>
                <a:t>$</a:t>
              </a:r>
              <a:endParaRPr lang="en-US" altLang="zh-CN" sz="18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R , </a:t>
              </a:r>
              <a:r>
                <a:rPr lang="en-US" altLang="zh-CN" sz="1800" b="1">
                  <a:solidFill>
                    <a:schemeClr val="tx1"/>
                  </a:solidFill>
                  <a:latin typeface="华文楷体" panose="02010600040101010101" pitchFamily="2" charset="-122"/>
                </a:rPr>
                <a:t>$</a:t>
              </a:r>
              <a:endParaRPr lang="en-US" altLang="zh-CN" sz="18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r>
                <a:rPr lang="en-US" altLang="zh-CN" sz="1800" b="1" i="1">
                  <a:solidFill>
                    <a:srgbClr val="000000"/>
                  </a:solidFill>
                  <a:latin typeface="Times New Roman" panose="02020603050405020304" pitchFamily="18" charset="0"/>
                </a:rPr>
                <a:t>·</a:t>
              </a:r>
              <a:r>
                <a:rPr lang="en-US" altLang="zh-CN" sz="1800" b="1" i="1">
                  <a:solidFill>
                    <a:schemeClr val="tx1"/>
                  </a:solidFill>
                  <a:latin typeface="Times New Roman" panose="02020603050405020304" pitchFamily="18" charset="0"/>
                </a:rPr>
                <a:t>*R , =/</a:t>
              </a:r>
              <a:r>
                <a:rPr lang="en-US" altLang="zh-CN" sz="1800" b="1">
                  <a:solidFill>
                    <a:schemeClr val="tx1"/>
                  </a:solidFill>
                  <a:latin typeface="华文楷体" panose="02010600040101010101" pitchFamily="2" charset="-122"/>
                </a:rPr>
                <a:t> $</a:t>
              </a:r>
              <a:endParaRPr lang="en-US" altLang="zh-CN" sz="18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r>
                <a:rPr lang="en-US" altLang="zh-CN" sz="1800" b="1" i="1">
                  <a:solidFill>
                    <a:srgbClr val="000000"/>
                  </a:solidFill>
                  <a:latin typeface="Times New Roman" panose="02020603050405020304" pitchFamily="18" charset="0"/>
                </a:rPr>
                <a:t> · </a:t>
              </a:r>
              <a:r>
                <a:rPr lang="en-US" altLang="zh-CN" sz="1800" b="1">
                  <a:solidFill>
                    <a:schemeClr val="tx1"/>
                  </a:solidFill>
                  <a:latin typeface="Times New Roman" panose="02020603050405020304" pitchFamily="18" charset="0"/>
                </a:rPr>
                <a:t>id</a:t>
              </a:r>
              <a:r>
                <a:rPr lang="en-US" altLang="zh-CN" sz="1800" b="1" i="1">
                  <a:solidFill>
                    <a:schemeClr val="tx1"/>
                  </a:solidFill>
                  <a:latin typeface="Times New Roman" panose="02020603050405020304" pitchFamily="18" charset="0"/>
                </a:rPr>
                <a:t> , =/</a:t>
              </a:r>
              <a:r>
                <a:rPr lang="en-US" altLang="zh-CN" sz="1800" b="1">
                  <a:solidFill>
                    <a:schemeClr val="tx1"/>
                  </a:solidFill>
                  <a:latin typeface="华文楷体" panose="02010600040101010101" pitchFamily="2" charset="-122"/>
                </a:rPr>
                <a:t> $</a:t>
              </a:r>
              <a:endParaRPr lang="en-US" altLang="zh-CN" sz="18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L ,</a:t>
              </a:r>
              <a:r>
                <a:rPr lang="en-US" altLang="zh-CN" sz="1800" b="1">
                  <a:solidFill>
                    <a:schemeClr val="tx1"/>
                  </a:solidFill>
                  <a:latin typeface="华文楷体" panose="02010600040101010101" pitchFamily="2" charset="-122"/>
                </a:rPr>
                <a:t> $</a:t>
              </a:r>
              <a:endParaRPr lang="en-US" altLang="zh-CN" sz="1800" b="1" i="1">
                <a:solidFill>
                  <a:schemeClr val="tx1"/>
                </a:solidFill>
                <a:latin typeface="Times New Roman" panose="02020603050405020304" pitchFamily="18" charset="0"/>
              </a:endParaRPr>
            </a:p>
          </p:txBody>
        </p:sp>
        <p:sp>
          <p:nvSpPr>
            <p:cNvPr id="73735" name="Text Box 6"/>
            <p:cNvSpPr txBox="1">
              <a:spLocks noChangeArrowheads="1"/>
            </p:cNvSpPr>
            <p:nvPr/>
          </p:nvSpPr>
          <p:spPr bwMode="auto">
            <a:xfrm>
              <a:off x="1858782" y="361809"/>
              <a:ext cx="1223891" cy="64616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I</a:t>
              </a:r>
              <a:r>
                <a:rPr lang="en-US" altLang="zh-CN" sz="1800" b="1" i="1" baseline="-25000">
                  <a:solidFill>
                    <a:schemeClr val="tx1"/>
                  </a:solidFill>
                  <a:latin typeface="Times New Roman" panose="02020603050405020304" pitchFamily="18" charset="0"/>
                </a:rPr>
                <a:t>1</a:t>
              </a:r>
              <a:r>
                <a:rPr lang="en-US" altLang="zh-CN" sz="18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a:t>
              </a: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a:t>
              </a:r>
              <a:r>
                <a:rPr lang="en-US" altLang="zh-CN" sz="1800" b="1" i="1">
                  <a:solidFill>
                    <a:schemeClr val="tx1"/>
                  </a:solidFill>
                  <a:latin typeface="Times New Roman" panose="02020603050405020304" pitchFamily="18" charset="0"/>
                </a:rPr>
                <a:t> </a:t>
              </a:r>
            </a:p>
          </p:txBody>
        </p:sp>
        <p:sp>
          <p:nvSpPr>
            <p:cNvPr id="73736" name="Line 7"/>
            <p:cNvSpPr>
              <a:spLocks noChangeShapeType="1"/>
            </p:cNvSpPr>
            <p:nvPr/>
          </p:nvSpPr>
          <p:spPr bwMode="auto">
            <a:xfrm flipV="1">
              <a:off x="1328694" y="926048"/>
              <a:ext cx="541502" cy="523089"/>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8"/>
            <p:cNvSpPr txBox="1">
              <a:spLocks noChangeArrowheads="1"/>
            </p:cNvSpPr>
            <p:nvPr/>
          </p:nvSpPr>
          <p:spPr bwMode="auto">
            <a:xfrm>
              <a:off x="1858782" y="1154036"/>
              <a:ext cx="1528673" cy="938288"/>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2</a:t>
              </a:r>
              <a:r>
                <a:rPr kumimoji="1" lang="en-US" altLang="zh-CN" b="1">
                  <a:latin typeface="Times New Roman" panose="02020603050405020304" pitchFamily="18" charset="0"/>
                </a:rPr>
                <a:t>:</a:t>
              </a:r>
            </a:p>
            <a:p>
              <a:pPr>
                <a:lnSpc>
                  <a:spcPts val="2200"/>
                </a:lnSpc>
                <a:defRPr/>
              </a:pPr>
              <a:r>
                <a:rPr kumimoji="1" lang="en-US" altLang="zh-CN" b="1" i="1">
                  <a:latin typeface="Times New Roman" panose="02020603050405020304" pitchFamily="18" charset="0"/>
                </a:rPr>
                <a:t>S→L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=R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lnSpc>
                  <a:spcPts val="2200"/>
                </a:lnSpc>
                <a:defRPr/>
              </a:pPr>
              <a:r>
                <a:rPr kumimoji="1" lang="en-US" altLang="zh-CN" b="1" i="1">
                  <a:latin typeface="Times New Roman" panose="02020603050405020304" pitchFamily="18" charset="0"/>
                </a:rPr>
                <a:t>R→L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73738" name="Line 9"/>
            <p:cNvSpPr>
              <a:spLocks noChangeShapeType="1"/>
            </p:cNvSpPr>
            <p:nvPr/>
          </p:nvSpPr>
          <p:spPr bwMode="auto">
            <a:xfrm flipV="1">
              <a:off x="1328694" y="1986916"/>
              <a:ext cx="541502" cy="9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39" name="Text Box 10"/>
            <p:cNvSpPr txBox="1">
              <a:spLocks noChangeArrowheads="1"/>
            </p:cNvSpPr>
            <p:nvPr/>
          </p:nvSpPr>
          <p:spPr bwMode="auto">
            <a:xfrm>
              <a:off x="1395105" y="1591165"/>
              <a:ext cx="5032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L</a:t>
              </a:r>
            </a:p>
          </p:txBody>
        </p:sp>
        <p:sp>
          <p:nvSpPr>
            <p:cNvPr id="12" name="Text Box 11"/>
            <p:cNvSpPr txBox="1">
              <a:spLocks noChangeArrowheads="1"/>
            </p:cNvSpPr>
            <p:nvPr/>
          </p:nvSpPr>
          <p:spPr bwMode="auto">
            <a:xfrm>
              <a:off x="1858782" y="2233624"/>
              <a:ext cx="1223891" cy="64616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3</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S→R</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73741" name="Line 12"/>
            <p:cNvSpPr>
              <a:spLocks noChangeShapeType="1"/>
            </p:cNvSpPr>
            <p:nvPr/>
          </p:nvSpPr>
          <p:spPr bwMode="auto">
            <a:xfrm flipV="1">
              <a:off x="1328694" y="2673516"/>
              <a:ext cx="508793" cy="366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42" name="Text Box 13"/>
            <p:cNvSpPr txBox="1">
              <a:spLocks noChangeArrowheads="1"/>
            </p:cNvSpPr>
            <p:nvPr/>
          </p:nvSpPr>
          <p:spPr bwMode="auto">
            <a:xfrm>
              <a:off x="1395105" y="2306265"/>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R</a:t>
              </a:r>
            </a:p>
          </p:txBody>
        </p:sp>
        <p:sp>
          <p:nvSpPr>
            <p:cNvPr id="15" name="Text Box 14"/>
            <p:cNvSpPr txBox="1">
              <a:spLocks noChangeArrowheads="1"/>
            </p:cNvSpPr>
            <p:nvPr/>
          </p:nvSpPr>
          <p:spPr bwMode="auto">
            <a:xfrm>
              <a:off x="1869894" y="3025850"/>
              <a:ext cx="1515975" cy="150348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4</a:t>
              </a:r>
              <a:r>
                <a:rPr kumimoji="1" lang="en-US" altLang="zh-CN" b="1">
                  <a:latin typeface="Times New Roman" panose="02020603050405020304" pitchFamily="18" charset="0"/>
                </a:rPr>
                <a:t>:</a:t>
              </a:r>
            </a:p>
            <a:p>
              <a:pPr>
                <a:lnSpc>
                  <a:spcPts val="22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lnSpc>
                  <a:spcPts val="2200"/>
                </a:lnSpc>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lnSpc>
                  <a:spcPts val="22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 ,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lnSpc>
                  <a:spcPts val="2200"/>
                </a:lnSpc>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16" name="Text Box 15"/>
            <p:cNvSpPr txBox="1">
              <a:spLocks noChangeArrowheads="1"/>
            </p:cNvSpPr>
            <p:nvPr/>
          </p:nvSpPr>
          <p:spPr bwMode="auto">
            <a:xfrm>
              <a:off x="3812881" y="3975252"/>
              <a:ext cx="1666778" cy="70808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5</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a:t>
              </a:r>
              <a:r>
                <a:rPr kumimoji="1" lang="en-US" altLang="zh-CN" sz="2000" b="1">
                  <a:latin typeface="Times New Roman" panose="02020603050405020304" pitchFamily="18" charset="0"/>
                </a:rPr>
                <a:t>id</a:t>
              </a:r>
              <a:r>
                <a:rPr kumimoji="1" lang="en-US" altLang="zh-CN" sz="2000" b="1" i="1">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latin typeface="Times New Roman" panose="02020603050405020304" pitchFamily="18" charset="0"/>
                </a:rPr>
                <a:t> </a:t>
              </a:r>
              <a:r>
                <a:rPr kumimoji="1" lang="en-US" altLang="zh-CN" sz="2000" b="1" i="1">
                  <a:latin typeface="Times New Roman" panose="02020603050405020304" pitchFamily="18" charset="0"/>
                </a:rPr>
                <a:t>, =/</a:t>
              </a:r>
              <a:r>
                <a:rPr kumimoji="1" lang="en-US" altLang="zh-CN" sz="2000" b="1">
                  <a:latin typeface="华文楷体" panose="02010600040101010101" pitchFamily="2" charset="-122"/>
                </a:rPr>
                <a:t> $</a:t>
              </a:r>
              <a:endParaRPr kumimoji="1" lang="en-US" altLang="zh-CN" sz="2000" b="1" i="1">
                <a:latin typeface="Times New Roman" panose="02020603050405020304" pitchFamily="18" charset="0"/>
              </a:endParaRPr>
            </a:p>
          </p:txBody>
        </p:sp>
        <p:sp>
          <p:nvSpPr>
            <p:cNvPr id="73745" name="Text Box 16"/>
            <p:cNvSpPr txBox="1">
              <a:spLocks noChangeArrowheads="1"/>
            </p:cNvSpPr>
            <p:nvPr/>
          </p:nvSpPr>
          <p:spPr bwMode="auto">
            <a:xfrm>
              <a:off x="1509737" y="295441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73746" name="Text Box 17"/>
            <p:cNvSpPr txBox="1">
              <a:spLocks noChangeArrowheads="1"/>
            </p:cNvSpPr>
            <p:nvPr/>
          </p:nvSpPr>
          <p:spPr bwMode="auto">
            <a:xfrm>
              <a:off x="717697" y="3530553"/>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id</a:t>
              </a:r>
            </a:p>
          </p:txBody>
        </p:sp>
        <p:sp>
          <p:nvSpPr>
            <p:cNvPr id="19" name="Text Box 18"/>
            <p:cNvSpPr txBox="1">
              <a:spLocks noChangeArrowheads="1"/>
            </p:cNvSpPr>
            <p:nvPr/>
          </p:nvSpPr>
          <p:spPr bwMode="auto">
            <a:xfrm>
              <a:off x="3814469" y="361809"/>
              <a:ext cx="1401681" cy="1478083"/>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6</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S→L=</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R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*R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a:p>
              <a:pPr>
                <a:defRPr/>
              </a:pPr>
              <a:r>
                <a:rPr kumimoji="1" lang="en-US" altLang="zh-CN" b="1" i="1">
                  <a:latin typeface="Times New Roman" panose="02020603050405020304" pitchFamily="18" charset="0"/>
                </a:rPr>
                <a:t>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73748" name="Line 19"/>
            <p:cNvSpPr>
              <a:spLocks noChangeShapeType="1"/>
            </p:cNvSpPr>
            <p:nvPr/>
          </p:nvSpPr>
          <p:spPr bwMode="auto">
            <a:xfrm flipV="1">
              <a:off x="3413015" y="1442063"/>
              <a:ext cx="4302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49" name="Text Box 20"/>
            <p:cNvSpPr txBox="1">
              <a:spLocks noChangeArrowheads="1"/>
            </p:cNvSpPr>
            <p:nvPr/>
          </p:nvSpPr>
          <p:spPr bwMode="auto">
            <a:xfrm>
              <a:off x="3458031" y="1009961"/>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a:t>
              </a:r>
            </a:p>
          </p:txBody>
        </p:sp>
        <p:sp>
          <p:nvSpPr>
            <p:cNvPr id="22" name="Text Box 21"/>
            <p:cNvSpPr txBox="1">
              <a:spLocks noChangeArrowheads="1"/>
            </p:cNvSpPr>
            <p:nvPr/>
          </p:nvSpPr>
          <p:spPr bwMode="auto">
            <a:xfrm>
              <a:off x="3812881" y="2163768"/>
              <a:ext cx="1655667" cy="64616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7</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L→*R</a:t>
              </a:r>
              <a:r>
                <a:rPr lang="en-US" altLang="zh-CN" b="1" i="1">
                  <a:solidFill>
                    <a:srgbClr val="000000"/>
                  </a:solidFill>
                  <a:latin typeface="Times New Roman" panose="02020603050405020304" pitchFamily="18" charset="0"/>
                  <a:cs typeface="Times New Roman" panose="02020603050405020304" pitchFamily="18" charset="0"/>
                </a:rPr>
                <a:t> ·</a:t>
              </a:r>
              <a:r>
                <a:rPr kumimoji="1" lang="zh-CN" altLang="en-US" b="1" i="1">
                  <a:latin typeface="Times New Roman" panose="02020603050405020304" pitchFamily="18" charset="0"/>
                </a:rPr>
                <a:t> </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73751" name="Line 22"/>
            <p:cNvSpPr>
              <a:spLocks noChangeShapeType="1"/>
            </p:cNvSpPr>
            <p:nvPr/>
          </p:nvSpPr>
          <p:spPr bwMode="auto">
            <a:xfrm flipV="1">
              <a:off x="3408935" y="2634299"/>
              <a:ext cx="392498" cy="59209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52" name="Text Box 23"/>
            <p:cNvSpPr txBox="1">
              <a:spLocks noChangeArrowheads="1"/>
            </p:cNvSpPr>
            <p:nvPr/>
          </p:nvSpPr>
          <p:spPr bwMode="auto">
            <a:xfrm>
              <a:off x="3339202" y="2554367"/>
              <a:ext cx="45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R</a:t>
              </a:r>
            </a:p>
          </p:txBody>
        </p:sp>
        <p:sp>
          <p:nvSpPr>
            <p:cNvPr id="25" name="Text Box 24"/>
            <p:cNvSpPr txBox="1">
              <a:spLocks noChangeArrowheads="1"/>
            </p:cNvSpPr>
            <p:nvPr/>
          </p:nvSpPr>
          <p:spPr bwMode="auto">
            <a:xfrm>
              <a:off x="3812881" y="3027438"/>
              <a:ext cx="1662017" cy="646164"/>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8</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R→L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 =/</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73754" name="Line 25"/>
            <p:cNvSpPr>
              <a:spLocks noChangeShapeType="1"/>
            </p:cNvSpPr>
            <p:nvPr/>
          </p:nvSpPr>
          <p:spPr bwMode="auto">
            <a:xfrm>
              <a:off x="3425959" y="3530553"/>
              <a:ext cx="38699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55" name="Text Box 26"/>
            <p:cNvSpPr txBox="1">
              <a:spLocks noChangeArrowheads="1"/>
            </p:cNvSpPr>
            <p:nvPr/>
          </p:nvSpPr>
          <p:spPr bwMode="auto">
            <a:xfrm>
              <a:off x="3420432" y="3170468"/>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L</a:t>
              </a:r>
            </a:p>
          </p:txBody>
        </p:sp>
        <p:sp>
          <p:nvSpPr>
            <p:cNvPr id="28" name="Text Box 27"/>
            <p:cNvSpPr txBox="1">
              <a:spLocks noChangeArrowheads="1"/>
            </p:cNvSpPr>
            <p:nvPr/>
          </p:nvSpPr>
          <p:spPr bwMode="auto">
            <a:xfrm>
              <a:off x="5838414" y="482469"/>
              <a:ext cx="1388982" cy="64616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9</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S→L=R</a:t>
              </a:r>
              <a:r>
                <a:rPr lang="en-US" altLang="zh-CN" b="1" i="1">
                  <a:solidFill>
                    <a:srgbClr val="000000"/>
                  </a:solidFill>
                  <a:latin typeface="Times New Roman" panose="02020603050405020304" pitchFamily="18" charset="0"/>
                  <a:cs typeface="Times New Roman" panose="02020603050405020304" pitchFamily="18" charset="0"/>
                </a:rPr>
                <a:t>·</a:t>
              </a:r>
              <a:r>
                <a:rPr kumimoji="1" lang="en-US" altLang="zh-CN" b="1" i="1">
                  <a:latin typeface="Times New Roman" panose="02020603050405020304" pitchFamily="18" charset="0"/>
                </a:rPr>
                <a:t>,</a:t>
              </a:r>
              <a:r>
                <a:rPr kumimoji="1" lang="en-US" altLang="zh-CN" b="1">
                  <a:latin typeface="华文楷体" panose="02010600040101010101" pitchFamily="2" charset="-122"/>
                </a:rPr>
                <a:t> $</a:t>
              </a:r>
              <a:endParaRPr kumimoji="1" lang="en-US" altLang="zh-CN" b="1" i="1">
                <a:latin typeface="Times New Roman" panose="02020603050405020304" pitchFamily="18" charset="0"/>
              </a:endParaRPr>
            </a:p>
          </p:txBody>
        </p:sp>
        <p:sp>
          <p:nvSpPr>
            <p:cNvPr id="73757" name="Line 28"/>
            <p:cNvSpPr>
              <a:spLocks noChangeShapeType="1"/>
            </p:cNvSpPr>
            <p:nvPr/>
          </p:nvSpPr>
          <p:spPr bwMode="auto">
            <a:xfrm flipV="1">
              <a:off x="5283299" y="937944"/>
              <a:ext cx="5334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58" name="Text Box 29"/>
            <p:cNvSpPr txBox="1">
              <a:spLocks noChangeArrowheads="1"/>
            </p:cNvSpPr>
            <p:nvPr/>
          </p:nvSpPr>
          <p:spPr bwMode="auto">
            <a:xfrm>
              <a:off x="5325927" y="537894"/>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R</a:t>
              </a:r>
            </a:p>
          </p:txBody>
        </p:sp>
        <p:sp>
          <p:nvSpPr>
            <p:cNvPr id="73759" name="Line 30"/>
            <p:cNvSpPr>
              <a:spLocks noChangeShapeType="1"/>
            </p:cNvSpPr>
            <p:nvPr/>
          </p:nvSpPr>
          <p:spPr bwMode="auto">
            <a:xfrm flipH="1">
              <a:off x="3160229" y="1592899"/>
              <a:ext cx="663036" cy="1450602"/>
            </a:xfrm>
            <a:prstGeom prst="line">
              <a:avLst/>
            </a:prstGeom>
            <a:noFill/>
            <a:ln w="38100">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60" name="Text Box 31"/>
            <p:cNvSpPr txBox="1">
              <a:spLocks noChangeArrowheads="1"/>
            </p:cNvSpPr>
            <p:nvPr/>
          </p:nvSpPr>
          <p:spPr bwMode="auto">
            <a:xfrm>
              <a:off x="3453834" y="158609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73761" name="Text Box 33"/>
            <p:cNvSpPr txBox="1">
              <a:spLocks noChangeArrowheads="1"/>
            </p:cNvSpPr>
            <p:nvPr/>
          </p:nvSpPr>
          <p:spPr bwMode="auto">
            <a:xfrm>
              <a:off x="1395105" y="793910"/>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a:t>
              </a:r>
            </a:p>
          </p:txBody>
        </p:sp>
        <p:sp>
          <p:nvSpPr>
            <p:cNvPr id="73762" name="Line 34"/>
            <p:cNvSpPr>
              <a:spLocks noChangeShapeType="1"/>
            </p:cNvSpPr>
            <p:nvPr/>
          </p:nvSpPr>
          <p:spPr bwMode="auto">
            <a:xfrm flipV="1">
              <a:off x="3436344" y="4321896"/>
              <a:ext cx="376605" cy="84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63" name="Text Box 35"/>
            <p:cNvSpPr txBox="1">
              <a:spLocks noChangeArrowheads="1"/>
            </p:cNvSpPr>
            <p:nvPr/>
          </p:nvSpPr>
          <p:spPr bwMode="auto">
            <a:xfrm>
              <a:off x="3403524" y="3922688"/>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id</a:t>
              </a:r>
            </a:p>
          </p:txBody>
        </p:sp>
        <p:grpSp>
          <p:nvGrpSpPr>
            <p:cNvPr id="73764" name="Group 36"/>
            <p:cNvGrpSpPr>
              <a:grpSpLocks/>
            </p:cNvGrpSpPr>
            <p:nvPr/>
          </p:nvGrpSpPr>
          <p:grpSpPr bwMode="auto">
            <a:xfrm>
              <a:off x="1570953" y="4102075"/>
              <a:ext cx="290512" cy="269875"/>
              <a:chOff x="2335" y="3249"/>
              <a:chExt cx="183" cy="226"/>
            </a:xfrm>
          </p:grpSpPr>
          <p:sp>
            <p:nvSpPr>
              <p:cNvPr id="73773"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4"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75"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3765" name="Text Box 40"/>
            <p:cNvSpPr txBox="1">
              <a:spLocks noChangeArrowheads="1"/>
            </p:cNvSpPr>
            <p:nvPr/>
          </p:nvSpPr>
          <p:spPr bwMode="auto">
            <a:xfrm>
              <a:off x="1546346" y="4071306"/>
              <a:ext cx="533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73766" name="Line 41"/>
            <p:cNvSpPr>
              <a:spLocks noChangeShapeType="1"/>
            </p:cNvSpPr>
            <p:nvPr/>
          </p:nvSpPr>
          <p:spPr bwMode="auto">
            <a:xfrm>
              <a:off x="1337425" y="2931521"/>
              <a:ext cx="506132" cy="667342"/>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67" name="Line 57"/>
            <p:cNvSpPr>
              <a:spLocks noChangeShapeType="1"/>
            </p:cNvSpPr>
            <p:nvPr/>
          </p:nvSpPr>
          <p:spPr bwMode="auto">
            <a:xfrm>
              <a:off x="675069" y="4654244"/>
              <a:ext cx="313787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68" name="Line 59"/>
            <p:cNvSpPr>
              <a:spLocks noChangeShapeType="1"/>
            </p:cNvSpPr>
            <p:nvPr/>
          </p:nvSpPr>
          <p:spPr bwMode="auto">
            <a:xfrm flipV="1">
              <a:off x="675069" y="3098451"/>
              <a:ext cx="14289" cy="155697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769" name="Freeform 65"/>
            <p:cNvSpPr>
              <a:spLocks noChangeArrowheads="1"/>
            </p:cNvSpPr>
            <p:nvPr/>
          </p:nvSpPr>
          <p:spPr bwMode="auto">
            <a:xfrm rot="-239446">
              <a:off x="5320383" y="1574939"/>
              <a:ext cx="497459" cy="1998204"/>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hlink"/>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3770" name="Text Box 66"/>
            <p:cNvSpPr txBox="1">
              <a:spLocks noChangeArrowheads="1"/>
            </p:cNvSpPr>
            <p:nvPr/>
          </p:nvSpPr>
          <p:spPr bwMode="auto">
            <a:xfrm>
              <a:off x="5474132" y="2531360"/>
              <a:ext cx="457200" cy="40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L</a:t>
              </a:r>
            </a:p>
          </p:txBody>
        </p:sp>
        <p:sp>
          <p:nvSpPr>
            <p:cNvPr id="73771" name="Text Box 68"/>
            <p:cNvSpPr txBox="1">
              <a:spLocks noChangeArrowheads="1"/>
            </p:cNvSpPr>
            <p:nvPr/>
          </p:nvSpPr>
          <p:spPr bwMode="auto">
            <a:xfrm>
              <a:off x="5893564" y="1874164"/>
              <a:ext cx="685800" cy="400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id</a:t>
              </a:r>
            </a:p>
          </p:txBody>
        </p:sp>
        <p:sp>
          <p:nvSpPr>
            <p:cNvPr id="73772" name="Freeform 69"/>
            <p:cNvSpPr>
              <a:spLocks noChangeArrowheads="1"/>
            </p:cNvSpPr>
            <p:nvPr/>
          </p:nvSpPr>
          <p:spPr bwMode="auto">
            <a:xfrm rot="-200960">
              <a:off x="5348040" y="1167312"/>
              <a:ext cx="873074" cy="3240005"/>
            </a:xfrm>
            <a:custGeom>
              <a:avLst/>
              <a:gdLst>
                <a:gd name="T0" fmla="*/ 0 w 598"/>
                <a:gd name="T1" fmla="*/ 0 h 2268"/>
                <a:gd name="T2" fmla="*/ 2147483646 w 598"/>
                <a:gd name="T3" fmla="*/ 2147483646 h 2268"/>
                <a:gd name="T4" fmla="*/ 2147483646 w 598"/>
                <a:gd name="T5" fmla="*/ 2147483646 h 2268"/>
                <a:gd name="T6" fmla="*/ 0 60000 65536"/>
                <a:gd name="T7" fmla="*/ 0 60000 65536"/>
                <a:gd name="T8" fmla="*/ 0 60000 65536"/>
                <a:gd name="T9" fmla="*/ 0 w 598"/>
                <a:gd name="T10" fmla="*/ 0 h 2268"/>
                <a:gd name="T11" fmla="*/ 598 w 598"/>
                <a:gd name="T12" fmla="*/ 2268 h 2268"/>
              </a:gdLst>
              <a:ahLst/>
              <a:cxnLst>
                <a:cxn ang="T6">
                  <a:pos x="T0" y="T1"/>
                </a:cxn>
                <a:cxn ang="T7">
                  <a:pos x="T2" y="T3"/>
                </a:cxn>
                <a:cxn ang="T8">
                  <a:pos x="T4" y="T5"/>
                </a:cxn>
              </a:cxnLst>
              <a:rect l="T9" t="T10" r="T11" b="T12"/>
              <a:pathLst>
                <a:path w="598" h="2268">
                  <a:moveTo>
                    <a:pt x="0" y="0"/>
                  </a:moveTo>
                  <a:cubicBezTo>
                    <a:pt x="291" y="491"/>
                    <a:pt x="582" y="983"/>
                    <a:pt x="590" y="1361"/>
                  </a:cubicBezTo>
                  <a:cubicBezTo>
                    <a:pt x="598" y="1739"/>
                    <a:pt x="322" y="2003"/>
                    <a:pt x="46" y="2268"/>
                  </a:cubicBezTo>
                </a:path>
              </a:pathLst>
            </a:custGeom>
            <a:noFill/>
            <a:ln w="38100">
              <a:solidFill>
                <a:schemeClr val="hlink"/>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7" name="矩形 46"/>
          <p:cNvSpPr/>
          <p:nvPr/>
        </p:nvSpPr>
        <p:spPr bwMode="auto">
          <a:xfrm>
            <a:off x="7440613" y="4692650"/>
            <a:ext cx="16446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LALR</a:t>
            </a:r>
            <a:r>
              <a:rPr lang="zh-CN" altLang="en-US" sz="2000" b="1" noProof="1">
                <a:solidFill>
                  <a:srgbClr val="000000"/>
                </a:solidFill>
                <a:latin typeface="华文楷体" pitchFamily="2" charset="-122"/>
                <a:ea typeface="Times New Roman" pitchFamily="18" charset="0"/>
                <a:cs typeface="华文楷体" pitchFamily="2" charset="-122"/>
              </a:rPr>
              <a:t>自动机</a:t>
            </a:r>
            <a:endParaRPr lang="zh-CN" altLang="en-US" sz="1000" noProof="1">
              <a:latin typeface="华文楷体" pitchFamily="2" charset="-122"/>
              <a:ea typeface="Times New Roman" pitchFamily="18" charset="0"/>
              <a:cs typeface="华文楷体" pitchFamily="2" charset="-122"/>
            </a:endParaRPr>
          </a:p>
        </p:txBody>
      </p:sp>
      <p:sp>
        <p:nvSpPr>
          <p:cNvPr id="3" name="灯片编号占位符 2">
            <a:extLst>
              <a:ext uri="{FF2B5EF4-FFF2-40B4-BE49-F238E27FC236}">
                <a16:creationId xmlns:a16="http://schemas.microsoft.com/office/drawing/2014/main" id="{E3CDB725-D38D-474D-BF97-A445F813A9EC}"/>
              </a:ext>
            </a:extLst>
          </p:cNvPr>
          <p:cNvSpPr>
            <a:spLocks noGrp="1"/>
          </p:cNvSpPr>
          <p:nvPr>
            <p:ph type="sldNum" sz="quarter" idx="12"/>
          </p:nvPr>
        </p:nvSpPr>
        <p:spPr/>
        <p:txBody>
          <a:bodyPr/>
          <a:lstStyle/>
          <a:p>
            <a:pPr>
              <a:defRPr/>
            </a:pPr>
            <a:fld id="{76D20AB1-C80E-44EB-B890-88EEF3B3DC08}" type="slidenum">
              <a:rPr lang="zh-CN" altLang="en-US" smtClean="0"/>
              <a:pPr>
                <a:defRPr/>
              </a:pPr>
              <a:t>31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47139">
                                            <p:txEl>
                                              <p:pRg st="0" end="0"/>
                                            </p:txEl>
                                          </p:spTgt>
                                        </p:tgtEl>
                                        <p:attrNameLst>
                                          <p:attrName>style.visibility</p:attrName>
                                        </p:attrNameLst>
                                      </p:cBhvr>
                                      <p:to>
                                        <p:strVal val="visible"/>
                                      </p:to>
                                    </p:set>
                                    <p:anim calcmode="lin" valueType="num">
                                      <p:cBhvr>
                                        <p:cTn id="7" dur="500" fill="hold"/>
                                        <p:tgtEl>
                                          <p:spTgt spid="34713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4713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47139">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7"/>
                                        </p:tgtEl>
                                        <p:attrNameLst>
                                          <p:attrName>style.visibility</p:attrName>
                                        </p:attrNameLst>
                                      </p:cBhvr>
                                      <p:to>
                                        <p:strVal val="visible"/>
                                      </p:to>
                                    </p:set>
                                    <p:anim calcmode="lin" valueType="num">
                                      <p:cBhvr>
                                        <p:cTn id="17" dur="500" fill="hold"/>
                                        <p:tgtEl>
                                          <p:spTgt spid="47"/>
                                        </p:tgtEl>
                                        <p:attrNameLst>
                                          <p:attrName>ppt_w</p:attrName>
                                        </p:attrNameLst>
                                      </p:cBhvr>
                                      <p:tavLst>
                                        <p:tav tm="0">
                                          <p:val>
                                            <p:fltVal val="0"/>
                                          </p:val>
                                        </p:tav>
                                        <p:tav tm="100000">
                                          <p:val>
                                            <p:strVal val="#ppt_w"/>
                                          </p:val>
                                        </p:tav>
                                      </p:tavLst>
                                    </p:anim>
                                    <p:anim calcmode="lin" valueType="num">
                                      <p:cBhvr>
                                        <p:cTn id="18" dur="500" fill="hold"/>
                                        <p:tgtEl>
                                          <p:spTgt spid="47"/>
                                        </p:tgtEl>
                                        <p:attrNameLst>
                                          <p:attrName>ppt_h</p:attrName>
                                        </p:attrNameLst>
                                      </p:cBhvr>
                                      <p:tavLst>
                                        <p:tav tm="0">
                                          <p:val>
                                            <p:fltVal val="0"/>
                                          </p:val>
                                        </p:tav>
                                        <p:tav tm="100000">
                                          <p:val>
                                            <p:strVal val="#ppt_h"/>
                                          </p:val>
                                        </p:tav>
                                      </p:tavLst>
                                    </p:anim>
                                    <p:animEffect transition="in" filter="fade">
                                      <p:cBhvr>
                                        <p:cTn id="19" dur="500"/>
                                        <p:tgtEl>
                                          <p:spTgt spid="4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xit" presetSubtype="16" fill="hold" nodeType="clickEffect">
                                  <p:stCondLst>
                                    <p:cond delay="0"/>
                                  </p:stCondLst>
                                  <p:childTnLst>
                                    <p:anim calcmode="lin" valueType="num">
                                      <p:cBhvr>
                                        <p:cTn id="23" dur="500"/>
                                        <p:tgtEl>
                                          <p:spTgt spid="2"/>
                                        </p:tgtEl>
                                        <p:attrNameLst>
                                          <p:attrName>ppt_w</p:attrName>
                                        </p:attrNameLst>
                                      </p:cBhvr>
                                      <p:tavLst>
                                        <p:tav tm="0">
                                          <p:val>
                                            <p:strVal val="ppt_w"/>
                                          </p:val>
                                        </p:tav>
                                        <p:tav tm="100000">
                                          <p:val>
                                            <p:fltVal val="0"/>
                                          </p:val>
                                        </p:tav>
                                      </p:tavLst>
                                    </p:anim>
                                    <p:anim calcmode="lin" valueType="num">
                                      <p:cBhvr>
                                        <p:cTn id="24" dur="500"/>
                                        <p:tgtEl>
                                          <p:spTgt spid="2"/>
                                        </p:tgtEl>
                                        <p:attrNameLst>
                                          <p:attrName>ppt_h</p:attrName>
                                        </p:attrNameLst>
                                      </p:cBhvr>
                                      <p:tavLst>
                                        <p:tav tm="0">
                                          <p:val>
                                            <p:strVal val="ppt_h"/>
                                          </p:val>
                                        </p:tav>
                                        <p:tav tm="100000">
                                          <p:val>
                                            <p:fltVal val="0"/>
                                          </p:val>
                                        </p:tav>
                                      </p:tavLst>
                                    </p:anim>
                                    <p:animEffect transition="out" filter="fade">
                                      <p:cBhvr>
                                        <p:cTn id="25" dur="500"/>
                                        <p:tgtEl>
                                          <p:spTgt spid="2"/>
                                        </p:tgtEl>
                                      </p:cBhvr>
                                    </p:animEffect>
                                    <p:set>
                                      <p:cBhvr>
                                        <p:cTn id="26" dur="1" fill="hold">
                                          <p:stCondLst>
                                            <p:cond delay="499"/>
                                          </p:stCondLst>
                                        </p:cTn>
                                        <p:tgtEl>
                                          <p:spTgt spid="2"/>
                                        </p:tgtEl>
                                        <p:attrNameLst>
                                          <p:attrName>style.visibility</p:attrName>
                                        </p:attrNameLst>
                                      </p:cBhvr>
                                      <p:to>
                                        <p:strVal val="hidden"/>
                                      </p:to>
                                    </p:set>
                                  </p:childTnLst>
                                </p:cTn>
                              </p:par>
                              <p:par>
                                <p:cTn id="27" presetID="53" presetClass="exit" presetSubtype="32" fill="hold" grpId="1" nodeType="withEffect">
                                  <p:stCondLst>
                                    <p:cond delay="0"/>
                                  </p:stCondLst>
                                  <p:childTnLst>
                                    <p:anim calcmode="lin" valueType="num">
                                      <p:cBhvr>
                                        <p:cTn id="28" dur="500"/>
                                        <p:tgtEl>
                                          <p:spTgt spid="47"/>
                                        </p:tgtEl>
                                        <p:attrNameLst>
                                          <p:attrName>ppt_w</p:attrName>
                                        </p:attrNameLst>
                                      </p:cBhvr>
                                      <p:tavLst>
                                        <p:tav tm="0">
                                          <p:val>
                                            <p:strVal val="ppt_w"/>
                                          </p:val>
                                        </p:tav>
                                        <p:tav tm="100000">
                                          <p:val>
                                            <p:fltVal val="0"/>
                                          </p:val>
                                        </p:tav>
                                      </p:tavLst>
                                    </p:anim>
                                    <p:anim calcmode="lin" valueType="num">
                                      <p:cBhvr>
                                        <p:cTn id="29" dur="500"/>
                                        <p:tgtEl>
                                          <p:spTgt spid="47"/>
                                        </p:tgtEl>
                                        <p:attrNameLst>
                                          <p:attrName>ppt_h</p:attrName>
                                        </p:attrNameLst>
                                      </p:cBhvr>
                                      <p:tavLst>
                                        <p:tav tm="0">
                                          <p:val>
                                            <p:strVal val="ppt_h"/>
                                          </p:val>
                                        </p:tav>
                                        <p:tav tm="100000">
                                          <p:val>
                                            <p:fltVal val="0"/>
                                          </p:val>
                                        </p:tav>
                                      </p:tavLst>
                                    </p:anim>
                                    <p:animEffect transition="out" filter="fade">
                                      <p:cBhvr>
                                        <p:cTn id="30" dur="500"/>
                                        <p:tgtEl>
                                          <p:spTgt spid="47"/>
                                        </p:tgtEl>
                                      </p:cBhvr>
                                    </p:animEffect>
                                    <p:set>
                                      <p:cBhvr>
                                        <p:cTn id="31" dur="1" fill="hold">
                                          <p:stCondLst>
                                            <p:cond delay="499"/>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7"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a:spLocks noGrp="1" noChangeArrowheads="1"/>
          </p:cNvSpPr>
          <p:nvPr>
            <p:ph idx="1"/>
          </p:nvPr>
        </p:nvSpPr>
        <p:spPr>
          <a:xfrm>
            <a:off x="250825" y="1203325"/>
            <a:ext cx="5927725" cy="576263"/>
          </a:xfrm>
        </p:spPr>
        <p:txBody>
          <a:bodyPr/>
          <a:lstStyle/>
          <a:p>
            <a:pPr eaLnBrk="1" hangingPunct="1">
              <a:buClr>
                <a:schemeClr val="tx1"/>
              </a:buClr>
              <a:buFont typeface="Wingdings" pitchFamily="2" charset="2"/>
              <a:buChar char="Ø"/>
              <a:defRPr/>
            </a:pPr>
            <a:r>
              <a:rPr lang="zh-CN" altLang="en-US" sz="2500" b="1" dirty="0">
                <a:solidFill>
                  <a:schemeClr val="tx1"/>
                </a:solidFill>
                <a:latin typeface="+mn-ea"/>
              </a:rPr>
              <a:t>大小上与</a:t>
            </a:r>
            <a:r>
              <a:rPr lang="en-US" altLang="zh-CN" sz="2500" b="1" i="1" dirty="0">
                <a:solidFill>
                  <a:schemeClr val="tx1"/>
                </a:solidFill>
                <a:ea typeface="宋体" pitchFamily="2" charset="-122"/>
                <a:cs typeface="Times New Roman" pitchFamily="18" charset="0"/>
              </a:rPr>
              <a:t>LR</a:t>
            </a:r>
            <a:r>
              <a:rPr lang="en-US" altLang="zh-CN" sz="2500" b="1" dirty="0">
                <a:solidFill>
                  <a:schemeClr val="tx1"/>
                </a:solidFill>
                <a:ea typeface="宋体" pitchFamily="2" charset="-122"/>
                <a:cs typeface="Times New Roman" pitchFamily="18" charset="0"/>
              </a:rPr>
              <a:t>(0)/</a:t>
            </a:r>
            <a:r>
              <a:rPr lang="en-US" altLang="zh-CN" sz="2500" b="1" i="1" dirty="0">
                <a:solidFill>
                  <a:schemeClr val="tx1"/>
                </a:solidFill>
                <a:ea typeface="宋体" pitchFamily="2" charset="-122"/>
                <a:cs typeface="Times New Roman" pitchFamily="18" charset="0"/>
              </a:rPr>
              <a:t>SLR</a:t>
            </a:r>
            <a:r>
              <a:rPr lang="zh-CN" altLang="en-US" sz="2500" b="1" dirty="0">
                <a:solidFill>
                  <a:schemeClr val="tx1"/>
                </a:solidFill>
                <a:latin typeface="+mn-ea"/>
              </a:rPr>
              <a:t>相当</a:t>
            </a:r>
            <a:endParaRPr lang="zh-CN" altLang="en-US" dirty="0">
              <a:latin typeface="+mn-ea"/>
            </a:endParaRPr>
          </a:p>
          <a:p>
            <a:pPr eaLnBrk="1" hangingPunct="1">
              <a:buFont typeface="Symbol" panose="05050102010706020507" pitchFamily="18" charset="2"/>
              <a:buChar char="•"/>
              <a:defRPr/>
            </a:pPr>
            <a:endParaRPr lang="zh-CN" altLang="en-US" sz="2800" dirty="0">
              <a:latin typeface="楷体_GB2312" pitchFamily="49" charset="-122"/>
              <a:ea typeface="楷体_GB2312" pitchFamily="49" charset="-122"/>
            </a:endParaRPr>
          </a:p>
        </p:txBody>
      </p:sp>
      <p:sp>
        <p:nvSpPr>
          <p:cNvPr id="75779" name="Rectangle 3"/>
          <p:cNvSpPr txBox="1">
            <a:spLocks noChangeArrowheads="1"/>
          </p:cNvSpPr>
          <p:nvPr/>
        </p:nvSpPr>
        <p:spPr bwMode="auto">
          <a:xfrm>
            <a:off x="250825" y="771525"/>
            <a:ext cx="54959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buClr>
                <a:schemeClr val="tx1"/>
              </a:buClr>
              <a:buFont typeface="Wingdings" panose="05000000000000000000" pitchFamily="2" charset="2"/>
              <a:buChar char="Ø"/>
            </a:pPr>
            <a:r>
              <a:rPr lang="zh-CN" altLang="en-US" sz="2500" b="1">
                <a:solidFill>
                  <a:schemeClr val="tx1"/>
                </a:solidFill>
                <a:latin typeface="Times New Roman" panose="02020603050405020304" pitchFamily="18" charset="0"/>
                <a:ea typeface="华文楷体" panose="02010600040101010101" pitchFamily="2" charset="-122"/>
              </a:rPr>
              <a:t>形式上与</a:t>
            </a:r>
            <a:r>
              <a:rPr lang="en-US" altLang="zh-CN" sz="2500" b="1" i="1">
                <a:solidFill>
                  <a:schemeClr val="tx1"/>
                </a:solidFill>
                <a:latin typeface="Times New Roman" panose="02020603050405020304" pitchFamily="18" charset="0"/>
                <a:cs typeface="Times New Roman" panose="02020603050405020304" pitchFamily="18" charset="0"/>
              </a:rPr>
              <a:t>LR</a:t>
            </a:r>
            <a:r>
              <a:rPr lang="en-US" altLang="zh-CN" sz="2500" b="1">
                <a:solidFill>
                  <a:schemeClr val="tx1"/>
                </a:solidFill>
                <a:latin typeface="Times New Roman" panose="02020603050405020304" pitchFamily="18" charset="0"/>
                <a:cs typeface="Times New Roman" panose="02020603050405020304" pitchFamily="18" charset="0"/>
              </a:rPr>
              <a:t>(1)</a:t>
            </a:r>
            <a:r>
              <a:rPr lang="zh-CN" altLang="en-US" sz="2500" b="1">
                <a:solidFill>
                  <a:schemeClr val="tx1"/>
                </a:solidFill>
                <a:latin typeface="Times New Roman" panose="02020603050405020304" pitchFamily="18" charset="0"/>
                <a:ea typeface="华文楷体" panose="02010600040101010101" pitchFamily="2" charset="-122"/>
              </a:rPr>
              <a:t>相同</a:t>
            </a:r>
          </a:p>
        </p:txBody>
      </p:sp>
      <p:sp>
        <p:nvSpPr>
          <p:cNvPr id="75780" name="Rectangle 2"/>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LALR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的特点</a:t>
            </a:r>
          </a:p>
        </p:txBody>
      </p:sp>
      <p:grpSp>
        <p:nvGrpSpPr>
          <p:cNvPr id="2" name="组 2"/>
          <p:cNvGrpSpPr>
            <a:grpSpLocks/>
          </p:cNvGrpSpPr>
          <p:nvPr/>
        </p:nvGrpSpPr>
        <p:grpSpPr bwMode="auto">
          <a:xfrm>
            <a:off x="2916238" y="627063"/>
            <a:ext cx="6019800" cy="4321175"/>
            <a:chOff x="1976144" y="771550"/>
            <a:chExt cx="6019720" cy="4319840"/>
          </a:xfrm>
        </p:grpSpPr>
        <p:sp>
          <p:nvSpPr>
            <p:cNvPr id="75783" name="Text Box 5"/>
            <p:cNvSpPr txBox="1">
              <a:spLocks noChangeArrowheads="1"/>
            </p:cNvSpPr>
            <p:nvPr/>
          </p:nvSpPr>
          <p:spPr bwMode="auto">
            <a:xfrm>
              <a:off x="1976144" y="1857065"/>
              <a:ext cx="1084248" cy="1937738"/>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I</a:t>
              </a:r>
              <a:r>
                <a:rPr lang="en-US" altLang="zh-CN" sz="1800" b="1" i="1" baseline="-25000">
                  <a:solidFill>
                    <a:schemeClr val="tx1"/>
                  </a:solidFill>
                  <a:latin typeface="Times New Roman" panose="02020603050405020304" pitchFamily="18" charset="0"/>
                </a:rPr>
                <a:t>0</a:t>
              </a:r>
              <a:r>
                <a:rPr lang="en-US" altLang="zh-CN" sz="18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a:t>
              </a:r>
              <a:r>
                <a:rPr lang="en-US" altLang="zh-CN" sz="1800" b="1" i="1">
                  <a:solidFill>
                    <a:schemeClr val="tx1"/>
                  </a:solidFill>
                  <a:latin typeface="Times New Roman" panose="02020603050405020304" pitchFamily="18" charset="0"/>
                </a:rPr>
                <a:t>→</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S</a:t>
              </a:r>
              <a:r>
                <a:rPr lang="zh-CN" altLang="en-US" sz="1800" b="1" i="1">
                  <a:solidFill>
                    <a:schemeClr val="tx1"/>
                  </a:solidFill>
                  <a:latin typeface="Times New Roman" panose="02020603050405020304" pitchFamily="18" charset="0"/>
                </a:rPr>
                <a:t> </a:t>
              </a:r>
              <a:endParaRPr lang="en-US" altLang="zh-CN" sz="1800" b="1" i="1">
                <a:solidFill>
                  <a:schemeClr val="tx1"/>
                </a:solidFill>
                <a:latin typeface="Times New Roman" panose="02020603050405020304" pitchFamily="18" charset="0"/>
              </a:endParaRP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a:t>
              </a:r>
              <a:r>
                <a:rPr lang="en-US" altLang="zh-CN" sz="1800" b="1" i="1">
                  <a:solidFill>
                    <a:schemeClr val="tx1"/>
                  </a:solidFill>
                  <a:latin typeface="Times New Roman" panose="02020603050405020304" pitchFamily="18" charset="0"/>
                </a:rPr>
                <a:t>L=R </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R </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*R </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L→</a:t>
              </a:r>
              <a:r>
                <a:rPr lang="en-US" altLang="zh-CN" sz="1800" b="1" i="1">
                  <a:solidFill>
                    <a:srgbClr val="000000"/>
                  </a:solidFill>
                  <a:latin typeface="Times New Roman" panose="02020603050405020304" pitchFamily="18" charset="0"/>
                </a:rPr>
                <a:t> · </a:t>
              </a:r>
              <a:r>
                <a:rPr lang="en-US" altLang="zh-CN" sz="1800" b="1">
                  <a:solidFill>
                    <a:schemeClr val="tx1"/>
                  </a:solidFill>
                  <a:latin typeface="Times New Roman" panose="02020603050405020304" pitchFamily="18" charset="0"/>
                </a:rPr>
                <a:t>id </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R→</a:t>
              </a:r>
              <a:r>
                <a:rPr lang="en-US" altLang="zh-CN" sz="1800" b="1" i="1">
                  <a:solidFill>
                    <a:srgbClr val="000000"/>
                  </a:solidFill>
                  <a:latin typeface="Times New Roman" panose="02020603050405020304" pitchFamily="18" charset="0"/>
                </a:rPr>
                <a:t> · </a:t>
              </a:r>
              <a:r>
                <a:rPr lang="en-US" altLang="zh-CN" sz="1800" b="1" i="1">
                  <a:solidFill>
                    <a:schemeClr val="tx1"/>
                  </a:solidFill>
                  <a:latin typeface="Times New Roman" panose="02020603050405020304" pitchFamily="18" charset="0"/>
                </a:rPr>
                <a:t>L </a:t>
              </a:r>
            </a:p>
          </p:txBody>
        </p:sp>
        <p:sp>
          <p:nvSpPr>
            <p:cNvPr id="75784" name="Text Box 6"/>
            <p:cNvSpPr txBox="1">
              <a:spLocks noChangeArrowheads="1"/>
            </p:cNvSpPr>
            <p:nvPr/>
          </p:nvSpPr>
          <p:spPr bwMode="auto">
            <a:xfrm>
              <a:off x="3595372" y="771550"/>
              <a:ext cx="1225534" cy="64591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rPr>
                <a:t>I</a:t>
              </a:r>
              <a:r>
                <a:rPr lang="en-US" altLang="zh-CN" sz="1800" b="1" i="1" baseline="-25000">
                  <a:solidFill>
                    <a:schemeClr val="tx1"/>
                  </a:solidFill>
                  <a:latin typeface="Times New Roman" panose="02020603050405020304" pitchFamily="18" charset="0"/>
                </a:rPr>
                <a:t>1</a:t>
              </a:r>
              <a:r>
                <a:rPr lang="en-US" altLang="zh-CN" sz="1800" b="1">
                  <a:solidFill>
                    <a:schemeClr val="tx1"/>
                  </a:solidFill>
                  <a:latin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S′</a:t>
              </a:r>
              <a:r>
                <a:rPr lang="en-US" altLang="zh-CN" sz="1800" b="1" i="1">
                  <a:solidFill>
                    <a:schemeClr val="tx1"/>
                  </a:solidFill>
                  <a:latin typeface="Times New Roman" panose="02020603050405020304" pitchFamily="18" charset="0"/>
                </a:rPr>
                <a:t>→S</a:t>
              </a:r>
              <a:r>
                <a:rPr lang="en-US" altLang="zh-CN" sz="1800" b="1" i="1">
                  <a:solidFill>
                    <a:srgbClr val="000000"/>
                  </a:solidFill>
                  <a:latin typeface="Times New Roman" panose="02020603050405020304" pitchFamily="18" charset="0"/>
                </a:rPr>
                <a:t> ·</a:t>
              </a:r>
              <a:r>
                <a:rPr lang="en-US" altLang="zh-CN" sz="1800" b="1" i="1">
                  <a:solidFill>
                    <a:schemeClr val="tx1"/>
                  </a:solidFill>
                  <a:latin typeface="Times New Roman" panose="02020603050405020304" pitchFamily="18" charset="0"/>
                </a:rPr>
                <a:t> </a:t>
              </a:r>
            </a:p>
          </p:txBody>
        </p:sp>
        <p:sp>
          <p:nvSpPr>
            <p:cNvPr id="75785" name="Line 7"/>
            <p:cNvSpPr>
              <a:spLocks noChangeShapeType="1"/>
            </p:cNvSpPr>
            <p:nvPr/>
          </p:nvSpPr>
          <p:spPr bwMode="auto">
            <a:xfrm flipV="1">
              <a:off x="3060392" y="1335719"/>
              <a:ext cx="546566" cy="91472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8"/>
            <p:cNvSpPr txBox="1">
              <a:spLocks noChangeArrowheads="1"/>
            </p:cNvSpPr>
            <p:nvPr/>
          </p:nvSpPr>
          <p:spPr bwMode="auto">
            <a:xfrm>
              <a:off x="3595372" y="1563467"/>
              <a:ext cx="1225534" cy="93951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b="1" i="1" dirty="0">
                  <a:latin typeface="Times New Roman" panose="02020603050405020304" pitchFamily="18" charset="0"/>
                </a:rPr>
                <a:t>I</a:t>
              </a:r>
              <a:r>
                <a:rPr kumimoji="1" lang="en-US" altLang="zh-CN" b="1" i="1" baseline="-25000" dirty="0">
                  <a:latin typeface="Times New Roman" panose="02020603050405020304" pitchFamily="18" charset="0"/>
                </a:rPr>
                <a:t>2</a:t>
              </a:r>
              <a:r>
                <a:rPr kumimoji="1" lang="en-US" altLang="zh-CN" b="1" dirty="0">
                  <a:latin typeface="Times New Roman" panose="02020603050405020304" pitchFamily="18" charset="0"/>
                </a:rPr>
                <a:t>:</a:t>
              </a:r>
            </a:p>
            <a:p>
              <a:pPr>
                <a:lnSpc>
                  <a:spcPts val="2200"/>
                </a:lnSpc>
                <a:defRPr/>
              </a:pPr>
              <a:r>
                <a:rPr kumimoji="1" lang="en-US" altLang="zh-CN" b="1" i="1" dirty="0">
                  <a:latin typeface="Times New Roman" panose="02020603050405020304" pitchFamily="18" charset="0"/>
                </a:rPr>
                <a:t>S→L</a:t>
              </a:r>
              <a:r>
                <a:rPr lang="en-US" altLang="zh-CN" b="1" i="1" dirty="0">
                  <a:latin typeface="Times New Roman" panose="02020603050405020304" pitchFamily="18" charset="0"/>
                  <a:cs typeface="Times New Roman" panose="02020603050405020304" pitchFamily="18" charset="0"/>
                </a:rPr>
                <a:t> · </a:t>
              </a:r>
              <a:r>
                <a:rPr kumimoji="1" lang="en-US" altLang="zh-CN" b="1" i="1" dirty="0">
                  <a:latin typeface="Times New Roman" panose="02020603050405020304" pitchFamily="18" charset="0"/>
                </a:rPr>
                <a:t>=R </a:t>
              </a:r>
            </a:p>
            <a:p>
              <a:pPr>
                <a:lnSpc>
                  <a:spcPts val="2200"/>
                </a:lnSpc>
                <a:defRPr/>
              </a:pPr>
              <a:r>
                <a:rPr kumimoji="1" lang="en-US" altLang="zh-CN" b="1" i="1" dirty="0">
                  <a:latin typeface="Times New Roman" panose="02020603050405020304" pitchFamily="18" charset="0"/>
                </a:rPr>
                <a:t>R→L</a:t>
              </a:r>
              <a:r>
                <a:rPr lang="en-US" altLang="zh-CN" b="1" i="1" dirty="0">
                  <a:latin typeface="Times New Roman" panose="02020603050405020304" pitchFamily="18" charset="0"/>
                  <a:cs typeface="Times New Roman" panose="02020603050405020304" pitchFamily="18" charset="0"/>
                </a:rPr>
                <a:t> ·</a:t>
              </a:r>
              <a:endParaRPr kumimoji="1" lang="en-US" altLang="zh-CN" b="1" i="1" dirty="0">
                <a:latin typeface="Times New Roman" panose="02020603050405020304" pitchFamily="18" charset="0"/>
              </a:endParaRPr>
            </a:p>
          </p:txBody>
        </p:sp>
        <p:sp>
          <p:nvSpPr>
            <p:cNvPr id="75787" name="Line 9"/>
            <p:cNvSpPr>
              <a:spLocks noChangeShapeType="1"/>
            </p:cNvSpPr>
            <p:nvPr/>
          </p:nvSpPr>
          <p:spPr bwMode="auto">
            <a:xfrm flipV="1">
              <a:off x="3065423" y="2396456"/>
              <a:ext cx="541535" cy="9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88" name="Text Box 10"/>
            <p:cNvSpPr txBox="1">
              <a:spLocks noChangeArrowheads="1"/>
            </p:cNvSpPr>
            <p:nvPr/>
          </p:nvSpPr>
          <p:spPr bwMode="auto">
            <a:xfrm>
              <a:off x="3131838" y="2000754"/>
              <a:ext cx="503269"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L</a:t>
              </a:r>
            </a:p>
          </p:txBody>
        </p:sp>
        <p:sp>
          <p:nvSpPr>
            <p:cNvPr id="16" name="Text Box 11"/>
            <p:cNvSpPr txBox="1">
              <a:spLocks noChangeArrowheads="1"/>
            </p:cNvSpPr>
            <p:nvPr/>
          </p:nvSpPr>
          <p:spPr bwMode="auto">
            <a:xfrm>
              <a:off x="3595372" y="2644221"/>
              <a:ext cx="1225534" cy="6459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3</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S→R</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 </a:t>
              </a:r>
            </a:p>
          </p:txBody>
        </p:sp>
        <p:sp>
          <p:nvSpPr>
            <p:cNvPr id="75790" name="Line 12"/>
            <p:cNvSpPr>
              <a:spLocks noChangeShapeType="1"/>
            </p:cNvSpPr>
            <p:nvPr/>
          </p:nvSpPr>
          <p:spPr bwMode="auto">
            <a:xfrm flipV="1">
              <a:off x="3065423" y="3082971"/>
              <a:ext cx="508824" cy="366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1" name="Text Box 13"/>
            <p:cNvSpPr txBox="1">
              <a:spLocks noChangeArrowheads="1"/>
            </p:cNvSpPr>
            <p:nvPr/>
          </p:nvSpPr>
          <p:spPr bwMode="auto">
            <a:xfrm>
              <a:off x="3131838" y="2715766"/>
              <a:ext cx="609638"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R</a:t>
              </a:r>
            </a:p>
          </p:txBody>
        </p:sp>
        <p:sp>
          <p:nvSpPr>
            <p:cNvPr id="19" name="Text Box 14"/>
            <p:cNvSpPr txBox="1">
              <a:spLocks noChangeArrowheads="1"/>
            </p:cNvSpPr>
            <p:nvPr/>
          </p:nvSpPr>
          <p:spPr bwMode="auto">
            <a:xfrm>
              <a:off x="3606484" y="3436139"/>
              <a:ext cx="1214422" cy="1502899"/>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2200"/>
                </a:lnSpc>
                <a:defRPr/>
              </a:pPr>
              <a:r>
                <a:rPr kumimoji="1" lang="en-US" altLang="zh-CN" b="1" i="1" dirty="0">
                  <a:latin typeface="Times New Roman" panose="02020603050405020304" pitchFamily="18" charset="0"/>
                </a:rPr>
                <a:t>I</a:t>
              </a:r>
              <a:r>
                <a:rPr kumimoji="1" lang="en-US" altLang="zh-CN" b="1" i="1" baseline="-25000" dirty="0">
                  <a:latin typeface="Times New Roman" panose="02020603050405020304" pitchFamily="18" charset="0"/>
                </a:rPr>
                <a:t>4</a:t>
              </a:r>
              <a:r>
                <a:rPr kumimoji="1" lang="en-US" altLang="zh-CN" b="1" dirty="0">
                  <a:latin typeface="Times New Roman" panose="02020603050405020304" pitchFamily="18" charset="0"/>
                </a:rPr>
                <a:t>:</a:t>
              </a:r>
            </a:p>
            <a:p>
              <a:pPr>
                <a:lnSpc>
                  <a:spcPts val="2200"/>
                </a:lnSpc>
                <a:defRPr/>
              </a:pPr>
              <a:r>
                <a:rPr kumimoji="1" lang="en-US" altLang="zh-CN" b="1" i="1" dirty="0">
                  <a:latin typeface="Times New Roman" panose="02020603050405020304" pitchFamily="18" charset="0"/>
                </a:rPr>
                <a:t>L→*</a:t>
              </a:r>
              <a:r>
                <a:rPr lang="en-US" altLang="zh-CN" b="1" i="1" dirty="0">
                  <a:solidFill>
                    <a:srgbClr val="000000"/>
                  </a:solidFill>
                  <a:latin typeface="Times New Roman" panose="02020603050405020304" pitchFamily="18" charset="0"/>
                  <a:cs typeface="Times New Roman" panose="02020603050405020304" pitchFamily="18" charset="0"/>
                </a:rPr>
                <a:t> · </a:t>
              </a:r>
              <a:r>
                <a:rPr kumimoji="1" lang="en-US" altLang="zh-CN" b="1" i="1" dirty="0">
                  <a:latin typeface="Times New Roman" panose="02020603050405020304" pitchFamily="18" charset="0"/>
                </a:rPr>
                <a:t>R</a:t>
              </a:r>
              <a:r>
                <a:rPr kumimoji="1" lang="zh-CN" altLang="en-US" b="1" i="1" dirty="0">
                  <a:latin typeface="Times New Roman" panose="02020603050405020304" pitchFamily="18" charset="0"/>
                </a:rPr>
                <a:t> </a:t>
              </a:r>
              <a:endParaRPr kumimoji="1" lang="en-US" altLang="zh-CN" b="1" i="1" dirty="0">
                <a:latin typeface="Times New Roman" panose="02020603050405020304" pitchFamily="18" charset="0"/>
              </a:endParaRPr>
            </a:p>
            <a:p>
              <a:pPr>
                <a:lnSpc>
                  <a:spcPts val="2200"/>
                </a:lnSpc>
                <a:defRPr/>
              </a:pPr>
              <a:r>
                <a:rPr kumimoji="1" lang="en-US" altLang="zh-CN" b="1" i="1" dirty="0">
                  <a:latin typeface="Times New Roman" panose="02020603050405020304" pitchFamily="18" charset="0"/>
                </a:rPr>
                <a:t>R→</a:t>
              </a:r>
              <a:r>
                <a:rPr lang="en-US" altLang="zh-CN" b="1" i="1" dirty="0">
                  <a:solidFill>
                    <a:srgbClr val="000000"/>
                  </a:solidFill>
                  <a:latin typeface="Times New Roman" panose="02020603050405020304" pitchFamily="18" charset="0"/>
                  <a:cs typeface="Times New Roman" panose="02020603050405020304" pitchFamily="18" charset="0"/>
                </a:rPr>
                <a:t> · </a:t>
              </a:r>
              <a:r>
                <a:rPr kumimoji="1" lang="en-US" altLang="zh-CN" b="1" i="1" dirty="0">
                  <a:latin typeface="Times New Roman" panose="02020603050405020304" pitchFamily="18" charset="0"/>
                </a:rPr>
                <a:t>L</a:t>
              </a:r>
              <a:r>
                <a:rPr kumimoji="1" lang="zh-CN" altLang="en-US" b="1" i="1" dirty="0">
                  <a:latin typeface="Times New Roman" panose="02020603050405020304" pitchFamily="18" charset="0"/>
                </a:rPr>
                <a:t> </a:t>
              </a:r>
              <a:r>
                <a:rPr kumimoji="1" lang="en-US" altLang="zh-CN" b="1" i="1" dirty="0">
                  <a:latin typeface="Times New Roman" panose="02020603050405020304" pitchFamily="18" charset="0"/>
                </a:rPr>
                <a:t>L→</a:t>
              </a:r>
              <a:r>
                <a:rPr lang="en-US" altLang="zh-CN" b="1" i="1" dirty="0">
                  <a:solidFill>
                    <a:srgbClr val="000000"/>
                  </a:solidFill>
                  <a:latin typeface="Times New Roman" panose="02020603050405020304" pitchFamily="18" charset="0"/>
                  <a:cs typeface="Times New Roman" panose="02020603050405020304" pitchFamily="18" charset="0"/>
                </a:rPr>
                <a:t> · </a:t>
              </a:r>
              <a:r>
                <a:rPr kumimoji="1" lang="en-US" altLang="zh-CN" b="1" i="1" dirty="0">
                  <a:latin typeface="Times New Roman" panose="02020603050405020304" pitchFamily="18" charset="0"/>
                </a:rPr>
                <a:t>*R L→</a:t>
              </a:r>
              <a:r>
                <a:rPr lang="en-US" altLang="zh-CN" b="1" i="1" dirty="0">
                  <a:solidFill>
                    <a:srgbClr val="000000"/>
                  </a:solidFill>
                  <a:latin typeface="Times New Roman" panose="02020603050405020304" pitchFamily="18" charset="0"/>
                  <a:cs typeface="Times New Roman" panose="02020603050405020304" pitchFamily="18" charset="0"/>
                </a:rPr>
                <a:t> · </a:t>
              </a:r>
              <a:r>
                <a:rPr kumimoji="1" lang="en-US" altLang="zh-CN" b="1" dirty="0">
                  <a:latin typeface="Times New Roman" panose="02020603050405020304" pitchFamily="18" charset="0"/>
                </a:rPr>
                <a:t>id</a:t>
              </a:r>
            </a:p>
          </p:txBody>
        </p:sp>
        <p:sp>
          <p:nvSpPr>
            <p:cNvPr id="20" name="Text Box 15"/>
            <p:cNvSpPr txBox="1">
              <a:spLocks noChangeArrowheads="1"/>
            </p:cNvSpPr>
            <p:nvPr/>
          </p:nvSpPr>
          <p:spPr bwMode="auto">
            <a:xfrm>
              <a:off x="5287625" y="4383584"/>
              <a:ext cx="1081073" cy="707806"/>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sz="2000" b="1" i="1">
                  <a:latin typeface="Times New Roman" panose="02020603050405020304" pitchFamily="18" charset="0"/>
                </a:rPr>
                <a:t>I</a:t>
              </a:r>
              <a:r>
                <a:rPr kumimoji="1" lang="en-US" altLang="zh-CN" sz="2000" b="1" i="1" baseline="-25000">
                  <a:latin typeface="Times New Roman" panose="02020603050405020304" pitchFamily="18" charset="0"/>
                </a:rPr>
                <a:t>5</a:t>
              </a:r>
              <a:r>
                <a:rPr kumimoji="1" lang="en-US" altLang="zh-CN" sz="2000" b="1">
                  <a:latin typeface="Times New Roman" panose="02020603050405020304" pitchFamily="18" charset="0"/>
                </a:rPr>
                <a:t>:</a:t>
              </a:r>
            </a:p>
            <a:p>
              <a:pPr>
                <a:defRPr/>
              </a:pPr>
              <a:r>
                <a:rPr kumimoji="1" lang="en-US" altLang="zh-CN" sz="2000" b="1" i="1">
                  <a:latin typeface="Times New Roman" panose="02020603050405020304" pitchFamily="18" charset="0"/>
                </a:rPr>
                <a:t>L→</a:t>
              </a:r>
              <a:r>
                <a:rPr kumimoji="1" lang="en-US" altLang="zh-CN" sz="2000" b="1">
                  <a:latin typeface="Times New Roman" panose="02020603050405020304" pitchFamily="18" charset="0"/>
                </a:rPr>
                <a:t>id</a:t>
              </a:r>
              <a:r>
                <a:rPr kumimoji="1" lang="en-US" altLang="zh-CN" sz="2000" b="1" i="1">
                  <a:latin typeface="Times New Roman" panose="02020603050405020304" pitchFamily="18" charset="0"/>
                </a:rPr>
                <a:t> </a:t>
              </a:r>
              <a:r>
                <a:rPr lang="en-US" altLang="zh-CN" sz="2000" b="1" i="1">
                  <a:solidFill>
                    <a:srgbClr val="000000"/>
                  </a:solidFill>
                  <a:latin typeface="Times New Roman" panose="02020603050405020304" pitchFamily="18" charset="0"/>
                  <a:cs typeface="Times New Roman" panose="02020603050405020304" pitchFamily="18" charset="0"/>
                </a:rPr>
                <a:t>·</a:t>
              </a:r>
              <a:r>
                <a:rPr kumimoji="1" lang="zh-CN" altLang="en-US" sz="2000" b="1" i="1">
                  <a:latin typeface="Times New Roman" panose="02020603050405020304" pitchFamily="18" charset="0"/>
                </a:rPr>
                <a:t> </a:t>
              </a:r>
              <a:endParaRPr kumimoji="1" lang="en-US" altLang="zh-CN" sz="2000" b="1" i="1">
                <a:latin typeface="Times New Roman" panose="02020603050405020304" pitchFamily="18" charset="0"/>
              </a:endParaRPr>
            </a:p>
          </p:txBody>
        </p:sp>
        <p:sp>
          <p:nvSpPr>
            <p:cNvPr id="75794" name="Text Box 16"/>
            <p:cNvSpPr txBox="1">
              <a:spLocks noChangeArrowheads="1"/>
            </p:cNvSpPr>
            <p:nvPr/>
          </p:nvSpPr>
          <p:spPr bwMode="auto">
            <a:xfrm>
              <a:off x="3246477" y="3363838"/>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75795" name="Text Box 17"/>
            <p:cNvSpPr txBox="1">
              <a:spLocks noChangeArrowheads="1"/>
            </p:cNvSpPr>
            <p:nvPr/>
          </p:nvSpPr>
          <p:spPr bwMode="auto">
            <a:xfrm>
              <a:off x="2432090" y="3795579"/>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id</a:t>
              </a:r>
            </a:p>
          </p:txBody>
        </p:sp>
        <p:sp>
          <p:nvSpPr>
            <p:cNvPr id="23" name="Text Box 18"/>
            <p:cNvSpPr txBox="1">
              <a:spLocks noChangeArrowheads="1"/>
            </p:cNvSpPr>
            <p:nvPr/>
          </p:nvSpPr>
          <p:spPr bwMode="auto">
            <a:xfrm>
              <a:off x="5225713" y="771550"/>
              <a:ext cx="1079486" cy="1477505"/>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6</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S→L=</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R R→</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L 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i="1">
                  <a:latin typeface="Times New Roman" panose="02020603050405020304" pitchFamily="18" charset="0"/>
                </a:rPr>
                <a:t>*R L→</a:t>
              </a:r>
              <a:r>
                <a:rPr lang="en-US" altLang="zh-CN" b="1" i="1">
                  <a:solidFill>
                    <a:srgbClr val="000000"/>
                  </a:solidFill>
                  <a:latin typeface="Times New Roman" panose="02020603050405020304" pitchFamily="18" charset="0"/>
                  <a:cs typeface="Times New Roman" panose="02020603050405020304" pitchFamily="18" charset="0"/>
                </a:rPr>
                <a:t> · </a:t>
              </a:r>
              <a:r>
                <a:rPr kumimoji="1" lang="en-US" altLang="zh-CN" b="1">
                  <a:latin typeface="Times New Roman" panose="02020603050405020304" pitchFamily="18" charset="0"/>
                </a:rPr>
                <a:t>id</a:t>
              </a:r>
            </a:p>
          </p:txBody>
        </p:sp>
        <p:sp>
          <p:nvSpPr>
            <p:cNvPr id="75797" name="Line 19"/>
            <p:cNvSpPr>
              <a:spLocks noChangeShapeType="1"/>
            </p:cNvSpPr>
            <p:nvPr/>
          </p:nvSpPr>
          <p:spPr bwMode="auto">
            <a:xfrm flipV="1">
              <a:off x="4824801" y="1851670"/>
              <a:ext cx="430239"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798" name="Text Box 20"/>
            <p:cNvSpPr txBox="1">
              <a:spLocks noChangeArrowheads="1"/>
            </p:cNvSpPr>
            <p:nvPr/>
          </p:nvSpPr>
          <p:spPr bwMode="auto">
            <a:xfrm>
              <a:off x="4869820" y="1419622"/>
              <a:ext cx="457228"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a:t>
              </a:r>
            </a:p>
          </p:txBody>
        </p:sp>
        <p:sp>
          <p:nvSpPr>
            <p:cNvPr id="26" name="Text Box 21"/>
            <p:cNvSpPr txBox="1">
              <a:spLocks noChangeArrowheads="1"/>
            </p:cNvSpPr>
            <p:nvPr/>
          </p:nvSpPr>
          <p:spPr bwMode="auto">
            <a:xfrm>
              <a:off x="5224126" y="2572805"/>
              <a:ext cx="1081073" cy="6475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7</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L→*R</a:t>
              </a:r>
              <a:r>
                <a:rPr lang="en-US" altLang="zh-CN" b="1" i="1">
                  <a:solidFill>
                    <a:srgbClr val="000000"/>
                  </a:solidFill>
                  <a:latin typeface="Times New Roman" panose="02020603050405020304" pitchFamily="18" charset="0"/>
                  <a:cs typeface="Times New Roman" panose="02020603050405020304" pitchFamily="18" charset="0"/>
                </a:rPr>
                <a:t> ·</a:t>
              </a:r>
              <a:r>
                <a:rPr kumimoji="1" lang="zh-CN" altLang="en-US" b="1" i="1">
                  <a:latin typeface="Times New Roman" panose="02020603050405020304" pitchFamily="18" charset="0"/>
                </a:rPr>
                <a:t> </a:t>
              </a:r>
              <a:endParaRPr kumimoji="1" lang="en-US" altLang="zh-CN" b="1" i="1">
                <a:latin typeface="Times New Roman" panose="02020603050405020304" pitchFamily="18" charset="0"/>
              </a:endParaRPr>
            </a:p>
          </p:txBody>
        </p:sp>
        <p:sp>
          <p:nvSpPr>
            <p:cNvPr id="75800" name="Line 22"/>
            <p:cNvSpPr>
              <a:spLocks noChangeShapeType="1"/>
            </p:cNvSpPr>
            <p:nvPr/>
          </p:nvSpPr>
          <p:spPr bwMode="auto">
            <a:xfrm flipV="1">
              <a:off x="4820721" y="3203869"/>
              <a:ext cx="392522" cy="59201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1" name="Text Box 23"/>
            <p:cNvSpPr txBox="1">
              <a:spLocks noChangeArrowheads="1"/>
            </p:cNvSpPr>
            <p:nvPr/>
          </p:nvSpPr>
          <p:spPr bwMode="auto">
            <a:xfrm>
              <a:off x="4932040" y="2859782"/>
              <a:ext cx="457228"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R</a:t>
              </a:r>
            </a:p>
          </p:txBody>
        </p:sp>
        <p:sp>
          <p:nvSpPr>
            <p:cNvPr id="29" name="Text Box 24"/>
            <p:cNvSpPr txBox="1">
              <a:spLocks noChangeArrowheads="1"/>
            </p:cNvSpPr>
            <p:nvPr/>
          </p:nvSpPr>
          <p:spPr bwMode="auto">
            <a:xfrm>
              <a:off x="5224126" y="3437726"/>
              <a:ext cx="1081073" cy="645912"/>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8</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R→L</a:t>
              </a:r>
              <a:r>
                <a:rPr lang="en-US" altLang="zh-CN" b="1" i="1">
                  <a:solidFill>
                    <a:srgbClr val="000000"/>
                  </a:solidFill>
                  <a:latin typeface="Times New Roman" panose="02020603050405020304" pitchFamily="18" charset="0"/>
                  <a:cs typeface="Times New Roman" panose="02020603050405020304" pitchFamily="18" charset="0"/>
                </a:rPr>
                <a:t> ·</a:t>
              </a:r>
              <a:r>
                <a:rPr kumimoji="1" lang="zh-CN" altLang="en-US" b="1" i="1">
                  <a:latin typeface="Times New Roman" panose="02020603050405020304" pitchFamily="18" charset="0"/>
                </a:rPr>
                <a:t> </a:t>
              </a:r>
              <a:endParaRPr kumimoji="1" lang="en-US" altLang="zh-CN" b="1" i="1">
                <a:latin typeface="Times New Roman" panose="02020603050405020304" pitchFamily="18" charset="0"/>
              </a:endParaRPr>
            </a:p>
          </p:txBody>
        </p:sp>
        <p:sp>
          <p:nvSpPr>
            <p:cNvPr id="75803" name="Line 25"/>
            <p:cNvSpPr>
              <a:spLocks noChangeShapeType="1"/>
            </p:cNvSpPr>
            <p:nvPr/>
          </p:nvSpPr>
          <p:spPr bwMode="auto">
            <a:xfrm>
              <a:off x="4837746" y="4011910"/>
              <a:ext cx="387014"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4" name="Text Box 26"/>
            <p:cNvSpPr txBox="1">
              <a:spLocks noChangeArrowheads="1"/>
            </p:cNvSpPr>
            <p:nvPr/>
          </p:nvSpPr>
          <p:spPr bwMode="auto">
            <a:xfrm>
              <a:off x="4832219" y="3651870"/>
              <a:ext cx="38102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L</a:t>
              </a:r>
            </a:p>
          </p:txBody>
        </p:sp>
        <p:sp>
          <p:nvSpPr>
            <p:cNvPr id="32" name="Text Box 27"/>
            <p:cNvSpPr txBox="1">
              <a:spLocks noChangeArrowheads="1"/>
            </p:cNvSpPr>
            <p:nvPr/>
          </p:nvSpPr>
          <p:spPr bwMode="auto">
            <a:xfrm>
              <a:off x="6883041" y="892163"/>
              <a:ext cx="1112823" cy="647500"/>
            </a:xfrm>
            <a:prstGeom prst="rect">
              <a:avLst/>
            </a:prstGeom>
            <a:solidFill>
              <a:schemeClr val="accent2">
                <a:lumMod val="40000"/>
                <a:lumOff val="60000"/>
              </a:schemeClr>
            </a:solidFill>
            <a:ln w="12700">
              <a:solidFill>
                <a:schemeClr val="tx1"/>
              </a:solidFill>
              <a:miter lim="800000"/>
              <a:headEnd type="none" w="sm" len="sm"/>
              <a:tailEnd type="none" w="sm" len="sm"/>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defRPr/>
              </a:pPr>
              <a:r>
                <a:rPr kumimoji="1" lang="en-US" altLang="zh-CN" b="1" i="1">
                  <a:latin typeface="Times New Roman" panose="02020603050405020304" pitchFamily="18" charset="0"/>
                </a:rPr>
                <a:t>I</a:t>
              </a:r>
              <a:r>
                <a:rPr kumimoji="1" lang="en-US" altLang="zh-CN" b="1" i="1" baseline="-25000">
                  <a:latin typeface="Times New Roman" panose="02020603050405020304" pitchFamily="18" charset="0"/>
                </a:rPr>
                <a:t>9</a:t>
              </a:r>
              <a:r>
                <a:rPr kumimoji="1" lang="en-US" altLang="zh-CN" b="1">
                  <a:latin typeface="Times New Roman" panose="02020603050405020304" pitchFamily="18" charset="0"/>
                </a:rPr>
                <a:t>:</a:t>
              </a:r>
            </a:p>
            <a:p>
              <a:pPr>
                <a:defRPr/>
              </a:pPr>
              <a:r>
                <a:rPr kumimoji="1" lang="en-US" altLang="zh-CN" b="1" i="1">
                  <a:latin typeface="Times New Roman" panose="02020603050405020304" pitchFamily="18" charset="0"/>
                </a:rPr>
                <a:t>S→L=R</a:t>
              </a:r>
              <a:r>
                <a:rPr lang="en-US" altLang="zh-CN" b="1" i="1">
                  <a:solidFill>
                    <a:srgbClr val="000000"/>
                  </a:solidFill>
                  <a:latin typeface="Times New Roman" panose="02020603050405020304" pitchFamily="18" charset="0"/>
                  <a:cs typeface="Times New Roman" panose="02020603050405020304" pitchFamily="18" charset="0"/>
                </a:rPr>
                <a:t> ·</a:t>
              </a:r>
              <a:r>
                <a:rPr kumimoji="1" lang="en-US" altLang="zh-CN" b="1" i="1">
                  <a:latin typeface="Times New Roman" panose="02020603050405020304" pitchFamily="18" charset="0"/>
                </a:rPr>
                <a:t> </a:t>
              </a:r>
            </a:p>
          </p:txBody>
        </p:sp>
        <p:sp>
          <p:nvSpPr>
            <p:cNvPr id="75806" name="Line 28"/>
            <p:cNvSpPr>
              <a:spLocks noChangeShapeType="1"/>
            </p:cNvSpPr>
            <p:nvPr/>
          </p:nvSpPr>
          <p:spPr bwMode="auto">
            <a:xfrm flipV="1">
              <a:off x="6329335" y="1347614"/>
              <a:ext cx="53343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7" name="Text Box 29"/>
            <p:cNvSpPr txBox="1">
              <a:spLocks noChangeArrowheads="1"/>
            </p:cNvSpPr>
            <p:nvPr/>
          </p:nvSpPr>
          <p:spPr bwMode="auto">
            <a:xfrm>
              <a:off x="6371966" y="947613"/>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R</a:t>
              </a:r>
            </a:p>
          </p:txBody>
        </p:sp>
        <p:sp>
          <p:nvSpPr>
            <p:cNvPr id="75808" name="Line 30"/>
            <p:cNvSpPr>
              <a:spLocks noChangeShapeType="1"/>
            </p:cNvSpPr>
            <p:nvPr/>
          </p:nvSpPr>
          <p:spPr bwMode="auto">
            <a:xfrm flipH="1">
              <a:off x="4815309" y="2243758"/>
              <a:ext cx="469076" cy="1233789"/>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09" name="Text Box 31"/>
            <p:cNvSpPr txBox="1">
              <a:spLocks noChangeArrowheads="1"/>
            </p:cNvSpPr>
            <p:nvPr/>
          </p:nvSpPr>
          <p:spPr bwMode="auto">
            <a:xfrm>
              <a:off x="4932040" y="2171749"/>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75810" name="Text Box 33"/>
            <p:cNvSpPr txBox="1">
              <a:spLocks noChangeArrowheads="1"/>
            </p:cNvSpPr>
            <p:nvPr/>
          </p:nvSpPr>
          <p:spPr bwMode="auto">
            <a:xfrm>
              <a:off x="2996078" y="1662103"/>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S</a:t>
              </a:r>
            </a:p>
          </p:txBody>
        </p:sp>
        <p:sp>
          <p:nvSpPr>
            <p:cNvPr id="75811" name="Line 34"/>
            <p:cNvSpPr>
              <a:spLocks noChangeShapeType="1"/>
            </p:cNvSpPr>
            <p:nvPr/>
          </p:nvSpPr>
          <p:spPr bwMode="auto">
            <a:xfrm flipV="1">
              <a:off x="4848132" y="4731147"/>
              <a:ext cx="376628" cy="84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12" name="Text Box 35"/>
            <p:cNvSpPr txBox="1">
              <a:spLocks noChangeArrowheads="1"/>
            </p:cNvSpPr>
            <p:nvPr/>
          </p:nvSpPr>
          <p:spPr bwMode="auto">
            <a:xfrm>
              <a:off x="4815310" y="4331989"/>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id</a:t>
              </a:r>
            </a:p>
          </p:txBody>
        </p:sp>
        <p:grpSp>
          <p:nvGrpSpPr>
            <p:cNvPr id="75813" name="Group 36"/>
            <p:cNvGrpSpPr>
              <a:grpSpLocks/>
            </p:cNvGrpSpPr>
            <p:nvPr/>
          </p:nvGrpSpPr>
          <p:grpSpPr bwMode="auto">
            <a:xfrm>
              <a:off x="3307697" y="4511353"/>
              <a:ext cx="290530" cy="269842"/>
              <a:chOff x="2335" y="3249"/>
              <a:chExt cx="183" cy="226"/>
            </a:xfrm>
          </p:grpSpPr>
          <p:sp>
            <p:nvSpPr>
              <p:cNvPr id="75822" name="Line 37"/>
              <p:cNvSpPr>
                <a:spLocks noChangeShapeType="1"/>
              </p:cNvSpPr>
              <p:nvPr/>
            </p:nvSpPr>
            <p:spPr bwMode="auto">
              <a:xfrm>
                <a:off x="2335" y="3249"/>
                <a:ext cx="18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23" name="Line 38"/>
              <p:cNvSpPr>
                <a:spLocks noChangeShapeType="1"/>
              </p:cNvSpPr>
              <p:nvPr/>
            </p:nvSpPr>
            <p:spPr bwMode="auto">
              <a:xfrm>
                <a:off x="2335" y="3249"/>
                <a:ext cx="0" cy="22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24" name="Line 39"/>
              <p:cNvSpPr>
                <a:spLocks noChangeShapeType="1"/>
              </p:cNvSpPr>
              <p:nvPr/>
            </p:nvSpPr>
            <p:spPr bwMode="auto">
              <a:xfrm>
                <a:off x="2336" y="3475"/>
                <a:ext cx="18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75814" name="Text Box 40"/>
            <p:cNvSpPr txBox="1">
              <a:spLocks noChangeArrowheads="1"/>
            </p:cNvSpPr>
            <p:nvPr/>
          </p:nvSpPr>
          <p:spPr bwMode="auto">
            <a:xfrm>
              <a:off x="3283088" y="4480588"/>
              <a:ext cx="533433" cy="40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sz="2000" b="1">
                  <a:solidFill>
                    <a:schemeClr val="tx1"/>
                  </a:solidFill>
                  <a:latin typeface="Times New Roman" panose="02020603050405020304" pitchFamily="18" charset="0"/>
                </a:rPr>
                <a:t>*</a:t>
              </a:r>
            </a:p>
          </p:txBody>
        </p:sp>
        <p:sp>
          <p:nvSpPr>
            <p:cNvPr id="75815" name="Line 41"/>
            <p:cNvSpPr>
              <a:spLocks noChangeShapeType="1"/>
            </p:cNvSpPr>
            <p:nvPr/>
          </p:nvSpPr>
          <p:spPr bwMode="auto">
            <a:xfrm>
              <a:off x="3074155" y="3340944"/>
              <a:ext cx="506163" cy="667259"/>
            </a:xfrm>
            <a:prstGeom prst="line">
              <a:avLst/>
            </a:prstGeom>
            <a:noFill/>
            <a:ln w="412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16" name="Line 57"/>
            <p:cNvSpPr>
              <a:spLocks noChangeShapeType="1"/>
            </p:cNvSpPr>
            <p:nvPr/>
          </p:nvSpPr>
          <p:spPr bwMode="auto">
            <a:xfrm>
              <a:off x="2411758" y="5063454"/>
              <a:ext cx="2801484" cy="117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5817" name="Line 59"/>
            <p:cNvSpPr>
              <a:spLocks noChangeShapeType="1"/>
            </p:cNvSpPr>
            <p:nvPr/>
          </p:nvSpPr>
          <p:spPr bwMode="auto">
            <a:xfrm flipV="1">
              <a:off x="2411758" y="3788158"/>
              <a:ext cx="0" cy="127647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8" name="Freeform 65"/>
            <p:cNvSpPr>
              <a:spLocks noChangeArrowheads="1"/>
            </p:cNvSpPr>
            <p:nvPr/>
          </p:nvSpPr>
          <p:spPr bwMode="auto">
            <a:xfrm rot="152298">
              <a:off x="6266224" y="1936523"/>
              <a:ext cx="497490" cy="1841524"/>
            </a:xfrm>
            <a:custGeom>
              <a:avLst/>
              <a:gdLst>
                <a:gd name="T0" fmla="*/ 0 w 208"/>
                <a:gd name="T1" fmla="*/ 0 h 1680"/>
                <a:gd name="T2" fmla="*/ 2147483646 w 208"/>
                <a:gd name="T3" fmla="*/ 2147483646 h 1680"/>
                <a:gd name="T4" fmla="*/ 2147483646 w 208"/>
                <a:gd name="T5" fmla="*/ 2147483646 h 1680"/>
                <a:gd name="T6" fmla="*/ 2147483646 w 208"/>
                <a:gd name="T7" fmla="*/ 2147483646 h 1680"/>
                <a:gd name="T8" fmla="*/ 0 60000 65536"/>
                <a:gd name="T9" fmla="*/ 0 60000 65536"/>
                <a:gd name="T10" fmla="*/ 0 60000 65536"/>
                <a:gd name="T11" fmla="*/ 0 60000 65536"/>
                <a:gd name="T12" fmla="*/ 0 w 208"/>
                <a:gd name="T13" fmla="*/ 0 h 1680"/>
                <a:gd name="T14" fmla="*/ 208 w 208"/>
                <a:gd name="T15" fmla="*/ 1680 h 1680"/>
              </a:gdLst>
              <a:ahLst/>
              <a:cxnLst>
                <a:cxn ang="T8">
                  <a:pos x="T0" y="T1"/>
                </a:cxn>
                <a:cxn ang="T9">
                  <a:pos x="T2" y="T3"/>
                </a:cxn>
                <a:cxn ang="T10">
                  <a:pos x="T4" y="T5"/>
                </a:cxn>
                <a:cxn ang="T11">
                  <a:pos x="T6" y="T7"/>
                </a:cxn>
              </a:cxnLst>
              <a:rect l="T12" t="T13" r="T14" b="T15"/>
              <a:pathLst>
                <a:path w="208" h="1680">
                  <a:moveTo>
                    <a:pt x="0" y="0"/>
                  </a:moveTo>
                  <a:cubicBezTo>
                    <a:pt x="56" y="132"/>
                    <a:pt x="112" y="264"/>
                    <a:pt x="144" y="432"/>
                  </a:cubicBezTo>
                  <a:cubicBezTo>
                    <a:pt x="176" y="600"/>
                    <a:pt x="208" y="800"/>
                    <a:pt x="192" y="1008"/>
                  </a:cubicBezTo>
                  <a:cubicBezTo>
                    <a:pt x="176" y="1216"/>
                    <a:pt x="112" y="1448"/>
                    <a:pt x="48" y="1680"/>
                  </a:cubicBez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19" name="Text Box 66"/>
            <p:cNvSpPr txBox="1">
              <a:spLocks noChangeArrowheads="1"/>
            </p:cNvSpPr>
            <p:nvPr/>
          </p:nvSpPr>
          <p:spPr bwMode="auto">
            <a:xfrm>
              <a:off x="6372200" y="2715766"/>
              <a:ext cx="457228"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i="1">
                  <a:solidFill>
                    <a:schemeClr val="tx1"/>
                  </a:solidFill>
                  <a:latin typeface="Times New Roman" panose="02020603050405020304" pitchFamily="18" charset="0"/>
                </a:rPr>
                <a:t>L</a:t>
              </a:r>
            </a:p>
          </p:txBody>
        </p:sp>
        <p:sp>
          <p:nvSpPr>
            <p:cNvPr id="75820" name="Text Box 68"/>
            <p:cNvSpPr txBox="1">
              <a:spLocks noChangeArrowheads="1"/>
            </p:cNvSpPr>
            <p:nvPr/>
          </p:nvSpPr>
          <p:spPr bwMode="auto">
            <a:xfrm>
              <a:off x="7054510" y="2364769"/>
              <a:ext cx="685842" cy="400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sz="2000" b="1">
                  <a:solidFill>
                    <a:schemeClr val="tx1"/>
                  </a:solidFill>
                  <a:latin typeface="Times New Roman" panose="02020603050405020304" pitchFamily="18" charset="0"/>
                </a:rPr>
                <a:t>id</a:t>
              </a:r>
            </a:p>
          </p:txBody>
        </p:sp>
        <p:sp>
          <p:nvSpPr>
            <p:cNvPr id="75821" name="Freeform 69"/>
            <p:cNvSpPr>
              <a:spLocks noChangeArrowheads="1"/>
            </p:cNvSpPr>
            <p:nvPr/>
          </p:nvSpPr>
          <p:spPr bwMode="auto">
            <a:xfrm>
              <a:off x="6315647" y="1581929"/>
              <a:ext cx="920649" cy="2930613"/>
            </a:xfrm>
            <a:custGeom>
              <a:avLst/>
              <a:gdLst>
                <a:gd name="T0" fmla="*/ 0 w 598"/>
                <a:gd name="T1" fmla="*/ 0 h 2268"/>
                <a:gd name="T2" fmla="*/ 2147483646 w 598"/>
                <a:gd name="T3" fmla="*/ 2147483646 h 2268"/>
                <a:gd name="T4" fmla="*/ 2147483646 w 598"/>
                <a:gd name="T5" fmla="*/ 2147483646 h 2268"/>
                <a:gd name="T6" fmla="*/ 0 60000 65536"/>
                <a:gd name="T7" fmla="*/ 0 60000 65536"/>
                <a:gd name="T8" fmla="*/ 0 60000 65536"/>
                <a:gd name="T9" fmla="*/ 0 w 598"/>
                <a:gd name="T10" fmla="*/ 0 h 2268"/>
                <a:gd name="T11" fmla="*/ 598 w 598"/>
                <a:gd name="T12" fmla="*/ 2268 h 2268"/>
              </a:gdLst>
              <a:ahLst/>
              <a:cxnLst>
                <a:cxn ang="T6">
                  <a:pos x="T0" y="T1"/>
                </a:cxn>
                <a:cxn ang="T7">
                  <a:pos x="T2" y="T3"/>
                </a:cxn>
                <a:cxn ang="T8">
                  <a:pos x="T4" y="T5"/>
                </a:cxn>
              </a:cxnLst>
              <a:rect l="T9" t="T10" r="T11" b="T12"/>
              <a:pathLst>
                <a:path w="598" h="2268">
                  <a:moveTo>
                    <a:pt x="0" y="0"/>
                  </a:moveTo>
                  <a:cubicBezTo>
                    <a:pt x="291" y="491"/>
                    <a:pt x="582" y="983"/>
                    <a:pt x="590" y="1361"/>
                  </a:cubicBezTo>
                  <a:cubicBezTo>
                    <a:pt x="598" y="1739"/>
                    <a:pt x="322" y="2003"/>
                    <a:pt x="46" y="2268"/>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90" name="矩形 89"/>
          <p:cNvSpPr/>
          <p:nvPr/>
        </p:nvSpPr>
        <p:spPr bwMode="auto">
          <a:xfrm>
            <a:off x="7440613" y="4692650"/>
            <a:ext cx="1644650" cy="400050"/>
          </a:xfrm>
          <a:prstGeom prst="rect">
            <a:avLst/>
          </a:prstGeom>
          <a:solidFill>
            <a:schemeClr val="accent5">
              <a:lumMod val="60000"/>
              <a:lumOff val="40000"/>
            </a:schemeClr>
          </a:solidFill>
          <a:ln w="12700">
            <a:solidFill>
              <a:schemeClr val="tx1"/>
            </a:solidFill>
          </a:ln>
        </p:spPr>
        <p:txBody>
          <a:bodyPr>
            <a:spAutoFit/>
          </a:bodyPr>
          <a:lstStyle/>
          <a:p>
            <a:pPr eaLnBrk="1" hangingPunct="1">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SLR</a:t>
            </a:r>
            <a:r>
              <a:rPr lang="zh-CN" altLang="en-US" sz="2000" b="1" noProof="1">
                <a:solidFill>
                  <a:srgbClr val="000000"/>
                </a:solidFill>
                <a:latin typeface="华文楷体" pitchFamily="2" charset="-122"/>
                <a:ea typeface="Times New Roman" pitchFamily="18" charset="0"/>
                <a:cs typeface="华文楷体" pitchFamily="2" charset="-122"/>
              </a:rPr>
              <a:t>自动机</a:t>
            </a:r>
            <a:endParaRPr lang="zh-CN" altLang="en-US" sz="1000" noProof="1">
              <a:latin typeface="华文楷体" pitchFamily="2" charset="-122"/>
              <a:ea typeface="Times New Roman" pitchFamily="18" charset="0"/>
              <a:cs typeface="华文楷体" pitchFamily="2" charset="-122"/>
            </a:endParaRPr>
          </a:p>
        </p:txBody>
      </p:sp>
      <p:sp>
        <p:nvSpPr>
          <p:cNvPr id="3" name="灯片编号占位符 2">
            <a:extLst>
              <a:ext uri="{FF2B5EF4-FFF2-40B4-BE49-F238E27FC236}">
                <a16:creationId xmlns:a16="http://schemas.microsoft.com/office/drawing/2014/main" id="{1BA8E269-10A1-40F1-A0D8-92856B6939D4}"/>
              </a:ext>
            </a:extLst>
          </p:cNvPr>
          <p:cNvSpPr>
            <a:spLocks noGrp="1"/>
          </p:cNvSpPr>
          <p:nvPr>
            <p:ph type="sldNum" sz="quarter" idx="12"/>
          </p:nvPr>
        </p:nvSpPr>
        <p:spPr/>
        <p:txBody>
          <a:bodyPr/>
          <a:lstStyle/>
          <a:p>
            <a:pPr>
              <a:defRPr/>
            </a:pPr>
            <a:fld id="{76D20AB1-C80E-44EB-B890-88EEF3B3DC08}" type="slidenum">
              <a:rPr lang="zh-CN" altLang="en-US" smtClean="0"/>
              <a:pPr>
                <a:defRPr/>
              </a:pPr>
              <a:t>32</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 calcmode="lin" valueType="num">
                                      <p:cBhvr>
                                        <p:cTn id="7" dur="500" fill="hold"/>
                                        <p:tgtEl>
                                          <p:spTgt spid="13107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3107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31075">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90"/>
                                        </p:tgtEl>
                                        <p:attrNameLst>
                                          <p:attrName>style.visibility</p:attrName>
                                        </p:attrNameLst>
                                      </p:cBhvr>
                                      <p:to>
                                        <p:strVal val="visible"/>
                                      </p:to>
                                    </p:set>
                                    <p:anim calcmode="lin" valueType="num">
                                      <p:cBhvr>
                                        <p:cTn id="17" dur="500" fill="hold"/>
                                        <p:tgtEl>
                                          <p:spTgt spid="90"/>
                                        </p:tgtEl>
                                        <p:attrNameLst>
                                          <p:attrName>ppt_w</p:attrName>
                                        </p:attrNameLst>
                                      </p:cBhvr>
                                      <p:tavLst>
                                        <p:tav tm="0">
                                          <p:val>
                                            <p:fltVal val="0"/>
                                          </p:val>
                                        </p:tav>
                                        <p:tav tm="100000">
                                          <p:val>
                                            <p:strVal val="#ppt_w"/>
                                          </p:val>
                                        </p:tav>
                                      </p:tavLst>
                                    </p:anim>
                                    <p:anim calcmode="lin" valueType="num">
                                      <p:cBhvr>
                                        <p:cTn id="18" dur="500" fill="hold"/>
                                        <p:tgtEl>
                                          <p:spTgt spid="90"/>
                                        </p:tgtEl>
                                        <p:attrNameLst>
                                          <p:attrName>ppt_h</p:attrName>
                                        </p:attrNameLst>
                                      </p:cBhvr>
                                      <p:tavLst>
                                        <p:tav tm="0">
                                          <p:val>
                                            <p:fltVal val="0"/>
                                          </p:val>
                                        </p:tav>
                                        <p:tav tm="100000">
                                          <p:val>
                                            <p:strVal val="#ppt_h"/>
                                          </p:val>
                                        </p:tav>
                                      </p:tavLst>
                                    </p:anim>
                                    <p:animEffect transition="in" filter="fade">
                                      <p:cBhvr>
                                        <p:cTn id="19" dur="500"/>
                                        <p:tgtEl>
                                          <p:spTgt spid="9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xit" presetSubtype="32" fill="hold" nodeType="clickEffect">
                                  <p:stCondLst>
                                    <p:cond delay="0"/>
                                  </p:stCondLst>
                                  <p:childTnLst>
                                    <p:anim calcmode="lin" valueType="num">
                                      <p:cBhvr>
                                        <p:cTn id="23" dur="500"/>
                                        <p:tgtEl>
                                          <p:spTgt spid="2"/>
                                        </p:tgtEl>
                                        <p:attrNameLst>
                                          <p:attrName>ppt_w</p:attrName>
                                        </p:attrNameLst>
                                      </p:cBhvr>
                                      <p:tavLst>
                                        <p:tav tm="0">
                                          <p:val>
                                            <p:strVal val="ppt_w"/>
                                          </p:val>
                                        </p:tav>
                                        <p:tav tm="100000">
                                          <p:val>
                                            <p:fltVal val="0"/>
                                          </p:val>
                                        </p:tav>
                                      </p:tavLst>
                                    </p:anim>
                                    <p:anim calcmode="lin" valueType="num">
                                      <p:cBhvr>
                                        <p:cTn id="24" dur="500"/>
                                        <p:tgtEl>
                                          <p:spTgt spid="2"/>
                                        </p:tgtEl>
                                        <p:attrNameLst>
                                          <p:attrName>ppt_h</p:attrName>
                                        </p:attrNameLst>
                                      </p:cBhvr>
                                      <p:tavLst>
                                        <p:tav tm="0">
                                          <p:val>
                                            <p:strVal val="ppt_h"/>
                                          </p:val>
                                        </p:tav>
                                        <p:tav tm="100000">
                                          <p:val>
                                            <p:fltVal val="0"/>
                                          </p:val>
                                        </p:tav>
                                      </p:tavLst>
                                    </p:anim>
                                    <p:animEffect transition="out" filter="fade">
                                      <p:cBhvr>
                                        <p:cTn id="25" dur="500"/>
                                        <p:tgtEl>
                                          <p:spTgt spid="2"/>
                                        </p:tgtEl>
                                      </p:cBhvr>
                                    </p:animEffect>
                                    <p:set>
                                      <p:cBhvr>
                                        <p:cTn id="26" dur="1" fill="hold">
                                          <p:stCondLst>
                                            <p:cond delay="499"/>
                                          </p:stCondLst>
                                        </p:cTn>
                                        <p:tgtEl>
                                          <p:spTgt spid="2"/>
                                        </p:tgtEl>
                                        <p:attrNameLst>
                                          <p:attrName>style.visibility</p:attrName>
                                        </p:attrNameLst>
                                      </p:cBhvr>
                                      <p:to>
                                        <p:strVal val="hidden"/>
                                      </p:to>
                                    </p:set>
                                  </p:childTnLst>
                                </p:cTn>
                              </p:par>
                              <p:par>
                                <p:cTn id="27" presetID="53" presetClass="exit" presetSubtype="32" fill="hold" grpId="1" nodeType="withEffect">
                                  <p:stCondLst>
                                    <p:cond delay="0"/>
                                  </p:stCondLst>
                                  <p:childTnLst>
                                    <p:anim calcmode="lin" valueType="num">
                                      <p:cBhvr>
                                        <p:cTn id="28" dur="500"/>
                                        <p:tgtEl>
                                          <p:spTgt spid="90"/>
                                        </p:tgtEl>
                                        <p:attrNameLst>
                                          <p:attrName>ppt_w</p:attrName>
                                        </p:attrNameLst>
                                      </p:cBhvr>
                                      <p:tavLst>
                                        <p:tav tm="0">
                                          <p:val>
                                            <p:strVal val="ppt_w"/>
                                          </p:val>
                                        </p:tav>
                                        <p:tav tm="100000">
                                          <p:val>
                                            <p:fltVal val="0"/>
                                          </p:val>
                                        </p:tav>
                                      </p:tavLst>
                                    </p:anim>
                                    <p:anim calcmode="lin" valueType="num">
                                      <p:cBhvr>
                                        <p:cTn id="29" dur="500"/>
                                        <p:tgtEl>
                                          <p:spTgt spid="90"/>
                                        </p:tgtEl>
                                        <p:attrNameLst>
                                          <p:attrName>ppt_h</p:attrName>
                                        </p:attrNameLst>
                                      </p:cBhvr>
                                      <p:tavLst>
                                        <p:tav tm="0">
                                          <p:val>
                                            <p:strVal val="ppt_h"/>
                                          </p:val>
                                        </p:tav>
                                        <p:tav tm="100000">
                                          <p:val>
                                            <p:fltVal val="0"/>
                                          </p:val>
                                        </p:tav>
                                      </p:tavLst>
                                    </p:anim>
                                    <p:animEffect transition="out" filter="fade">
                                      <p:cBhvr>
                                        <p:cTn id="30" dur="500"/>
                                        <p:tgtEl>
                                          <p:spTgt spid="90"/>
                                        </p:tgtEl>
                                      </p:cBhvr>
                                    </p:animEffect>
                                    <p:set>
                                      <p:cBhvr>
                                        <p:cTn id="31" dur="1" fill="hold">
                                          <p:stCondLst>
                                            <p:cond delay="499"/>
                                          </p:stCondLst>
                                        </p:cTn>
                                        <p:tgtEl>
                                          <p:spTgt spid="9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P spid="90"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3"/>
          <p:cNvSpPr>
            <a:spLocks noGrp="1" noChangeArrowheads="1"/>
          </p:cNvSpPr>
          <p:nvPr>
            <p:ph idx="1"/>
          </p:nvPr>
        </p:nvSpPr>
        <p:spPr>
          <a:xfrm>
            <a:off x="868362" y="1563638"/>
            <a:ext cx="7705725" cy="3168650"/>
          </a:xfrm>
        </p:spPr>
        <p:txBody>
          <a:bodyPr/>
          <a:lstStyle/>
          <a:p>
            <a:pPr eaLnBrk="1" hangingPunct="1">
              <a:buClr>
                <a:schemeClr val="tx1"/>
              </a:buClr>
              <a:buFont typeface="Wingdings" pitchFamily="2" charset="2"/>
              <a:buChar char="Ø"/>
              <a:defRPr/>
            </a:pPr>
            <a:r>
              <a:rPr lang="zh-CN" altLang="en-US" sz="2500" b="1" dirty="0">
                <a:solidFill>
                  <a:schemeClr val="tx1"/>
                </a:solidFill>
                <a:latin typeface="+mn-ea"/>
              </a:rPr>
              <a:t>大小上与</a:t>
            </a:r>
            <a:r>
              <a:rPr lang="en-US" altLang="zh-CN" sz="2500" b="1" i="1" dirty="0">
                <a:solidFill>
                  <a:schemeClr val="tx1"/>
                </a:solidFill>
                <a:ea typeface="宋体" pitchFamily="2" charset="-122"/>
                <a:cs typeface="Times New Roman" pitchFamily="18" charset="0"/>
              </a:rPr>
              <a:t>LR</a:t>
            </a:r>
            <a:r>
              <a:rPr lang="en-US" altLang="zh-CN" sz="2500" b="1" dirty="0">
                <a:solidFill>
                  <a:schemeClr val="tx1"/>
                </a:solidFill>
                <a:ea typeface="宋体" pitchFamily="2" charset="-122"/>
                <a:cs typeface="Times New Roman" pitchFamily="18" charset="0"/>
              </a:rPr>
              <a:t>(0)/</a:t>
            </a:r>
            <a:r>
              <a:rPr lang="en-US" altLang="zh-CN" sz="2500" b="1" i="1" dirty="0">
                <a:solidFill>
                  <a:schemeClr val="tx1"/>
                </a:solidFill>
                <a:ea typeface="宋体" pitchFamily="2" charset="-122"/>
                <a:cs typeface="Times New Roman" pitchFamily="18" charset="0"/>
              </a:rPr>
              <a:t>SLR</a:t>
            </a:r>
            <a:r>
              <a:rPr lang="zh-CN" altLang="en-US" sz="2500" b="1" dirty="0">
                <a:solidFill>
                  <a:schemeClr val="tx1"/>
                </a:solidFill>
                <a:latin typeface="+mn-ea"/>
              </a:rPr>
              <a:t>相当</a:t>
            </a:r>
            <a:endParaRPr lang="en-US" altLang="zh-CN" sz="2500" b="1" dirty="0">
              <a:solidFill>
                <a:schemeClr val="tx1"/>
              </a:solidFill>
              <a:latin typeface="+mn-ea"/>
              <a:cs typeface="Times New Roman" pitchFamily="18" charset="0"/>
            </a:endParaRPr>
          </a:p>
          <a:p>
            <a:pPr eaLnBrk="1" hangingPunct="1">
              <a:lnSpc>
                <a:spcPts val="4000"/>
              </a:lnSpc>
              <a:buClrTx/>
              <a:buFont typeface="Wingdings" pitchFamily="2" charset="2"/>
              <a:buChar char="Ø"/>
              <a:defRPr/>
            </a:pPr>
            <a:r>
              <a:rPr lang="zh-CN" altLang="en-US" sz="2500" b="1" dirty="0">
                <a:solidFill>
                  <a:srgbClr val="000000"/>
                </a:solidFill>
                <a:latin typeface="+mn-ea"/>
              </a:rPr>
              <a:t>分析能力介于</a:t>
            </a:r>
            <a:r>
              <a:rPr lang="en-US" altLang="zh-CN" sz="2500" b="1" i="1" dirty="0">
                <a:solidFill>
                  <a:srgbClr val="000000"/>
                </a:solidFill>
                <a:ea typeface="宋体" pitchFamily="2" charset="-122"/>
                <a:cs typeface="Times New Roman" pitchFamily="18" charset="0"/>
              </a:rPr>
              <a:t>SLR</a:t>
            </a:r>
            <a:r>
              <a:rPr lang="zh-CN" altLang="en-US" sz="2500" b="1" dirty="0">
                <a:solidFill>
                  <a:srgbClr val="000000"/>
                </a:solidFill>
                <a:latin typeface="+mn-ea"/>
              </a:rPr>
              <a:t>和</a:t>
            </a:r>
            <a:r>
              <a:rPr lang="en-US" altLang="zh-CN" sz="2500" b="1" i="1" dirty="0">
                <a:solidFill>
                  <a:srgbClr val="000000"/>
                </a:solidFill>
                <a:ea typeface="宋体" pitchFamily="2" charset="-122"/>
                <a:cs typeface="Times New Roman" pitchFamily="18" charset="0"/>
              </a:rPr>
              <a:t>LR</a:t>
            </a:r>
            <a:r>
              <a:rPr lang="en-US" altLang="zh-CN" sz="2500" b="1" dirty="0">
                <a:solidFill>
                  <a:srgbClr val="000000"/>
                </a:solidFill>
                <a:ea typeface="宋体" pitchFamily="2" charset="-122"/>
                <a:cs typeface="Times New Roman" pitchFamily="18" charset="0"/>
              </a:rPr>
              <a:t>(1)</a:t>
            </a:r>
            <a:r>
              <a:rPr lang="zh-CN" altLang="en-US" sz="2500" b="1" dirty="0">
                <a:solidFill>
                  <a:srgbClr val="000000"/>
                </a:solidFill>
                <a:latin typeface="+mn-ea"/>
              </a:rPr>
              <a:t>二者之间</a:t>
            </a:r>
            <a:endParaRPr lang="en-US" altLang="zh-CN" sz="2500" b="1" dirty="0">
              <a:solidFill>
                <a:srgbClr val="000000"/>
              </a:solidFill>
              <a:latin typeface="+mn-ea"/>
              <a:cs typeface="Times New Roman" pitchFamily="18" charset="0"/>
            </a:endParaRPr>
          </a:p>
          <a:p>
            <a:pPr algn="ctr" eaLnBrk="1" hangingPunct="1">
              <a:lnSpc>
                <a:spcPts val="4000"/>
              </a:lnSpc>
              <a:buClr>
                <a:srgbClr val="31B6FD"/>
              </a:buClr>
              <a:buFont typeface="Symbol" panose="05050102010706020507" pitchFamily="18" charset="2"/>
              <a:buNone/>
              <a:defRPr/>
            </a:pPr>
            <a:r>
              <a:rPr lang="en-US" altLang="zh-CN" sz="2500" b="1" i="1" dirty="0">
                <a:solidFill>
                  <a:srgbClr val="000000"/>
                </a:solidFill>
                <a:ea typeface="宋体" pitchFamily="2" charset="-122"/>
                <a:cs typeface="Times New Roman" pitchFamily="18" charset="0"/>
              </a:rPr>
              <a:t>SLR</a:t>
            </a:r>
            <a:r>
              <a:rPr lang="en-US" altLang="zh-CN" sz="2500" b="1" dirty="0">
                <a:solidFill>
                  <a:srgbClr val="000000"/>
                </a:solidFill>
                <a:ea typeface="宋体" pitchFamily="2" charset="-122"/>
                <a:cs typeface="Times New Roman" pitchFamily="18" charset="0"/>
              </a:rPr>
              <a:t>&lt;</a:t>
            </a:r>
            <a:r>
              <a:rPr lang="en-US" altLang="zh-CN" sz="2500" b="1" i="1" dirty="0">
                <a:solidFill>
                  <a:srgbClr val="000000"/>
                </a:solidFill>
                <a:ea typeface="宋体" pitchFamily="2" charset="-122"/>
                <a:cs typeface="Times New Roman" pitchFamily="18" charset="0"/>
              </a:rPr>
              <a:t>LALR</a:t>
            </a:r>
            <a:r>
              <a:rPr lang="en-US" altLang="zh-CN" sz="2500" b="1" dirty="0">
                <a:solidFill>
                  <a:srgbClr val="000000"/>
                </a:solidFill>
                <a:ea typeface="宋体" pitchFamily="2" charset="-122"/>
                <a:cs typeface="Times New Roman" pitchFamily="18" charset="0"/>
              </a:rPr>
              <a:t>(1)&lt;</a:t>
            </a:r>
            <a:r>
              <a:rPr lang="en-US" altLang="zh-CN" sz="2500" b="1" i="1" dirty="0">
                <a:solidFill>
                  <a:srgbClr val="000000"/>
                </a:solidFill>
                <a:ea typeface="宋体" pitchFamily="2" charset="-122"/>
                <a:cs typeface="Times New Roman" pitchFamily="18" charset="0"/>
              </a:rPr>
              <a:t>LR</a:t>
            </a:r>
            <a:r>
              <a:rPr lang="en-US" altLang="zh-CN" sz="2500" b="1" dirty="0">
                <a:solidFill>
                  <a:srgbClr val="000000"/>
                </a:solidFill>
                <a:ea typeface="宋体" pitchFamily="2" charset="-122"/>
                <a:cs typeface="Times New Roman" pitchFamily="18" charset="0"/>
              </a:rPr>
              <a:t>(1)</a:t>
            </a:r>
          </a:p>
          <a:p>
            <a:pPr lvl="1" eaLnBrk="1" hangingPunct="1">
              <a:lnSpc>
                <a:spcPts val="4000"/>
              </a:lnSpc>
              <a:buClrTx/>
              <a:buFont typeface="Wingdings" pitchFamily="2" charset="2"/>
              <a:buChar char="Ø"/>
              <a:defRPr/>
            </a:pPr>
            <a:r>
              <a:rPr lang="zh-CN" altLang="en-US" sz="2500" b="1" dirty="0">
                <a:solidFill>
                  <a:srgbClr val="000000"/>
                </a:solidFill>
                <a:latin typeface="+mn-ea"/>
              </a:rPr>
              <a:t>合并后的展望符集合仍为</a:t>
            </a:r>
            <a:r>
              <a:rPr lang="en-US" altLang="zh-CN" sz="2500" b="1" i="1" dirty="0">
                <a:solidFill>
                  <a:srgbClr val="000000"/>
                </a:solidFill>
                <a:ea typeface="宋体" pitchFamily="2" charset="-122"/>
                <a:cs typeface="Times New Roman" pitchFamily="18" charset="0"/>
              </a:rPr>
              <a:t>FOLLOW</a:t>
            </a:r>
            <a:r>
              <a:rPr lang="zh-CN" altLang="zh-CN" sz="2500" b="1" dirty="0">
                <a:solidFill>
                  <a:srgbClr val="000000"/>
                </a:solidFill>
                <a:latin typeface="+mn-ea"/>
              </a:rPr>
              <a:t>集的</a:t>
            </a:r>
            <a:r>
              <a:rPr lang="zh-CN" altLang="zh-CN" sz="2500" b="1" dirty="0">
                <a:solidFill>
                  <a:srgbClr val="2D83F4"/>
                </a:solidFill>
                <a:latin typeface="+mn-ea"/>
              </a:rPr>
              <a:t>子集</a:t>
            </a:r>
            <a:endParaRPr lang="zh-CN" altLang="en-US" dirty="0">
              <a:latin typeface="楷体_GB2312" pitchFamily="49" charset="-122"/>
              <a:ea typeface="楷体_GB2312" pitchFamily="49" charset="-122"/>
            </a:endParaRPr>
          </a:p>
          <a:p>
            <a:pPr eaLnBrk="1" hangingPunct="1">
              <a:defRPr/>
            </a:pPr>
            <a:endParaRPr lang="zh-CN" altLang="en-US" sz="2800" dirty="0">
              <a:latin typeface="楷体_GB2312" pitchFamily="49" charset="-122"/>
              <a:ea typeface="楷体_GB2312" pitchFamily="49" charset="-122"/>
            </a:endParaRPr>
          </a:p>
        </p:txBody>
      </p:sp>
      <p:sp>
        <p:nvSpPr>
          <p:cNvPr id="77827" name="Rectangle 3"/>
          <p:cNvSpPr txBox="1">
            <a:spLocks noChangeArrowheads="1"/>
          </p:cNvSpPr>
          <p:nvPr/>
        </p:nvSpPr>
        <p:spPr bwMode="auto">
          <a:xfrm>
            <a:off x="904146" y="931916"/>
            <a:ext cx="54959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buClrTx/>
              <a:buFont typeface="Wingdings" panose="05000000000000000000" pitchFamily="2" charset="2"/>
              <a:buChar char="Ø"/>
            </a:pPr>
            <a:r>
              <a:rPr lang="zh-CN" altLang="en-US" sz="2500" b="1" dirty="0">
                <a:solidFill>
                  <a:srgbClr val="000000"/>
                </a:solidFill>
                <a:latin typeface="Times New Roman" panose="02020603050405020304" pitchFamily="18" charset="0"/>
                <a:ea typeface="华文楷体" panose="02010600040101010101" pitchFamily="2" charset="-122"/>
              </a:rPr>
              <a:t>形式上与</a:t>
            </a:r>
            <a:r>
              <a:rPr lang="en-US" altLang="zh-CN" sz="2500" b="1" i="1" dirty="0">
                <a:solidFill>
                  <a:srgbClr val="000000"/>
                </a:solidFill>
                <a:latin typeface="Times New Roman" panose="02020603050405020304" pitchFamily="18" charset="0"/>
                <a:cs typeface="Times New Roman" panose="02020603050405020304" pitchFamily="18" charset="0"/>
              </a:rPr>
              <a:t>LR</a:t>
            </a:r>
            <a:r>
              <a:rPr lang="en-US" altLang="zh-CN" sz="2500" b="1" dirty="0">
                <a:solidFill>
                  <a:srgbClr val="000000"/>
                </a:solidFill>
                <a:latin typeface="Times New Roman" panose="02020603050405020304" pitchFamily="18" charset="0"/>
                <a:cs typeface="Times New Roman" panose="02020603050405020304" pitchFamily="18" charset="0"/>
              </a:rPr>
              <a:t>(1)</a:t>
            </a:r>
            <a:r>
              <a:rPr lang="zh-CN" altLang="en-US" sz="2500" b="1" dirty="0">
                <a:solidFill>
                  <a:srgbClr val="000000"/>
                </a:solidFill>
                <a:latin typeface="Times New Roman" panose="02020603050405020304" pitchFamily="18" charset="0"/>
                <a:ea typeface="华文楷体" panose="02010600040101010101" pitchFamily="2" charset="-122"/>
              </a:rPr>
              <a:t>相同</a:t>
            </a:r>
          </a:p>
        </p:txBody>
      </p:sp>
      <p:sp>
        <p:nvSpPr>
          <p:cNvPr id="77828" name="Rectangle 2"/>
          <p:cNvSpPr>
            <a:spLocks noGrp="1" noChangeArrowheads="1"/>
          </p:cNvSpPr>
          <p:nvPr>
            <p:ph type="title"/>
          </p:nvPr>
        </p:nvSpPr>
        <p:spPr>
          <a:xfrm>
            <a:off x="755650" y="268288"/>
            <a:ext cx="7931150" cy="358775"/>
          </a:xfrm>
        </p:spPr>
        <p:txBody>
          <a:bodyPr/>
          <a:lstStyle/>
          <a:p>
            <a:pPr eaLnBrk="1" hangingPunct="1"/>
            <a:r>
              <a:rPr lang="en-US" altLang="zh-CN" sz="3000" i="1">
                <a:solidFill>
                  <a:schemeClr val="tx1"/>
                </a:solidFill>
                <a:ea typeface="黑体" panose="02010609060101010101" pitchFamily="49" charset="-122"/>
              </a:rPr>
              <a:t>LALR</a:t>
            </a:r>
            <a:r>
              <a:rPr lang="en-US" altLang="zh-CN" sz="3000">
                <a:solidFill>
                  <a:schemeClr val="tx1"/>
                </a:solidFill>
                <a:ea typeface="黑体" panose="02010609060101010101" pitchFamily="49" charset="-122"/>
              </a:rPr>
              <a:t>(1)</a:t>
            </a:r>
            <a:r>
              <a:rPr lang="zh-CN" altLang="en-US" sz="3000">
                <a:solidFill>
                  <a:schemeClr val="tx1"/>
                </a:solidFill>
                <a:latin typeface="微软雅黑" panose="020B0503020204020204" pitchFamily="34" charset="-122"/>
                <a:ea typeface="微软雅黑" panose="020B0503020204020204" pitchFamily="34" charset="-122"/>
              </a:rPr>
              <a:t>的特点</a:t>
            </a:r>
          </a:p>
        </p:txBody>
      </p:sp>
      <p:sp>
        <p:nvSpPr>
          <p:cNvPr id="2" name="灯片编号占位符 1">
            <a:extLst>
              <a:ext uri="{FF2B5EF4-FFF2-40B4-BE49-F238E27FC236}">
                <a16:creationId xmlns:a16="http://schemas.microsoft.com/office/drawing/2014/main" id="{89687609-516E-44CB-B1EB-6DD185992B84}"/>
              </a:ext>
            </a:extLst>
          </p:cNvPr>
          <p:cNvSpPr>
            <a:spLocks noGrp="1"/>
          </p:cNvSpPr>
          <p:nvPr>
            <p:ph type="sldNum" sz="quarter" idx="12"/>
          </p:nvPr>
        </p:nvSpPr>
        <p:spPr/>
        <p:txBody>
          <a:bodyPr/>
          <a:lstStyle/>
          <a:p>
            <a:pPr>
              <a:defRPr/>
            </a:pPr>
            <a:fld id="{76D20AB1-C80E-44EB-B890-88EEF3B3DC08}" type="slidenum">
              <a:rPr lang="zh-CN" altLang="en-US" smtClean="0"/>
              <a:pPr>
                <a:defRPr/>
              </a:pPr>
              <a:t>33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withEffect">
                                  <p:stCondLst>
                                    <p:cond delay="0"/>
                                  </p:stCondLst>
                                  <p:childTnLst>
                                    <p:set>
                                      <p:cBhvr>
                                        <p:cTn id="6" dur="1" fill="hold">
                                          <p:stCondLst>
                                            <p:cond delay="0"/>
                                          </p:stCondLst>
                                        </p:cTn>
                                        <p:tgtEl>
                                          <p:spTgt spid="131075">
                                            <p:txEl>
                                              <p:pRg st="1" end="1"/>
                                            </p:txEl>
                                          </p:spTgt>
                                        </p:tgtEl>
                                        <p:attrNameLst>
                                          <p:attrName>style.visibility</p:attrName>
                                        </p:attrNameLst>
                                      </p:cBhvr>
                                      <p:to>
                                        <p:strVal val="visible"/>
                                      </p:to>
                                    </p:set>
                                    <p:anim calcmode="lin" valueType="num">
                                      <p:cBhvr>
                                        <p:cTn id="7" dur="500" fill="hold"/>
                                        <p:tgtEl>
                                          <p:spTgt spid="131075">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131075">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131075">
                                            <p:txEl>
                                              <p:pRg st="1" end="1"/>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31075">
                                            <p:txEl>
                                              <p:pRg st="2" end="2"/>
                                            </p:txEl>
                                          </p:spTgt>
                                        </p:tgtEl>
                                        <p:attrNameLst>
                                          <p:attrName>style.visibility</p:attrName>
                                        </p:attrNameLst>
                                      </p:cBhvr>
                                      <p:to>
                                        <p:strVal val="visible"/>
                                      </p:to>
                                    </p:set>
                                    <p:anim calcmode="lin" valueType="num">
                                      <p:cBhvr>
                                        <p:cTn id="12" dur="500" fill="hold"/>
                                        <p:tgtEl>
                                          <p:spTgt spid="131075">
                                            <p:txEl>
                                              <p:pRg st="2" end="2"/>
                                            </p:txEl>
                                          </p:spTgt>
                                        </p:tgtEl>
                                        <p:attrNameLst>
                                          <p:attrName>ppt_w</p:attrName>
                                        </p:attrNameLst>
                                      </p:cBhvr>
                                      <p:tavLst>
                                        <p:tav tm="0">
                                          <p:val>
                                            <p:fltVal val="0"/>
                                          </p:val>
                                        </p:tav>
                                        <p:tav tm="100000">
                                          <p:val>
                                            <p:strVal val="#ppt_w"/>
                                          </p:val>
                                        </p:tav>
                                      </p:tavLst>
                                    </p:anim>
                                    <p:anim calcmode="lin" valueType="num">
                                      <p:cBhvr>
                                        <p:cTn id="13" dur="500" fill="hold"/>
                                        <p:tgtEl>
                                          <p:spTgt spid="131075">
                                            <p:txEl>
                                              <p:pRg st="2" end="2"/>
                                            </p:txEl>
                                          </p:spTgt>
                                        </p:tgtEl>
                                        <p:attrNameLst>
                                          <p:attrName>ppt_h</p:attrName>
                                        </p:attrNameLst>
                                      </p:cBhvr>
                                      <p:tavLst>
                                        <p:tav tm="0">
                                          <p:val>
                                            <p:fltVal val="0"/>
                                          </p:val>
                                        </p:tav>
                                        <p:tav tm="100000">
                                          <p:val>
                                            <p:strVal val="#ppt_h"/>
                                          </p:val>
                                        </p:tav>
                                      </p:tavLst>
                                    </p:anim>
                                    <p:animEffect transition="in" filter="fade">
                                      <p:cBhvr>
                                        <p:cTn id="14" dur="500"/>
                                        <p:tgtEl>
                                          <p:spTgt spid="131075">
                                            <p:txEl>
                                              <p:pRg st="2" end="2"/>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131075">
                                            <p:txEl>
                                              <p:pRg st="3" end="3"/>
                                            </p:txEl>
                                          </p:spTgt>
                                        </p:tgtEl>
                                        <p:attrNameLst>
                                          <p:attrName>style.visibility</p:attrName>
                                        </p:attrNameLst>
                                      </p:cBhvr>
                                      <p:to>
                                        <p:strVal val="visible"/>
                                      </p:to>
                                    </p:set>
                                    <p:anim calcmode="lin" valueType="num">
                                      <p:cBhvr>
                                        <p:cTn id="19" dur="500" fill="hold"/>
                                        <p:tgtEl>
                                          <p:spTgt spid="131075">
                                            <p:txEl>
                                              <p:pRg st="3" end="3"/>
                                            </p:txEl>
                                          </p:spTgt>
                                        </p:tgtEl>
                                        <p:attrNameLst>
                                          <p:attrName>ppt_w</p:attrName>
                                        </p:attrNameLst>
                                      </p:cBhvr>
                                      <p:tavLst>
                                        <p:tav tm="0">
                                          <p:val>
                                            <p:fltVal val="0"/>
                                          </p:val>
                                        </p:tav>
                                        <p:tav tm="100000">
                                          <p:val>
                                            <p:strVal val="#ppt_w"/>
                                          </p:val>
                                        </p:tav>
                                      </p:tavLst>
                                    </p:anim>
                                    <p:anim calcmode="lin" valueType="num">
                                      <p:cBhvr>
                                        <p:cTn id="20" dur="500" fill="hold"/>
                                        <p:tgtEl>
                                          <p:spTgt spid="131075">
                                            <p:txEl>
                                              <p:pRg st="3" end="3"/>
                                            </p:txEl>
                                          </p:spTgt>
                                        </p:tgtEl>
                                        <p:attrNameLst>
                                          <p:attrName>ppt_h</p:attrName>
                                        </p:attrNameLst>
                                      </p:cBhvr>
                                      <p:tavLst>
                                        <p:tav tm="0">
                                          <p:val>
                                            <p:fltVal val="0"/>
                                          </p:val>
                                        </p:tav>
                                        <p:tav tm="100000">
                                          <p:val>
                                            <p:strVal val="#ppt_h"/>
                                          </p:val>
                                        </p:tav>
                                      </p:tavLst>
                                    </p:anim>
                                    <p:animEffect transition="in" filter="fade">
                                      <p:cBhvr>
                                        <p:cTn id="21" dur="500"/>
                                        <p:tgtEl>
                                          <p:spTgt spid="1310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9" name="Rectangle 3"/>
          <p:cNvSpPr>
            <a:spLocks noGrp="1" noChangeArrowheads="1"/>
          </p:cNvSpPr>
          <p:nvPr>
            <p:ph idx="1"/>
          </p:nvPr>
        </p:nvSpPr>
        <p:spPr>
          <a:xfrm>
            <a:off x="395288" y="911225"/>
            <a:ext cx="8748712" cy="3225800"/>
          </a:xfrm>
        </p:spPr>
        <p:txBody>
          <a:bodyPr/>
          <a:lstStyle/>
          <a:p>
            <a:pPr eaLnBrk="1" hangingPunct="1">
              <a:buClr>
                <a:schemeClr val="tx1"/>
              </a:buClr>
              <a:buFont typeface="Wingdings" pitchFamily="2" charset="2"/>
              <a:buChar char="Ø"/>
              <a:defRPr/>
            </a:pPr>
            <a:r>
              <a:rPr lang="zh-CN" altLang="en-US" sz="2800" b="1" dirty="0">
                <a:solidFill>
                  <a:schemeClr val="tx1"/>
                </a:solidFill>
                <a:latin typeface="+mn-ea"/>
              </a:rPr>
              <a:t>每个二义性文法都不是</a:t>
            </a:r>
            <a:r>
              <a:rPr lang="en-US" altLang="zh-CN" sz="2800" b="1" i="1" dirty="0">
                <a:solidFill>
                  <a:schemeClr val="tx1"/>
                </a:solidFill>
                <a:cs typeface="Times New Roman" pitchFamily="18" charset="0"/>
              </a:rPr>
              <a:t>LR</a:t>
            </a:r>
            <a:r>
              <a:rPr lang="zh-CN" altLang="en-US" sz="2800" b="1" dirty="0">
                <a:solidFill>
                  <a:schemeClr val="tx1"/>
                </a:solidFill>
                <a:latin typeface="+mn-ea"/>
              </a:rPr>
              <a:t>的</a:t>
            </a:r>
            <a:endParaRPr lang="en-US" altLang="zh-CN" sz="2800" b="1" dirty="0">
              <a:solidFill>
                <a:schemeClr val="tx1"/>
              </a:solidFill>
              <a:latin typeface="+mn-ea"/>
            </a:endParaRPr>
          </a:p>
          <a:p>
            <a:pPr eaLnBrk="1" hangingPunct="1">
              <a:buClr>
                <a:schemeClr val="tx1"/>
              </a:buClr>
              <a:buFont typeface="Wingdings" pitchFamily="2" charset="2"/>
              <a:buChar char="Ø"/>
              <a:defRPr/>
            </a:pPr>
            <a:r>
              <a:rPr lang="zh-CN" altLang="en-US" sz="2800" b="1" dirty="0">
                <a:solidFill>
                  <a:schemeClr val="tx1"/>
                </a:solidFill>
                <a:latin typeface="+mn-ea"/>
              </a:rPr>
              <a:t>某些类型的二义性文法在语言的描述和实现中很有用</a:t>
            </a:r>
            <a:endParaRPr lang="en-US" altLang="zh-CN" sz="2800" b="1" dirty="0">
              <a:solidFill>
                <a:schemeClr val="tx1"/>
              </a:solidFill>
              <a:latin typeface="+mn-ea"/>
            </a:endParaRPr>
          </a:p>
          <a:p>
            <a:pPr lvl="1" eaLnBrk="1" hangingPunct="1">
              <a:buClr>
                <a:schemeClr val="tx1"/>
              </a:buClr>
              <a:buFont typeface="Wingdings" pitchFamily="2" charset="2"/>
              <a:buChar char="Ø"/>
              <a:defRPr/>
            </a:pPr>
            <a:r>
              <a:rPr lang="zh-CN" altLang="en-US" sz="2800" b="1" dirty="0">
                <a:solidFill>
                  <a:schemeClr val="tx1"/>
                </a:solidFill>
                <a:latin typeface="+mn-ea"/>
              </a:rPr>
              <a:t>更简短、更自然</a:t>
            </a:r>
            <a:endParaRPr lang="en-US" altLang="zh-CN" sz="2800" b="1" dirty="0">
              <a:solidFill>
                <a:schemeClr val="tx1"/>
              </a:solidFill>
              <a:latin typeface="+mn-ea"/>
            </a:endParaRPr>
          </a:p>
          <a:p>
            <a:pPr lvl="2" eaLnBrk="1" hangingPunct="1">
              <a:buClr>
                <a:schemeClr val="tx1"/>
              </a:buClr>
              <a:buFont typeface="Wingdings" pitchFamily="2" charset="2"/>
              <a:buChar char="Ø"/>
              <a:defRPr/>
            </a:pPr>
            <a:r>
              <a:rPr lang="zh-CN" altLang="en-US" sz="2400" b="1" dirty="0">
                <a:solidFill>
                  <a:schemeClr val="tx1"/>
                </a:solidFill>
                <a:latin typeface="+mn-ea"/>
              </a:rPr>
              <a:t>例</a:t>
            </a:r>
            <a:endParaRPr lang="en-US" altLang="zh-CN" sz="2400" b="1" dirty="0">
              <a:solidFill>
                <a:schemeClr val="tx1"/>
              </a:solidFill>
              <a:latin typeface="+mn-ea"/>
            </a:endParaRPr>
          </a:p>
        </p:txBody>
      </p:sp>
      <p:sp>
        <p:nvSpPr>
          <p:cNvPr id="79875" name="Rectangle 2"/>
          <p:cNvSpPr>
            <a:spLocks noGrp="1" noChangeArrowheads="1"/>
          </p:cNvSpPr>
          <p:nvPr>
            <p:ph type="title"/>
          </p:nvPr>
        </p:nvSpPr>
        <p:spPr>
          <a:xfrm>
            <a:off x="755650" y="268288"/>
            <a:ext cx="7931150" cy="358775"/>
          </a:xfrm>
        </p:spPr>
        <p:txBody>
          <a:bodyPr/>
          <a:lstStyle/>
          <a:p>
            <a:pPr eaLnBrk="1" hangingPunct="1"/>
            <a:r>
              <a:rPr lang="en-US" altLang="zh-CN" sz="3000">
                <a:solidFill>
                  <a:srgbClr val="000000"/>
                </a:solidFill>
                <a:latin typeface="微软雅黑" panose="020B0503020204020204" pitchFamily="34" charset="-122"/>
                <a:ea typeface="微软雅黑" panose="020B0503020204020204" pitchFamily="34" charset="-122"/>
              </a:rPr>
              <a:t>4.4.5 </a:t>
            </a:r>
            <a:r>
              <a:rPr lang="zh-CN" altLang="en-US" sz="3000">
                <a:solidFill>
                  <a:schemeClr val="tx1"/>
                </a:solidFill>
                <a:latin typeface="微软雅黑" panose="020B0503020204020204" pitchFamily="34" charset="-122"/>
                <a:ea typeface="微软雅黑" panose="020B0503020204020204" pitchFamily="34" charset="-122"/>
              </a:rPr>
              <a:t>二义性文法的</a:t>
            </a:r>
            <a:r>
              <a:rPr lang="en-US" altLang="zh-CN" sz="3000">
                <a:solidFill>
                  <a:schemeClr val="tx1"/>
                </a:solidFill>
                <a:latin typeface="微软雅黑" panose="020B0503020204020204" pitchFamily="34" charset="-122"/>
                <a:ea typeface="微软雅黑" panose="020B0503020204020204" pitchFamily="34" charset="-122"/>
              </a:rPr>
              <a:t>LR</a:t>
            </a:r>
            <a:r>
              <a:rPr lang="zh-CN" altLang="en-US" sz="3000">
                <a:solidFill>
                  <a:schemeClr val="tx1"/>
                </a:solidFill>
                <a:latin typeface="微软雅黑" panose="020B0503020204020204" pitchFamily="34" charset="-122"/>
                <a:ea typeface="微软雅黑" panose="020B0503020204020204" pitchFamily="34" charset="-122"/>
              </a:rPr>
              <a:t>分析</a:t>
            </a:r>
          </a:p>
        </p:txBody>
      </p:sp>
      <p:sp>
        <p:nvSpPr>
          <p:cNvPr id="4" name="Rectangle 5"/>
          <p:cNvSpPr>
            <a:spLocks noChangeArrowheads="1"/>
          </p:cNvSpPr>
          <p:nvPr/>
        </p:nvSpPr>
        <p:spPr bwMode="auto">
          <a:xfrm>
            <a:off x="2051050" y="2686050"/>
            <a:ext cx="1873250" cy="2144713"/>
          </a:xfrm>
          <a:prstGeom prst="rect">
            <a:avLst/>
          </a:prstGeom>
          <a:solidFill>
            <a:srgbClr val="B5CEED"/>
          </a:solidFill>
          <a:ln w="12700">
            <a:solidFill>
              <a:schemeClr val="tx1"/>
            </a:solidFill>
            <a:miter lim="800000"/>
            <a:headEnd/>
            <a:tailEnd/>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200"/>
              </a:lnSpc>
              <a:spcBef>
                <a:spcPct val="0"/>
              </a:spcBef>
              <a:buClrTx/>
              <a:buSzTx/>
              <a:buFont typeface="Arial" panose="020B0604020202020204" pitchFamily="34" charset="0"/>
              <a:buNone/>
            </a:pPr>
            <a:r>
              <a:rPr lang="zh-CN" altLang="en-US" b="1">
                <a:solidFill>
                  <a:schemeClr val="tx1"/>
                </a:solidFill>
                <a:latin typeface="楷体" panose="02010609060101010101" pitchFamily="49" charset="-122"/>
                <a:ea typeface="楷体" panose="02010609060101010101" pitchFamily="49" charset="-122"/>
              </a:rPr>
              <a:t>二义性文法</a:t>
            </a:r>
            <a:endParaRPr lang="en-US" altLang="zh-CN" b="1">
              <a:solidFill>
                <a:schemeClr val="tx1"/>
              </a:solidFill>
              <a:latin typeface="楷体" panose="02010609060101010101" pitchFamily="49" charset="-122"/>
              <a:cs typeface="Times New Roman" panose="02020603050405020304" pitchFamily="18" charset="0"/>
            </a:endParaRPr>
          </a:p>
          <a:p>
            <a:pPr eaLnBrk="1" hangingPunct="1">
              <a:lnSpc>
                <a:spcPts val="32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①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a:t>
            </a:r>
            <a:r>
              <a:rPr lang="en-US" altLang="zh-CN" b="1" i="1">
                <a:solidFill>
                  <a:schemeClr val="tx1"/>
                </a:solidFill>
                <a:latin typeface="Times New Roman" panose="02020603050405020304" pitchFamily="18" charset="0"/>
                <a:ea typeface="楷体_GB2312" panose="02010609030101010101" pitchFamily="49" charset="-122"/>
              </a:rPr>
              <a:t>E</a:t>
            </a:r>
          </a:p>
          <a:p>
            <a:pPr eaLnBrk="1" hangingPunct="1">
              <a:lnSpc>
                <a:spcPts val="32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②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a:t>
            </a:r>
            <a:r>
              <a:rPr lang="en-US" altLang="zh-CN" b="1" i="1">
                <a:solidFill>
                  <a:schemeClr val="tx1"/>
                </a:solidFill>
                <a:latin typeface="Times New Roman" panose="02020603050405020304" pitchFamily="18" charset="0"/>
                <a:ea typeface="楷体_GB2312" panose="02010609030101010101" pitchFamily="49" charset="-122"/>
              </a:rPr>
              <a:t>E</a:t>
            </a:r>
          </a:p>
          <a:p>
            <a:pPr eaLnBrk="1" hangingPunct="1">
              <a:lnSpc>
                <a:spcPts val="32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③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 ( </a:t>
            </a:r>
            <a:r>
              <a:rPr lang="en-US" altLang="zh-CN" b="1" i="1">
                <a:solidFill>
                  <a:schemeClr val="tx1"/>
                </a:solidFill>
                <a:latin typeface="Times New Roman" panose="02020603050405020304" pitchFamily="18" charset="0"/>
                <a:ea typeface="楷体_GB2312" panose="02010609030101010101" pitchFamily="49" charset="-122"/>
              </a:rPr>
              <a:t>E </a:t>
            </a:r>
            <a:r>
              <a:rPr lang="en-US" altLang="zh-CN" b="1">
                <a:solidFill>
                  <a:schemeClr val="tx1"/>
                </a:solidFill>
                <a:latin typeface="Times New Roman" panose="02020603050405020304" pitchFamily="18" charset="0"/>
                <a:ea typeface="楷体_GB2312" panose="02010609030101010101" pitchFamily="49" charset="-122"/>
              </a:rPr>
              <a:t>)</a:t>
            </a:r>
          </a:p>
          <a:p>
            <a:pPr eaLnBrk="1" hangingPunct="1">
              <a:lnSpc>
                <a:spcPts val="32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④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 id</a:t>
            </a:r>
          </a:p>
        </p:txBody>
      </p:sp>
      <p:sp>
        <p:nvSpPr>
          <p:cNvPr id="6" name="Rectangle 5"/>
          <p:cNvSpPr>
            <a:spLocks noChangeArrowheads="1"/>
          </p:cNvSpPr>
          <p:nvPr/>
        </p:nvSpPr>
        <p:spPr bwMode="auto">
          <a:xfrm>
            <a:off x="4357688" y="2143125"/>
            <a:ext cx="2212975" cy="2709863"/>
          </a:xfrm>
          <a:prstGeom prst="rect">
            <a:avLst/>
          </a:prstGeom>
          <a:solidFill>
            <a:srgbClr val="B5CEED"/>
          </a:solidFill>
          <a:ln w="12700">
            <a:solidFill>
              <a:schemeClr val="tx1"/>
            </a:solidFill>
            <a:miter lim="800000"/>
            <a:headEnd/>
            <a:tailEnd/>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200"/>
              </a:lnSpc>
              <a:spcBef>
                <a:spcPct val="0"/>
              </a:spcBef>
              <a:buClrTx/>
              <a:buSzTx/>
              <a:buFont typeface="Arial" panose="020B0604020202020204" pitchFamily="34" charset="0"/>
              <a:buNone/>
            </a:pPr>
            <a:r>
              <a:rPr lang="zh-CN" altLang="en-US" b="1">
                <a:solidFill>
                  <a:schemeClr val="tx1"/>
                </a:solidFill>
                <a:latin typeface="楷体" panose="02010609060101010101" pitchFamily="49" charset="-122"/>
                <a:ea typeface="楷体" panose="02010609060101010101" pitchFamily="49" charset="-122"/>
              </a:rPr>
              <a:t>非二义性文法</a:t>
            </a:r>
            <a:br>
              <a:rPr lang="en-US" altLang="zh-CN" b="1">
                <a:solidFill>
                  <a:schemeClr val="tx1"/>
                </a:solidFill>
                <a:latin typeface="楷体" panose="02010609060101010101" pitchFamily="49" charset="-122"/>
                <a:ea typeface="楷体" panose="02010609060101010101" pitchFamily="49" charset="-122"/>
              </a:rPr>
            </a:br>
            <a:r>
              <a:rPr lang="en-US" altLang="zh-CN" b="1">
                <a:solidFill>
                  <a:schemeClr val="tx1"/>
                </a:solidFill>
                <a:latin typeface="Times New Roman" panose="02020603050405020304" pitchFamily="18" charset="0"/>
              </a:rPr>
              <a:t>① </a:t>
            </a:r>
            <a:r>
              <a:rPr lang="en-US" altLang="zh-CN" b="1" i="1">
                <a:solidFill>
                  <a:schemeClr val="tx1"/>
                </a:solidFill>
                <a:latin typeface="Times New Roman" panose="02020603050405020304" pitchFamily="18" charset="0"/>
                <a:cs typeface="Times New Roman" panose="02020603050405020304" pitchFamily="18" charset="0"/>
              </a:rPr>
              <a:t>E </a:t>
            </a:r>
            <a:r>
              <a:rPr lang="en-US" altLang="zh-CN" b="1">
                <a:solidFill>
                  <a:schemeClr val="tx1"/>
                </a:solidFill>
                <a:latin typeface="Times New Roman" panose="02020603050405020304" pitchFamily="18" charset="0"/>
                <a:cs typeface="Times New Roman" panose="02020603050405020304" pitchFamily="18" charset="0"/>
              </a:rPr>
              <a:t>→ </a:t>
            </a:r>
            <a:r>
              <a:rPr lang="en-US" altLang="zh-CN" b="1" i="1">
                <a:solidFill>
                  <a:schemeClr val="tx1"/>
                </a:solidFill>
                <a:latin typeface="Times New Roman" panose="02020603050405020304" pitchFamily="18" charset="0"/>
                <a:cs typeface="Times New Roman" panose="02020603050405020304" pitchFamily="18" charset="0"/>
              </a:rPr>
              <a:t>E </a:t>
            </a:r>
            <a:r>
              <a:rPr lang="en-US" altLang="zh-CN" b="1">
                <a:solidFill>
                  <a:schemeClr val="tx1"/>
                </a:solidFill>
                <a:latin typeface="Times New Roman" panose="02020603050405020304" pitchFamily="18" charset="0"/>
                <a:cs typeface="Times New Roman" panose="02020603050405020304" pitchFamily="18" charset="0"/>
              </a:rPr>
              <a:t>+ </a:t>
            </a:r>
            <a:r>
              <a:rPr lang="en-US" altLang="zh-CN" b="1" i="1">
                <a:solidFill>
                  <a:schemeClr val="tx1"/>
                </a:solidFill>
                <a:latin typeface="Times New Roman" panose="02020603050405020304" pitchFamily="18" charset="0"/>
                <a:cs typeface="Times New Roman" panose="02020603050405020304" pitchFamily="18" charset="0"/>
              </a:rPr>
              <a:t>T </a:t>
            </a:r>
            <a:endParaRPr lang="en-US" altLang="zh-CN" b="1">
              <a:solidFill>
                <a:schemeClr val="tx1"/>
              </a:solidFill>
              <a:latin typeface="Times New Roman" panose="02020603050405020304" pitchFamily="18" charset="0"/>
              <a:cs typeface="Times New Roman" panose="02020603050405020304" pitchFamily="18" charset="0"/>
            </a:endParaRPr>
          </a:p>
          <a:p>
            <a:pPr eaLnBrk="1" hangingPunct="1">
              <a:lnSpc>
                <a:spcPts val="28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② </a:t>
            </a:r>
            <a:r>
              <a:rPr lang="en-US" altLang="zh-CN" b="1" i="1">
                <a:solidFill>
                  <a:schemeClr val="tx1"/>
                </a:solidFill>
                <a:latin typeface="Times New Roman" panose="02020603050405020304" pitchFamily="18" charset="0"/>
                <a:ea typeface="楷体_GB2312" panose="02010609030101010101" pitchFamily="49" charset="-122"/>
              </a:rPr>
              <a:t>E </a:t>
            </a:r>
            <a:r>
              <a:rPr lang="en-US" altLang="zh-CN" b="1">
                <a:solidFill>
                  <a:schemeClr val="tx1"/>
                </a:solidFill>
                <a:latin typeface="Times New Roman" panose="02020603050405020304" pitchFamily="18" charset="0"/>
                <a:ea typeface="楷体_GB2312" panose="02010609030101010101" pitchFamily="49" charset="-122"/>
              </a:rPr>
              <a:t>→ </a:t>
            </a:r>
            <a:r>
              <a:rPr lang="en-US" altLang="zh-CN" b="1" i="1">
                <a:solidFill>
                  <a:schemeClr val="tx1"/>
                </a:solidFill>
                <a:latin typeface="Times New Roman" panose="02020603050405020304" pitchFamily="18" charset="0"/>
                <a:ea typeface="楷体_GB2312" panose="02010609030101010101" pitchFamily="49" charset="-122"/>
              </a:rPr>
              <a:t>T</a:t>
            </a:r>
          </a:p>
          <a:p>
            <a:pPr eaLnBrk="1" hangingPunct="1">
              <a:lnSpc>
                <a:spcPts val="28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③ </a:t>
            </a:r>
            <a:r>
              <a:rPr lang="en-US" altLang="zh-CN" b="1" i="1">
                <a:solidFill>
                  <a:schemeClr val="tx1"/>
                </a:solidFill>
                <a:latin typeface="Times New Roman" panose="02020603050405020304" pitchFamily="18" charset="0"/>
                <a:ea typeface="楷体_GB2312" panose="02010609030101010101" pitchFamily="49" charset="-122"/>
              </a:rPr>
              <a:t>T</a:t>
            </a:r>
            <a:r>
              <a:rPr lang="en-US" altLang="zh-CN" b="1">
                <a:solidFill>
                  <a:schemeClr val="tx1"/>
                </a:solidFill>
                <a:latin typeface="Times New Roman" panose="02020603050405020304" pitchFamily="18" charset="0"/>
                <a:ea typeface="楷体_GB2312" panose="02010609030101010101" pitchFamily="49" charset="-122"/>
              </a:rPr>
              <a:t> → </a:t>
            </a:r>
            <a:r>
              <a:rPr lang="en-US" altLang="zh-CN" b="1" i="1">
                <a:solidFill>
                  <a:schemeClr val="tx1"/>
                </a:solidFill>
                <a:latin typeface="Times New Roman" panose="02020603050405020304" pitchFamily="18" charset="0"/>
                <a:ea typeface="楷体_GB2312" panose="02010609030101010101" pitchFamily="49" charset="-122"/>
              </a:rPr>
              <a:t>T</a:t>
            </a:r>
            <a:r>
              <a:rPr lang="en-US" altLang="zh-CN" b="1">
                <a:solidFill>
                  <a:schemeClr val="tx1"/>
                </a:solidFill>
                <a:latin typeface="Times New Roman" panose="02020603050405020304" pitchFamily="18" charset="0"/>
                <a:ea typeface="楷体_GB2312" panose="02010609030101010101" pitchFamily="49" charset="-122"/>
              </a:rPr>
              <a:t> * </a:t>
            </a:r>
            <a:r>
              <a:rPr lang="en-US" altLang="zh-CN" b="1" i="1">
                <a:solidFill>
                  <a:schemeClr val="tx1"/>
                </a:solidFill>
                <a:latin typeface="Times New Roman" panose="02020603050405020304" pitchFamily="18" charset="0"/>
                <a:ea typeface="楷体_GB2312" panose="02010609030101010101" pitchFamily="49" charset="-122"/>
              </a:rPr>
              <a:t>F</a:t>
            </a:r>
            <a:r>
              <a:rPr lang="en-US" altLang="zh-CN" b="1">
                <a:solidFill>
                  <a:schemeClr val="tx1"/>
                </a:solidFill>
                <a:latin typeface="Times New Roman" panose="02020603050405020304" pitchFamily="18" charset="0"/>
                <a:ea typeface="楷体_GB2312" panose="02010609030101010101" pitchFamily="49" charset="-122"/>
              </a:rPr>
              <a:t> </a:t>
            </a:r>
          </a:p>
          <a:p>
            <a:pPr eaLnBrk="1" hangingPunct="1">
              <a:lnSpc>
                <a:spcPts val="28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④ </a:t>
            </a:r>
            <a:r>
              <a:rPr lang="en-US" altLang="zh-CN" b="1" i="1">
                <a:solidFill>
                  <a:schemeClr val="tx1"/>
                </a:solidFill>
                <a:latin typeface="Times New Roman" panose="02020603050405020304" pitchFamily="18" charset="0"/>
                <a:ea typeface="楷体_GB2312" panose="02010609030101010101" pitchFamily="49" charset="-122"/>
              </a:rPr>
              <a:t>T</a:t>
            </a:r>
            <a:r>
              <a:rPr lang="en-US" altLang="zh-CN" b="1">
                <a:solidFill>
                  <a:schemeClr val="tx1"/>
                </a:solidFill>
                <a:latin typeface="Times New Roman" panose="02020603050405020304" pitchFamily="18" charset="0"/>
                <a:ea typeface="楷体_GB2312" panose="02010609030101010101" pitchFamily="49" charset="-122"/>
              </a:rPr>
              <a:t> → </a:t>
            </a:r>
            <a:r>
              <a:rPr lang="en-US" altLang="zh-CN" b="1" i="1">
                <a:solidFill>
                  <a:schemeClr val="tx1"/>
                </a:solidFill>
                <a:latin typeface="Times New Roman" panose="02020603050405020304" pitchFamily="18" charset="0"/>
                <a:ea typeface="楷体_GB2312" panose="02010609030101010101" pitchFamily="49" charset="-122"/>
              </a:rPr>
              <a:t>F</a:t>
            </a:r>
          </a:p>
          <a:p>
            <a:pPr eaLnBrk="1" hangingPunct="1">
              <a:lnSpc>
                <a:spcPts val="2800"/>
              </a:lnSpc>
              <a:spcBef>
                <a:spcPct val="0"/>
              </a:spcBef>
              <a:buClrTx/>
              <a:buSzTx/>
              <a:buFont typeface="Arial" panose="020B0604020202020204" pitchFamily="34" charset="0"/>
              <a:buNone/>
            </a:pPr>
            <a:r>
              <a:rPr lang="en-US" altLang="zh-CN" b="1">
                <a:solidFill>
                  <a:schemeClr val="tx1"/>
                </a:solidFill>
                <a:latin typeface="Times New Roman" panose="02020603050405020304" pitchFamily="18" charset="0"/>
              </a:rPr>
              <a:t>⑤ </a:t>
            </a:r>
            <a:r>
              <a:rPr lang="en-US" altLang="zh-CN" b="1" i="1">
                <a:solidFill>
                  <a:schemeClr val="tx1"/>
                </a:solidFill>
                <a:latin typeface="Times New Roman" panose="02020603050405020304" pitchFamily="18" charset="0"/>
                <a:ea typeface="楷体_GB2312" panose="02010609030101010101" pitchFamily="49" charset="-122"/>
              </a:rPr>
              <a:t>F</a:t>
            </a:r>
            <a:r>
              <a:rPr lang="en-US" altLang="zh-CN" b="1">
                <a:solidFill>
                  <a:schemeClr val="tx1"/>
                </a:solidFill>
                <a:latin typeface="Times New Roman" panose="02020603050405020304" pitchFamily="18" charset="0"/>
                <a:ea typeface="楷体_GB2312" panose="02010609030101010101" pitchFamily="49" charset="-122"/>
              </a:rPr>
              <a:t> → ( </a:t>
            </a:r>
            <a:r>
              <a:rPr lang="en-US" altLang="zh-CN" b="1" i="1">
                <a:solidFill>
                  <a:schemeClr val="tx1"/>
                </a:solidFill>
                <a:latin typeface="Times New Roman" panose="02020603050405020304" pitchFamily="18" charset="0"/>
                <a:ea typeface="楷体_GB2312" panose="02010609030101010101" pitchFamily="49" charset="-122"/>
              </a:rPr>
              <a:t>E</a:t>
            </a:r>
            <a:r>
              <a:rPr lang="en-US" altLang="zh-CN" b="1">
                <a:solidFill>
                  <a:schemeClr val="tx1"/>
                </a:solidFill>
                <a:latin typeface="Times New Roman" panose="02020603050405020304" pitchFamily="18" charset="0"/>
                <a:ea typeface="楷体_GB2312" panose="02010609030101010101" pitchFamily="49" charset="-122"/>
              </a:rPr>
              <a:t> ) </a:t>
            </a:r>
          </a:p>
          <a:p>
            <a:pPr eaLnBrk="1" hangingPunct="1">
              <a:lnSpc>
                <a:spcPts val="2800"/>
              </a:lnSpc>
              <a:spcBef>
                <a:spcPct val="0"/>
              </a:spcBef>
              <a:buClrTx/>
              <a:buSzTx/>
              <a:buFont typeface="Arial" panose="020B0604020202020204" pitchFamily="34" charset="0"/>
              <a:buNone/>
            </a:pPr>
            <a:r>
              <a:rPr lang="zh-CN" altLang="en-US" b="1">
                <a:solidFill>
                  <a:schemeClr val="tx1"/>
                </a:solidFill>
                <a:latin typeface="Times New Roman" panose="02020603050405020304" pitchFamily="18" charset="0"/>
              </a:rPr>
              <a:t>⑥ </a:t>
            </a:r>
            <a:r>
              <a:rPr lang="en-US" altLang="zh-CN" b="1" i="1">
                <a:solidFill>
                  <a:schemeClr val="tx1"/>
                </a:solidFill>
                <a:latin typeface="Times New Roman" panose="02020603050405020304" pitchFamily="18" charset="0"/>
                <a:ea typeface="楷体_GB2312" panose="02010609030101010101" pitchFamily="49" charset="-122"/>
              </a:rPr>
              <a:t>F</a:t>
            </a:r>
            <a:r>
              <a:rPr lang="en-US" altLang="zh-CN" b="1">
                <a:solidFill>
                  <a:schemeClr val="tx1"/>
                </a:solidFill>
                <a:latin typeface="Times New Roman" panose="02020603050405020304" pitchFamily="18" charset="0"/>
                <a:ea typeface="楷体_GB2312" panose="02010609030101010101" pitchFamily="49" charset="-122"/>
              </a:rPr>
              <a:t> → id</a:t>
            </a:r>
          </a:p>
        </p:txBody>
      </p:sp>
      <p:sp>
        <p:nvSpPr>
          <p:cNvPr id="2" name="灯片编号占位符 1">
            <a:extLst>
              <a:ext uri="{FF2B5EF4-FFF2-40B4-BE49-F238E27FC236}">
                <a16:creationId xmlns:a16="http://schemas.microsoft.com/office/drawing/2014/main" id="{0CEC7F99-994A-4741-9350-E5C0FD6E8B4B}"/>
              </a:ext>
            </a:extLst>
          </p:cNvPr>
          <p:cNvSpPr>
            <a:spLocks noGrp="1"/>
          </p:cNvSpPr>
          <p:nvPr>
            <p:ph type="sldNum" sz="quarter" idx="12"/>
          </p:nvPr>
        </p:nvSpPr>
        <p:spPr/>
        <p:txBody>
          <a:bodyPr/>
          <a:lstStyle/>
          <a:p>
            <a:pPr>
              <a:defRPr/>
            </a:pPr>
            <a:fld id="{76D20AB1-C80E-44EB-B890-88EEF3B3DC08}" type="slidenum">
              <a:rPr lang="zh-CN" altLang="en-US" smtClean="0"/>
              <a:pPr>
                <a:defRPr/>
              </a:pPr>
              <a:t>34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anim calcmode="lin" valueType="num">
                                      <p:cBhvr>
                                        <p:cTn id="7" dur="500" fill="hold"/>
                                        <p:tgtEl>
                                          <p:spTgt spid="15257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5257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52579">
                                            <p:txEl>
                                              <p:pRg st="0" end="0"/>
                                            </p:txEl>
                                          </p:spTgt>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152579">
                                            <p:txEl>
                                              <p:pRg st="1" end="1"/>
                                            </p:txEl>
                                          </p:spTgt>
                                        </p:tgtEl>
                                        <p:attrNameLst>
                                          <p:attrName>style.visibility</p:attrName>
                                        </p:attrNameLst>
                                      </p:cBhvr>
                                      <p:to>
                                        <p:strVal val="visible"/>
                                      </p:to>
                                    </p:set>
                                    <p:anim calcmode="lin" valueType="num">
                                      <p:cBhvr>
                                        <p:cTn id="14" dur="500" fill="hold"/>
                                        <p:tgtEl>
                                          <p:spTgt spid="152579">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152579">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152579">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152579">
                                            <p:txEl>
                                              <p:pRg st="2" end="2"/>
                                            </p:txEl>
                                          </p:spTgt>
                                        </p:tgtEl>
                                        <p:attrNameLst>
                                          <p:attrName>style.visibility</p:attrName>
                                        </p:attrNameLst>
                                      </p:cBhvr>
                                      <p:to>
                                        <p:strVal val="visible"/>
                                      </p:to>
                                    </p:set>
                                    <p:anim calcmode="lin" valueType="num">
                                      <p:cBhvr>
                                        <p:cTn id="21" dur="500" fill="hold"/>
                                        <p:tgtEl>
                                          <p:spTgt spid="152579">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152579">
                                            <p:txEl>
                                              <p:pRg st="2" end="2"/>
                                            </p:txEl>
                                          </p:spTgt>
                                        </p:tgtEl>
                                        <p:attrNameLst>
                                          <p:attrName>ppt_h</p:attrName>
                                        </p:attrNameLst>
                                      </p:cBhvr>
                                      <p:tavLst>
                                        <p:tav tm="0">
                                          <p:val>
                                            <p:fltVal val="0"/>
                                          </p:val>
                                        </p:tav>
                                        <p:tav tm="100000">
                                          <p:val>
                                            <p:strVal val="#ppt_h"/>
                                          </p:val>
                                        </p:tav>
                                      </p:tavLst>
                                    </p:anim>
                                    <p:animEffect transition="in" filter="fade">
                                      <p:cBhvr>
                                        <p:cTn id="23" dur="500"/>
                                        <p:tgtEl>
                                          <p:spTgt spid="152579">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16" fill="hold" nodeType="clickEffect">
                                  <p:stCondLst>
                                    <p:cond delay="0"/>
                                  </p:stCondLst>
                                  <p:childTnLst>
                                    <p:set>
                                      <p:cBhvr>
                                        <p:cTn id="27" dur="1" fill="hold">
                                          <p:stCondLst>
                                            <p:cond delay="0"/>
                                          </p:stCondLst>
                                        </p:cTn>
                                        <p:tgtEl>
                                          <p:spTgt spid="152579">
                                            <p:txEl>
                                              <p:pRg st="3" end="3"/>
                                            </p:txEl>
                                          </p:spTgt>
                                        </p:tgtEl>
                                        <p:attrNameLst>
                                          <p:attrName>style.visibility</p:attrName>
                                        </p:attrNameLst>
                                      </p:cBhvr>
                                      <p:to>
                                        <p:strVal val="visible"/>
                                      </p:to>
                                    </p:set>
                                    <p:anim calcmode="lin" valueType="num">
                                      <p:cBhvr>
                                        <p:cTn id="28" dur="500" fill="hold"/>
                                        <p:tgtEl>
                                          <p:spTgt spid="152579">
                                            <p:txEl>
                                              <p:pRg st="3" end="3"/>
                                            </p:txEl>
                                          </p:spTgt>
                                        </p:tgtEl>
                                        <p:attrNameLst>
                                          <p:attrName>ppt_w</p:attrName>
                                        </p:attrNameLst>
                                      </p:cBhvr>
                                      <p:tavLst>
                                        <p:tav tm="0">
                                          <p:val>
                                            <p:fltVal val="0"/>
                                          </p:val>
                                        </p:tav>
                                        <p:tav tm="100000">
                                          <p:val>
                                            <p:strVal val="#ppt_w"/>
                                          </p:val>
                                        </p:tav>
                                      </p:tavLst>
                                    </p:anim>
                                    <p:anim calcmode="lin" valueType="num">
                                      <p:cBhvr>
                                        <p:cTn id="29" dur="500" fill="hold"/>
                                        <p:tgtEl>
                                          <p:spTgt spid="152579">
                                            <p:txEl>
                                              <p:pRg st="3" end="3"/>
                                            </p:txEl>
                                          </p:spTgt>
                                        </p:tgtEl>
                                        <p:attrNameLst>
                                          <p:attrName>ppt_h</p:attrName>
                                        </p:attrNameLst>
                                      </p:cBhvr>
                                      <p:tavLst>
                                        <p:tav tm="0">
                                          <p:val>
                                            <p:fltVal val="0"/>
                                          </p:val>
                                        </p:tav>
                                        <p:tav tm="100000">
                                          <p:val>
                                            <p:strVal val="#ppt_h"/>
                                          </p:val>
                                        </p:tav>
                                      </p:tavLst>
                                    </p:anim>
                                    <p:animEffect transition="in" filter="fade">
                                      <p:cBhvr>
                                        <p:cTn id="30" dur="500"/>
                                        <p:tgtEl>
                                          <p:spTgt spid="152579">
                                            <p:txEl>
                                              <p:pRg st="3" end="3"/>
                                            </p:txEl>
                                          </p:spTgt>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p:cTn id="33" dur="500" fill="hold"/>
                                        <p:tgtEl>
                                          <p:spTgt spid="4"/>
                                        </p:tgtEl>
                                        <p:attrNameLst>
                                          <p:attrName>ppt_w</p:attrName>
                                        </p:attrNameLst>
                                      </p:cBhvr>
                                      <p:tavLst>
                                        <p:tav tm="0">
                                          <p:val>
                                            <p:fltVal val="0"/>
                                          </p:val>
                                        </p:tav>
                                        <p:tav tm="100000">
                                          <p:val>
                                            <p:strVal val="#ppt_w"/>
                                          </p:val>
                                        </p:tav>
                                      </p:tavLst>
                                    </p:anim>
                                    <p:anim calcmode="lin" valueType="num">
                                      <p:cBhvr>
                                        <p:cTn id="34" dur="500" fill="hold"/>
                                        <p:tgtEl>
                                          <p:spTgt spid="4"/>
                                        </p:tgtEl>
                                        <p:attrNameLst>
                                          <p:attrName>ppt_h</p:attrName>
                                        </p:attrNameLst>
                                      </p:cBhvr>
                                      <p:tavLst>
                                        <p:tav tm="0">
                                          <p:val>
                                            <p:fltVal val="0"/>
                                          </p:val>
                                        </p:tav>
                                        <p:tav tm="100000">
                                          <p:val>
                                            <p:strVal val="#ppt_h"/>
                                          </p:val>
                                        </p:tav>
                                      </p:tavLst>
                                    </p:anim>
                                    <p:animEffect transition="in" filter="fade">
                                      <p:cBhvr>
                                        <p:cTn id="35" dur="500"/>
                                        <p:tgtEl>
                                          <p:spTgt spid="4"/>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 calcmode="lin" valueType="num">
                                      <p:cBhvr>
                                        <p:cTn id="38" dur="500" fill="hold"/>
                                        <p:tgtEl>
                                          <p:spTgt spid="6"/>
                                        </p:tgtEl>
                                        <p:attrNameLst>
                                          <p:attrName>ppt_w</p:attrName>
                                        </p:attrNameLst>
                                      </p:cBhvr>
                                      <p:tavLst>
                                        <p:tav tm="0">
                                          <p:val>
                                            <p:fltVal val="0"/>
                                          </p:val>
                                        </p:tav>
                                        <p:tav tm="100000">
                                          <p:val>
                                            <p:strVal val="#ppt_w"/>
                                          </p:val>
                                        </p:tav>
                                      </p:tavLst>
                                    </p:anim>
                                    <p:anim calcmode="lin" valueType="num">
                                      <p:cBhvr>
                                        <p:cTn id="39" dur="500" fill="hold"/>
                                        <p:tgtEl>
                                          <p:spTgt spid="6"/>
                                        </p:tgtEl>
                                        <p:attrNameLst>
                                          <p:attrName>ppt_h</p:attrName>
                                        </p:attrNameLst>
                                      </p:cBhvr>
                                      <p:tavLst>
                                        <p:tav tm="0">
                                          <p:val>
                                            <p:fltVal val="0"/>
                                          </p:val>
                                        </p:tav>
                                        <p:tav tm="100000">
                                          <p:val>
                                            <p:strVal val="#ppt_h"/>
                                          </p:val>
                                        </p:tav>
                                      </p:tavLst>
                                    </p:anim>
                                    <p:animEffect transition="in" filter="fade">
                                      <p:cBhvr>
                                        <p:cTn id="4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2122488" y="1552575"/>
            <a:ext cx="1296987" cy="1724025"/>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0</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E′→ </a:t>
            </a:r>
            <a:r>
              <a:rPr lang="en-US" altLang="zh-CN" sz="2000" b="1" i="1">
                <a:solidFill>
                  <a:srgbClr val="000000"/>
                </a:solidFill>
                <a:latin typeface="Times New Roman" panose="02020603050405020304" pitchFamily="18" charset="0"/>
                <a:cs typeface="Times New Roman" panose="02020603050405020304" pitchFamily="18" charset="0"/>
              </a:rPr>
              <a:t>· </a:t>
            </a:r>
            <a:r>
              <a:rPr lang="en-US" altLang="zh-CN" sz="2000" b="1" i="1">
                <a:solidFill>
                  <a:schemeClr val="tx1"/>
                </a:solidFill>
                <a:latin typeface="Times New Roman" panose="02020603050405020304" pitchFamily="18" charset="0"/>
                <a:cs typeface="Times New Roman" panose="02020603050405020304" pitchFamily="18" charset="0"/>
              </a:rPr>
              <a:t>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i="1">
                <a:solidFill>
                  <a:srgbClr val="000000"/>
                </a:solidFill>
                <a:latin typeface="Times New Roman" panose="02020603050405020304" pitchFamily="18" charset="0"/>
                <a:cs typeface="Times New Roman" panose="02020603050405020304" pitchFamily="18" charset="0"/>
              </a:rPr>
              <a:t> · </a:t>
            </a:r>
            <a:r>
              <a:rPr lang="en-US" altLang="zh-CN" sz="1800" b="1">
                <a:solidFill>
                  <a:schemeClr val="tx1"/>
                </a:solidFill>
                <a:latin typeface="Times New Roman" panose="02020603050405020304" pitchFamily="18" charset="0"/>
                <a:cs typeface="Times New Roman" panose="02020603050405020304" pitchFamily="18" charset="0"/>
              </a:rPr>
              <a:t>id</a:t>
            </a:r>
          </a:p>
        </p:txBody>
      </p:sp>
      <p:sp>
        <p:nvSpPr>
          <p:cNvPr id="81923" name="Text Box 3"/>
          <p:cNvSpPr txBox="1">
            <a:spLocks noChangeArrowheads="1"/>
          </p:cNvSpPr>
          <p:nvPr/>
        </p:nvSpPr>
        <p:spPr bwMode="auto">
          <a:xfrm>
            <a:off x="3779838" y="987425"/>
            <a:ext cx="1246187" cy="12620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1</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 *E</a:t>
            </a:r>
            <a:endParaRPr lang="en-US" altLang="zh-CN" sz="2000" b="1" i="1">
              <a:solidFill>
                <a:schemeClr val="tx1"/>
              </a:solidFill>
              <a:latin typeface="Times New Roman" panose="02020603050405020304" pitchFamily="18" charset="0"/>
              <a:cs typeface="Times New Roman" panose="02020603050405020304" pitchFamily="18" charset="0"/>
            </a:endParaRPr>
          </a:p>
        </p:txBody>
      </p:sp>
      <p:sp>
        <p:nvSpPr>
          <p:cNvPr id="81924" name="Line 4"/>
          <p:cNvSpPr>
            <a:spLocks noChangeShapeType="1"/>
          </p:cNvSpPr>
          <p:nvPr/>
        </p:nvSpPr>
        <p:spPr bwMode="auto">
          <a:xfrm flipV="1">
            <a:off x="3438525" y="1881188"/>
            <a:ext cx="31908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25" name="Text Box 5"/>
          <p:cNvSpPr txBox="1">
            <a:spLocks noChangeArrowheads="1"/>
          </p:cNvSpPr>
          <p:nvPr/>
        </p:nvSpPr>
        <p:spPr bwMode="auto">
          <a:xfrm>
            <a:off x="3805238" y="2424113"/>
            <a:ext cx="1214437" cy="17843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2</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i="1">
                <a:solidFill>
                  <a:srgbClr val="000000"/>
                </a:solidFill>
                <a:latin typeface="Times New Roman" panose="02020603050405020304" pitchFamily="18" charset="0"/>
                <a:cs typeface="Times New Roman" panose="02020603050405020304" pitchFamily="18" charset="0"/>
              </a:rPr>
              <a:t> · </a:t>
            </a:r>
            <a:r>
              <a:rPr lang="en-US" altLang="zh-CN" sz="1800" b="1">
                <a:solidFill>
                  <a:schemeClr val="tx1"/>
                </a:solidFill>
                <a:latin typeface="Times New Roman" panose="02020603050405020304" pitchFamily="18" charset="0"/>
                <a:cs typeface="Times New Roman" panose="02020603050405020304" pitchFamily="18" charset="0"/>
              </a:rPr>
              <a:t>id</a:t>
            </a:r>
          </a:p>
        </p:txBody>
      </p:sp>
      <p:sp>
        <p:nvSpPr>
          <p:cNvPr id="81926" name="Line 6"/>
          <p:cNvSpPr>
            <a:spLocks noChangeShapeType="1"/>
          </p:cNvSpPr>
          <p:nvPr/>
        </p:nvSpPr>
        <p:spPr bwMode="auto">
          <a:xfrm flipV="1">
            <a:off x="3432175" y="2714625"/>
            <a:ext cx="3841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27" name="Text Box 7"/>
          <p:cNvSpPr txBox="1">
            <a:spLocks noChangeArrowheads="1"/>
          </p:cNvSpPr>
          <p:nvPr/>
        </p:nvSpPr>
        <p:spPr bwMode="auto">
          <a:xfrm>
            <a:off x="3419475" y="2211388"/>
            <a:ext cx="503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28" name="Text Box 8"/>
          <p:cNvSpPr txBox="1">
            <a:spLocks noChangeArrowheads="1"/>
          </p:cNvSpPr>
          <p:nvPr/>
        </p:nvSpPr>
        <p:spPr bwMode="auto">
          <a:xfrm>
            <a:off x="2339975" y="4384675"/>
            <a:ext cx="1066800"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3</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a:solidFill>
                  <a:schemeClr val="tx1"/>
                </a:solidFill>
                <a:latin typeface="Times New Roman" panose="02020603050405020304" pitchFamily="18" charset="0"/>
                <a:cs typeface="Times New Roman" panose="02020603050405020304" pitchFamily="18" charset="0"/>
              </a:rPr>
              <a:t>id</a:t>
            </a:r>
            <a:r>
              <a:rPr lang="en-US" altLang="zh-CN" sz="2000" b="1" i="1">
                <a:solidFill>
                  <a:srgbClr val="000000"/>
                </a:solidFill>
                <a:latin typeface="Times New Roman" panose="02020603050405020304" pitchFamily="18" charset="0"/>
                <a:cs typeface="Times New Roman" panose="02020603050405020304" pitchFamily="18" charset="0"/>
              </a:rPr>
              <a:t> ·</a:t>
            </a:r>
            <a:endParaRPr lang="en-US" altLang="zh-CN" sz="2000" b="1" i="1">
              <a:solidFill>
                <a:schemeClr val="tx1"/>
              </a:solidFill>
              <a:latin typeface="Times New Roman" panose="02020603050405020304" pitchFamily="18" charset="0"/>
              <a:cs typeface="Times New Roman" panose="02020603050405020304" pitchFamily="18" charset="0"/>
            </a:endParaRPr>
          </a:p>
        </p:txBody>
      </p:sp>
      <p:sp>
        <p:nvSpPr>
          <p:cNvPr id="81929" name="Line 9"/>
          <p:cNvSpPr>
            <a:spLocks noChangeShapeType="1"/>
          </p:cNvSpPr>
          <p:nvPr/>
        </p:nvSpPr>
        <p:spPr bwMode="auto">
          <a:xfrm>
            <a:off x="2941638" y="3275013"/>
            <a:ext cx="9525" cy="109696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30" name="Text Box 10"/>
          <p:cNvSpPr txBox="1">
            <a:spLocks noChangeArrowheads="1"/>
          </p:cNvSpPr>
          <p:nvPr/>
        </p:nvSpPr>
        <p:spPr bwMode="auto">
          <a:xfrm>
            <a:off x="2533650" y="3279775"/>
            <a:ext cx="598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id</a:t>
            </a:r>
          </a:p>
        </p:txBody>
      </p:sp>
      <p:sp>
        <p:nvSpPr>
          <p:cNvPr id="81931" name="Text Box 11"/>
          <p:cNvSpPr txBox="1">
            <a:spLocks noChangeArrowheads="1"/>
          </p:cNvSpPr>
          <p:nvPr/>
        </p:nvSpPr>
        <p:spPr bwMode="auto">
          <a:xfrm>
            <a:off x="5753100" y="1022350"/>
            <a:ext cx="1211263" cy="14779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4</a:t>
            </a:r>
            <a:r>
              <a:rPr lang="en-US" altLang="zh-CN" sz="2000" b="1">
                <a:solidFill>
                  <a:schemeClr val="tx1"/>
                </a:solidFill>
                <a:latin typeface="Times New Roman" panose="02020603050405020304" pitchFamily="18" charset="0"/>
                <a:cs typeface="Times New Roman" panose="02020603050405020304" pitchFamily="18" charset="0"/>
              </a:rPr>
              <a:t>:</a:t>
            </a:r>
          </a:p>
          <a:p>
            <a:pPr>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a:t>
            </a:r>
            <a:endParaRPr lang="en-US" altLang="zh-CN" sz="2000" b="1" i="1">
              <a:solidFill>
                <a:schemeClr val="tx1"/>
              </a:solidFill>
              <a:latin typeface="Times New Roman" panose="02020603050405020304" pitchFamily="18" charset="0"/>
              <a:cs typeface="Times New Roman" panose="02020603050405020304" pitchFamily="18" charset="0"/>
            </a:endParaRP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id</a:t>
            </a:r>
          </a:p>
        </p:txBody>
      </p:sp>
      <p:sp>
        <p:nvSpPr>
          <p:cNvPr id="81932" name="Text Box 12"/>
          <p:cNvSpPr txBox="1">
            <a:spLocks noChangeArrowheads="1"/>
          </p:cNvSpPr>
          <p:nvPr/>
        </p:nvSpPr>
        <p:spPr bwMode="auto">
          <a:xfrm>
            <a:off x="5753100" y="2535238"/>
            <a:ext cx="1250950" cy="147637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5</a:t>
            </a:r>
            <a:r>
              <a:rPr lang="en-US" altLang="zh-CN" sz="2000" b="1">
                <a:solidFill>
                  <a:schemeClr val="tx1"/>
                </a:solidFill>
                <a:latin typeface="Times New Roman" panose="02020603050405020304" pitchFamily="18" charset="0"/>
                <a:cs typeface="Times New Roman" panose="02020603050405020304" pitchFamily="18" charset="0"/>
              </a:rPr>
              <a:t>:</a:t>
            </a:r>
          </a:p>
          <a:p>
            <a:pPr>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E*E</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id</a:t>
            </a:r>
          </a:p>
        </p:txBody>
      </p:sp>
      <p:sp>
        <p:nvSpPr>
          <p:cNvPr id="81933" name="Text Box 15"/>
          <p:cNvSpPr txBox="1">
            <a:spLocks noChangeArrowheads="1"/>
          </p:cNvSpPr>
          <p:nvPr/>
        </p:nvSpPr>
        <p:spPr bwMode="auto">
          <a:xfrm>
            <a:off x="3470275" y="3662363"/>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id</a:t>
            </a:r>
          </a:p>
        </p:txBody>
      </p:sp>
      <p:sp>
        <p:nvSpPr>
          <p:cNvPr id="81934" name="Text Box 17"/>
          <p:cNvSpPr txBox="1">
            <a:spLocks noChangeArrowheads="1"/>
          </p:cNvSpPr>
          <p:nvPr/>
        </p:nvSpPr>
        <p:spPr bwMode="auto">
          <a:xfrm>
            <a:off x="5753100" y="4076700"/>
            <a:ext cx="1244600" cy="101600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6</a:t>
            </a:r>
            <a:r>
              <a:rPr lang="en-US" altLang="zh-CN" sz="2000" b="1">
                <a:solidFill>
                  <a:schemeClr val="tx1"/>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a:solidFill>
                  <a:schemeClr val="tx1"/>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a:t>
            </a:r>
          </a:p>
          <a:p>
            <a:pPr eaLnBrk="1" hangingPunct="1">
              <a:lnSpc>
                <a:spcPts val="1800"/>
              </a:lnSpc>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a:t>
            </a:r>
            <a:r>
              <a:rPr lang="en-US" altLang="zh-CN" sz="1800" b="1" i="1">
                <a:solidFill>
                  <a:srgbClr val="000000"/>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*E</a:t>
            </a:r>
          </a:p>
        </p:txBody>
      </p:sp>
      <p:sp>
        <p:nvSpPr>
          <p:cNvPr id="81935" name="Line 18"/>
          <p:cNvSpPr>
            <a:spLocks noChangeShapeType="1"/>
          </p:cNvSpPr>
          <p:nvPr/>
        </p:nvSpPr>
        <p:spPr bwMode="auto">
          <a:xfrm>
            <a:off x="5026025" y="3937000"/>
            <a:ext cx="719138" cy="277813"/>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36" name="Text Box 19"/>
          <p:cNvSpPr txBox="1">
            <a:spLocks noChangeArrowheads="1"/>
          </p:cNvSpPr>
          <p:nvPr/>
        </p:nvSpPr>
        <p:spPr bwMode="auto">
          <a:xfrm>
            <a:off x="4951413" y="346392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E</a:t>
            </a:r>
          </a:p>
        </p:txBody>
      </p:sp>
      <p:sp>
        <p:nvSpPr>
          <p:cNvPr id="81937" name="Text Box 20"/>
          <p:cNvSpPr txBox="1">
            <a:spLocks noChangeArrowheads="1"/>
          </p:cNvSpPr>
          <p:nvPr/>
        </p:nvSpPr>
        <p:spPr bwMode="auto">
          <a:xfrm>
            <a:off x="7408863" y="701675"/>
            <a:ext cx="1296987" cy="129381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FF0000"/>
                </a:solidFill>
                <a:latin typeface="Times New Roman" panose="02020603050405020304" pitchFamily="18" charset="0"/>
                <a:cs typeface="Times New Roman" panose="02020603050405020304" pitchFamily="18" charset="0"/>
              </a:rPr>
              <a:t>I</a:t>
            </a:r>
            <a:r>
              <a:rPr lang="en-US" altLang="zh-CN" sz="2000" b="1" i="1" baseline="-25000" dirty="0">
                <a:solidFill>
                  <a:srgbClr val="FF0000"/>
                </a:solidFill>
                <a:latin typeface="Times New Roman" panose="02020603050405020304" pitchFamily="18" charset="0"/>
                <a:cs typeface="Times New Roman" panose="02020603050405020304" pitchFamily="18" charset="0"/>
              </a:rPr>
              <a:t>7</a:t>
            </a:r>
            <a:r>
              <a:rPr lang="en-US" altLang="zh-CN" sz="2000" b="1" dirty="0">
                <a:solidFill>
                  <a:srgbClr val="FF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E→E+E</a:t>
            </a:r>
            <a:r>
              <a:rPr lang="en-US" altLang="zh-CN" sz="2000" b="1" i="1" dirty="0">
                <a:solidFill>
                  <a:srgbClr val="FF0000"/>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 · *E</a:t>
            </a:r>
            <a:endParaRPr lang="en-US" altLang="zh-CN" sz="2000" b="1" i="1" dirty="0">
              <a:solidFill>
                <a:srgbClr val="FF0000"/>
              </a:solidFill>
              <a:latin typeface="Times New Roman" panose="02020603050405020304" pitchFamily="18" charset="0"/>
              <a:cs typeface="Times New Roman" panose="02020603050405020304" pitchFamily="18" charset="0"/>
            </a:endParaRPr>
          </a:p>
        </p:txBody>
      </p:sp>
      <p:sp>
        <p:nvSpPr>
          <p:cNvPr id="81938" name="Line 21"/>
          <p:cNvSpPr>
            <a:spLocks noChangeShapeType="1"/>
          </p:cNvSpPr>
          <p:nvPr/>
        </p:nvSpPr>
        <p:spPr bwMode="auto">
          <a:xfrm flipH="1">
            <a:off x="3402013" y="4108450"/>
            <a:ext cx="361950" cy="54133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39" name="Text Box 22"/>
          <p:cNvSpPr txBox="1">
            <a:spLocks noChangeArrowheads="1"/>
          </p:cNvSpPr>
          <p:nvPr/>
        </p:nvSpPr>
        <p:spPr bwMode="auto">
          <a:xfrm>
            <a:off x="6948488" y="375761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40" name="Text Box 23"/>
          <p:cNvSpPr txBox="1">
            <a:spLocks noChangeArrowheads="1"/>
          </p:cNvSpPr>
          <p:nvPr/>
        </p:nvSpPr>
        <p:spPr bwMode="auto">
          <a:xfrm>
            <a:off x="7418388" y="2438400"/>
            <a:ext cx="1296987" cy="12922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dirty="0">
                <a:solidFill>
                  <a:srgbClr val="FF0000"/>
                </a:solidFill>
                <a:latin typeface="Times New Roman" panose="02020603050405020304" pitchFamily="18" charset="0"/>
                <a:cs typeface="Times New Roman" panose="02020603050405020304" pitchFamily="18" charset="0"/>
              </a:rPr>
              <a:t>I</a:t>
            </a:r>
            <a:r>
              <a:rPr lang="en-US" altLang="zh-CN" sz="2000" b="1" i="1" baseline="-25000" dirty="0">
                <a:solidFill>
                  <a:srgbClr val="FF0000"/>
                </a:solidFill>
                <a:latin typeface="Times New Roman" panose="02020603050405020304" pitchFamily="18" charset="0"/>
                <a:cs typeface="Times New Roman" panose="02020603050405020304" pitchFamily="18" charset="0"/>
              </a:rPr>
              <a:t>8</a:t>
            </a:r>
            <a:r>
              <a:rPr lang="en-US" altLang="zh-CN" sz="2000" b="1" dirty="0">
                <a:solidFill>
                  <a:srgbClr val="FF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E→E*E</a:t>
            </a:r>
            <a:r>
              <a:rPr lang="en-US" altLang="zh-CN" sz="2000" b="1" i="1" dirty="0">
                <a:solidFill>
                  <a:srgbClr val="FF0000"/>
                </a:solidFill>
                <a:latin typeface="Times New Roman" panose="02020603050405020304" pitchFamily="18" charset="0"/>
                <a:cs typeface="Times New Roman" panose="02020603050405020304" pitchFamily="18" charset="0"/>
              </a:rPr>
              <a:t> ·</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+E</a:t>
            </a:r>
          </a:p>
          <a:p>
            <a:pPr eaLnBrk="1" hangingPunct="1">
              <a:spcBef>
                <a:spcPct val="0"/>
              </a:spcBef>
              <a:buClrTx/>
              <a:buSzTx/>
              <a:buFont typeface="Arial" panose="020B0604020202020204" pitchFamily="34" charset="0"/>
              <a:buNone/>
            </a:pPr>
            <a:r>
              <a:rPr lang="en-US" altLang="zh-CN" sz="1800" b="1" i="1" dirty="0">
                <a:solidFill>
                  <a:srgbClr val="FF0000"/>
                </a:solidFill>
                <a:latin typeface="Times New Roman" panose="02020603050405020304" pitchFamily="18" charset="0"/>
                <a:cs typeface="Times New Roman" panose="02020603050405020304" pitchFamily="18" charset="0"/>
              </a:rPr>
              <a:t>E→E</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a:t>
            </a:r>
            <a:r>
              <a:rPr lang="en-US" altLang="zh-CN" sz="1800" b="1" i="1" dirty="0">
                <a:solidFill>
                  <a:srgbClr val="000000"/>
                </a:solidFill>
                <a:latin typeface="Times New Roman" panose="02020603050405020304" pitchFamily="18" charset="0"/>
                <a:cs typeface="Times New Roman" panose="02020603050405020304" pitchFamily="18" charset="0"/>
              </a:rPr>
              <a:t> </a:t>
            </a:r>
            <a:r>
              <a:rPr lang="en-US" altLang="zh-CN" sz="1800" b="1" i="1" dirty="0">
                <a:solidFill>
                  <a:srgbClr val="FF0000"/>
                </a:solidFill>
                <a:latin typeface="Times New Roman" panose="02020603050405020304" pitchFamily="18" charset="0"/>
                <a:cs typeface="Times New Roman" panose="02020603050405020304" pitchFamily="18" charset="0"/>
              </a:rPr>
              <a:t>*E</a:t>
            </a:r>
            <a:endParaRPr lang="en-US" altLang="zh-CN" sz="2000" b="1" i="1" dirty="0">
              <a:solidFill>
                <a:srgbClr val="FF0000"/>
              </a:solidFill>
              <a:latin typeface="Times New Roman" panose="02020603050405020304" pitchFamily="18" charset="0"/>
              <a:cs typeface="Times New Roman" panose="02020603050405020304" pitchFamily="18" charset="0"/>
            </a:endParaRPr>
          </a:p>
        </p:txBody>
      </p:sp>
      <p:sp>
        <p:nvSpPr>
          <p:cNvPr id="81941" name="Line 24"/>
          <p:cNvSpPr>
            <a:spLocks noChangeShapeType="1"/>
          </p:cNvSpPr>
          <p:nvPr/>
        </p:nvSpPr>
        <p:spPr bwMode="auto">
          <a:xfrm>
            <a:off x="5026025" y="1131888"/>
            <a:ext cx="7397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42" name="Text Box 25"/>
          <p:cNvSpPr txBox="1">
            <a:spLocks noChangeArrowheads="1"/>
          </p:cNvSpPr>
          <p:nvPr/>
        </p:nvSpPr>
        <p:spPr bwMode="auto">
          <a:xfrm>
            <a:off x="5011738" y="814388"/>
            <a:ext cx="381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43" name="Text Box 26"/>
          <p:cNvSpPr txBox="1">
            <a:spLocks noChangeArrowheads="1"/>
          </p:cNvSpPr>
          <p:nvPr/>
        </p:nvSpPr>
        <p:spPr bwMode="auto">
          <a:xfrm>
            <a:off x="7405688" y="4370388"/>
            <a:ext cx="1223962"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chemeClr val="tx1"/>
                </a:solidFill>
                <a:latin typeface="Times New Roman" panose="02020603050405020304" pitchFamily="18" charset="0"/>
                <a:cs typeface="Times New Roman" panose="02020603050405020304" pitchFamily="18" charset="0"/>
              </a:rPr>
              <a:t>I</a:t>
            </a:r>
            <a:r>
              <a:rPr lang="en-US" altLang="zh-CN" sz="2000" b="1" i="1" baseline="-25000">
                <a:solidFill>
                  <a:schemeClr val="tx1"/>
                </a:solidFill>
                <a:latin typeface="Times New Roman" panose="02020603050405020304" pitchFamily="18" charset="0"/>
                <a:cs typeface="Times New Roman" panose="02020603050405020304" pitchFamily="18" charset="0"/>
              </a:rPr>
              <a:t>9</a:t>
            </a:r>
            <a:r>
              <a:rPr lang="en-US" altLang="zh-CN" sz="2000"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1800" b="1" i="1">
                <a:solidFill>
                  <a:schemeClr val="tx1"/>
                </a:solidFill>
                <a:latin typeface="Times New Roman" panose="02020603050405020304" pitchFamily="18" charset="0"/>
                <a:cs typeface="Times New Roman" panose="02020603050405020304" pitchFamily="18" charset="0"/>
              </a:rPr>
              <a:t>E</a:t>
            </a:r>
            <a:r>
              <a:rPr lang="en-US" altLang="zh-CN" sz="1800" b="1">
                <a:solidFill>
                  <a:schemeClr val="tx1"/>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 ·</a:t>
            </a:r>
            <a:endParaRPr lang="en-US" altLang="zh-CN" sz="2000" b="1" i="1">
              <a:solidFill>
                <a:schemeClr val="tx1"/>
              </a:solidFill>
              <a:latin typeface="Times New Roman" panose="02020603050405020304" pitchFamily="18" charset="0"/>
              <a:cs typeface="Times New Roman" panose="02020603050405020304" pitchFamily="18" charset="0"/>
            </a:endParaRPr>
          </a:p>
        </p:txBody>
      </p:sp>
      <p:sp>
        <p:nvSpPr>
          <p:cNvPr id="81944" name="Line 27"/>
          <p:cNvSpPr>
            <a:spLocks noChangeShapeType="1"/>
          </p:cNvSpPr>
          <p:nvPr/>
        </p:nvSpPr>
        <p:spPr bwMode="auto">
          <a:xfrm>
            <a:off x="6970713" y="3141663"/>
            <a:ext cx="47148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45" name="Text Box 28"/>
          <p:cNvSpPr txBox="1">
            <a:spLocks noChangeArrowheads="1"/>
          </p:cNvSpPr>
          <p:nvPr/>
        </p:nvSpPr>
        <p:spPr bwMode="auto">
          <a:xfrm>
            <a:off x="6980238" y="261302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E</a:t>
            </a:r>
          </a:p>
        </p:txBody>
      </p:sp>
      <p:sp>
        <p:nvSpPr>
          <p:cNvPr id="81946" name="Line 29"/>
          <p:cNvSpPr>
            <a:spLocks noChangeShapeType="1"/>
          </p:cNvSpPr>
          <p:nvPr/>
        </p:nvSpPr>
        <p:spPr bwMode="auto">
          <a:xfrm>
            <a:off x="5043488" y="1698625"/>
            <a:ext cx="698500" cy="9271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47" name="Text Box 30"/>
          <p:cNvSpPr txBox="1">
            <a:spLocks noChangeArrowheads="1"/>
          </p:cNvSpPr>
          <p:nvPr/>
        </p:nvSpPr>
        <p:spPr bwMode="auto">
          <a:xfrm>
            <a:off x="4954588" y="138112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chemeClr val="tx1"/>
                </a:solidFill>
                <a:latin typeface="Times New Roman" panose="02020603050405020304" pitchFamily="18" charset="0"/>
                <a:ea typeface="楷体_GB2312" panose="02010609030101010101" pitchFamily="49" charset="-122"/>
              </a:rPr>
              <a:t>*</a:t>
            </a:r>
          </a:p>
        </p:txBody>
      </p:sp>
      <p:sp>
        <p:nvSpPr>
          <p:cNvPr id="81948" name="Text Box 32"/>
          <p:cNvSpPr txBox="1">
            <a:spLocks noChangeArrowheads="1"/>
          </p:cNvSpPr>
          <p:nvPr/>
        </p:nvSpPr>
        <p:spPr bwMode="auto">
          <a:xfrm>
            <a:off x="7010400" y="470217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49" name="Text Box 34"/>
          <p:cNvSpPr txBox="1">
            <a:spLocks noChangeArrowheads="1"/>
          </p:cNvSpPr>
          <p:nvPr/>
        </p:nvSpPr>
        <p:spPr bwMode="auto">
          <a:xfrm>
            <a:off x="1916113" y="685800"/>
            <a:ext cx="68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id</a:t>
            </a:r>
          </a:p>
        </p:txBody>
      </p:sp>
      <p:sp>
        <p:nvSpPr>
          <p:cNvPr id="81950" name="Text Box 35"/>
          <p:cNvSpPr txBox="1">
            <a:spLocks noChangeArrowheads="1"/>
          </p:cNvSpPr>
          <p:nvPr/>
        </p:nvSpPr>
        <p:spPr bwMode="auto">
          <a:xfrm>
            <a:off x="3419475" y="1389063"/>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E</a:t>
            </a:r>
          </a:p>
        </p:txBody>
      </p:sp>
      <p:sp>
        <p:nvSpPr>
          <p:cNvPr id="180255" name="Rectangle 37"/>
          <p:cNvSpPr>
            <a:spLocks noChangeArrowheads="1"/>
          </p:cNvSpPr>
          <p:nvPr/>
        </p:nvSpPr>
        <p:spPr bwMode="auto">
          <a:xfrm>
            <a:off x="527050" y="1516063"/>
            <a:ext cx="1165225" cy="1631950"/>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buClr>
                <a:srgbClr val="000000"/>
              </a:buClr>
              <a:buFont typeface="Arial" panose="020B0604020202020204" pitchFamily="34" charset="0"/>
              <a:buNone/>
              <a:defRPr/>
            </a:pPr>
            <a:r>
              <a:rPr lang="zh-CN" altLang="en-US" sz="2000" b="1" noProof="1">
                <a:latin typeface="华文楷体" pitchFamily="2" charset="-122"/>
                <a:ea typeface="华文楷体" pitchFamily="2" charset="-122"/>
              </a:rPr>
              <a:t>文法</a:t>
            </a:r>
            <a:endParaRPr lang="zh-CN" altLang="zh-CN" sz="2000" b="1" noProof="1">
              <a:latin typeface="华文楷体" pitchFamily="2" charset="-122"/>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i="1" noProof="1">
                <a:latin typeface="Times New Roman" pitchFamily="18" charset="0"/>
                <a:ea typeface="Times New Roman" pitchFamily="18" charset="0"/>
                <a:cs typeface="华文楷体" pitchFamily="2" charset="-122"/>
              </a:rPr>
              <a:t>E→E+E</a:t>
            </a:r>
            <a:endParaRPr lang="en-US" altLang="zh-CN" sz="2000" b="1" i="1" noProof="1">
              <a:latin typeface="Times New Roman" pitchFamily="18" charset="0"/>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i="1" noProof="1">
                <a:latin typeface="Times New Roman" pitchFamily="18" charset="0"/>
                <a:cs typeface="Times New Roman" pitchFamily="18" charset="0"/>
              </a:rPr>
              <a:t>E→E*E</a:t>
            </a:r>
          </a:p>
          <a:p>
            <a:pPr marL="609600" indent="-609600" eaLnBrk="1" hangingPunct="1">
              <a:buClr>
                <a:srgbClr val="000000"/>
              </a:buClr>
              <a:buFont typeface="Arial" panose="020B0604020202020204" pitchFamily="34" charset="0"/>
              <a:buNone/>
              <a:defRPr/>
            </a:pPr>
            <a:r>
              <a:rPr lang="en-US" altLang="zh-CN" sz="2000" b="1" i="1" noProof="1">
                <a:latin typeface="Times New Roman" pitchFamily="18" charset="0"/>
                <a:cs typeface="Times New Roman" pitchFamily="18" charset="0"/>
              </a:rPr>
              <a:t>E→</a:t>
            </a:r>
            <a:r>
              <a:rPr lang="en-US" altLang="zh-CN" sz="2000" b="1" noProof="1">
                <a:latin typeface="Times New Roman" pitchFamily="18" charset="0"/>
                <a:cs typeface="Times New Roman" pitchFamily="18" charset="0"/>
              </a:rPr>
              <a:t>(</a:t>
            </a:r>
            <a:r>
              <a:rPr lang="en-US" altLang="zh-CN" sz="2000" b="1" i="1" noProof="1">
                <a:latin typeface="Times New Roman" pitchFamily="18" charset="0"/>
                <a:cs typeface="Times New Roman" pitchFamily="18" charset="0"/>
              </a:rPr>
              <a:t>E</a:t>
            </a:r>
            <a:r>
              <a:rPr lang="en-US" altLang="zh-CN" sz="2000" b="1" noProof="1">
                <a:latin typeface="Times New Roman" pitchFamily="18" charset="0"/>
                <a:cs typeface="Times New Roman" pitchFamily="18" charset="0"/>
              </a:rPr>
              <a:t>)</a:t>
            </a:r>
          </a:p>
          <a:p>
            <a:pPr marL="609600" indent="-609600" eaLnBrk="1" hangingPunct="1">
              <a:buClr>
                <a:srgbClr val="000000"/>
              </a:buClr>
              <a:buFont typeface="Arial" panose="020B0604020202020204" pitchFamily="34" charset="0"/>
              <a:buNone/>
              <a:defRPr/>
            </a:pPr>
            <a:r>
              <a:rPr lang="en-US" altLang="zh-CN" sz="2000" b="1" i="1" noProof="1">
                <a:latin typeface="Times New Roman" pitchFamily="18" charset="0"/>
                <a:cs typeface="Times New Roman" pitchFamily="18" charset="0"/>
              </a:rPr>
              <a:t>E→</a:t>
            </a:r>
            <a:r>
              <a:rPr lang="en-US" altLang="zh-CN" sz="2000" b="1" noProof="1">
                <a:latin typeface="Times New Roman" pitchFamily="18" charset="0"/>
                <a:cs typeface="Times New Roman" pitchFamily="18" charset="0"/>
              </a:rPr>
              <a:t>id</a:t>
            </a:r>
          </a:p>
        </p:txBody>
      </p:sp>
      <p:sp>
        <p:nvSpPr>
          <p:cNvPr id="81952" name="Line 38"/>
          <p:cNvSpPr>
            <a:spLocks noChangeShapeType="1"/>
          </p:cNvSpPr>
          <p:nvPr/>
        </p:nvSpPr>
        <p:spPr bwMode="auto">
          <a:xfrm rot="10800000">
            <a:off x="5043488" y="3186113"/>
            <a:ext cx="6873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53" name="Text Box 39"/>
          <p:cNvSpPr txBox="1">
            <a:spLocks noChangeArrowheads="1"/>
          </p:cNvSpPr>
          <p:nvPr/>
        </p:nvSpPr>
        <p:spPr bwMode="auto">
          <a:xfrm>
            <a:off x="5395913" y="3519488"/>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id</a:t>
            </a:r>
          </a:p>
        </p:txBody>
      </p:sp>
      <p:sp>
        <p:nvSpPr>
          <p:cNvPr id="81954" name="Text Box 47"/>
          <p:cNvSpPr txBox="1">
            <a:spLocks noChangeArrowheads="1"/>
          </p:cNvSpPr>
          <p:nvPr/>
        </p:nvSpPr>
        <p:spPr bwMode="auto">
          <a:xfrm>
            <a:off x="3324225" y="3113088"/>
            <a:ext cx="503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55" name="Line 48"/>
          <p:cNvSpPr>
            <a:spLocks noChangeShapeType="1"/>
          </p:cNvSpPr>
          <p:nvPr/>
        </p:nvSpPr>
        <p:spPr bwMode="auto">
          <a:xfrm>
            <a:off x="6964363" y="1347788"/>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56" name="Text Box 49"/>
          <p:cNvSpPr txBox="1">
            <a:spLocks noChangeArrowheads="1"/>
          </p:cNvSpPr>
          <p:nvPr/>
        </p:nvSpPr>
        <p:spPr bwMode="auto">
          <a:xfrm>
            <a:off x="7019925" y="91440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E</a:t>
            </a:r>
          </a:p>
        </p:txBody>
      </p:sp>
      <p:sp>
        <p:nvSpPr>
          <p:cNvPr id="81957" name="Line 50"/>
          <p:cNvSpPr>
            <a:spLocks noChangeShapeType="1"/>
          </p:cNvSpPr>
          <p:nvPr/>
        </p:nvSpPr>
        <p:spPr bwMode="auto">
          <a:xfrm flipH="1">
            <a:off x="5049838" y="1676400"/>
            <a:ext cx="668337" cy="10191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58" name="Text Box 51"/>
          <p:cNvSpPr txBox="1">
            <a:spLocks noChangeArrowheads="1"/>
          </p:cNvSpPr>
          <p:nvPr/>
        </p:nvSpPr>
        <p:spPr bwMode="auto">
          <a:xfrm>
            <a:off x="5407025" y="1290638"/>
            <a:ext cx="5032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59" name="Line 55"/>
          <p:cNvSpPr>
            <a:spLocks noChangeShapeType="1"/>
          </p:cNvSpPr>
          <p:nvPr/>
        </p:nvSpPr>
        <p:spPr bwMode="auto">
          <a:xfrm>
            <a:off x="1987550" y="4516438"/>
            <a:ext cx="3524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60" name="Line 58"/>
          <p:cNvSpPr>
            <a:spLocks noChangeShapeType="1"/>
          </p:cNvSpPr>
          <p:nvPr/>
        </p:nvSpPr>
        <p:spPr bwMode="auto">
          <a:xfrm flipV="1">
            <a:off x="6243638" y="771525"/>
            <a:ext cx="0" cy="2159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1" name="Line 59"/>
          <p:cNvSpPr>
            <a:spLocks noChangeShapeType="1"/>
          </p:cNvSpPr>
          <p:nvPr/>
        </p:nvSpPr>
        <p:spPr bwMode="auto">
          <a:xfrm flipH="1">
            <a:off x="1962150" y="758825"/>
            <a:ext cx="4281488" cy="127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2" name="Line 60"/>
          <p:cNvSpPr>
            <a:spLocks noChangeShapeType="1"/>
          </p:cNvSpPr>
          <p:nvPr/>
        </p:nvSpPr>
        <p:spPr bwMode="auto">
          <a:xfrm>
            <a:off x="1979613" y="771525"/>
            <a:ext cx="0" cy="37449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3" name="Text Box 61"/>
          <p:cNvSpPr txBox="1">
            <a:spLocks noChangeArrowheads="1"/>
          </p:cNvSpPr>
          <p:nvPr/>
        </p:nvSpPr>
        <p:spPr bwMode="auto">
          <a:xfrm>
            <a:off x="5497513" y="2757488"/>
            <a:ext cx="503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a:solidFill>
                  <a:schemeClr val="tx1"/>
                </a:solidFill>
                <a:latin typeface="Times New Roman" panose="02020603050405020304" pitchFamily="18" charset="0"/>
                <a:cs typeface="Times New Roman" panose="02020603050405020304" pitchFamily="18" charset="0"/>
              </a:rPr>
              <a:t>(</a:t>
            </a:r>
          </a:p>
        </p:txBody>
      </p:sp>
      <p:sp>
        <p:nvSpPr>
          <p:cNvPr id="81964" name="Line 62"/>
          <p:cNvSpPr>
            <a:spLocks noChangeShapeType="1"/>
          </p:cNvSpPr>
          <p:nvPr/>
        </p:nvSpPr>
        <p:spPr bwMode="auto">
          <a:xfrm flipH="1">
            <a:off x="3414713" y="3929063"/>
            <a:ext cx="2327275" cy="10477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65" name="Line 63"/>
          <p:cNvSpPr>
            <a:spLocks noChangeShapeType="1"/>
          </p:cNvSpPr>
          <p:nvPr/>
        </p:nvSpPr>
        <p:spPr bwMode="auto">
          <a:xfrm flipV="1">
            <a:off x="7026275" y="4732338"/>
            <a:ext cx="38893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66" name="Line 64"/>
          <p:cNvSpPr>
            <a:spLocks noChangeShapeType="1"/>
          </p:cNvSpPr>
          <p:nvPr/>
        </p:nvSpPr>
        <p:spPr bwMode="auto">
          <a:xfrm flipH="1" flipV="1">
            <a:off x="8816975" y="2211388"/>
            <a:ext cx="3175" cy="20891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7" name="Line 66"/>
          <p:cNvSpPr>
            <a:spLocks noChangeShapeType="1"/>
          </p:cNvSpPr>
          <p:nvPr/>
        </p:nvSpPr>
        <p:spPr bwMode="auto">
          <a:xfrm flipH="1">
            <a:off x="7027863" y="4275138"/>
            <a:ext cx="1789112" cy="142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8" name="Text Box 69"/>
          <p:cNvSpPr txBox="1">
            <a:spLocks noChangeArrowheads="1"/>
          </p:cNvSpPr>
          <p:nvPr/>
        </p:nvSpPr>
        <p:spPr bwMode="auto">
          <a:xfrm>
            <a:off x="6965950" y="4192588"/>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chemeClr val="tx1"/>
                </a:solidFill>
                <a:latin typeface="Times New Roman" panose="02020603050405020304" pitchFamily="18" charset="0"/>
                <a:cs typeface="Times New Roman" panose="02020603050405020304" pitchFamily="18" charset="0"/>
              </a:rPr>
              <a:t>+</a:t>
            </a:r>
          </a:p>
        </p:txBody>
      </p:sp>
      <p:sp>
        <p:nvSpPr>
          <p:cNvPr id="81969" name="Line 38"/>
          <p:cNvSpPr>
            <a:spLocks noChangeShapeType="1"/>
          </p:cNvSpPr>
          <p:nvPr/>
        </p:nvSpPr>
        <p:spPr bwMode="auto">
          <a:xfrm rot="10800000" flipV="1">
            <a:off x="6964363" y="2211388"/>
            <a:ext cx="185261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1970"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二义性算术</a:t>
            </a:r>
            <a:r>
              <a:rPr lang="zh-CN" altLang="en-US" sz="3000">
                <a:solidFill>
                  <a:srgbClr val="000000"/>
                </a:solidFill>
                <a:latin typeface="微软雅黑" panose="020B0503020204020204" pitchFamily="34" charset="-122"/>
                <a:ea typeface="微软雅黑" panose="020B0503020204020204" pitchFamily="34" charset="-122"/>
              </a:rPr>
              <a:t>表达式</a:t>
            </a:r>
            <a:r>
              <a:rPr lang="zh-CN" altLang="en-US" sz="3000">
                <a:solidFill>
                  <a:schemeClr val="tx1"/>
                </a:solidFill>
                <a:latin typeface="微软雅黑" panose="020B0503020204020204" pitchFamily="34" charset="-122"/>
                <a:ea typeface="微软雅黑" panose="020B0503020204020204" pitchFamily="34" charset="-122"/>
              </a:rPr>
              <a:t>文法的</a:t>
            </a:r>
            <a:r>
              <a:rPr lang="en-US" altLang="zh-CN" sz="3000" i="1">
                <a:solidFill>
                  <a:schemeClr val="tx1"/>
                </a:solidFill>
                <a:ea typeface="黑体" panose="02010609060101010101" pitchFamily="49" charset="-122"/>
                <a:cs typeface="Times New Roman" panose="02020603050405020304" pitchFamily="18" charset="0"/>
              </a:rPr>
              <a:t>LR</a:t>
            </a:r>
            <a:r>
              <a:rPr lang="en-US" altLang="zh-CN" sz="3000">
                <a:solidFill>
                  <a:schemeClr val="tx1"/>
                </a:solidFill>
                <a:ea typeface="黑体" panose="02010609060101010101" pitchFamily="49" charset="-122"/>
                <a:cs typeface="Times New Roman" panose="02020603050405020304" pitchFamily="18" charset="0"/>
              </a:rPr>
              <a:t>(0)</a:t>
            </a:r>
            <a:r>
              <a:rPr lang="zh-CN" altLang="en-US" sz="3000">
                <a:solidFill>
                  <a:schemeClr val="tx1"/>
                </a:solidFill>
                <a:latin typeface="微软雅黑" panose="020B0503020204020204" pitchFamily="34" charset="-122"/>
                <a:ea typeface="微软雅黑" panose="020B0503020204020204" pitchFamily="34" charset="-122"/>
              </a:rPr>
              <a:t>分析器</a:t>
            </a:r>
          </a:p>
        </p:txBody>
      </p:sp>
      <p:sp>
        <p:nvSpPr>
          <p:cNvPr id="81971" name="Freeform 53"/>
          <p:cNvSpPr>
            <a:spLocks noChangeArrowheads="1"/>
          </p:cNvSpPr>
          <p:nvPr/>
        </p:nvSpPr>
        <p:spPr bwMode="auto">
          <a:xfrm flipH="1">
            <a:off x="3579813" y="3138488"/>
            <a:ext cx="180975" cy="449262"/>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 name="矩形 1"/>
          <p:cNvSpPr/>
          <p:nvPr/>
        </p:nvSpPr>
        <p:spPr>
          <a:xfrm>
            <a:off x="71438" y="3857625"/>
            <a:ext cx="1706562" cy="646113"/>
          </a:xfrm>
          <a:prstGeom prst="rect">
            <a:avLst/>
          </a:prstGeom>
          <a:solidFill>
            <a:schemeClr val="accent5">
              <a:lumMod val="60000"/>
              <a:lumOff val="40000"/>
            </a:schemeClr>
          </a:solidFill>
          <a:ln w="12700">
            <a:solidFill>
              <a:schemeClr val="tx1"/>
            </a:solidFill>
          </a:ln>
        </p:spPr>
        <p:txBody>
          <a:bodyPr>
            <a:spAutoFit/>
          </a:bodyPr>
          <a:lstStyle/>
          <a:p>
            <a:pPr eaLnBrk="1" hangingPunct="1">
              <a:buClr>
                <a:schemeClr val="hlink"/>
              </a:buClr>
              <a:buFont typeface="Wingdings" panose="05000000000000000000" pitchFamily="2" charset="2"/>
              <a:buNone/>
              <a:defRPr/>
            </a:pPr>
            <a:r>
              <a:rPr lang="zh-CN" altLang="en-US" b="1" noProof="1">
                <a:latin typeface="楷体" panose="02010609060101010101" pitchFamily="49" charset="-122"/>
                <a:ea typeface="楷体" panose="02010609060101010101" pitchFamily="49" charset="-122"/>
                <a:cs typeface="+mn-ea"/>
              </a:rPr>
              <a:t>用</a:t>
            </a:r>
            <a:r>
              <a:rPr lang="zh-CN" altLang="en-US" b="1" noProof="1">
                <a:solidFill>
                  <a:srgbClr val="2D83F4"/>
                </a:solidFill>
                <a:latin typeface="楷体" panose="02010609060101010101" pitchFamily="49" charset="-122"/>
                <a:ea typeface="楷体" panose="02010609060101010101" pitchFamily="49" charset="-122"/>
                <a:cs typeface="+mn-ea"/>
              </a:rPr>
              <a:t>优先级</a:t>
            </a:r>
            <a:r>
              <a:rPr lang="zh-CN" altLang="en-US" b="1" noProof="1">
                <a:latin typeface="楷体" panose="02010609060101010101" pitchFamily="49" charset="-122"/>
                <a:ea typeface="楷体" panose="02010609060101010101" pitchFamily="49" charset="-122"/>
                <a:cs typeface="+mn-ea"/>
              </a:rPr>
              <a:t>和</a:t>
            </a:r>
            <a:r>
              <a:rPr lang="zh-CN" altLang="en-US" b="1" noProof="1">
                <a:solidFill>
                  <a:srgbClr val="2D83F4"/>
                </a:solidFill>
                <a:latin typeface="楷体" panose="02010609060101010101" pitchFamily="49" charset="-122"/>
                <a:ea typeface="楷体" panose="02010609060101010101" pitchFamily="49" charset="-122"/>
                <a:cs typeface="+mn-ea"/>
              </a:rPr>
              <a:t>结合性</a:t>
            </a:r>
            <a:r>
              <a:rPr lang="zh-CN" altLang="en-US" b="1" noProof="1">
                <a:latin typeface="楷体" panose="02010609060101010101" pitchFamily="49" charset="-122"/>
                <a:ea typeface="楷体" panose="02010609060101010101" pitchFamily="49" charset="-122"/>
                <a:cs typeface="+mn-ea"/>
              </a:rPr>
              <a:t>解决冲突</a:t>
            </a:r>
            <a:endParaRPr lang="zh-CN" altLang="en-US" b="1" noProof="1">
              <a:latin typeface="楷体" panose="02010609060101010101" pitchFamily="49" charset="-122"/>
              <a:ea typeface="楷体" panose="02010609060101010101" pitchFamily="49" charset="-122"/>
            </a:endParaRPr>
          </a:p>
        </p:txBody>
      </p:sp>
      <p:sp>
        <p:nvSpPr>
          <p:cNvPr id="81973" name="矩形 53"/>
          <p:cNvSpPr>
            <a:spLocks noChangeArrowheads="1"/>
          </p:cNvSpPr>
          <p:nvPr/>
        </p:nvSpPr>
        <p:spPr bwMode="auto">
          <a:xfrm>
            <a:off x="282575" y="933450"/>
            <a:ext cx="83661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2800"/>
              </a:lnSpc>
              <a:buClrTx/>
              <a:buFont typeface="Wingdings" panose="05000000000000000000" pitchFamily="2" charset="2"/>
              <a:buChar char="Ø"/>
            </a:pPr>
            <a:r>
              <a:rPr lang="zh-CN" altLang="en-US" sz="3200" b="1">
                <a:solidFill>
                  <a:srgbClr val="000000"/>
                </a:solidFill>
                <a:latin typeface="Times New Roman" panose="02020603050405020304" pitchFamily="18" charset="0"/>
                <a:ea typeface="华文楷体" panose="02010600040101010101" pitchFamily="2" charset="-122"/>
              </a:rPr>
              <a:t>例</a:t>
            </a:r>
            <a:endParaRPr lang="en-US" altLang="zh-CN" sz="3200" b="1">
              <a:solidFill>
                <a:srgbClr val="000000"/>
              </a:solidFill>
              <a:latin typeface="Times New Roman" panose="02020603050405020304" pitchFamily="18" charset="0"/>
              <a:cs typeface="Times New Roman" panose="02020603050405020304" pitchFamily="18" charset="0"/>
            </a:endParaRPr>
          </a:p>
        </p:txBody>
      </p:sp>
      <p:sp>
        <p:nvSpPr>
          <p:cNvPr id="3" name="任意多边形 2"/>
          <p:cNvSpPr/>
          <p:nvPr/>
        </p:nvSpPr>
        <p:spPr>
          <a:xfrm>
            <a:off x="6999288" y="3732213"/>
            <a:ext cx="309562" cy="409575"/>
          </a:xfrm>
          <a:custGeom>
            <a:avLst/>
            <a:gdLst>
              <a:gd name="connsiteX0" fmla="*/ 46892 w 199820"/>
              <a:gd name="connsiteY0" fmla="*/ 410307 h 410307"/>
              <a:gd name="connsiteX1" fmla="*/ 199292 w 199820"/>
              <a:gd name="connsiteY1" fmla="*/ 257907 h 410307"/>
              <a:gd name="connsiteX2" fmla="*/ 0 w 199820"/>
              <a:gd name="connsiteY2" fmla="*/ 0 h 410307"/>
            </a:gdLst>
            <a:ahLst/>
            <a:cxnLst>
              <a:cxn ang="0">
                <a:pos x="connsiteX0" y="connsiteY0"/>
              </a:cxn>
              <a:cxn ang="0">
                <a:pos x="connsiteX1" y="connsiteY1"/>
              </a:cxn>
              <a:cxn ang="0">
                <a:pos x="connsiteX2" y="connsiteY2"/>
              </a:cxn>
            </a:cxnLst>
            <a:rect l="l" t="t" r="r" b="b"/>
            <a:pathLst>
              <a:path w="199820" h="410307">
                <a:moveTo>
                  <a:pt x="46892" y="410307"/>
                </a:moveTo>
                <a:cubicBezTo>
                  <a:pt x="126999" y="368299"/>
                  <a:pt x="207107" y="326291"/>
                  <a:pt x="199292" y="257907"/>
                </a:cubicBezTo>
                <a:cubicBezTo>
                  <a:pt x="191477" y="189523"/>
                  <a:pt x="95738" y="94761"/>
                  <a:pt x="0" y="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 name="组合 3"/>
          <p:cNvGrpSpPr>
            <a:grpSpLocks/>
          </p:cNvGrpSpPr>
          <p:nvPr/>
        </p:nvGrpSpPr>
        <p:grpSpPr bwMode="auto">
          <a:xfrm>
            <a:off x="7026275" y="1463675"/>
            <a:ext cx="582613" cy="1071563"/>
            <a:chOff x="7026274" y="1463673"/>
            <a:chExt cx="582613" cy="1071565"/>
          </a:xfrm>
        </p:grpSpPr>
        <p:sp>
          <p:nvSpPr>
            <p:cNvPr id="55" name="Line 50"/>
            <p:cNvSpPr>
              <a:spLocks noChangeShapeType="1"/>
            </p:cNvSpPr>
            <p:nvPr/>
          </p:nvSpPr>
          <p:spPr bwMode="auto">
            <a:xfrm flipH="1">
              <a:off x="7026274" y="1663698"/>
              <a:ext cx="366713" cy="871540"/>
            </a:xfrm>
            <a:prstGeom prst="line">
              <a:avLst/>
            </a:prstGeom>
            <a:noFill/>
            <a:ln w="38100">
              <a:solidFill>
                <a:schemeClr val="tx2">
                  <a:lumMod val="60000"/>
                  <a:lumOff val="40000"/>
                </a:schemeClr>
              </a:solidFill>
              <a:round/>
              <a:headEnd type="none" w="sm" len="sm"/>
              <a:tailEnd type="triangle" w="med" len="med"/>
            </a:ln>
          </p:spPr>
          <p:txBody>
            <a:bodyPr/>
            <a:lstStyle/>
            <a:p>
              <a:pPr>
                <a:defRPr/>
              </a:pPr>
              <a:endParaRPr lang="zh-CN" altLang="en-US"/>
            </a:p>
          </p:txBody>
        </p:sp>
        <p:sp>
          <p:nvSpPr>
            <p:cNvPr id="81978" name="Text Box 30"/>
            <p:cNvSpPr txBox="1">
              <a:spLocks noChangeArrowheads="1"/>
            </p:cNvSpPr>
            <p:nvPr/>
          </p:nvSpPr>
          <p:spPr bwMode="auto">
            <a:xfrm>
              <a:off x="7075487" y="1463673"/>
              <a:ext cx="533400" cy="4619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2D83F4"/>
                  </a:solidFill>
                  <a:latin typeface="Times New Roman" panose="02020603050405020304" pitchFamily="18" charset="0"/>
                  <a:ea typeface="楷体_GB2312" panose="02010609030101010101" pitchFamily="49" charset="-122"/>
                </a:rPr>
                <a:t>*</a:t>
              </a:r>
            </a:p>
          </p:txBody>
        </p:sp>
      </p:grpSp>
      <p:sp>
        <p:nvSpPr>
          <p:cNvPr id="58" name="Rectangle 45"/>
          <p:cNvSpPr>
            <a:spLocks noChangeArrowheads="1"/>
          </p:cNvSpPr>
          <p:nvPr/>
        </p:nvSpPr>
        <p:spPr bwMode="auto">
          <a:xfrm>
            <a:off x="71438" y="4643438"/>
            <a:ext cx="2116137" cy="307975"/>
          </a:xfrm>
          <a:prstGeom prst="rect">
            <a:avLst/>
          </a:prstGeom>
          <a:solidFill>
            <a:schemeClr val="accent5">
              <a:lumMod val="60000"/>
              <a:lumOff val="40000"/>
            </a:schemeClr>
          </a:solidFill>
          <a:ln w="12700">
            <a:solidFill>
              <a:schemeClr val="tx1"/>
            </a:solidFill>
            <a:miter lim="800000"/>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14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1400" b="1" i="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E</a:t>
            </a:r>
            <a:r>
              <a:rPr lang="en-US" altLang="zh-CN"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 { +,</a:t>
            </a:r>
            <a:r>
              <a:rPr lang="zh-CN" altLang="en-US"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1400" b="1" dirty="0">
                <a:solidFill>
                  <a:prstClr val="black"/>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1400" b="1" dirty="0">
              <a:solidFill>
                <a:prstClr val="black"/>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5" name="灯片编号占位符 4">
            <a:extLst>
              <a:ext uri="{FF2B5EF4-FFF2-40B4-BE49-F238E27FC236}">
                <a16:creationId xmlns:a16="http://schemas.microsoft.com/office/drawing/2014/main" id="{788F78A1-0C80-46AB-BE0F-ED1056BEC25B}"/>
              </a:ext>
            </a:extLst>
          </p:cNvPr>
          <p:cNvSpPr>
            <a:spLocks noGrp="1"/>
          </p:cNvSpPr>
          <p:nvPr>
            <p:ph type="sldNum" sz="quarter" idx="12"/>
          </p:nvPr>
        </p:nvSpPr>
        <p:spPr/>
        <p:txBody>
          <a:bodyPr/>
          <a:lstStyle/>
          <a:p>
            <a:pPr>
              <a:defRPr/>
            </a:pPr>
            <a:fld id="{76D20AB1-C80E-44EB-B890-88EEF3B3DC08}" type="slidenum">
              <a:rPr lang="zh-CN" altLang="en-US" smtClean="0"/>
              <a:pPr>
                <a:defRPr/>
              </a:pPr>
              <a:t>35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xit" presetSubtype="0" fill="hold" grpId="0" nodeType="clickEffect">
                                  <p:stCondLst>
                                    <p:cond delay="0"/>
                                  </p:stCondLst>
                                  <p:childTnLst>
                                    <p:anim calcmode="lin" valueType="num">
                                      <p:cBhvr>
                                        <p:cTn id="13" dur="500"/>
                                        <p:tgtEl>
                                          <p:spTgt spid="58"/>
                                        </p:tgtEl>
                                        <p:attrNameLst>
                                          <p:attrName>ppt_w</p:attrName>
                                        </p:attrNameLst>
                                      </p:cBhvr>
                                      <p:tavLst>
                                        <p:tav tm="0">
                                          <p:val>
                                            <p:strVal val="ppt_w"/>
                                          </p:val>
                                        </p:tav>
                                        <p:tav tm="100000">
                                          <p:val>
                                            <p:fltVal val="0"/>
                                          </p:val>
                                        </p:tav>
                                      </p:tavLst>
                                    </p:anim>
                                    <p:anim calcmode="lin" valueType="num">
                                      <p:cBhvr>
                                        <p:cTn id="14" dur="500"/>
                                        <p:tgtEl>
                                          <p:spTgt spid="58"/>
                                        </p:tgtEl>
                                        <p:attrNameLst>
                                          <p:attrName>ppt_h</p:attrName>
                                        </p:attrNameLst>
                                      </p:cBhvr>
                                      <p:tavLst>
                                        <p:tav tm="0">
                                          <p:val>
                                            <p:strVal val="ppt_h"/>
                                          </p:val>
                                        </p:tav>
                                        <p:tav tm="100000">
                                          <p:val>
                                            <p:fltVal val="0"/>
                                          </p:val>
                                        </p:tav>
                                      </p:tavLst>
                                    </p:anim>
                                    <p:animEffect transition="out" filter="fade">
                                      <p:cBhvr>
                                        <p:cTn id="15" dur="500"/>
                                        <p:tgtEl>
                                          <p:spTgt spid="58"/>
                                        </p:tgtEl>
                                      </p:cBhvr>
                                    </p:animEffect>
                                    <p:set>
                                      <p:cBhvr>
                                        <p:cTn id="16" dur="1" fill="hold">
                                          <p:stCondLst>
                                            <p:cond delay="499"/>
                                          </p:stCondLst>
                                        </p:cTn>
                                        <p:tgtEl>
                                          <p:spTgt spid="58"/>
                                        </p:tgtEl>
                                        <p:attrNameLst>
                                          <p:attrName>style.visibility</p:attrName>
                                        </p:attrNameLst>
                                      </p:cBhvr>
                                      <p:to>
                                        <p:strVal val="hidden"/>
                                      </p:to>
                                    </p:set>
                                  </p:childTnLst>
                                </p:cTn>
                              </p:par>
                            </p:childTnLst>
                          </p:cTn>
                        </p:par>
                        <p:par>
                          <p:cTn id="17" fill="hold" nodeType="afterGroup">
                            <p:stCondLst>
                              <p:cond delay="500"/>
                            </p:stCondLst>
                            <p:childTnLst>
                              <p:par>
                                <p:cTn id="18" presetID="53" presetClass="entr" presetSubtype="16"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二义性算术表达式文法的</a:t>
            </a:r>
            <a:r>
              <a:rPr lang="en-US" altLang="zh-CN" sz="3000" i="1">
                <a:solidFill>
                  <a:schemeClr val="tx1"/>
                </a:solidFill>
                <a:ea typeface="黑体" panose="02010609060101010101" pitchFamily="49" charset="-122"/>
              </a:rPr>
              <a:t>SLR</a:t>
            </a:r>
            <a:r>
              <a:rPr lang="zh-CN" altLang="en-US" sz="3000">
                <a:solidFill>
                  <a:schemeClr val="tx1"/>
                </a:solidFill>
                <a:latin typeface="微软雅黑" panose="020B0503020204020204" pitchFamily="34" charset="-122"/>
                <a:ea typeface="微软雅黑" panose="020B0503020204020204" pitchFamily="34" charset="-122"/>
              </a:rPr>
              <a:t>分析表</a:t>
            </a:r>
          </a:p>
        </p:txBody>
      </p:sp>
      <p:sp>
        <p:nvSpPr>
          <p:cNvPr id="5" name="Rectangle 72"/>
          <p:cNvSpPr>
            <a:spLocks noChangeArrowheads="1"/>
          </p:cNvSpPr>
          <p:nvPr/>
        </p:nvSpPr>
        <p:spPr bwMode="auto">
          <a:xfrm>
            <a:off x="107950" y="4300538"/>
            <a:ext cx="2898775" cy="400050"/>
          </a:xfrm>
          <a:prstGeom prst="rect">
            <a:avLst/>
          </a:prstGeom>
          <a:solidFill>
            <a:schemeClr val="accent5">
              <a:lumMod val="60000"/>
              <a:lumOff val="40000"/>
            </a:schemeClr>
          </a:solidFill>
          <a:ln w="12700">
            <a:solidFill>
              <a:schemeClr val="tx1"/>
            </a:solidFill>
            <a:miter lim="800000"/>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E</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a:t>
            </a: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a:t>
            </a:r>
            <a:r>
              <a:rPr lang="zh-CN" altLang="en-US" sz="2000" b="1"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 </a:t>
            </a:r>
            <a:r>
              <a:rPr lang="en-US" altLang="zh-CN" sz="2000" b="1" dirty="0">
                <a:latin typeface="+mn-ea"/>
                <a:ea typeface="+mn-ea"/>
                <a:cs typeface="Times New Roman" panose="02020603050405020304" pitchFamily="18" charset="0"/>
              </a:rPr>
              <a:t>$</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2000" b="1" dirty="0">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6" name="Rectangle 37"/>
          <p:cNvSpPr>
            <a:spLocks noChangeArrowheads="1"/>
          </p:cNvSpPr>
          <p:nvPr/>
        </p:nvSpPr>
        <p:spPr bwMode="auto">
          <a:xfrm>
            <a:off x="467545" y="1641475"/>
            <a:ext cx="1672406" cy="1631950"/>
          </a:xfrm>
          <a:prstGeom prst="rect">
            <a:avLst/>
          </a:prstGeom>
          <a:solidFill>
            <a:schemeClr val="accent5">
              <a:lumMod val="60000"/>
              <a:lumOff val="40000"/>
            </a:schemeClr>
          </a:solidFill>
          <a:ln w="12700">
            <a:solidFill>
              <a:schemeClr val="tx1"/>
            </a:solidFill>
          </a:ln>
        </p:spPr>
        <p:txBody>
          <a:bodyPr wrap="square">
            <a:spAutoFit/>
          </a:bodyPr>
          <a:lstStyle/>
          <a:p>
            <a:pPr marL="609600" indent="-609600" eaLnBrk="1" hangingPunct="1">
              <a:buClr>
                <a:srgbClr val="000000"/>
              </a:buClr>
              <a:buFont typeface="Arial" panose="020B0604020202020204" pitchFamily="34" charset="0"/>
              <a:buNone/>
              <a:defRPr/>
            </a:pPr>
            <a:r>
              <a:rPr lang="zh-CN" altLang="en-US" sz="2000" b="1" noProof="1">
                <a:latin typeface="华文楷体" pitchFamily="2" charset="-122"/>
                <a:ea typeface="华文楷体" pitchFamily="2" charset="-122"/>
              </a:rPr>
              <a:t>文法</a:t>
            </a:r>
            <a:endParaRPr lang="zh-CN" altLang="zh-CN" sz="2000" b="1" noProof="1">
              <a:latin typeface="华文楷体" pitchFamily="2" charset="-122"/>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noProof="1">
                <a:latin typeface="Times New Roman" pitchFamily="18" charset="0"/>
                <a:ea typeface="Times New Roman" pitchFamily="18" charset="0"/>
                <a:cs typeface="华文楷体" pitchFamily="2" charset="-122"/>
              </a:rPr>
              <a:t>(1)</a:t>
            </a:r>
            <a:r>
              <a:rPr lang="en-US" altLang="zh-CN" sz="2000" b="1" i="1" noProof="1">
                <a:latin typeface="Times New Roman" pitchFamily="18" charset="0"/>
                <a:ea typeface="Times New Roman" pitchFamily="18" charset="0"/>
                <a:cs typeface="华文楷体" pitchFamily="2" charset="-122"/>
              </a:rPr>
              <a:t>E→E+E</a:t>
            </a:r>
            <a:endParaRPr lang="en-US" altLang="zh-CN" sz="2000" b="1" i="1" noProof="1">
              <a:latin typeface="Times New Roman" pitchFamily="18" charset="0"/>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noProof="1">
                <a:latin typeface="Times New Roman" pitchFamily="18" charset="0"/>
                <a:ea typeface="Times New Roman" pitchFamily="18" charset="0"/>
                <a:cs typeface="华文楷体" pitchFamily="2" charset="-122"/>
              </a:rPr>
              <a:t>(2) </a:t>
            </a:r>
            <a:r>
              <a:rPr lang="en-US" altLang="zh-CN" sz="2000" b="1" i="1" noProof="1">
                <a:latin typeface="Times New Roman" pitchFamily="18" charset="0"/>
                <a:cs typeface="Times New Roman" pitchFamily="18" charset="0"/>
              </a:rPr>
              <a:t>E→E*E</a:t>
            </a:r>
          </a:p>
          <a:p>
            <a:pPr marL="609600" indent="-609600" eaLnBrk="1" hangingPunct="1">
              <a:buClr>
                <a:srgbClr val="000000"/>
              </a:buClr>
              <a:buFont typeface="Arial" panose="020B0604020202020204" pitchFamily="34" charset="0"/>
              <a:buNone/>
              <a:defRPr/>
            </a:pPr>
            <a:r>
              <a:rPr lang="en-US" altLang="zh-CN" sz="2000" b="1" noProof="1">
                <a:latin typeface="Times New Roman" pitchFamily="18" charset="0"/>
                <a:ea typeface="Times New Roman" pitchFamily="18" charset="0"/>
                <a:cs typeface="华文楷体" pitchFamily="2" charset="-122"/>
              </a:rPr>
              <a:t>(3) </a:t>
            </a:r>
            <a:r>
              <a:rPr lang="en-US" altLang="zh-CN" sz="2000" b="1" i="1" noProof="1">
                <a:latin typeface="Times New Roman" pitchFamily="18" charset="0"/>
                <a:cs typeface="Times New Roman" pitchFamily="18" charset="0"/>
              </a:rPr>
              <a:t>E→</a:t>
            </a:r>
            <a:r>
              <a:rPr lang="en-US" altLang="zh-CN" sz="2000" b="1" noProof="1">
                <a:latin typeface="Times New Roman" pitchFamily="18" charset="0"/>
                <a:cs typeface="Times New Roman" pitchFamily="18" charset="0"/>
              </a:rPr>
              <a:t>(</a:t>
            </a:r>
            <a:r>
              <a:rPr lang="en-US" altLang="zh-CN" sz="2000" b="1" i="1" noProof="1">
                <a:latin typeface="Times New Roman" pitchFamily="18" charset="0"/>
                <a:cs typeface="Times New Roman" pitchFamily="18" charset="0"/>
              </a:rPr>
              <a:t>E</a:t>
            </a:r>
            <a:r>
              <a:rPr lang="en-US" altLang="zh-CN" sz="2000" b="1" noProof="1">
                <a:latin typeface="Times New Roman" pitchFamily="18" charset="0"/>
                <a:cs typeface="Times New Roman" pitchFamily="18" charset="0"/>
              </a:rPr>
              <a:t>)</a:t>
            </a:r>
          </a:p>
          <a:p>
            <a:pPr marL="609600" indent="-609600" eaLnBrk="1" hangingPunct="1">
              <a:buClr>
                <a:srgbClr val="000000"/>
              </a:buClr>
              <a:buFont typeface="Arial" panose="020B0604020202020204" pitchFamily="34" charset="0"/>
              <a:buNone/>
              <a:defRPr/>
            </a:pPr>
            <a:r>
              <a:rPr lang="en-US" altLang="zh-CN" sz="2000" b="1" noProof="1">
                <a:latin typeface="Times New Roman" pitchFamily="18" charset="0"/>
                <a:ea typeface="Times New Roman" pitchFamily="18" charset="0"/>
                <a:cs typeface="华文楷体" pitchFamily="2" charset="-122"/>
              </a:rPr>
              <a:t>(4) </a:t>
            </a:r>
            <a:r>
              <a:rPr lang="en-US" altLang="zh-CN" sz="2000" b="1" i="1" noProof="1">
                <a:latin typeface="Times New Roman" pitchFamily="18" charset="0"/>
                <a:cs typeface="Times New Roman" pitchFamily="18" charset="0"/>
              </a:rPr>
              <a:t>E→</a:t>
            </a:r>
            <a:r>
              <a:rPr lang="en-US" altLang="zh-CN" sz="2000" b="1" noProof="1">
                <a:latin typeface="Times New Roman" pitchFamily="18" charset="0"/>
                <a:cs typeface="Times New Roman" pitchFamily="18" charset="0"/>
              </a:rPr>
              <a:t>id</a:t>
            </a:r>
          </a:p>
        </p:txBody>
      </p:sp>
      <p:graphicFrame>
        <p:nvGraphicFramePr>
          <p:cNvPr id="126980" name="表格 126979"/>
          <p:cNvGraphicFramePr>
            <a:graphicFrameLocks noGrp="1"/>
          </p:cNvGraphicFramePr>
          <p:nvPr/>
        </p:nvGraphicFramePr>
        <p:xfrm>
          <a:off x="3132138" y="847725"/>
          <a:ext cx="5832475" cy="3886200"/>
        </p:xfrm>
        <a:graphic>
          <a:graphicData uri="http://schemas.openxmlformats.org/drawingml/2006/table">
            <a:tbl>
              <a:tblPr/>
              <a:tblGrid>
                <a:gridCol w="431800">
                  <a:extLst>
                    <a:ext uri="{9D8B030D-6E8A-4147-A177-3AD203B41FA5}">
                      <a16:colId xmlns:a16="http://schemas.microsoft.com/office/drawing/2014/main" val="20000"/>
                    </a:ext>
                  </a:extLst>
                </a:gridCol>
                <a:gridCol w="771525">
                  <a:extLst>
                    <a:ext uri="{9D8B030D-6E8A-4147-A177-3AD203B41FA5}">
                      <a16:colId xmlns:a16="http://schemas.microsoft.com/office/drawing/2014/main" val="20001"/>
                    </a:ext>
                  </a:extLst>
                </a:gridCol>
                <a:gridCol w="771525">
                  <a:extLst>
                    <a:ext uri="{9D8B030D-6E8A-4147-A177-3AD203B41FA5}">
                      <a16:colId xmlns:a16="http://schemas.microsoft.com/office/drawing/2014/main" val="20002"/>
                    </a:ext>
                  </a:extLst>
                </a:gridCol>
                <a:gridCol w="771525">
                  <a:extLst>
                    <a:ext uri="{9D8B030D-6E8A-4147-A177-3AD203B41FA5}">
                      <a16:colId xmlns:a16="http://schemas.microsoft.com/office/drawing/2014/main" val="20003"/>
                    </a:ext>
                  </a:extLst>
                </a:gridCol>
                <a:gridCol w="771525">
                  <a:extLst>
                    <a:ext uri="{9D8B030D-6E8A-4147-A177-3AD203B41FA5}">
                      <a16:colId xmlns:a16="http://schemas.microsoft.com/office/drawing/2014/main" val="20004"/>
                    </a:ext>
                  </a:extLst>
                </a:gridCol>
                <a:gridCol w="771525">
                  <a:extLst>
                    <a:ext uri="{9D8B030D-6E8A-4147-A177-3AD203B41FA5}">
                      <a16:colId xmlns:a16="http://schemas.microsoft.com/office/drawing/2014/main" val="20005"/>
                    </a:ext>
                  </a:extLst>
                </a:gridCol>
                <a:gridCol w="771525">
                  <a:extLst>
                    <a:ext uri="{9D8B030D-6E8A-4147-A177-3AD203B41FA5}">
                      <a16:colId xmlns:a16="http://schemas.microsoft.com/office/drawing/2014/main" val="20006"/>
                    </a:ext>
                  </a:extLst>
                </a:gridCol>
                <a:gridCol w="771525">
                  <a:extLst>
                    <a:ext uri="{9D8B030D-6E8A-4147-A177-3AD203B41FA5}">
                      <a16:colId xmlns:a16="http://schemas.microsoft.com/office/drawing/2014/main" val="20007"/>
                    </a:ext>
                  </a:extLst>
                </a:gridCol>
              </a:tblGrid>
              <a:tr h="32385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状态</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en-US" altLang="zh-CN" sz="1600" b="1" i="0" u="none" strike="noStrike" cap="none" normalizeH="0" baseline="0">
                        <a:ln>
                          <a:noFill/>
                        </a:ln>
                        <a:solidFill>
                          <a:schemeClr val="tx1"/>
                        </a:solidFill>
                        <a:effectLst/>
                        <a:latin typeface="华文楷体" panose="02010600040101010101" pitchFamily="2" charset="-122"/>
                        <a:ea typeface="宋体" panose="02010600030101010101" pitchFamily="2" charset="-122"/>
                        <a:cs typeface="Times New Roman" panose="02020603050405020304" pitchFamily="18" charset="0"/>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323850">
                <a:tc v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s9</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s5</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r1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r1</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09"/>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dirty="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r2</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DF2D9"/>
                    </a:solidFill>
                  </a:tcPr>
                </a:tc>
                <a:extLst>
                  <a:ext uri="{0D108BD9-81ED-4DB2-BD59-A6C34878D82A}">
                    <a16:rowId xmlns:a16="http://schemas.microsoft.com/office/drawing/2014/main" val="10010"/>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4095" marR="94095"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 name="灯片编号占位符 1">
            <a:extLst>
              <a:ext uri="{FF2B5EF4-FFF2-40B4-BE49-F238E27FC236}">
                <a16:creationId xmlns:a16="http://schemas.microsoft.com/office/drawing/2014/main" id="{8A984E67-6AE8-4A5C-98CB-878FD68FB08A}"/>
              </a:ext>
            </a:extLst>
          </p:cNvPr>
          <p:cNvSpPr>
            <a:spLocks noGrp="1"/>
          </p:cNvSpPr>
          <p:nvPr>
            <p:ph type="sldNum" sz="quarter" idx="12"/>
          </p:nvPr>
        </p:nvSpPr>
        <p:spPr/>
        <p:txBody>
          <a:bodyPr/>
          <a:lstStyle/>
          <a:p>
            <a:pPr>
              <a:defRPr/>
            </a:pPr>
            <a:fld id="{76D20AB1-C80E-44EB-B890-88EEF3B3DC08}" type="slidenum">
              <a:rPr lang="zh-CN" altLang="en-US" smtClean="0"/>
              <a:pPr>
                <a:defRPr/>
              </a:pPr>
              <a:t>36</a:t>
            </a:fld>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7" name="Rectangle 3"/>
          <p:cNvSpPr>
            <a:spLocks noGrp="1" noChangeArrowheads="1"/>
          </p:cNvSpPr>
          <p:nvPr>
            <p:ph idx="1"/>
          </p:nvPr>
        </p:nvSpPr>
        <p:spPr>
          <a:xfrm>
            <a:off x="731838" y="987425"/>
            <a:ext cx="6792490" cy="3225800"/>
          </a:xfrm>
        </p:spPr>
        <p:txBody>
          <a:bodyPr/>
          <a:lstStyle/>
          <a:p>
            <a:pPr eaLnBrk="1" hangingPunct="1">
              <a:buClr>
                <a:schemeClr val="tx1"/>
              </a:buClr>
              <a:buFont typeface="Wingdings" panose="05000000000000000000" pitchFamily="2" charset="2"/>
              <a:buChar char="Ø"/>
            </a:pP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if</a:t>
            </a:r>
            <a:r>
              <a:rPr lang="en-US" altLang="en-US" sz="28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expr</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then</a:t>
            </a:r>
            <a:r>
              <a:rPr lang="en-US" altLang="en-US" sz="28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endPar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lvl="1" eaLnBrk="1" hangingPunct="1">
              <a:buFont typeface="Wingdings" panose="05000000000000000000" pitchFamily="2" charset="2"/>
              <a:buNone/>
            </a:pPr>
            <a:r>
              <a:rPr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if</a:t>
            </a:r>
            <a:r>
              <a:rPr lang="en-US" altLang="en-US" sz="28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expr</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then</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else</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p>
          <a:p>
            <a:pPr lvl="1" eaLnBrk="1" hangingPunct="1">
              <a:buFont typeface="Wingdings" panose="05000000000000000000" pitchFamily="2" charset="2"/>
              <a:buNone/>
            </a:pPr>
            <a:r>
              <a:rPr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other</a:t>
            </a:r>
            <a:endPar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eaLnBrk="1" hangingPunct="1">
              <a:buClr>
                <a:schemeClr val="tx1"/>
              </a:buClr>
              <a:buFont typeface="Wingdings" panose="05000000000000000000" pitchFamily="2" charset="2"/>
              <a:buChar char="Ø"/>
            </a:pPr>
            <a:endPar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eaLnBrk="1" hangingPunct="1">
              <a:buClr>
                <a:schemeClr val="tx1"/>
              </a:buClr>
              <a:buFont typeface="Wingdings" panose="05000000000000000000" pitchFamily="2" charset="2"/>
              <a:buChar char="Ø"/>
            </a:pP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en-US"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en-US" sz="2800" b="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en-US" sz="28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en-US" sz="2800" b="1" i="1" dirty="0" err="1">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en-US"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en-US" sz="2800" b="1" i="1" dirty="0">
                <a:solidFill>
                  <a:srgbClr val="2D83F4"/>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e</a:t>
            </a:r>
            <a:r>
              <a:rPr lang="en-US" altLang="en-US"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2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S</a:t>
            </a:r>
            <a:r>
              <a:rPr lang="en-US" altLang="en-US" sz="2800" b="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2800" b="1" i="1" dirty="0" err="1">
                <a:solidFill>
                  <a:schemeClr val="tx1"/>
                </a:solidFill>
                <a:latin typeface="Times New Roman" panose="02020603050405020304" pitchFamily="18" charset="0"/>
                <a:ea typeface="宋体" panose="02010600030101010101" pitchFamily="2" charset="-122"/>
                <a:cs typeface="Times New Roman" panose="02020603050405020304" pitchFamily="18" charset="0"/>
              </a:rPr>
              <a:t>a</a:t>
            </a:r>
            <a:endParaRPr lang="en-US" altLang="zh-CN" sz="2800" b="1"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endParaRPr>
          </a:p>
          <a:p>
            <a:pPr eaLnBrk="1" hangingPunct="1">
              <a:buFont typeface="Symbol" panose="05050102010706020507" pitchFamily="18" charset="2"/>
              <a:buChar char="•"/>
            </a:pPr>
            <a:endParaRPr lang="zh-CN" altLang="en-US" sz="2800" b="1" dirty="0">
              <a:solidFill>
                <a:schemeClr val="tx1"/>
              </a:solidFill>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86019" name="标题 1"/>
          <p:cNvSpPr>
            <a:spLocks noGrp="1" noChangeArrowheads="1"/>
          </p:cNvSpPr>
          <p:nvPr>
            <p:ph type="title"/>
          </p:nvPr>
        </p:nvSpPr>
        <p:spPr>
          <a:xfrm>
            <a:off x="755650" y="268288"/>
            <a:ext cx="7931150" cy="358775"/>
          </a:xfrm>
        </p:spPr>
        <p:txBody>
          <a:bodyPr/>
          <a:lstStyle/>
          <a:p>
            <a:pPr eaLnBrk="1" hangingPunct="1"/>
            <a:r>
              <a:rPr lang="zh-CN" altLang="en-US" sz="3000">
                <a:solidFill>
                  <a:schemeClr val="tx1"/>
                </a:solidFill>
                <a:ea typeface="黑体" panose="02010609060101010101" pitchFamily="49" charset="-122"/>
              </a:rPr>
              <a:t>例：</a:t>
            </a:r>
            <a:r>
              <a:rPr lang="zh-CN" altLang="en-US" sz="3000">
                <a:solidFill>
                  <a:schemeClr val="tx1"/>
                </a:solidFill>
                <a:latin typeface="微软雅黑" panose="020B0503020204020204" pitchFamily="34" charset="-122"/>
                <a:ea typeface="微软雅黑" panose="020B0503020204020204" pitchFamily="34" charset="-122"/>
              </a:rPr>
              <a:t>二义性</a:t>
            </a:r>
            <a:r>
              <a:rPr lang="en-US" altLang="zh-CN" sz="3000" i="1">
                <a:solidFill>
                  <a:schemeClr val="tx1"/>
                </a:solidFill>
                <a:ea typeface="黑体" panose="02010609060101010101" pitchFamily="49" charset="-122"/>
                <a:cs typeface="Times New Roman" panose="02020603050405020304" pitchFamily="18" charset="0"/>
              </a:rPr>
              <a:t>if</a:t>
            </a:r>
            <a:r>
              <a:rPr lang="zh-CN" altLang="en-US" sz="3000" i="1">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3000">
                <a:solidFill>
                  <a:schemeClr val="tx1"/>
                </a:solidFill>
                <a:latin typeface="微软雅黑" panose="020B0503020204020204" pitchFamily="34" charset="-122"/>
                <a:ea typeface="微软雅黑" panose="020B0503020204020204" pitchFamily="34" charset="-122"/>
              </a:rPr>
              <a:t>语句文法的</a:t>
            </a:r>
            <a:r>
              <a:rPr lang="en-US" altLang="zh-CN" sz="3000" i="1">
                <a:solidFill>
                  <a:schemeClr val="tx1"/>
                </a:solidFill>
                <a:ea typeface="微软雅黑" panose="020B0503020204020204" pitchFamily="34" charset="-122"/>
              </a:rPr>
              <a:t>LR</a:t>
            </a:r>
            <a:r>
              <a:rPr lang="zh-CN" altLang="en-US" sz="3000">
                <a:solidFill>
                  <a:schemeClr val="tx1"/>
                </a:solidFill>
                <a:latin typeface="微软雅黑" panose="020B0503020204020204" pitchFamily="34" charset="-122"/>
                <a:ea typeface="微软雅黑" panose="020B0503020204020204" pitchFamily="34" charset="-122"/>
              </a:rPr>
              <a:t>分析</a:t>
            </a:r>
          </a:p>
        </p:txBody>
      </p:sp>
      <p:sp>
        <p:nvSpPr>
          <p:cNvPr id="1004548" name="Rectangle 4"/>
          <p:cNvSpPr>
            <a:spLocks noChangeArrowheads="1"/>
          </p:cNvSpPr>
          <p:nvPr/>
        </p:nvSpPr>
        <p:spPr bwMode="auto">
          <a:xfrm>
            <a:off x="1763713" y="987425"/>
            <a:ext cx="2087562" cy="1079500"/>
          </a:xfrm>
          <a:prstGeom prst="rect">
            <a:avLst/>
          </a:prstGeom>
          <a:noFill/>
          <a:ln w="25400">
            <a:solidFill>
              <a:srgbClr val="FF0000"/>
            </a:solidFill>
            <a:prstDash val="lg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endParaRPr lang="zh-CN" altLang="en-US" sz="1800">
              <a:solidFill>
                <a:schemeClr val="tx1"/>
              </a:solidFill>
              <a:latin typeface="Tahoma" panose="020B0604030504040204" pitchFamily="34" charset="0"/>
            </a:endParaRPr>
          </a:p>
        </p:txBody>
      </p:sp>
      <p:sp>
        <p:nvSpPr>
          <p:cNvPr id="1004549" name="Line 5"/>
          <p:cNvSpPr>
            <a:spLocks noChangeShapeType="1"/>
          </p:cNvSpPr>
          <p:nvPr/>
        </p:nvSpPr>
        <p:spPr bwMode="auto">
          <a:xfrm flipH="1">
            <a:off x="3886993" y="885853"/>
            <a:ext cx="1368425" cy="115887"/>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04550" name="Rectangle 6"/>
          <p:cNvSpPr>
            <a:spLocks noChangeArrowheads="1"/>
          </p:cNvSpPr>
          <p:nvPr/>
        </p:nvSpPr>
        <p:spPr bwMode="auto">
          <a:xfrm>
            <a:off x="5148263" y="742184"/>
            <a:ext cx="4318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eaLnBrk="1" hangingPunct="1">
              <a:spcBef>
                <a:spcPct val="0"/>
              </a:spcBef>
              <a:buClrTx/>
              <a:buSzTx/>
              <a:buFont typeface="Arial" panose="020B0604020202020204" pitchFamily="34" charset="0"/>
              <a:buNone/>
            </a:pPr>
            <a:r>
              <a:rPr lang="en-US" altLang="zh-CN" sz="2500" b="1" i="1">
                <a:solidFill>
                  <a:srgbClr val="FF0000"/>
                </a:solidFill>
                <a:latin typeface="Times New Roman" panose="02020603050405020304" pitchFamily="18" charset="0"/>
                <a:cs typeface="Times New Roman" panose="02020603050405020304" pitchFamily="18" charset="0"/>
              </a:rPr>
              <a:t>i</a:t>
            </a:r>
          </a:p>
        </p:txBody>
      </p:sp>
      <p:sp>
        <p:nvSpPr>
          <p:cNvPr id="7" name="Line 5"/>
          <p:cNvSpPr>
            <a:spLocks noChangeShapeType="1"/>
          </p:cNvSpPr>
          <p:nvPr/>
        </p:nvSpPr>
        <p:spPr bwMode="auto">
          <a:xfrm flipH="1" flipV="1">
            <a:off x="4344988" y="1924050"/>
            <a:ext cx="1019175" cy="33655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Rectangle 6"/>
          <p:cNvSpPr>
            <a:spLocks noChangeArrowheads="1"/>
          </p:cNvSpPr>
          <p:nvPr/>
        </p:nvSpPr>
        <p:spPr bwMode="auto">
          <a:xfrm>
            <a:off x="5286375" y="2101850"/>
            <a:ext cx="431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eaLnBrk="1" hangingPunct="1">
              <a:spcBef>
                <a:spcPct val="0"/>
              </a:spcBef>
              <a:buClrTx/>
              <a:buSzTx/>
              <a:buFont typeface="Arial" panose="020B0604020202020204" pitchFamily="34" charset="0"/>
              <a:buNone/>
            </a:pPr>
            <a:r>
              <a:rPr lang="en-US" altLang="zh-CN" sz="2500" b="1" i="1">
                <a:solidFill>
                  <a:srgbClr val="FF0000"/>
                </a:solidFill>
                <a:latin typeface="Times New Roman" panose="02020603050405020304" pitchFamily="18" charset="0"/>
                <a:cs typeface="Times New Roman" panose="02020603050405020304" pitchFamily="18" charset="0"/>
              </a:rPr>
              <a:t>e</a:t>
            </a:r>
          </a:p>
        </p:txBody>
      </p:sp>
      <p:sp>
        <p:nvSpPr>
          <p:cNvPr id="9" name="Line 5"/>
          <p:cNvSpPr>
            <a:spLocks noChangeShapeType="1"/>
          </p:cNvSpPr>
          <p:nvPr/>
        </p:nvSpPr>
        <p:spPr bwMode="auto">
          <a:xfrm flipH="1" flipV="1">
            <a:off x="2554288" y="2355850"/>
            <a:ext cx="1296987" cy="265113"/>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Rectangle 6"/>
          <p:cNvSpPr>
            <a:spLocks noChangeArrowheads="1"/>
          </p:cNvSpPr>
          <p:nvPr/>
        </p:nvSpPr>
        <p:spPr bwMode="auto">
          <a:xfrm>
            <a:off x="3773488" y="2462213"/>
            <a:ext cx="4318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gn="ctr" eaLnBrk="1" hangingPunct="1">
              <a:spcBef>
                <a:spcPct val="0"/>
              </a:spcBef>
              <a:buClrTx/>
              <a:buSzTx/>
              <a:buFont typeface="Arial" panose="020B0604020202020204" pitchFamily="34" charset="0"/>
              <a:buNone/>
            </a:pPr>
            <a:r>
              <a:rPr lang="en-US" altLang="zh-CN" sz="2500" b="1" i="1">
                <a:solidFill>
                  <a:srgbClr val="FF0000"/>
                </a:solidFill>
                <a:latin typeface="Times New Roman" panose="02020603050405020304" pitchFamily="18" charset="0"/>
                <a:cs typeface="Times New Roman" panose="02020603050405020304" pitchFamily="18" charset="0"/>
              </a:rPr>
              <a:t>a</a:t>
            </a:r>
          </a:p>
        </p:txBody>
      </p:sp>
      <p:sp>
        <p:nvSpPr>
          <p:cNvPr id="2" name="灯片编号占位符 1">
            <a:extLst>
              <a:ext uri="{FF2B5EF4-FFF2-40B4-BE49-F238E27FC236}">
                <a16:creationId xmlns:a16="http://schemas.microsoft.com/office/drawing/2014/main" id="{836E19D1-0D10-4B64-8B65-B832DD6375E8}"/>
              </a:ext>
            </a:extLst>
          </p:cNvPr>
          <p:cNvSpPr>
            <a:spLocks noGrp="1"/>
          </p:cNvSpPr>
          <p:nvPr>
            <p:ph type="sldNum" sz="quarter" idx="12"/>
          </p:nvPr>
        </p:nvSpPr>
        <p:spPr/>
        <p:txBody>
          <a:bodyPr/>
          <a:lstStyle/>
          <a:p>
            <a:pPr>
              <a:defRPr/>
            </a:pPr>
            <a:fld id="{76D20AB1-C80E-44EB-B890-88EEF3B3DC08}" type="slidenum">
              <a:rPr lang="zh-CN" altLang="en-US" smtClean="0"/>
              <a:pPr>
                <a:defRPr/>
              </a:pPr>
              <a:t>37</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04548"/>
                                        </p:tgtEl>
                                        <p:attrNameLst>
                                          <p:attrName>style.visibility</p:attrName>
                                        </p:attrNameLst>
                                      </p:cBhvr>
                                      <p:to>
                                        <p:strVal val="visible"/>
                                      </p:to>
                                    </p:set>
                                    <p:anim calcmode="lin" valueType="num">
                                      <p:cBhvr>
                                        <p:cTn id="7" dur="500" fill="hold"/>
                                        <p:tgtEl>
                                          <p:spTgt spid="1004548"/>
                                        </p:tgtEl>
                                        <p:attrNameLst>
                                          <p:attrName>ppt_w</p:attrName>
                                        </p:attrNameLst>
                                      </p:cBhvr>
                                      <p:tavLst>
                                        <p:tav tm="0">
                                          <p:val>
                                            <p:fltVal val="0"/>
                                          </p:val>
                                        </p:tav>
                                        <p:tav tm="100000">
                                          <p:val>
                                            <p:strVal val="#ppt_w"/>
                                          </p:val>
                                        </p:tav>
                                      </p:tavLst>
                                    </p:anim>
                                    <p:anim calcmode="lin" valueType="num">
                                      <p:cBhvr>
                                        <p:cTn id="8" dur="500" fill="hold"/>
                                        <p:tgtEl>
                                          <p:spTgt spid="1004548"/>
                                        </p:tgtEl>
                                        <p:attrNameLst>
                                          <p:attrName>ppt_h</p:attrName>
                                        </p:attrNameLst>
                                      </p:cBhvr>
                                      <p:tavLst>
                                        <p:tav tm="0">
                                          <p:val>
                                            <p:fltVal val="0"/>
                                          </p:val>
                                        </p:tav>
                                        <p:tav tm="100000">
                                          <p:val>
                                            <p:strVal val="#ppt_h"/>
                                          </p:val>
                                        </p:tav>
                                      </p:tavLst>
                                    </p:anim>
                                    <p:animEffect transition="in" filter="fade">
                                      <p:cBhvr>
                                        <p:cTn id="9" dur="500"/>
                                        <p:tgtEl>
                                          <p:spTgt spid="100454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04549"/>
                                        </p:tgtEl>
                                        <p:attrNameLst>
                                          <p:attrName>style.visibility</p:attrName>
                                        </p:attrNameLst>
                                      </p:cBhvr>
                                      <p:to>
                                        <p:strVal val="visible"/>
                                      </p:to>
                                    </p:set>
                                    <p:anim calcmode="lin" valueType="num">
                                      <p:cBhvr>
                                        <p:cTn id="12" dur="500" fill="hold"/>
                                        <p:tgtEl>
                                          <p:spTgt spid="1004549"/>
                                        </p:tgtEl>
                                        <p:attrNameLst>
                                          <p:attrName>ppt_w</p:attrName>
                                        </p:attrNameLst>
                                      </p:cBhvr>
                                      <p:tavLst>
                                        <p:tav tm="0">
                                          <p:val>
                                            <p:fltVal val="0"/>
                                          </p:val>
                                        </p:tav>
                                        <p:tav tm="100000">
                                          <p:val>
                                            <p:strVal val="#ppt_w"/>
                                          </p:val>
                                        </p:tav>
                                      </p:tavLst>
                                    </p:anim>
                                    <p:anim calcmode="lin" valueType="num">
                                      <p:cBhvr>
                                        <p:cTn id="13" dur="500" fill="hold"/>
                                        <p:tgtEl>
                                          <p:spTgt spid="1004549"/>
                                        </p:tgtEl>
                                        <p:attrNameLst>
                                          <p:attrName>ppt_h</p:attrName>
                                        </p:attrNameLst>
                                      </p:cBhvr>
                                      <p:tavLst>
                                        <p:tav tm="0">
                                          <p:val>
                                            <p:fltVal val="0"/>
                                          </p:val>
                                        </p:tav>
                                        <p:tav tm="100000">
                                          <p:val>
                                            <p:strVal val="#ppt_h"/>
                                          </p:val>
                                        </p:tav>
                                      </p:tavLst>
                                    </p:anim>
                                    <p:animEffect transition="in" filter="fade">
                                      <p:cBhvr>
                                        <p:cTn id="14" dur="500"/>
                                        <p:tgtEl>
                                          <p:spTgt spid="100454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004550"/>
                                        </p:tgtEl>
                                        <p:attrNameLst>
                                          <p:attrName>style.visibility</p:attrName>
                                        </p:attrNameLst>
                                      </p:cBhvr>
                                      <p:to>
                                        <p:strVal val="visible"/>
                                      </p:to>
                                    </p:set>
                                    <p:anim calcmode="lin" valueType="num">
                                      <p:cBhvr>
                                        <p:cTn id="17" dur="500" fill="hold"/>
                                        <p:tgtEl>
                                          <p:spTgt spid="1004550"/>
                                        </p:tgtEl>
                                        <p:attrNameLst>
                                          <p:attrName>ppt_w</p:attrName>
                                        </p:attrNameLst>
                                      </p:cBhvr>
                                      <p:tavLst>
                                        <p:tav tm="0">
                                          <p:val>
                                            <p:fltVal val="0"/>
                                          </p:val>
                                        </p:tav>
                                        <p:tav tm="100000">
                                          <p:val>
                                            <p:strVal val="#ppt_w"/>
                                          </p:val>
                                        </p:tav>
                                      </p:tavLst>
                                    </p:anim>
                                    <p:anim calcmode="lin" valueType="num">
                                      <p:cBhvr>
                                        <p:cTn id="18" dur="500" fill="hold"/>
                                        <p:tgtEl>
                                          <p:spTgt spid="1004550"/>
                                        </p:tgtEl>
                                        <p:attrNameLst>
                                          <p:attrName>ppt_h</p:attrName>
                                        </p:attrNameLst>
                                      </p:cBhvr>
                                      <p:tavLst>
                                        <p:tav tm="0">
                                          <p:val>
                                            <p:fltVal val="0"/>
                                          </p:val>
                                        </p:tav>
                                        <p:tav tm="100000">
                                          <p:val>
                                            <p:strVal val="#ppt_h"/>
                                          </p:val>
                                        </p:tav>
                                      </p:tavLst>
                                    </p:anim>
                                    <p:animEffect transition="in" filter="fade">
                                      <p:cBhvr>
                                        <p:cTn id="19" dur="500"/>
                                        <p:tgtEl>
                                          <p:spTgt spid="1004550"/>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3" presetClass="entr" presetSubtype="16" fill="hold" nodeType="clickEffect">
                                  <p:stCondLst>
                                    <p:cond delay="0"/>
                                  </p:stCondLst>
                                  <p:childTnLst>
                                    <p:set>
                                      <p:cBhvr>
                                        <p:cTn id="43" dur="1" fill="hold">
                                          <p:stCondLst>
                                            <p:cond delay="0"/>
                                          </p:stCondLst>
                                        </p:cTn>
                                        <p:tgtEl>
                                          <p:spTgt spid="1004547">
                                            <p:txEl>
                                              <p:pRg st="4" end="4"/>
                                            </p:txEl>
                                          </p:spTgt>
                                        </p:tgtEl>
                                        <p:attrNameLst>
                                          <p:attrName>style.visibility</p:attrName>
                                        </p:attrNameLst>
                                      </p:cBhvr>
                                      <p:to>
                                        <p:strVal val="visible"/>
                                      </p:to>
                                    </p:set>
                                    <p:anim calcmode="lin" valueType="num">
                                      <p:cBhvr>
                                        <p:cTn id="44" dur="500" fill="hold"/>
                                        <p:tgtEl>
                                          <p:spTgt spid="1004547">
                                            <p:txEl>
                                              <p:pRg st="4" end="4"/>
                                            </p:txEl>
                                          </p:spTgt>
                                        </p:tgtEl>
                                        <p:attrNameLst>
                                          <p:attrName>ppt_w</p:attrName>
                                        </p:attrNameLst>
                                      </p:cBhvr>
                                      <p:tavLst>
                                        <p:tav tm="0">
                                          <p:val>
                                            <p:fltVal val="0"/>
                                          </p:val>
                                        </p:tav>
                                        <p:tav tm="100000">
                                          <p:val>
                                            <p:strVal val="#ppt_w"/>
                                          </p:val>
                                        </p:tav>
                                      </p:tavLst>
                                    </p:anim>
                                    <p:anim calcmode="lin" valueType="num">
                                      <p:cBhvr>
                                        <p:cTn id="45" dur="500" fill="hold"/>
                                        <p:tgtEl>
                                          <p:spTgt spid="1004547">
                                            <p:txEl>
                                              <p:pRg st="4" end="4"/>
                                            </p:txEl>
                                          </p:spTgt>
                                        </p:tgtEl>
                                        <p:attrNameLst>
                                          <p:attrName>ppt_h</p:attrName>
                                        </p:attrNameLst>
                                      </p:cBhvr>
                                      <p:tavLst>
                                        <p:tav tm="0">
                                          <p:val>
                                            <p:fltVal val="0"/>
                                          </p:val>
                                        </p:tav>
                                        <p:tav tm="100000">
                                          <p:val>
                                            <p:strVal val="#ppt_h"/>
                                          </p:val>
                                        </p:tav>
                                      </p:tavLst>
                                    </p:anim>
                                    <p:animEffect transition="in" filter="fade">
                                      <p:cBhvr>
                                        <p:cTn id="46" dur="500"/>
                                        <p:tgtEl>
                                          <p:spTgt spid="100454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48" grpId="0" animBg="1"/>
      <p:bldP spid="1004549" grpId="0" animBg="1"/>
      <p:bldP spid="1004550" grpId="0"/>
      <p:bldP spid="7" grpId="0" animBg="1"/>
      <p:bldP spid="8" grpId="0"/>
      <p:bldP spid="9" grpId="0" animBg="1"/>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755650" y="268288"/>
            <a:ext cx="7931150" cy="358775"/>
          </a:xfrm>
        </p:spPr>
        <p:txBody>
          <a:bodyPr/>
          <a:lstStyle/>
          <a:p>
            <a:pPr marL="342900" indent="-342900" eaLnBrk="1" hangingPunct="1">
              <a:spcBef>
                <a:spcPct val="20000"/>
              </a:spcBef>
            </a:pPr>
            <a:r>
              <a:rPr lang="en-US" altLang="zh-CN" sz="3000" i="1">
                <a:solidFill>
                  <a:srgbClr val="000000"/>
                </a:solidFill>
                <a:ea typeface="黑体" panose="02010609060101010101" pitchFamily="49" charset="-122"/>
                <a:cs typeface="Times New Roman" panose="02020603050405020304" pitchFamily="18" charset="0"/>
              </a:rPr>
              <a:t>S</a:t>
            </a:r>
            <a:r>
              <a:rPr lang="en-US" altLang="zh-CN" sz="3000">
                <a:solidFill>
                  <a:srgbClr val="000000"/>
                </a:solidFill>
                <a:ea typeface="黑体" panose="02010609060101010101" pitchFamily="49" charset="-122"/>
                <a:cs typeface="Times New Roman" panose="02020603050405020304" pitchFamily="18" charset="0"/>
              </a:rPr>
              <a:t> </a:t>
            </a:r>
            <a:r>
              <a:rPr lang="en-US" altLang="en-US" sz="3000">
                <a:solidFill>
                  <a:srgbClr val="000000"/>
                </a:solidFill>
                <a:ea typeface="黑体" panose="02010609060101010101" pitchFamily="49" charset="-122"/>
                <a:cs typeface="Times New Roman" panose="02020603050405020304" pitchFamily="18" charset="0"/>
                <a:sym typeface="Symbol" panose="05050102010706020507" pitchFamily="18" charset="2"/>
              </a:rPr>
              <a:t></a:t>
            </a:r>
            <a:r>
              <a:rPr lang="en-US" altLang="zh-CN" sz="3000">
                <a:solidFill>
                  <a:srgbClr val="000000"/>
                </a:solidFill>
                <a:ea typeface="黑体" panose="02010609060101010101" pitchFamily="49" charset="-122"/>
                <a:cs typeface="Times New Roman" panose="02020603050405020304" pitchFamily="18" charset="0"/>
                <a:sym typeface="Symbol" panose="05050102010706020507" pitchFamily="18" charset="2"/>
              </a:rPr>
              <a:t> </a:t>
            </a:r>
            <a:r>
              <a:rPr lang="en-US" altLang="en-US" sz="3000" i="1">
                <a:solidFill>
                  <a:srgbClr val="2D83F4"/>
                </a:solidFill>
                <a:ea typeface="黑体" panose="02010609060101010101" pitchFamily="49" charset="-122"/>
                <a:cs typeface="Times New Roman" panose="02020603050405020304" pitchFamily="18" charset="0"/>
                <a:sym typeface="Symbol" panose="05050102010706020507" pitchFamily="18" charset="2"/>
              </a:rPr>
              <a:t>i</a:t>
            </a:r>
            <a:r>
              <a:rPr lang="en-US" altLang="en-US" sz="3000">
                <a:solidFill>
                  <a:srgbClr val="2D83F4"/>
                </a:solidFill>
                <a:ea typeface="黑体" panose="02010609060101010101" pitchFamily="49" charset="-122"/>
                <a:cs typeface="Times New Roman" panose="02020603050405020304" pitchFamily="18" charset="0"/>
                <a:sym typeface="Symbol" panose="05050102010706020507" pitchFamily="18" charset="2"/>
              </a:rPr>
              <a:t> </a:t>
            </a:r>
            <a:r>
              <a:rPr lang="en-US" altLang="zh-CN" sz="3000" i="1">
                <a:solidFill>
                  <a:srgbClr val="000000"/>
                </a:solidFill>
                <a:ea typeface="黑体" panose="02010609060101010101" pitchFamily="49" charset="-122"/>
                <a:cs typeface="Times New Roman" panose="02020603050405020304" pitchFamily="18" charset="0"/>
              </a:rPr>
              <a:t>S</a:t>
            </a:r>
            <a:r>
              <a:rPr lang="en-US" altLang="en-US" sz="3000">
                <a:solidFill>
                  <a:srgbClr val="000000"/>
                </a:solidFill>
                <a:ea typeface="黑体" panose="02010609060101010101" pitchFamily="49" charset="-122"/>
                <a:cs typeface="Times New Roman" panose="02020603050405020304" pitchFamily="18" charset="0"/>
                <a:sym typeface="Symbol" panose="05050102010706020507" pitchFamily="18" charset="2"/>
              </a:rPr>
              <a:t></a:t>
            </a:r>
            <a:r>
              <a:rPr lang="en-US" altLang="en-US" sz="3000" i="1">
                <a:solidFill>
                  <a:srgbClr val="2D83F4"/>
                </a:solidFill>
                <a:ea typeface="黑体" panose="02010609060101010101" pitchFamily="49" charset="-122"/>
                <a:cs typeface="Times New Roman" panose="02020603050405020304" pitchFamily="18" charset="0"/>
                <a:sym typeface="Symbol" panose="05050102010706020507" pitchFamily="18" charset="2"/>
              </a:rPr>
              <a:t>i </a:t>
            </a:r>
            <a:r>
              <a:rPr lang="en-US" altLang="zh-CN" sz="3000" i="1">
                <a:solidFill>
                  <a:srgbClr val="000000"/>
                </a:solidFill>
                <a:ea typeface="黑体" panose="02010609060101010101" pitchFamily="49" charset="-122"/>
                <a:cs typeface="Times New Roman" panose="02020603050405020304" pitchFamily="18" charset="0"/>
              </a:rPr>
              <a:t>S</a:t>
            </a:r>
            <a:r>
              <a:rPr lang="en-US" altLang="en-US" sz="3000" i="1">
                <a:solidFill>
                  <a:srgbClr val="000000"/>
                </a:solidFill>
                <a:ea typeface="黑体" panose="02010609060101010101" pitchFamily="49" charset="-122"/>
                <a:cs typeface="Times New Roman" panose="02020603050405020304" pitchFamily="18" charset="0"/>
                <a:sym typeface="Symbol" panose="05050102010706020507" pitchFamily="18" charset="2"/>
              </a:rPr>
              <a:t> </a:t>
            </a:r>
            <a:r>
              <a:rPr lang="en-US" altLang="en-US" sz="3000" i="1">
                <a:solidFill>
                  <a:srgbClr val="2D83F4"/>
                </a:solidFill>
                <a:ea typeface="黑体" panose="02010609060101010101" pitchFamily="49" charset="-122"/>
                <a:cs typeface="Times New Roman" panose="02020603050405020304" pitchFamily="18" charset="0"/>
                <a:sym typeface="Symbol" panose="05050102010706020507" pitchFamily="18" charset="2"/>
              </a:rPr>
              <a:t>e</a:t>
            </a:r>
            <a:r>
              <a:rPr lang="en-US" altLang="en-US" sz="3000" i="1">
                <a:solidFill>
                  <a:srgbClr val="000000"/>
                </a:solidFill>
                <a:ea typeface="黑体" panose="02010609060101010101" pitchFamily="49" charset="-122"/>
                <a:cs typeface="Times New Roman" panose="02020603050405020304" pitchFamily="18" charset="0"/>
                <a:sym typeface="Symbol" panose="05050102010706020507" pitchFamily="18" charset="2"/>
              </a:rPr>
              <a:t> </a:t>
            </a:r>
            <a:r>
              <a:rPr lang="en-US" altLang="zh-CN" sz="3000" i="1">
                <a:solidFill>
                  <a:srgbClr val="000000"/>
                </a:solidFill>
                <a:ea typeface="黑体" panose="02010609060101010101" pitchFamily="49" charset="-122"/>
                <a:cs typeface="Times New Roman" panose="02020603050405020304" pitchFamily="18" charset="0"/>
              </a:rPr>
              <a:t>S</a:t>
            </a:r>
            <a:r>
              <a:rPr lang="en-US" altLang="en-US" sz="3000">
                <a:solidFill>
                  <a:srgbClr val="000000"/>
                </a:solidFill>
                <a:ea typeface="黑体" panose="02010609060101010101" pitchFamily="49" charset="-122"/>
                <a:cs typeface="Times New Roman" panose="02020603050405020304" pitchFamily="18" charset="0"/>
                <a:sym typeface="Symbol" panose="05050102010706020507" pitchFamily="18" charset="2"/>
              </a:rPr>
              <a:t></a:t>
            </a:r>
            <a:r>
              <a:rPr lang="en-US" altLang="zh-CN" sz="3000" i="1">
                <a:solidFill>
                  <a:srgbClr val="000000"/>
                </a:solidFill>
                <a:ea typeface="黑体" panose="02010609060101010101" pitchFamily="49" charset="-122"/>
                <a:cs typeface="Times New Roman" panose="02020603050405020304" pitchFamily="18" charset="0"/>
              </a:rPr>
              <a:t>a</a:t>
            </a:r>
            <a:endParaRPr lang="en-US" altLang="zh-CN" sz="3000" i="1">
              <a:solidFill>
                <a:srgbClr val="000000"/>
              </a:solidFill>
              <a:ea typeface="黑体" panose="02010609060101010101" pitchFamily="49" charset="-122"/>
              <a:cs typeface="Times New Roman" panose="02020603050405020304" pitchFamily="18" charset="0"/>
              <a:sym typeface="Symbol" panose="05050102010706020507" pitchFamily="18" charset="2"/>
            </a:endParaRPr>
          </a:p>
        </p:txBody>
      </p:sp>
      <p:sp>
        <p:nvSpPr>
          <p:cNvPr id="88067" name="Text Box 3"/>
          <p:cNvSpPr txBox="1">
            <a:spLocks noChangeArrowheads="1"/>
          </p:cNvSpPr>
          <p:nvPr/>
        </p:nvSpPr>
        <p:spPr bwMode="auto">
          <a:xfrm>
            <a:off x="4340225" y="2611438"/>
            <a:ext cx="1455738" cy="12001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
                <a:schemeClr val="tx2"/>
              </a:buClr>
              <a:buSzPct val="75000"/>
              <a:buFont typeface="Monotype Sorts" pitchFamily="2" charset="2"/>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4</a:t>
            </a:r>
            <a:r>
              <a:rPr lang="en-US" altLang="zh-CN" b="1">
                <a:solidFill>
                  <a:schemeClr val="tx1"/>
                </a:solidFill>
                <a:latin typeface="Times New Roman" panose="02020603050405020304" pitchFamily="18" charset="0"/>
                <a:cs typeface="Times New Roman" panose="02020603050405020304" pitchFamily="18" charset="0"/>
              </a:rPr>
              <a:t>:</a:t>
            </a:r>
          </a:p>
          <a:p>
            <a:pPr>
              <a:spcBef>
                <a:spcPct val="0"/>
              </a:spcBef>
              <a:buClr>
                <a:schemeClr val="tx2"/>
              </a:buClr>
              <a:buSzPct val="75000"/>
              <a:buFont typeface="Monotype Sorts" pitchFamily="2" charset="2"/>
              <a:buNone/>
            </a:pPr>
            <a:r>
              <a:rPr lang="en-US" altLang="zh-CN" b="1" i="1">
                <a:solidFill>
                  <a:srgbClr val="FF0000"/>
                </a:solidFill>
                <a:latin typeface="Times New Roman" panose="02020603050405020304" pitchFamily="18" charset="0"/>
                <a:cs typeface="Times New Roman" panose="02020603050405020304" pitchFamily="18" charset="0"/>
              </a:rPr>
              <a:t>S→iS</a:t>
            </a:r>
            <a:r>
              <a:rPr lang="en-US" altLang="zh-CN" b="1" i="1">
                <a:solidFill>
                  <a:srgbClr val="000000"/>
                </a:solidFill>
                <a:latin typeface="Times New Roman" panose="02020603050405020304" pitchFamily="18" charset="0"/>
                <a:cs typeface="Times New Roman" panose="02020603050405020304" pitchFamily="18" charset="0"/>
              </a:rPr>
              <a:t> </a:t>
            </a:r>
            <a:r>
              <a:rPr lang="en-US" altLang="zh-CN" b="1" i="1">
                <a:solidFill>
                  <a:srgbClr val="FF0000"/>
                </a:solidFill>
                <a:latin typeface="Times New Roman" panose="02020603050405020304" pitchFamily="18" charset="0"/>
                <a:cs typeface="Times New Roman" panose="02020603050405020304" pitchFamily="18" charset="0"/>
              </a:rPr>
              <a:t>· </a:t>
            </a:r>
          </a:p>
          <a:p>
            <a:pPr>
              <a:spcBef>
                <a:spcPct val="0"/>
              </a:spcBef>
              <a:buClr>
                <a:schemeClr val="tx2"/>
              </a:buClr>
              <a:buSzPct val="75000"/>
              <a:buFont typeface="Monotype Sorts" pitchFamily="2" charset="2"/>
              <a:buNone/>
            </a:pPr>
            <a:r>
              <a:rPr lang="en-US" altLang="zh-CN" b="1" i="1">
                <a:solidFill>
                  <a:srgbClr val="FF0000"/>
                </a:solidFill>
                <a:latin typeface="Times New Roman" panose="02020603050405020304" pitchFamily="18" charset="0"/>
                <a:cs typeface="Times New Roman" panose="02020603050405020304" pitchFamily="18" charset="0"/>
              </a:rPr>
              <a:t>S→iS</a:t>
            </a:r>
            <a:r>
              <a:rPr lang="en-US" altLang="zh-CN" b="1" i="1">
                <a:solidFill>
                  <a:srgbClr val="000000"/>
                </a:solidFill>
                <a:latin typeface="Times New Roman" panose="02020603050405020304" pitchFamily="18" charset="0"/>
                <a:cs typeface="Times New Roman" panose="02020603050405020304" pitchFamily="18" charset="0"/>
              </a:rPr>
              <a:t> </a:t>
            </a:r>
            <a:r>
              <a:rPr lang="en-US" altLang="zh-CN" b="1" i="1">
                <a:solidFill>
                  <a:srgbClr val="FF0000"/>
                </a:solidFill>
                <a:latin typeface="Times New Roman" panose="02020603050405020304" pitchFamily="18" charset="0"/>
                <a:cs typeface="Times New Roman" panose="02020603050405020304" pitchFamily="18" charset="0"/>
              </a:rPr>
              <a:t>· eS </a:t>
            </a:r>
          </a:p>
        </p:txBody>
      </p:sp>
      <p:sp>
        <p:nvSpPr>
          <p:cNvPr id="88068" name="Text Box 5"/>
          <p:cNvSpPr txBox="1">
            <a:spLocks noChangeArrowheads="1"/>
          </p:cNvSpPr>
          <p:nvPr/>
        </p:nvSpPr>
        <p:spPr bwMode="auto">
          <a:xfrm>
            <a:off x="827088" y="1019175"/>
            <a:ext cx="1377950" cy="1846263"/>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0</a:t>
            </a:r>
            <a:r>
              <a:rPr lang="en-US" altLang="zh-CN" b="1">
                <a:solidFill>
                  <a:schemeClr val="tx1"/>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S</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iS  S→</a:t>
            </a:r>
            <a:r>
              <a:rPr lang="en-US" altLang="zh-CN" b="1" i="1">
                <a:solidFill>
                  <a:srgbClr val="000000"/>
                </a:solidFill>
                <a:latin typeface="Times New Roman" panose="02020603050405020304" pitchFamily="18" charset="0"/>
                <a:cs typeface="Times New Roman" panose="02020603050405020304" pitchFamily="18" charset="0"/>
              </a:rPr>
              <a:t> ·</a:t>
            </a:r>
            <a:r>
              <a:rPr lang="en-US" altLang="zh-CN" b="1" i="1">
                <a:solidFill>
                  <a:schemeClr val="tx1"/>
                </a:solidFill>
                <a:latin typeface="Times New Roman" panose="02020603050405020304" pitchFamily="18" charset="0"/>
                <a:cs typeface="Times New Roman" panose="02020603050405020304" pitchFamily="18" charset="0"/>
              </a:rPr>
              <a:t>iSeS</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 →</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88069" name="Text Box 6"/>
          <p:cNvSpPr txBox="1">
            <a:spLocks noChangeArrowheads="1"/>
          </p:cNvSpPr>
          <p:nvPr/>
        </p:nvSpPr>
        <p:spPr bwMode="auto">
          <a:xfrm>
            <a:off x="2209800" y="95726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p>
        </p:txBody>
      </p:sp>
      <p:sp>
        <p:nvSpPr>
          <p:cNvPr id="88070" name="Line 7"/>
          <p:cNvSpPr>
            <a:spLocks noChangeShapeType="1"/>
          </p:cNvSpPr>
          <p:nvPr/>
        </p:nvSpPr>
        <p:spPr bwMode="auto">
          <a:xfrm flipV="1">
            <a:off x="2209800" y="1419225"/>
            <a:ext cx="3175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71" name="Text Box 8"/>
          <p:cNvSpPr txBox="1">
            <a:spLocks noChangeArrowheads="1"/>
          </p:cNvSpPr>
          <p:nvPr/>
        </p:nvSpPr>
        <p:spPr bwMode="auto">
          <a:xfrm>
            <a:off x="2532063" y="739775"/>
            <a:ext cx="1465262" cy="8302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1</a:t>
            </a:r>
            <a:r>
              <a:rPr lang="en-US" altLang="zh-CN"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 →S</a:t>
            </a:r>
            <a:r>
              <a:rPr lang="en-US" altLang="zh-CN" b="1" i="1">
                <a:solidFill>
                  <a:srgbClr val="000000"/>
                </a:solidFill>
                <a:latin typeface="Times New Roman" panose="02020603050405020304" pitchFamily="18" charset="0"/>
                <a:cs typeface="Times New Roman" panose="02020603050405020304" pitchFamily="18" charset="0"/>
              </a:rPr>
              <a:t> ·</a:t>
            </a:r>
            <a:r>
              <a:rPr lang="en-US" altLang="zh-CN" b="1" i="1">
                <a:solidFill>
                  <a:schemeClr val="tx1"/>
                </a:solidFill>
                <a:latin typeface="Times New Roman" panose="02020603050405020304" pitchFamily="18" charset="0"/>
                <a:cs typeface="Times New Roman" panose="02020603050405020304" pitchFamily="18" charset="0"/>
              </a:rPr>
              <a:t> </a:t>
            </a:r>
          </a:p>
        </p:txBody>
      </p:sp>
      <p:sp>
        <p:nvSpPr>
          <p:cNvPr id="88072" name="Text Box 9"/>
          <p:cNvSpPr txBox="1">
            <a:spLocks noChangeArrowheads="1"/>
          </p:cNvSpPr>
          <p:nvPr/>
        </p:nvSpPr>
        <p:spPr bwMode="auto">
          <a:xfrm>
            <a:off x="3924300" y="2614613"/>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p>
        </p:txBody>
      </p:sp>
      <p:sp>
        <p:nvSpPr>
          <p:cNvPr id="88073" name="Line 10"/>
          <p:cNvSpPr>
            <a:spLocks noChangeShapeType="1"/>
          </p:cNvSpPr>
          <p:nvPr/>
        </p:nvSpPr>
        <p:spPr bwMode="auto">
          <a:xfrm flipV="1">
            <a:off x="2163763" y="2117725"/>
            <a:ext cx="38893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74" name="Text Box 11"/>
          <p:cNvSpPr txBox="1">
            <a:spLocks noChangeArrowheads="1"/>
          </p:cNvSpPr>
          <p:nvPr/>
        </p:nvSpPr>
        <p:spPr bwMode="auto">
          <a:xfrm>
            <a:off x="2532063" y="1635125"/>
            <a:ext cx="1465262" cy="23082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2</a:t>
            </a:r>
            <a:r>
              <a:rPr lang="en-US" altLang="zh-CN"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S→i</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S  </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S→i</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SeS </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iS  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iSeS</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 →</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88075" name="Text Box 12"/>
          <p:cNvSpPr txBox="1">
            <a:spLocks noChangeArrowheads="1"/>
          </p:cNvSpPr>
          <p:nvPr/>
        </p:nvSpPr>
        <p:spPr bwMode="auto">
          <a:xfrm>
            <a:off x="6657975" y="141922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p>
        </p:txBody>
      </p:sp>
      <p:sp>
        <p:nvSpPr>
          <p:cNvPr id="88076" name="Line 13"/>
          <p:cNvSpPr>
            <a:spLocks noChangeShapeType="1"/>
          </p:cNvSpPr>
          <p:nvPr/>
        </p:nvSpPr>
        <p:spPr bwMode="auto">
          <a:xfrm flipV="1">
            <a:off x="6657975" y="1458913"/>
            <a:ext cx="0" cy="3238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77" name="Freeform 14"/>
          <p:cNvSpPr>
            <a:spLocks noChangeArrowheads="1"/>
          </p:cNvSpPr>
          <p:nvPr/>
        </p:nvSpPr>
        <p:spPr bwMode="auto">
          <a:xfrm rot="5400000">
            <a:off x="1917700" y="3251200"/>
            <a:ext cx="792163" cy="379413"/>
          </a:xfrm>
          <a:custGeom>
            <a:avLst/>
            <a:gdLst>
              <a:gd name="T0" fmla="*/ 2147483646 w 499"/>
              <a:gd name="T1" fmla="*/ 0 h 318"/>
              <a:gd name="T2" fmla="*/ 2147483646 w 499"/>
              <a:gd name="T3" fmla="*/ 2147483646 h 318"/>
              <a:gd name="T4" fmla="*/ 0 w 499"/>
              <a:gd name="T5" fmla="*/ 0 h 318"/>
              <a:gd name="T6" fmla="*/ 0 60000 65536"/>
              <a:gd name="T7" fmla="*/ 0 60000 65536"/>
              <a:gd name="T8" fmla="*/ 0 60000 65536"/>
              <a:gd name="T9" fmla="*/ 0 w 499"/>
              <a:gd name="T10" fmla="*/ 0 h 318"/>
              <a:gd name="T11" fmla="*/ 499 w 499"/>
              <a:gd name="T12" fmla="*/ 318 h 318"/>
            </a:gdLst>
            <a:ahLst/>
            <a:cxnLst>
              <a:cxn ang="T6">
                <a:pos x="T0" y="T1"/>
              </a:cxn>
              <a:cxn ang="T7">
                <a:pos x="T2" y="T3"/>
              </a:cxn>
              <a:cxn ang="T8">
                <a:pos x="T4" y="T5"/>
              </a:cxn>
            </a:cxnLst>
            <a:rect l="T9" t="T10" r="T11" b="T12"/>
            <a:pathLst>
              <a:path w="499" h="318">
                <a:moveTo>
                  <a:pt x="499" y="0"/>
                </a:moveTo>
                <a:cubicBezTo>
                  <a:pt x="427" y="159"/>
                  <a:pt x="355" y="318"/>
                  <a:pt x="272" y="318"/>
                </a:cubicBezTo>
                <a:cubicBezTo>
                  <a:pt x="189" y="318"/>
                  <a:pt x="94" y="159"/>
                  <a:pt x="0" y="0"/>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78" name="Text Box 15"/>
          <p:cNvSpPr txBox="1">
            <a:spLocks noChangeArrowheads="1"/>
          </p:cNvSpPr>
          <p:nvPr/>
        </p:nvSpPr>
        <p:spPr bwMode="auto">
          <a:xfrm>
            <a:off x="2184400" y="1676400"/>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p>
        </p:txBody>
      </p:sp>
      <p:sp>
        <p:nvSpPr>
          <p:cNvPr id="88079" name="Text Box 16"/>
          <p:cNvSpPr txBox="1">
            <a:spLocks noChangeArrowheads="1"/>
          </p:cNvSpPr>
          <p:nvPr/>
        </p:nvSpPr>
        <p:spPr bwMode="auto">
          <a:xfrm>
            <a:off x="2162175" y="319087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p>
        </p:txBody>
      </p:sp>
      <p:sp>
        <p:nvSpPr>
          <p:cNvPr id="88080" name="Text Box 17"/>
          <p:cNvSpPr txBox="1">
            <a:spLocks noChangeArrowheads="1"/>
          </p:cNvSpPr>
          <p:nvPr/>
        </p:nvSpPr>
        <p:spPr bwMode="auto">
          <a:xfrm>
            <a:off x="5773738" y="2622550"/>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e</a:t>
            </a:r>
          </a:p>
        </p:txBody>
      </p:sp>
      <p:sp>
        <p:nvSpPr>
          <p:cNvPr id="88081" name="Text Box 19"/>
          <p:cNvSpPr txBox="1">
            <a:spLocks noChangeArrowheads="1"/>
          </p:cNvSpPr>
          <p:nvPr/>
        </p:nvSpPr>
        <p:spPr bwMode="auto">
          <a:xfrm>
            <a:off x="6156325" y="1806575"/>
            <a:ext cx="1584325" cy="19399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5</a:t>
            </a:r>
            <a:r>
              <a:rPr lang="en-US" altLang="zh-CN"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S→iSe</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S</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iS  S→</a:t>
            </a:r>
            <a:r>
              <a:rPr lang="en-US" altLang="zh-CN" b="1" i="1">
                <a:solidFill>
                  <a:srgbClr val="000000"/>
                </a:solidFill>
                <a:latin typeface="Times New Roman" panose="02020603050405020304" pitchFamily="18" charset="0"/>
                <a:cs typeface="Times New Roman" panose="02020603050405020304" pitchFamily="18" charset="0"/>
              </a:rPr>
              <a:t> · </a:t>
            </a:r>
            <a:r>
              <a:rPr lang="en-US" altLang="zh-CN" b="1" i="1">
                <a:solidFill>
                  <a:schemeClr val="tx1"/>
                </a:solidFill>
                <a:latin typeface="Times New Roman" panose="02020603050405020304" pitchFamily="18" charset="0"/>
                <a:cs typeface="Times New Roman" panose="02020603050405020304" pitchFamily="18" charset="0"/>
              </a:rPr>
              <a:t>iSeS</a:t>
            </a:r>
          </a:p>
          <a:p>
            <a:pPr eaLnBrk="1" hangingPunct="1">
              <a:spcBef>
                <a:spcPct val="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S → · a</a:t>
            </a:r>
          </a:p>
        </p:txBody>
      </p:sp>
      <p:sp>
        <p:nvSpPr>
          <p:cNvPr id="88082" name="Text Box 20"/>
          <p:cNvSpPr txBox="1">
            <a:spLocks noChangeArrowheads="1"/>
          </p:cNvSpPr>
          <p:nvPr/>
        </p:nvSpPr>
        <p:spPr bwMode="auto">
          <a:xfrm>
            <a:off x="6156325" y="627063"/>
            <a:ext cx="1584325" cy="8318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6</a:t>
            </a:r>
            <a:r>
              <a:rPr lang="en-US" altLang="zh-CN" b="1">
                <a:solidFill>
                  <a:schemeClr val="tx1"/>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S→iSeS</a:t>
            </a:r>
            <a:r>
              <a:rPr lang="en-US" altLang="zh-CN" b="1" i="1">
                <a:solidFill>
                  <a:srgbClr val="000000"/>
                </a:solidFill>
                <a:latin typeface="Times New Roman" panose="02020603050405020304" pitchFamily="18" charset="0"/>
                <a:cs typeface="Times New Roman" panose="02020603050405020304" pitchFamily="18" charset="0"/>
              </a:rPr>
              <a:t> ·</a:t>
            </a:r>
            <a:endParaRPr lang="en-US" altLang="zh-CN" b="1" i="1">
              <a:solidFill>
                <a:schemeClr val="tx1"/>
              </a:solidFill>
              <a:latin typeface="Times New Roman" panose="02020603050405020304" pitchFamily="18" charset="0"/>
              <a:cs typeface="Times New Roman" panose="02020603050405020304" pitchFamily="18" charset="0"/>
            </a:endParaRPr>
          </a:p>
        </p:txBody>
      </p:sp>
      <p:sp>
        <p:nvSpPr>
          <p:cNvPr id="88083" name="Freeform 21"/>
          <p:cNvSpPr>
            <a:spLocks noChangeArrowheads="1"/>
          </p:cNvSpPr>
          <p:nvPr/>
        </p:nvSpPr>
        <p:spPr bwMode="auto">
          <a:xfrm>
            <a:off x="3622675" y="3803650"/>
            <a:ext cx="3325813" cy="925513"/>
          </a:xfrm>
          <a:custGeom>
            <a:avLst/>
            <a:gdLst>
              <a:gd name="T0" fmla="*/ 2147483646 w 2404"/>
              <a:gd name="T1" fmla="*/ 0 h 801"/>
              <a:gd name="T2" fmla="*/ 2147483646 w 2404"/>
              <a:gd name="T3" fmla="*/ 2147483646 h 801"/>
              <a:gd name="T4" fmla="*/ 0 w 2404"/>
              <a:gd name="T5" fmla="*/ 2147483646 h 801"/>
              <a:gd name="T6" fmla="*/ 0 60000 65536"/>
              <a:gd name="T7" fmla="*/ 0 60000 65536"/>
              <a:gd name="T8" fmla="*/ 0 60000 65536"/>
              <a:gd name="T9" fmla="*/ 0 w 2404"/>
              <a:gd name="T10" fmla="*/ 0 h 801"/>
              <a:gd name="T11" fmla="*/ 2404 w 2404"/>
              <a:gd name="T12" fmla="*/ 801 h 801"/>
            </a:gdLst>
            <a:ahLst/>
            <a:cxnLst>
              <a:cxn ang="T6">
                <a:pos x="T0" y="T1"/>
              </a:cxn>
              <a:cxn ang="T7">
                <a:pos x="T2" y="T3"/>
              </a:cxn>
              <a:cxn ang="T8">
                <a:pos x="T4" y="T5"/>
              </a:cxn>
            </a:cxnLst>
            <a:rect l="T9" t="T10" r="T11" b="T12"/>
            <a:pathLst>
              <a:path w="2404" h="801">
                <a:moveTo>
                  <a:pt x="2404" y="0"/>
                </a:moveTo>
                <a:cubicBezTo>
                  <a:pt x="2105" y="370"/>
                  <a:pt x="1807" y="741"/>
                  <a:pt x="1406" y="771"/>
                </a:cubicBezTo>
                <a:cubicBezTo>
                  <a:pt x="1005" y="801"/>
                  <a:pt x="502" y="491"/>
                  <a:pt x="0" y="181"/>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84" name="Text Box 22"/>
          <p:cNvSpPr txBox="1">
            <a:spLocks noChangeArrowheads="1"/>
          </p:cNvSpPr>
          <p:nvPr/>
        </p:nvSpPr>
        <p:spPr bwMode="auto">
          <a:xfrm>
            <a:off x="6376988" y="3746500"/>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i</a:t>
            </a:r>
          </a:p>
        </p:txBody>
      </p:sp>
      <p:sp>
        <p:nvSpPr>
          <p:cNvPr id="2" name="圆角矩形标注 1"/>
          <p:cNvSpPr/>
          <p:nvPr/>
        </p:nvSpPr>
        <p:spPr>
          <a:xfrm>
            <a:off x="4087813" y="1143000"/>
            <a:ext cx="1909762" cy="1071563"/>
          </a:xfrm>
          <a:prstGeom prst="wedgeRoundRectCallout">
            <a:avLst>
              <a:gd name="adj1" fmla="val 1942"/>
              <a:gd name="adj2" fmla="val 75756"/>
              <a:gd name="adj3" fmla="val 16667"/>
            </a:avLst>
          </a:prstGeom>
          <a:solidFill>
            <a:schemeClr val="accent5">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buFont typeface="Arial" panose="020B0604020202020204" pitchFamily="34" charset="0"/>
              <a:buNone/>
              <a:defRPr/>
            </a:pPr>
            <a:r>
              <a:rPr lang="zh-CN" altLang="en-US" sz="2000" b="1" noProof="1">
                <a:solidFill>
                  <a:srgbClr val="000000"/>
                </a:solidFill>
                <a:latin typeface="Times New Roman" panose="02020603050405020304" pitchFamily="18" charset="0"/>
                <a:ea typeface="楷体" panose="02010609060101010101" pitchFamily="49" charset="-122"/>
              </a:rPr>
              <a:t>选择移进</a:t>
            </a:r>
            <a:r>
              <a:rPr lang="en-US" altLang="zh-CN" sz="2000" b="1" i="1" noProof="1">
                <a:solidFill>
                  <a:srgbClr val="000000"/>
                </a:solidFill>
                <a:latin typeface="Times New Roman" panose="02020603050405020304" pitchFamily="18" charset="0"/>
                <a:ea typeface="Times New Roman" panose="02020603050405020304" pitchFamily="18" charset="0"/>
              </a:rPr>
              <a:t>else</a:t>
            </a:r>
            <a:r>
              <a:rPr lang="zh-CN" altLang="en-US" sz="2000" b="1" noProof="1">
                <a:solidFill>
                  <a:srgbClr val="000000"/>
                </a:solidFill>
                <a:latin typeface="Times New Roman" panose="02020603050405020304" pitchFamily="18" charset="0"/>
                <a:ea typeface="楷体" panose="02010609060101010101" pitchFamily="49" charset="-122"/>
              </a:rPr>
              <a:t>，以便让它与前面的</a:t>
            </a:r>
            <a:r>
              <a:rPr lang="en-US" altLang="zh-CN" sz="2000" b="1" i="1" noProof="1">
                <a:solidFill>
                  <a:srgbClr val="000000"/>
                </a:solidFill>
                <a:latin typeface="Times New Roman" panose="02020603050405020304" pitchFamily="18" charset="0"/>
                <a:ea typeface="Times New Roman" panose="02020603050405020304" pitchFamily="18" charset="0"/>
              </a:rPr>
              <a:t>then</a:t>
            </a:r>
            <a:r>
              <a:rPr lang="zh-CN" altLang="en-US" sz="2000" b="1" noProof="1">
                <a:solidFill>
                  <a:srgbClr val="000000"/>
                </a:solidFill>
                <a:latin typeface="Times New Roman" panose="02020603050405020304" pitchFamily="18" charset="0"/>
                <a:ea typeface="楷体" panose="02010609060101010101" pitchFamily="49" charset="-122"/>
              </a:rPr>
              <a:t>配对</a:t>
            </a:r>
          </a:p>
        </p:txBody>
      </p:sp>
      <p:sp>
        <p:nvSpPr>
          <p:cNvPr id="88086" name="Text Box 3"/>
          <p:cNvSpPr txBox="1">
            <a:spLocks noChangeArrowheads="1"/>
          </p:cNvSpPr>
          <p:nvPr/>
        </p:nvSpPr>
        <p:spPr bwMode="auto">
          <a:xfrm>
            <a:off x="2513013" y="4267200"/>
            <a:ext cx="1484312" cy="7334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2500"/>
              </a:lnSpc>
              <a:spcBef>
                <a:spcPct val="0"/>
              </a:spcBef>
              <a:buClr>
                <a:schemeClr val="tx2"/>
              </a:buClr>
              <a:buSzPct val="75000"/>
              <a:buFont typeface="Monotype Sorts" pitchFamily="2" charset="2"/>
              <a:buNone/>
            </a:pPr>
            <a:r>
              <a:rPr lang="en-US" altLang="zh-CN" b="1" i="1">
                <a:solidFill>
                  <a:schemeClr val="tx1"/>
                </a:solidFill>
                <a:latin typeface="Times New Roman" panose="02020603050405020304" pitchFamily="18" charset="0"/>
                <a:cs typeface="Times New Roman" panose="02020603050405020304" pitchFamily="18" charset="0"/>
              </a:rPr>
              <a:t>I</a:t>
            </a:r>
            <a:r>
              <a:rPr lang="en-US" altLang="zh-CN" b="1" i="1" baseline="-25000">
                <a:solidFill>
                  <a:schemeClr val="tx1"/>
                </a:solidFill>
                <a:latin typeface="Times New Roman" panose="02020603050405020304" pitchFamily="18" charset="0"/>
                <a:cs typeface="Times New Roman" panose="02020603050405020304" pitchFamily="18" charset="0"/>
              </a:rPr>
              <a:t>3</a:t>
            </a:r>
            <a:r>
              <a:rPr lang="en-US" altLang="zh-CN" b="1">
                <a:solidFill>
                  <a:schemeClr val="tx1"/>
                </a:solidFill>
                <a:latin typeface="Times New Roman" panose="02020603050405020304" pitchFamily="18" charset="0"/>
                <a:cs typeface="Times New Roman" panose="02020603050405020304" pitchFamily="18" charset="0"/>
              </a:rPr>
              <a:t>:</a:t>
            </a:r>
          </a:p>
          <a:p>
            <a:pPr>
              <a:lnSpc>
                <a:spcPts val="2500"/>
              </a:lnSpc>
              <a:spcBef>
                <a:spcPct val="0"/>
              </a:spcBef>
              <a:buClr>
                <a:schemeClr val="tx2"/>
              </a:buClr>
              <a:buSzPct val="75000"/>
              <a:buFont typeface="Monotype Sorts" pitchFamily="2" charset="2"/>
              <a:buNone/>
            </a:pPr>
            <a:r>
              <a:rPr lang="en-US" altLang="zh-CN" b="1" i="1">
                <a:solidFill>
                  <a:schemeClr val="tx1"/>
                </a:solidFill>
                <a:latin typeface="Times New Roman" panose="02020603050405020304" pitchFamily="18" charset="0"/>
                <a:cs typeface="Times New Roman" panose="02020603050405020304" pitchFamily="18" charset="0"/>
              </a:rPr>
              <a:t>S→a</a:t>
            </a:r>
            <a:r>
              <a:rPr lang="en-US" altLang="zh-CN" b="1" i="1">
                <a:solidFill>
                  <a:srgbClr val="000000"/>
                </a:solidFill>
                <a:latin typeface="Times New Roman" panose="02020603050405020304" pitchFamily="18" charset="0"/>
                <a:cs typeface="Times New Roman" panose="02020603050405020304" pitchFamily="18" charset="0"/>
              </a:rPr>
              <a:t>·</a:t>
            </a:r>
            <a:r>
              <a:rPr lang="en-US" altLang="zh-CN" b="1" i="1">
                <a:solidFill>
                  <a:schemeClr val="tx1"/>
                </a:solidFill>
                <a:latin typeface="Times New Roman" panose="02020603050405020304" pitchFamily="18" charset="0"/>
                <a:cs typeface="Times New Roman" panose="02020603050405020304" pitchFamily="18" charset="0"/>
              </a:rPr>
              <a:t> </a:t>
            </a:r>
          </a:p>
        </p:txBody>
      </p:sp>
      <p:sp>
        <p:nvSpPr>
          <p:cNvPr id="88087" name="Text Box 9"/>
          <p:cNvSpPr txBox="1">
            <a:spLocks noChangeArrowheads="1"/>
          </p:cNvSpPr>
          <p:nvPr/>
        </p:nvSpPr>
        <p:spPr bwMode="auto">
          <a:xfrm>
            <a:off x="3236913" y="3865563"/>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88088" name="Line 23"/>
          <p:cNvSpPr>
            <a:spLocks noChangeShapeType="1"/>
          </p:cNvSpPr>
          <p:nvPr/>
        </p:nvSpPr>
        <p:spPr bwMode="auto">
          <a:xfrm>
            <a:off x="3236913" y="3943350"/>
            <a:ext cx="0" cy="3238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89" name="Line 18"/>
          <p:cNvSpPr>
            <a:spLocks noChangeShapeType="1"/>
          </p:cNvSpPr>
          <p:nvPr/>
        </p:nvSpPr>
        <p:spPr bwMode="auto">
          <a:xfrm>
            <a:off x="1189038" y="2871788"/>
            <a:ext cx="1338262" cy="17287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90" name="Text Box 9"/>
          <p:cNvSpPr txBox="1">
            <a:spLocks noChangeArrowheads="1"/>
          </p:cNvSpPr>
          <p:nvPr/>
        </p:nvSpPr>
        <p:spPr bwMode="auto">
          <a:xfrm>
            <a:off x="1498600" y="2887663"/>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3" name="任意多边形 2"/>
          <p:cNvSpPr/>
          <p:nvPr/>
        </p:nvSpPr>
        <p:spPr>
          <a:xfrm>
            <a:off x="3995738" y="3841750"/>
            <a:ext cx="3313112" cy="1090613"/>
          </a:xfrm>
          <a:custGeom>
            <a:avLst/>
            <a:gdLst>
              <a:gd name="connsiteX0" fmla="*/ 3856893 w 3856893"/>
              <a:gd name="connsiteY0" fmla="*/ 0 h 1090770"/>
              <a:gd name="connsiteX1" fmla="*/ 2919047 w 3856893"/>
              <a:gd name="connsiteY1" fmla="*/ 961293 h 1090770"/>
              <a:gd name="connsiteX2" fmla="*/ 0 w 3856893"/>
              <a:gd name="connsiteY2" fmla="*/ 1055077 h 1090770"/>
            </a:gdLst>
            <a:ahLst/>
            <a:cxnLst>
              <a:cxn ang="0">
                <a:pos x="connsiteX0" y="connsiteY0"/>
              </a:cxn>
              <a:cxn ang="0">
                <a:pos x="connsiteX1" y="connsiteY1"/>
              </a:cxn>
              <a:cxn ang="0">
                <a:pos x="connsiteX2" y="connsiteY2"/>
              </a:cxn>
            </a:cxnLst>
            <a:rect l="l" t="t" r="r" b="b"/>
            <a:pathLst>
              <a:path w="3856893" h="1090770">
                <a:moveTo>
                  <a:pt x="3856893" y="0"/>
                </a:moveTo>
                <a:cubicBezTo>
                  <a:pt x="3709377" y="392723"/>
                  <a:pt x="3561862" y="785447"/>
                  <a:pt x="2919047" y="961293"/>
                </a:cubicBezTo>
                <a:cubicBezTo>
                  <a:pt x="2276232" y="1137139"/>
                  <a:pt x="1138116" y="1096108"/>
                  <a:pt x="0" y="1055077"/>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8092" name="Line 7"/>
          <p:cNvSpPr>
            <a:spLocks noChangeShapeType="1"/>
          </p:cNvSpPr>
          <p:nvPr/>
        </p:nvSpPr>
        <p:spPr bwMode="auto">
          <a:xfrm flipV="1">
            <a:off x="3995738" y="3044825"/>
            <a:ext cx="3175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93" name="Line 7"/>
          <p:cNvSpPr>
            <a:spLocks noChangeShapeType="1"/>
          </p:cNvSpPr>
          <p:nvPr/>
        </p:nvSpPr>
        <p:spPr bwMode="auto">
          <a:xfrm flipV="1">
            <a:off x="5795963" y="3008313"/>
            <a:ext cx="3175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8094" name="Text Box 9"/>
          <p:cNvSpPr txBox="1">
            <a:spLocks noChangeArrowheads="1"/>
          </p:cNvSpPr>
          <p:nvPr/>
        </p:nvSpPr>
        <p:spPr bwMode="auto">
          <a:xfrm>
            <a:off x="7283450" y="3690938"/>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chemeClr val="tx1"/>
                </a:solidFill>
                <a:latin typeface="Times New Roman" panose="02020603050405020304" pitchFamily="18" charset="0"/>
                <a:cs typeface="Times New Roman" panose="02020603050405020304" pitchFamily="18" charset="0"/>
              </a:rPr>
              <a:t>a</a:t>
            </a:r>
          </a:p>
        </p:txBody>
      </p:sp>
      <p:sp>
        <p:nvSpPr>
          <p:cNvPr id="4" name="灯片编号占位符 3">
            <a:extLst>
              <a:ext uri="{FF2B5EF4-FFF2-40B4-BE49-F238E27FC236}">
                <a16:creationId xmlns:a16="http://schemas.microsoft.com/office/drawing/2014/main" id="{6531DBF6-D2E4-4958-8BCB-9B22CA0BA4C5}"/>
              </a:ext>
            </a:extLst>
          </p:cNvPr>
          <p:cNvSpPr>
            <a:spLocks noGrp="1"/>
          </p:cNvSpPr>
          <p:nvPr>
            <p:ph type="sldNum" sz="quarter" idx="12"/>
          </p:nvPr>
        </p:nvSpPr>
        <p:spPr/>
        <p:txBody>
          <a:bodyPr/>
          <a:lstStyle/>
          <a:p>
            <a:pPr>
              <a:defRPr/>
            </a:pPr>
            <a:fld id="{76D20AB1-C80E-44EB-B890-88EEF3B3DC08}" type="slidenum">
              <a:rPr lang="zh-CN" altLang="en-US" smtClean="0"/>
              <a:pPr>
                <a:defRPr/>
              </a:pPr>
              <a:t>38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txBox="1">
            <a:spLocks noChangeArrowheads="1"/>
          </p:cNvSpPr>
          <p:nvPr/>
        </p:nvSpPr>
        <p:spPr bwMode="auto">
          <a:xfrm>
            <a:off x="755650" y="268288"/>
            <a:ext cx="793115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spcBef>
                <a:spcPct val="0"/>
              </a:spcBef>
              <a:buClrTx/>
              <a:buSzTx/>
              <a:buFont typeface="Arial" panose="020B0604020202020204" pitchFamily="34" charset="0"/>
              <a:buNone/>
            </a:pPr>
            <a:r>
              <a:rPr lang="zh-CN" altLang="en-US" sz="3000" b="1">
                <a:solidFill>
                  <a:schemeClr val="tx1"/>
                </a:solidFill>
                <a:latin typeface="微软雅黑" panose="020B0503020204020204" pitchFamily="34" charset="-122"/>
                <a:ea typeface="微软雅黑" panose="020B0503020204020204" pitchFamily="34" charset="-122"/>
              </a:rPr>
              <a:t>二义性</a:t>
            </a:r>
            <a:r>
              <a:rPr lang="en-US" altLang="zh-CN" sz="3000" b="1" i="1">
                <a:solidFill>
                  <a:srgbClr val="000000"/>
                </a:solidFill>
                <a:latin typeface="Times New Roman" panose="02020603050405020304" pitchFamily="18" charset="0"/>
                <a:cs typeface="Times New Roman" panose="02020603050405020304" pitchFamily="18" charset="0"/>
              </a:rPr>
              <a:t>if</a:t>
            </a:r>
            <a:r>
              <a:rPr lang="zh-CN" altLang="en-US" sz="3000" b="1">
                <a:solidFill>
                  <a:srgbClr val="000000"/>
                </a:solidFill>
                <a:latin typeface="微软雅黑" panose="020B0503020204020204" pitchFamily="34" charset="-122"/>
                <a:ea typeface="微软雅黑" panose="020B0503020204020204" pitchFamily="34" charset="-122"/>
              </a:rPr>
              <a:t>语句</a:t>
            </a:r>
            <a:r>
              <a:rPr lang="zh-CN" altLang="en-US" sz="3000" b="1">
                <a:solidFill>
                  <a:schemeClr val="tx1"/>
                </a:solidFill>
                <a:latin typeface="微软雅黑" panose="020B0503020204020204" pitchFamily="34" charset="-122"/>
                <a:ea typeface="微软雅黑" panose="020B0503020204020204" pitchFamily="34" charset="-122"/>
              </a:rPr>
              <a:t>文法的</a:t>
            </a:r>
            <a:r>
              <a:rPr lang="en-US" altLang="zh-CN" sz="3000" b="1" i="1">
                <a:solidFill>
                  <a:schemeClr val="tx1"/>
                </a:solidFill>
                <a:latin typeface="Times New Roman" panose="02020603050405020304" pitchFamily="18" charset="0"/>
                <a:ea typeface="黑体" panose="02010609060101010101" pitchFamily="49" charset="-122"/>
              </a:rPr>
              <a:t>SLR</a:t>
            </a:r>
            <a:r>
              <a:rPr lang="zh-CN" altLang="en-US" sz="3000" b="1">
                <a:solidFill>
                  <a:schemeClr val="tx1"/>
                </a:solidFill>
                <a:latin typeface="微软雅黑" panose="020B0503020204020204" pitchFamily="34" charset="-122"/>
                <a:ea typeface="微软雅黑" panose="020B0503020204020204" pitchFamily="34" charset="-122"/>
              </a:rPr>
              <a:t>分析表</a:t>
            </a:r>
          </a:p>
        </p:txBody>
      </p:sp>
      <p:graphicFrame>
        <p:nvGraphicFramePr>
          <p:cNvPr id="133122" name="表格 133121"/>
          <p:cNvGraphicFramePr>
            <a:graphicFrameLocks noGrp="1"/>
          </p:cNvGraphicFramePr>
          <p:nvPr>
            <p:extLst>
              <p:ext uri="{D42A27DB-BD31-4B8C-83A1-F6EECF244321}">
                <p14:modId xmlns:p14="http://schemas.microsoft.com/office/powerpoint/2010/main" val="615374565"/>
              </p:ext>
            </p:extLst>
          </p:nvPr>
        </p:nvGraphicFramePr>
        <p:xfrm>
          <a:off x="3347864" y="985486"/>
          <a:ext cx="5256584" cy="3746504"/>
        </p:xfrm>
        <a:graphic>
          <a:graphicData uri="http://schemas.openxmlformats.org/drawingml/2006/table">
            <a:tbl>
              <a:tblPr/>
              <a:tblGrid>
                <a:gridCol w="1106881">
                  <a:extLst>
                    <a:ext uri="{9D8B030D-6E8A-4147-A177-3AD203B41FA5}">
                      <a16:colId xmlns:a16="http://schemas.microsoft.com/office/drawing/2014/main" val="20000"/>
                    </a:ext>
                  </a:extLst>
                </a:gridCol>
                <a:gridCol w="944065">
                  <a:extLst>
                    <a:ext uri="{9D8B030D-6E8A-4147-A177-3AD203B41FA5}">
                      <a16:colId xmlns:a16="http://schemas.microsoft.com/office/drawing/2014/main" val="20001"/>
                    </a:ext>
                  </a:extLst>
                </a:gridCol>
                <a:gridCol w="769353">
                  <a:extLst>
                    <a:ext uri="{9D8B030D-6E8A-4147-A177-3AD203B41FA5}">
                      <a16:colId xmlns:a16="http://schemas.microsoft.com/office/drawing/2014/main" val="20002"/>
                    </a:ext>
                  </a:extLst>
                </a:gridCol>
                <a:gridCol w="769353">
                  <a:extLst>
                    <a:ext uri="{9D8B030D-6E8A-4147-A177-3AD203B41FA5}">
                      <a16:colId xmlns:a16="http://schemas.microsoft.com/office/drawing/2014/main" val="20003"/>
                    </a:ext>
                  </a:extLst>
                </a:gridCol>
                <a:gridCol w="731235">
                  <a:extLst>
                    <a:ext uri="{9D8B030D-6E8A-4147-A177-3AD203B41FA5}">
                      <a16:colId xmlns:a16="http://schemas.microsoft.com/office/drawing/2014/main" val="20004"/>
                    </a:ext>
                  </a:extLst>
                </a:gridCol>
                <a:gridCol w="935697">
                  <a:extLst>
                    <a:ext uri="{9D8B030D-6E8A-4147-A177-3AD203B41FA5}">
                      <a16:colId xmlns:a16="http://schemas.microsoft.com/office/drawing/2014/main" val="20005"/>
                    </a:ext>
                  </a:extLst>
                </a:gridCol>
              </a:tblGrid>
              <a:tr h="43180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状态</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4">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zh-CN" altLang="en-US" sz="2000" b="1" i="1"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1462" marR="91462"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endParaRPr kumimoji="0" lang="zh-CN" altLang="en-US" sz="2000" b="1" i="1" u="none" strike="noStrike" cap="none" normalizeH="0" baseline="0">
                        <a:ln>
                          <a:noFill/>
                        </a:ln>
                        <a:solidFill>
                          <a:schemeClr val="tx1"/>
                        </a:solidFill>
                        <a:effectLst/>
                        <a:latin typeface="Times New Roman" panose="02020603050405020304" pitchFamily="18" charset="0"/>
                        <a:ea typeface="华文楷体" panose="02010600040101010101" pitchFamily="2" charset="-122"/>
                      </a:endParaRPr>
                    </a:p>
                  </a:txBody>
                  <a:tcPr marL="91462" marR="91462"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414338">
                <a:tc v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S</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s5</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rPr>
                        <a:t>r1</a:t>
                      </a:r>
                      <a:endParaRPr kumimoji="0" lang="zh-CN" altLang="en-US" sz="20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20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4338">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4123" marR="94123" marT="34287" marB="34287"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2" name="灯片编号占位符 1">
            <a:extLst>
              <a:ext uri="{FF2B5EF4-FFF2-40B4-BE49-F238E27FC236}">
                <a16:creationId xmlns:a16="http://schemas.microsoft.com/office/drawing/2014/main" id="{2A8D06F2-F70E-4EE5-B420-88DF48D714CA}"/>
              </a:ext>
            </a:extLst>
          </p:cNvPr>
          <p:cNvSpPr>
            <a:spLocks noGrp="1"/>
          </p:cNvSpPr>
          <p:nvPr>
            <p:ph type="sldNum" sz="quarter" idx="12"/>
          </p:nvPr>
        </p:nvSpPr>
        <p:spPr/>
        <p:txBody>
          <a:bodyPr/>
          <a:lstStyle/>
          <a:p>
            <a:pPr>
              <a:defRPr/>
            </a:pPr>
            <a:fld id="{76D20AB1-C80E-44EB-B890-88EEF3B3DC08}" type="slidenum">
              <a:rPr lang="zh-CN" altLang="en-US" smtClean="0"/>
              <a:pPr>
                <a:defRPr/>
              </a:pPr>
              <a:t>39</a:t>
            </a:fld>
            <a:endParaRPr lang="en-US" altLang="zh-CN"/>
          </a:p>
        </p:txBody>
      </p:sp>
      <p:sp>
        <p:nvSpPr>
          <p:cNvPr id="5" name="Rectangle 72">
            <a:extLst>
              <a:ext uri="{FF2B5EF4-FFF2-40B4-BE49-F238E27FC236}">
                <a16:creationId xmlns:a16="http://schemas.microsoft.com/office/drawing/2014/main" id="{EBBB0C34-8A96-47C0-A524-928B322502B4}"/>
              </a:ext>
            </a:extLst>
          </p:cNvPr>
          <p:cNvSpPr>
            <a:spLocks noChangeArrowheads="1"/>
          </p:cNvSpPr>
          <p:nvPr/>
        </p:nvSpPr>
        <p:spPr bwMode="auto">
          <a:xfrm>
            <a:off x="251520" y="4011910"/>
            <a:ext cx="2898775" cy="400110"/>
          </a:xfrm>
          <a:prstGeom prst="rect">
            <a:avLst/>
          </a:prstGeom>
          <a:solidFill>
            <a:schemeClr val="accent5">
              <a:lumMod val="60000"/>
              <a:lumOff val="40000"/>
            </a:schemeClr>
          </a:solidFill>
          <a:ln w="12700">
            <a:solidFill>
              <a:schemeClr val="tx1"/>
            </a:solidFill>
            <a:miter lim="800000"/>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defRPr/>
            </a:pP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FOLLOW</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a:t>
            </a:r>
            <a:r>
              <a:rPr lang="en-US" altLang="zh-CN" sz="2000" b="1" i="1" dirty="0">
                <a:latin typeface="Times New Roman" panose="02020603050405020304" pitchFamily="18" charset="0"/>
                <a:ea typeface="楷体_GB2312" panose="02010609030101010101" pitchFamily="49" charset="-122"/>
                <a:cs typeface="Times New Roman" panose="02020603050405020304" pitchFamily="18" charset="0"/>
              </a:rPr>
              <a:t>S</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e, </a:t>
            </a:r>
            <a:r>
              <a:rPr lang="en-US" altLang="zh-CN" sz="2000" b="1" dirty="0">
                <a:latin typeface="+mn-ea"/>
                <a:ea typeface="+mn-ea"/>
                <a:cs typeface="Times New Roman" panose="02020603050405020304" pitchFamily="18" charset="0"/>
              </a:rPr>
              <a:t>$</a:t>
            </a:r>
            <a:r>
              <a:rPr lang="en-US" altLang="zh-CN" sz="2000" b="1" dirty="0">
                <a:latin typeface="Times New Roman" panose="02020603050405020304" pitchFamily="18" charset="0"/>
                <a:ea typeface="楷体_GB2312" panose="02010609030101010101" pitchFamily="49" charset="-122"/>
                <a:cs typeface="Times New Roman" panose="02020603050405020304" pitchFamily="18" charset="0"/>
              </a:rPr>
              <a:t> }</a:t>
            </a:r>
            <a:endParaRPr lang="zh-CN" altLang="en-US" sz="2000" b="1" dirty="0">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3" name="矩形 2">
            <a:extLst>
              <a:ext uri="{FF2B5EF4-FFF2-40B4-BE49-F238E27FC236}">
                <a16:creationId xmlns:a16="http://schemas.microsoft.com/office/drawing/2014/main" id="{3FDFDD60-E03A-436F-8E59-772A2008EFDE}"/>
              </a:ext>
            </a:extLst>
          </p:cNvPr>
          <p:cNvSpPr/>
          <p:nvPr/>
        </p:nvSpPr>
        <p:spPr>
          <a:xfrm>
            <a:off x="343804" y="1626989"/>
            <a:ext cx="2714205" cy="461665"/>
          </a:xfrm>
          <a:prstGeom prst="rect">
            <a:avLst/>
          </a:prstGeom>
        </p:spPr>
        <p:txBody>
          <a:bodyPr wrap="none">
            <a:spAutoFit/>
          </a:bodyPr>
          <a:lstStyle/>
          <a:p>
            <a:pPr eaLnBrk="1" hangingPunct="1">
              <a:buClr>
                <a:schemeClr val="tx1"/>
              </a:buClr>
              <a:buFont typeface="Wingdings" panose="05000000000000000000" pitchFamily="2" charset="2"/>
              <a:buChar char="Ø"/>
            </a:pPr>
            <a:r>
              <a:rPr lang="en-US" altLang="zh-CN" sz="2400" b="1" i="1" dirty="0">
                <a:latin typeface="Times New Roman" panose="02020603050405020304" pitchFamily="18" charset="0"/>
                <a:cs typeface="Times New Roman" panose="02020603050405020304" pitchFamily="18" charset="0"/>
              </a:rPr>
              <a:t>S</a:t>
            </a:r>
            <a:r>
              <a:rPr lang="en-US" altLang="zh-CN" sz="2400" b="1"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400" b="1" i="1" dirty="0" err="1">
                <a:solidFill>
                  <a:srgbClr val="2D83F4"/>
                </a:solidFill>
                <a:latin typeface="Times New Roman" panose="02020603050405020304" pitchFamily="18" charset="0"/>
                <a:cs typeface="Times New Roman" panose="02020603050405020304" pitchFamily="18" charset="0"/>
                <a:sym typeface="Symbol" panose="05050102010706020507" pitchFamily="18" charset="2"/>
              </a:rPr>
              <a:t>i</a:t>
            </a:r>
            <a:r>
              <a:rPr lang="en-US" altLang="en-US" sz="2400" b="1" dirty="0">
                <a:solidFill>
                  <a:srgbClr val="2D83F4"/>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cs typeface="Times New Roman" panose="02020603050405020304" pitchFamily="18" charset="0"/>
              </a:rPr>
              <a:t>S</a:t>
            </a:r>
            <a:r>
              <a:rPr lang="en-US" altLang="en-US"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en-US" sz="2400" b="1" i="1" dirty="0" err="1">
                <a:solidFill>
                  <a:srgbClr val="2D83F4"/>
                </a:solidFill>
                <a:latin typeface="Times New Roman" panose="02020603050405020304" pitchFamily="18" charset="0"/>
                <a:cs typeface="Times New Roman" panose="02020603050405020304" pitchFamily="18" charset="0"/>
                <a:sym typeface="Symbol" panose="05050102010706020507" pitchFamily="18" charset="2"/>
              </a:rPr>
              <a:t>i</a:t>
            </a:r>
            <a:r>
              <a:rPr lang="en-US" altLang="en-US" sz="2400" b="1" i="1" dirty="0">
                <a:solidFill>
                  <a:srgbClr val="2D83F4"/>
                </a:solidFill>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a:latin typeface="Times New Roman" panose="02020603050405020304" pitchFamily="18" charset="0"/>
                <a:cs typeface="Times New Roman" panose="02020603050405020304" pitchFamily="18" charset="0"/>
              </a:rPr>
              <a:t>S</a:t>
            </a:r>
            <a:r>
              <a:rPr lang="en-US" altLang="en-US" sz="24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400" b="1" i="1" dirty="0">
                <a:solidFill>
                  <a:srgbClr val="2D83F4"/>
                </a:solidFill>
                <a:latin typeface="Times New Roman" panose="02020603050405020304" pitchFamily="18" charset="0"/>
                <a:cs typeface="Times New Roman" panose="02020603050405020304" pitchFamily="18" charset="0"/>
                <a:sym typeface="Symbol" panose="05050102010706020507" pitchFamily="18" charset="2"/>
              </a:rPr>
              <a:t>e</a:t>
            </a:r>
            <a:r>
              <a:rPr lang="en-US" altLang="en-US" sz="2400" b="1" i="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sz="2400" b="1" i="1" dirty="0" err="1">
                <a:latin typeface="Times New Roman" panose="02020603050405020304" pitchFamily="18" charset="0"/>
                <a:cs typeface="Times New Roman" panose="02020603050405020304" pitchFamily="18" charset="0"/>
              </a:rPr>
              <a:t>S</a:t>
            </a:r>
            <a:r>
              <a:rPr lang="en-US" altLang="en-US" sz="2400"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sz="2400" b="1" i="1" dirty="0" err="1">
                <a:latin typeface="Times New Roman" panose="02020603050405020304" pitchFamily="18" charset="0"/>
                <a:cs typeface="Times New Roman" panose="02020603050405020304" pitchFamily="18" charset="0"/>
              </a:rPr>
              <a:t>a</a:t>
            </a:r>
            <a:endParaRPr lang="en-US" altLang="zh-CN" sz="2400" b="1" i="1" dirty="0">
              <a:latin typeface="Times New Roman" panose="02020603050405020304" pitchFamily="18" charset="0"/>
              <a:cs typeface="Times New Roman" panose="02020603050405020304" pitchFamily="18" charset="0"/>
              <a:sym typeface="Symbol" panose="05050102010706020507" pitchFamily="18" charset="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2"/>
          <p:cNvSpPr>
            <a:spLocks noGrp="1" noChangeArrowheads="1"/>
          </p:cNvSpPr>
          <p:nvPr>
            <p:ph type="title"/>
          </p:nvPr>
        </p:nvSpPr>
        <p:spPr>
          <a:xfrm>
            <a:off x="755650" y="268288"/>
            <a:ext cx="7931150" cy="358775"/>
          </a:xfrm>
        </p:spPr>
        <p:txBody>
          <a:bodyPr/>
          <a:lstStyle/>
          <a:p>
            <a:r>
              <a:rPr lang="zh-CN" altLang="en-US" sz="3000">
                <a:solidFill>
                  <a:srgbClr val="000000"/>
                </a:solidFill>
                <a:latin typeface="微软雅黑" panose="020B0503020204020204" pitchFamily="34" charset="-122"/>
                <a:ea typeface="微软雅黑" panose="020B0503020204020204" pitchFamily="34" charset="-122"/>
              </a:rPr>
              <a:t>二义性文法的使用</a:t>
            </a:r>
            <a:endParaRPr lang="zh-CN" altLang="en-US">
              <a:ea typeface="黑体" panose="02010609060101010101" pitchFamily="49" charset="-122"/>
            </a:endParaRPr>
          </a:p>
        </p:txBody>
      </p:sp>
      <p:sp>
        <p:nvSpPr>
          <p:cNvPr id="91139" name="矩形 53"/>
          <p:cNvSpPr>
            <a:spLocks noChangeArrowheads="1"/>
          </p:cNvSpPr>
          <p:nvPr/>
        </p:nvSpPr>
        <p:spPr bwMode="auto">
          <a:xfrm>
            <a:off x="357188" y="857250"/>
            <a:ext cx="8391525"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4500"/>
              </a:lnSpc>
              <a:buClrTx/>
              <a:buFont typeface="Wingdings" panose="05000000000000000000" pitchFamily="2" charset="2"/>
              <a:buChar char="Ø"/>
            </a:pPr>
            <a:r>
              <a:rPr lang="zh-CN" altLang="en-US" sz="3000" b="1">
                <a:solidFill>
                  <a:srgbClr val="000000"/>
                </a:solidFill>
                <a:latin typeface="Times New Roman" panose="02020603050405020304" pitchFamily="18" charset="0"/>
                <a:ea typeface="华文楷体" panose="02010600040101010101" pitchFamily="2" charset="-122"/>
              </a:rPr>
              <a:t>应该保守地使用二义性文法，并且必须在严格控制之下使用，因为稍有不慎就会导致语法分析器所识别的语言出现偏差</a:t>
            </a:r>
            <a:endParaRPr lang="en-US" altLang="zh-CN" sz="3000" b="1">
              <a:solidFill>
                <a:srgbClr val="000000"/>
              </a:solidFill>
              <a:latin typeface="Times New Roman" panose="02020603050405020304" pitchFamily="18" charset="0"/>
              <a:cs typeface="Times New Roman" panose="02020603050405020304" pitchFamily="18" charset="0"/>
            </a:endParaRPr>
          </a:p>
          <a:p>
            <a:pPr eaLnBrk="1" hangingPunct="1">
              <a:lnSpc>
                <a:spcPts val="2800"/>
              </a:lnSpc>
              <a:buClrTx/>
              <a:buFont typeface="Wingdings" panose="05000000000000000000" pitchFamily="2" charset="2"/>
              <a:buChar char="Ø"/>
            </a:pPr>
            <a:endParaRPr lang="en-US" altLang="zh-CN" sz="3000" b="1">
              <a:solidFill>
                <a:srgbClr val="000000"/>
              </a:solidFill>
              <a:latin typeface="Times New Roman" panose="02020603050405020304" pitchFamily="18" charset="0"/>
              <a:cs typeface="Times New Roman" panose="02020603050405020304" pitchFamily="18" charset="0"/>
            </a:endParaRPr>
          </a:p>
        </p:txBody>
      </p:sp>
      <p:sp>
        <p:nvSpPr>
          <p:cNvPr id="2" name="灯片编号占位符 1">
            <a:extLst>
              <a:ext uri="{FF2B5EF4-FFF2-40B4-BE49-F238E27FC236}">
                <a16:creationId xmlns:a16="http://schemas.microsoft.com/office/drawing/2014/main" id="{97F8ED71-2CEA-4D82-A60F-F1A260CAD06A}"/>
              </a:ext>
            </a:extLst>
          </p:cNvPr>
          <p:cNvSpPr>
            <a:spLocks noGrp="1"/>
          </p:cNvSpPr>
          <p:nvPr>
            <p:ph type="sldNum" sz="quarter" idx="12"/>
          </p:nvPr>
        </p:nvSpPr>
        <p:spPr/>
        <p:txBody>
          <a:bodyPr/>
          <a:lstStyle/>
          <a:p>
            <a:pPr>
              <a:defRPr/>
            </a:pPr>
            <a:fld id="{76D20AB1-C80E-44EB-B890-88EEF3B3DC08}" type="slidenum">
              <a:rPr lang="zh-CN" altLang="en-US" smtClean="0"/>
              <a:pPr>
                <a:defRPr/>
              </a:pPr>
              <a:t>40</a:t>
            </a:fld>
            <a:endParaRPr lang="en-US" altLang="zh-C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标题 2"/>
          <p:cNvSpPr>
            <a:spLocks noGrp="1" noChangeArrowheads="1"/>
          </p:cNvSpPr>
          <p:nvPr>
            <p:ph type="title"/>
          </p:nvPr>
        </p:nvSpPr>
        <p:spPr>
          <a:xfrm>
            <a:off x="755650" y="268288"/>
            <a:ext cx="7931150" cy="358775"/>
          </a:xfrm>
        </p:spPr>
        <p:txBody>
          <a:bodyPr/>
          <a:lstStyle/>
          <a:p>
            <a:r>
              <a:rPr lang="en-US" altLang="zh-CN" sz="3000">
                <a:solidFill>
                  <a:srgbClr val="000000"/>
                </a:solidFill>
                <a:latin typeface="微软雅黑" panose="020B0503020204020204" pitchFamily="34" charset="-122"/>
                <a:ea typeface="微软雅黑" panose="020B0503020204020204" pitchFamily="34" charset="-122"/>
              </a:rPr>
              <a:t>4.4.6 </a:t>
            </a:r>
            <a:r>
              <a:rPr lang="en-US" altLang="zh-CN" sz="3000" i="1">
                <a:solidFill>
                  <a:schemeClr val="tx1"/>
                </a:solidFill>
                <a:ea typeface="黑体" panose="02010609060101010101" pitchFamily="49" charset="-122"/>
              </a:rPr>
              <a:t>LR</a:t>
            </a:r>
            <a:r>
              <a:rPr lang="zh-CN" altLang="en-US" sz="3000">
                <a:solidFill>
                  <a:schemeClr val="tx1"/>
                </a:solidFill>
                <a:latin typeface="微软雅黑" panose="020B0503020204020204" pitchFamily="34" charset="-122"/>
                <a:ea typeface="微软雅黑" panose="020B0503020204020204" pitchFamily="34" charset="-122"/>
              </a:rPr>
              <a:t>分析中的错误处理</a:t>
            </a:r>
          </a:p>
        </p:txBody>
      </p:sp>
      <p:sp>
        <p:nvSpPr>
          <p:cNvPr id="102403" name="矩形 53"/>
          <p:cNvSpPr>
            <a:spLocks noChangeArrowheads="1"/>
          </p:cNvSpPr>
          <p:nvPr/>
        </p:nvSpPr>
        <p:spPr bwMode="auto">
          <a:xfrm>
            <a:off x="467544" y="830263"/>
            <a:ext cx="8462144" cy="352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4000"/>
              </a:lnSpc>
              <a:buClrTx/>
              <a:buFont typeface="Wingdings" panose="05000000000000000000" pitchFamily="2" charset="2"/>
              <a:buChar char="Ø"/>
            </a:pPr>
            <a:r>
              <a:rPr lang="zh-CN" altLang="en-US" sz="3000" b="1" dirty="0">
                <a:solidFill>
                  <a:srgbClr val="000000"/>
                </a:solidFill>
                <a:latin typeface="Times New Roman" panose="02020603050405020304" pitchFamily="18" charset="0"/>
                <a:ea typeface="华文楷体" panose="02010600040101010101" pitchFamily="2" charset="-122"/>
              </a:rPr>
              <a:t>语法错误的检测</a:t>
            </a:r>
            <a:endParaRPr lang="en-US" altLang="zh-CN" sz="3000" b="1" dirty="0">
              <a:solidFill>
                <a:srgbClr val="000000"/>
              </a:solidFill>
              <a:latin typeface="Times New Roman" panose="02020603050405020304" pitchFamily="18" charset="0"/>
              <a:cs typeface="Times New Roman" panose="02020603050405020304" pitchFamily="18" charset="0"/>
            </a:endParaRPr>
          </a:p>
          <a:p>
            <a:pPr lvl="1" eaLnBrk="1" hangingPunct="1">
              <a:lnSpc>
                <a:spcPts val="4000"/>
              </a:lnSpc>
              <a:buClrTx/>
              <a:buFont typeface="Wingdings" panose="05000000000000000000" pitchFamily="2" charset="2"/>
              <a:buChar char="Ø"/>
            </a:pPr>
            <a:r>
              <a:rPr lang="zh-CN" altLang="en-US" sz="2800" b="1" dirty="0">
                <a:solidFill>
                  <a:srgbClr val="000000"/>
                </a:solidFill>
                <a:latin typeface="Times New Roman" panose="02020603050405020304" pitchFamily="18" charset="0"/>
                <a:ea typeface="华文楷体" panose="02010600040101010101" pitchFamily="2" charset="-122"/>
              </a:rPr>
              <a:t>当</a:t>
            </a:r>
            <a:r>
              <a:rPr lang="en-US" altLang="zh-CN" sz="2800" b="1" i="1" dirty="0">
                <a:solidFill>
                  <a:srgbClr val="000000"/>
                </a:solidFill>
                <a:latin typeface="Times New Roman" panose="02020603050405020304" pitchFamily="18" charset="0"/>
              </a:rPr>
              <a:t>LR</a:t>
            </a:r>
            <a:r>
              <a:rPr lang="zh-CN" altLang="en-US" sz="2800" b="1" dirty="0">
                <a:solidFill>
                  <a:srgbClr val="000000"/>
                </a:solidFill>
                <a:latin typeface="Times New Roman" panose="02020603050405020304" pitchFamily="18" charset="0"/>
                <a:ea typeface="华文楷体" panose="02010600040101010101" pitchFamily="2" charset="-122"/>
              </a:rPr>
              <a:t>分析器在查询语法</a:t>
            </a:r>
            <a:r>
              <a:rPr lang="zh-CN" altLang="en-US" sz="2800" b="1" dirty="0">
                <a:solidFill>
                  <a:schemeClr val="tx1"/>
                </a:solidFill>
                <a:latin typeface="Times New Roman" panose="02020603050405020304" pitchFamily="18" charset="0"/>
                <a:ea typeface="华文楷体" panose="02010600040101010101" pitchFamily="2" charset="-122"/>
              </a:rPr>
              <a:t>分析</a:t>
            </a:r>
            <a:r>
              <a:rPr lang="zh-CN" altLang="en-US" sz="2800" b="1" dirty="0">
                <a:solidFill>
                  <a:srgbClr val="0000FF"/>
                </a:solidFill>
                <a:latin typeface="Times New Roman" panose="02020603050405020304" pitchFamily="18" charset="0"/>
                <a:ea typeface="华文楷体" panose="02010600040101010101" pitchFamily="2" charset="-122"/>
              </a:rPr>
              <a:t>动作表</a:t>
            </a:r>
            <a:r>
              <a:rPr lang="zh-CN" altLang="en-US" sz="2800" b="1" dirty="0">
                <a:solidFill>
                  <a:srgbClr val="000000"/>
                </a:solidFill>
                <a:latin typeface="Times New Roman" panose="02020603050405020304" pitchFamily="18" charset="0"/>
                <a:ea typeface="华文楷体" panose="02010600040101010101" pitchFamily="2" charset="-122"/>
              </a:rPr>
              <a:t>并发现一个</a:t>
            </a:r>
            <a:r>
              <a:rPr lang="zh-CN" altLang="en-US" sz="2800" b="1" dirty="0">
                <a:solidFill>
                  <a:srgbClr val="0000FF"/>
                </a:solidFill>
                <a:latin typeface="Times New Roman" panose="02020603050405020304" pitchFamily="18" charset="0"/>
                <a:ea typeface="华文楷体" panose="02010600040101010101" pitchFamily="2" charset="-122"/>
              </a:rPr>
              <a:t>报错条目</a:t>
            </a:r>
            <a:r>
              <a:rPr lang="zh-CN" altLang="en-US" sz="2800" b="1" dirty="0">
                <a:solidFill>
                  <a:srgbClr val="000000"/>
                </a:solidFill>
                <a:latin typeface="Times New Roman" panose="02020603050405020304" pitchFamily="18" charset="0"/>
                <a:ea typeface="华文楷体" panose="02010600040101010101" pitchFamily="2" charset="-122"/>
              </a:rPr>
              <a:t>时，就检测到了一个语法错误</a:t>
            </a:r>
            <a:endParaRPr lang="en-US" altLang="zh-CN" sz="2800" b="1" dirty="0">
              <a:solidFill>
                <a:srgbClr val="000000"/>
              </a:solidFill>
              <a:latin typeface="Times New Roman" panose="02020603050405020304" pitchFamily="18" charset="0"/>
              <a:ea typeface="华文楷体" panose="02010600040101010101" pitchFamily="2" charset="-122"/>
            </a:endParaRPr>
          </a:p>
          <a:p>
            <a:pPr eaLnBrk="1" hangingPunct="1">
              <a:lnSpc>
                <a:spcPts val="4000"/>
              </a:lnSpc>
              <a:buClrTx/>
              <a:buFont typeface="Wingdings" panose="05000000000000000000" pitchFamily="2" charset="2"/>
              <a:buChar char="Ø"/>
            </a:pPr>
            <a:r>
              <a:rPr lang="zh-CN" altLang="en-US" sz="3000" b="1" dirty="0">
                <a:solidFill>
                  <a:srgbClr val="000000"/>
                </a:solidFill>
                <a:latin typeface="Times New Roman" panose="02020603050405020304" pitchFamily="18" charset="0"/>
                <a:ea typeface="华文楷体" panose="02010600040101010101" pitchFamily="2" charset="-122"/>
              </a:rPr>
              <a:t>错误恢复策略</a:t>
            </a:r>
            <a:endParaRPr lang="en-US" altLang="zh-CN" sz="3000" b="1" dirty="0">
              <a:solidFill>
                <a:srgbClr val="000000"/>
              </a:solidFill>
              <a:latin typeface="Times New Roman" panose="02020603050405020304" pitchFamily="18" charset="0"/>
            </a:endParaRPr>
          </a:p>
          <a:p>
            <a:pPr lvl="1" eaLnBrk="1" hangingPunct="1">
              <a:lnSpc>
                <a:spcPts val="4000"/>
              </a:lnSpc>
              <a:buClrTx/>
              <a:buFont typeface="Wingdings" panose="05000000000000000000" pitchFamily="2" charset="2"/>
              <a:buChar char="Ø"/>
            </a:pPr>
            <a:r>
              <a:rPr lang="zh-CN" altLang="en-US" sz="2800" b="1" dirty="0">
                <a:solidFill>
                  <a:srgbClr val="000000"/>
                </a:solidFill>
                <a:latin typeface="Times New Roman" panose="02020603050405020304" pitchFamily="18" charset="0"/>
                <a:ea typeface="华文楷体" panose="02010600040101010101" pitchFamily="2" charset="-122"/>
              </a:rPr>
              <a:t>恐慌模式错误恢复</a:t>
            </a:r>
            <a:endParaRPr lang="en-US" altLang="zh-CN" sz="2800" b="1" dirty="0">
              <a:solidFill>
                <a:srgbClr val="000000"/>
              </a:solidFill>
              <a:latin typeface="Times New Roman" panose="02020603050405020304" pitchFamily="18" charset="0"/>
            </a:endParaRPr>
          </a:p>
          <a:p>
            <a:pPr lvl="1" eaLnBrk="1" hangingPunct="1">
              <a:lnSpc>
                <a:spcPts val="4000"/>
              </a:lnSpc>
              <a:buClrTx/>
              <a:buFont typeface="Wingdings" panose="05000000000000000000" pitchFamily="2" charset="2"/>
              <a:buChar char="Ø"/>
            </a:pPr>
            <a:r>
              <a:rPr lang="zh-CN" altLang="en-US" sz="2800" b="1" dirty="0">
                <a:solidFill>
                  <a:srgbClr val="000000"/>
                </a:solidFill>
                <a:latin typeface="Times New Roman" panose="02020603050405020304" pitchFamily="18" charset="0"/>
                <a:ea typeface="华文楷体" panose="02010600040101010101" pitchFamily="2" charset="-122"/>
              </a:rPr>
              <a:t>短语层次错误恢复</a:t>
            </a:r>
            <a:endParaRPr lang="en-US" altLang="zh-CN" sz="2800" b="1" dirty="0">
              <a:solidFill>
                <a:srgbClr val="000000"/>
              </a:solidFill>
              <a:latin typeface="Times New Roman" panose="02020603050405020304" pitchFamily="18" charset="0"/>
            </a:endParaRPr>
          </a:p>
        </p:txBody>
      </p:sp>
      <p:sp>
        <p:nvSpPr>
          <p:cNvPr id="2" name="灯片编号占位符 1">
            <a:extLst>
              <a:ext uri="{FF2B5EF4-FFF2-40B4-BE49-F238E27FC236}">
                <a16:creationId xmlns:a16="http://schemas.microsoft.com/office/drawing/2014/main" id="{CD8F48B5-C8A3-4B61-A25D-1167F9A80BFA}"/>
              </a:ext>
            </a:extLst>
          </p:cNvPr>
          <p:cNvSpPr>
            <a:spLocks noGrp="1"/>
          </p:cNvSpPr>
          <p:nvPr>
            <p:ph type="sldNum" sz="quarter" idx="12"/>
          </p:nvPr>
        </p:nvSpPr>
        <p:spPr/>
        <p:txBody>
          <a:bodyPr/>
          <a:lstStyle/>
          <a:p>
            <a:pPr>
              <a:defRPr/>
            </a:pPr>
            <a:fld id="{76D20AB1-C80E-44EB-B890-88EEF3B3DC08}" type="slidenum">
              <a:rPr lang="zh-CN" altLang="en-US" smtClean="0"/>
              <a:pPr>
                <a:defRPr/>
              </a:pPr>
              <a:t>41</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anim calcmode="lin" valueType="num">
                                      <p:cBhvr>
                                        <p:cTn id="7" dur="500" fill="hold"/>
                                        <p:tgtEl>
                                          <p:spTgt spid="10240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0240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02403">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102403">
                                            <p:txEl>
                                              <p:pRg st="1" end="1"/>
                                            </p:txEl>
                                          </p:spTgt>
                                        </p:tgtEl>
                                        <p:attrNameLst>
                                          <p:attrName>style.visibility</p:attrName>
                                        </p:attrNameLst>
                                      </p:cBhvr>
                                      <p:to>
                                        <p:strVal val="visible"/>
                                      </p:to>
                                    </p:set>
                                    <p:anim calcmode="lin" valueType="num">
                                      <p:cBhvr>
                                        <p:cTn id="12" dur="500" fill="hold"/>
                                        <p:tgtEl>
                                          <p:spTgt spid="10240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10240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102403">
                                            <p:txEl>
                                              <p:pRg st="1" end="1"/>
                                            </p:txEl>
                                          </p:spTgt>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102403">
                                            <p:txEl>
                                              <p:pRg st="2" end="2"/>
                                            </p:txEl>
                                          </p:spTgt>
                                        </p:tgtEl>
                                        <p:attrNameLst>
                                          <p:attrName>style.visibility</p:attrName>
                                        </p:attrNameLst>
                                      </p:cBhvr>
                                      <p:to>
                                        <p:strVal val="visible"/>
                                      </p:to>
                                    </p:set>
                                    <p:anim calcmode="lin" valueType="num">
                                      <p:cBhvr>
                                        <p:cTn id="19" dur="500" fill="hold"/>
                                        <p:tgtEl>
                                          <p:spTgt spid="10240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102403">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102403">
                                            <p:txEl>
                                              <p:pRg st="2" end="2"/>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102403">
                                            <p:txEl>
                                              <p:pRg st="3" end="3"/>
                                            </p:txEl>
                                          </p:spTgt>
                                        </p:tgtEl>
                                        <p:attrNameLst>
                                          <p:attrName>style.visibility</p:attrName>
                                        </p:attrNameLst>
                                      </p:cBhvr>
                                      <p:to>
                                        <p:strVal val="visible"/>
                                      </p:to>
                                    </p:set>
                                    <p:anim calcmode="lin" valueType="num">
                                      <p:cBhvr>
                                        <p:cTn id="24" dur="500" fill="hold"/>
                                        <p:tgtEl>
                                          <p:spTgt spid="102403">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102403">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102403">
                                            <p:txEl>
                                              <p:pRg st="3" end="3"/>
                                            </p:txEl>
                                          </p:spTgt>
                                        </p:tgtEl>
                                      </p:cBhvr>
                                    </p:animEffect>
                                  </p:childTnLst>
                                </p:cTn>
                              </p:par>
                              <p:par>
                                <p:cTn id="27" presetID="53" presetClass="entr" presetSubtype="16" fill="hold" nodeType="withEffect">
                                  <p:stCondLst>
                                    <p:cond delay="0"/>
                                  </p:stCondLst>
                                  <p:childTnLst>
                                    <p:set>
                                      <p:cBhvr>
                                        <p:cTn id="28" dur="1" fill="hold">
                                          <p:stCondLst>
                                            <p:cond delay="0"/>
                                          </p:stCondLst>
                                        </p:cTn>
                                        <p:tgtEl>
                                          <p:spTgt spid="102403">
                                            <p:txEl>
                                              <p:pRg st="4" end="4"/>
                                            </p:txEl>
                                          </p:spTgt>
                                        </p:tgtEl>
                                        <p:attrNameLst>
                                          <p:attrName>style.visibility</p:attrName>
                                        </p:attrNameLst>
                                      </p:cBhvr>
                                      <p:to>
                                        <p:strVal val="visible"/>
                                      </p:to>
                                    </p:set>
                                    <p:anim calcmode="lin" valueType="num">
                                      <p:cBhvr>
                                        <p:cTn id="29" dur="500" fill="hold"/>
                                        <p:tgtEl>
                                          <p:spTgt spid="102403">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102403">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1024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rPr>
              <a:t>恐慌模式错误恢复</a:t>
            </a:r>
          </a:p>
        </p:txBody>
      </p:sp>
      <p:sp>
        <p:nvSpPr>
          <p:cNvPr id="93187" name="矩形 53"/>
          <p:cNvSpPr>
            <a:spLocks noChangeArrowheads="1"/>
          </p:cNvSpPr>
          <p:nvPr/>
        </p:nvSpPr>
        <p:spPr bwMode="auto">
          <a:xfrm>
            <a:off x="434975" y="2787650"/>
            <a:ext cx="8572500" cy="211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000"/>
              </a:lnSpc>
              <a:buClrTx/>
              <a:buFont typeface="Wingdings" panose="05000000000000000000" pitchFamily="2" charset="2"/>
              <a:buChar char="Ø"/>
            </a:pPr>
            <a:r>
              <a:rPr lang="zh-CN" altLang="en-US" sz="2000" b="1" dirty="0">
                <a:solidFill>
                  <a:srgbClr val="000000"/>
                </a:solidFill>
                <a:latin typeface="Times New Roman" panose="02020603050405020304" pitchFamily="18" charset="0"/>
                <a:ea typeface="华文楷体" panose="02010600040101010101" pitchFamily="2" charset="-122"/>
              </a:rPr>
              <a:t>从栈顶向下扫描，直到发现某个状态</a:t>
            </a:r>
            <a:r>
              <a:rPr lang="en-US" altLang="zh-CN" sz="2000" b="1" i="1" dirty="0" err="1">
                <a:solidFill>
                  <a:srgbClr val="000000"/>
                </a:solidFill>
                <a:latin typeface="Times New Roman" panose="02020603050405020304" pitchFamily="18" charset="0"/>
                <a:cs typeface="Times New Roman" panose="02020603050405020304" pitchFamily="18" charset="0"/>
              </a:rPr>
              <a:t>s</a:t>
            </a:r>
            <a:r>
              <a:rPr lang="en-US" altLang="zh-CN" sz="2000" b="1" i="1" baseline="-25000" dirty="0" err="1">
                <a:solidFill>
                  <a:srgbClr val="000000"/>
                </a:solidFill>
                <a:latin typeface="Times New Roman" panose="02020603050405020304" pitchFamily="18" charset="0"/>
                <a:cs typeface="Times New Roman" panose="02020603050405020304" pitchFamily="18" charset="0"/>
              </a:rPr>
              <a:t>i</a:t>
            </a:r>
            <a:r>
              <a:rPr lang="zh-CN" altLang="en-US" sz="2000" b="1" dirty="0">
                <a:solidFill>
                  <a:srgbClr val="000000"/>
                </a:solidFill>
                <a:latin typeface="Times New Roman" panose="02020603050405020304" pitchFamily="18" charset="0"/>
                <a:ea typeface="华文楷体" panose="02010600040101010101" pitchFamily="2" charset="-122"/>
              </a:rPr>
              <a:t>，它有一个对应于某个非终结符</a:t>
            </a:r>
            <a:r>
              <a:rPr lang="en-US" altLang="zh-CN" sz="2000" b="1" i="1" dirty="0">
                <a:solidFill>
                  <a:srgbClr val="000000"/>
                </a:solidFill>
                <a:latin typeface="Times New Roman" panose="02020603050405020304" pitchFamily="18" charset="0"/>
              </a:rPr>
              <a:t>A</a:t>
            </a:r>
            <a:r>
              <a:rPr lang="zh-CN" altLang="en-US" sz="2000" b="1" dirty="0">
                <a:solidFill>
                  <a:srgbClr val="000000"/>
                </a:solidFill>
                <a:latin typeface="Times New Roman" panose="02020603050405020304" pitchFamily="18" charset="0"/>
                <a:ea typeface="华文楷体" panose="02010600040101010101" pitchFamily="2" charset="-122"/>
              </a:rPr>
              <a:t>的</a:t>
            </a:r>
            <a:r>
              <a:rPr lang="en-US" altLang="zh-CN" sz="2000" b="1" i="1" dirty="0">
                <a:solidFill>
                  <a:srgbClr val="000000"/>
                </a:solidFill>
                <a:latin typeface="Times New Roman" panose="02020603050405020304" pitchFamily="18" charset="0"/>
              </a:rPr>
              <a:t>GOTO</a:t>
            </a:r>
            <a:r>
              <a:rPr lang="zh-CN" altLang="en-US" sz="2000" b="1" dirty="0">
                <a:solidFill>
                  <a:srgbClr val="000000"/>
                </a:solidFill>
                <a:latin typeface="Times New Roman" panose="02020603050405020304" pitchFamily="18" charset="0"/>
                <a:ea typeface="华文楷体" panose="02010600040101010101" pitchFamily="2" charset="-122"/>
              </a:rPr>
              <a:t>目标，可以认为从这个</a:t>
            </a:r>
            <a:r>
              <a:rPr lang="en-US" altLang="zh-CN" sz="2000" b="1" i="1" dirty="0">
                <a:solidFill>
                  <a:srgbClr val="000000"/>
                </a:solidFill>
                <a:latin typeface="Times New Roman" panose="02020603050405020304" pitchFamily="18" charset="0"/>
                <a:ea typeface="华文楷体" panose="02010600040101010101" pitchFamily="2" charset="-122"/>
              </a:rPr>
              <a:t>A</a:t>
            </a:r>
            <a:r>
              <a:rPr lang="zh-CN" altLang="en-US" sz="2000" b="1" dirty="0">
                <a:solidFill>
                  <a:srgbClr val="000000"/>
                </a:solidFill>
                <a:latin typeface="Times New Roman" panose="02020603050405020304" pitchFamily="18" charset="0"/>
                <a:ea typeface="华文楷体" panose="02010600040101010101" pitchFamily="2" charset="-122"/>
              </a:rPr>
              <a:t>推导出的串中包含错误</a:t>
            </a:r>
            <a:endParaRPr lang="en-US" altLang="zh-CN" sz="2000" b="1" dirty="0">
              <a:solidFill>
                <a:srgbClr val="000000"/>
              </a:solidFill>
              <a:latin typeface="Times New Roman" panose="02020603050405020304" pitchFamily="18" charset="0"/>
            </a:endParaRPr>
          </a:p>
          <a:p>
            <a:pPr eaLnBrk="1" hangingPunct="1">
              <a:lnSpc>
                <a:spcPts val="3000"/>
              </a:lnSpc>
              <a:buClrTx/>
              <a:buFont typeface="Wingdings" panose="05000000000000000000" pitchFamily="2" charset="2"/>
              <a:buChar char="Ø"/>
            </a:pPr>
            <a:r>
              <a:rPr lang="zh-CN" altLang="en-US" sz="2000" b="1" dirty="0">
                <a:solidFill>
                  <a:srgbClr val="000000"/>
                </a:solidFill>
                <a:latin typeface="Times New Roman" panose="02020603050405020304" pitchFamily="18" charset="0"/>
                <a:ea typeface="华文楷体" panose="02010600040101010101" pitchFamily="2" charset="-122"/>
              </a:rPr>
              <a:t>然后丢弃</a:t>
            </a:r>
            <a:r>
              <a:rPr lang="en-US" altLang="zh-CN" sz="2000" b="1" dirty="0">
                <a:solidFill>
                  <a:srgbClr val="000000"/>
                </a:solidFill>
                <a:latin typeface="Times New Roman" panose="02020603050405020304" pitchFamily="18" charset="0"/>
              </a:rPr>
              <a:t>0</a:t>
            </a:r>
            <a:r>
              <a:rPr lang="zh-CN" altLang="en-US" sz="2000" b="1" dirty="0">
                <a:solidFill>
                  <a:srgbClr val="000000"/>
                </a:solidFill>
                <a:latin typeface="Times New Roman" panose="02020603050405020304" pitchFamily="18" charset="0"/>
                <a:ea typeface="华文楷体" panose="02010600040101010101" pitchFamily="2" charset="-122"/>
              </a:rPr>
              <a:t>个或多个</a:t>
            </a:r>
            <a:r>
              <a:rPr lang="zh-CN" altLang="en-US" sz="2000" b="1" dirty="0">
                <a:solidFill>
                  <a:srgbClr val="2D83F4"/>
                </a:solidFill>
                <a:latin typeface="Times New Roman" panose="02020603050405020304" pitchFamily="18" charset="0"/>
                <a:ea typeface="华文楷体" panose="02010600040101010101" pitchFamily="2" charset="-122"/>
              </a:rPr>
              <a:t>输入符号</a:t>
            </a:r>
            <a:r>
              <a:rPr lang="zh-CN" altLang="en-US" sz="2000" b="1" dirty="0">
                <a:solidFill>
                  <a:srgbClr val="000000"/>
                </a:solidFill>
                <a:latin typeface="Times New Roman" panose="02020603050405020304" pitchFamily="18" charset="0"/>
                <a:ea typeface="华文楷体" panose="02010600040101010101" pitchFamily="2" charset="-122"/>
              </a:rPr>
              <a:t>，直到发现一个可能合法地跟在</a:t>
            </a:r>
            <a:r>
              <a:rPr lang="en-US" altLang="zh-CN" sz="2000" b="1" i="1" dirty="0">
                <a:solidFill>
                  <a:srgbClr val="000000"/>
                </a:solidFill>
                <a:latin typeface="Times New Roman" panose="02020603050405020304" pitchFamily="18" charset="0"/>
              </a:rPr>
              <a:t>A</a:t>
            </a:r>
            <a:r>
              <a:rPr lang="zh-CN" altLang="en-US" sz="2000" b="1" dirty="0">
                <a:solidFill>
                  <a:srgbClr val="000000"/>
                </a:solidFill>
                <a:latin typeface="Times New Roman" panose="02020603050405020304" pitchFamily="18" charset="0"/>
                <a:ea typeface="华文楷体" panose="02010600040101010101" pitchFamily="2" charset="-122"/>
              </a:rPr>
              <a:t>之后的符号</a:t>
            </a:r>
            <a:r>
              <a:rPr lang="en-US" altLang="zh-CN" sz="2000" b="1" i="1" dirty="0">
                <a:solidFill>
                  <a:srgbClr val="000000"/>
                </a:solidFill>
                <a:latin typeface="Times New Roman" panose="02020603050405020304" pitchFamily="18" charset="0"/>
              </a:rPr>
              <a:t>a</a:t>
            </a:r>
            <a:r>
              <a:rPr lang="zh-CN" altLang="en-US" sz="2000" b="1" dirty="0">
                <a:solidFill>
                  <a:srgbClr val="000000"/>
                </a:solidFill>
                <a:latin typeface="Times New Roman" panose="02020603050405020304" pitchFamily="18" charset="0"/>
                <a:ea typeface="华文楷体" panose="02010600040101010101" pitchFamily="2" charset="-122"/>
              </a:rPr>
              <a:t>为止。</a:t>
            </a:r>
            <a:endParaRPr lang="en-US" altLang="zh-CN" sz="2000" b="1" dirty="0">
              <a:solidFill>
                <a:srgbClr val="000000"/>
              </a:solidFill>
              <a:latin typeface="Times New Roman" panose="02020603050405020304" pitchFamily="18" charset="0"/>
            </a:endParaRPr>
          </a:p>
          <a:p>
            <a:pPr eaLnBrk="1" hangingPunct="1">
              <a:lnSpc>
                <a:spcPts val="3000"/>
              </a:lnSpc>
              <a:buClrTx/>
              <a:buFont typeface="Wingdings" panose="05000000000000000000" pitchFamily="2" charset="2"/>
              <a:buChar char="Ø"/>
            </a:pPr>
            <a:r>
              <a:rPr lang="zh-CN" altLang="en-US" sz="2000" b="1" dirty="0">
                <a:solidFill>
                  <a:srgbClr val="000000"/>
                </a:solidFill>
                <a:latin typeface="Times New Roman" panose="02020603050405020304" pitchFamily="18" charset="0"/>
                <a:ea typeface="华文楷体" panose="02010600040101010101" pitchFamily="2" charset="-122"/>
              </a:rPr>
              <a:t>之后将</a:t>
            </a:r>
            <a:r>
              <a:rPr lang="en-US" altLang="zh-CN" sz="2000" b="1" i="1" dirty="0">
                <a:solidFill>
                  <a:srgbClr val="000000"/>
                </a:solidFill>
                <a:latin typeface="Times New Roman" panose="02020603050405020304" pitchFamily="18" charset="0"/>
              </a:rPr>
              <a:t>s</a:t>
            </a:r>
            <a:r>
              <a:rPr lang="en-US" altLang="zh-CN" sz="2000" b="1" i="1" baseline="-25000" dirty="0">
                <a:solidFill>
                  <a:srgbClr val="000000"/>
                </a:solidFill>
                <a:latin typeface="Times New Roman" panose="02020603050405020304" pitchFamily="18" charset="0"/>
              </a:rPr>
              <a:t>i+</a:t>
            </a:r>
            <a:r>
              <a:rPr lang="en-US" altLang="zh-CN" sz="2000" b="1" baseline="-25000" dirty="0">
                <a:solidFill>
                  <a:srgbClr val="000000"/>
                </a:solidFill>
                <a:latin typeface="Times New Roman" panose="02020603050405020304" pitchFamily="18" charset="0"/>
              </a:rPr>
              <a:t>1</a:t>
            </a:r>
            <a:r>
              <a:rPr lang="en-US" altLang="zh-CN" sz="2000" b="1" i="1" baseline="-25000"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a:t>
            </a:r>
            <a:r>
              <a:rPr lang="en-US" altLang="zh-CN" sz="2000" b="1" i="1" baseline="-25000" dirty="0">
                <a:solidFill>
                  <a:srgbClr val="000000"/>
                </a:solidFill>
                <a:latin typeface="Times New Roman" panose="02020603050405020304" pitchFamily="18" charset="0"/>
              </a:rPr>
              <a:t> </a:t>
            </a:r>
            <a:r>
              <a:rPr lang="en-US" altLang="zh-CN" sz="2000" b="1" i="1" dirty="0">
                <a:solidFill>
                  <a:srgbClr val="000000"/>
                </a:solidFill>
                <a:latin typeface="Times New Roman" panose="02020603050405020304" pitchFamily="18" charset="0"/>
              </a:rPr>
              <a:t>GOTO</a:t>
            </a:r>
            <a:r>
              <a:rPr lang="en-US" altLang="zh-CN" sz="2000" b="1" dirty="0">
                <a:solidFill>
                  <a:srgbClr val="000000"/>
                </a:solidFill>
                <a:latin typeface="Times New Roman" panose="02020603050405020304" pitchFamily="18" charset="0"/>
              </a:rPr>
              <a:t>(</a:t>
            </a:r>
            <a:r>
              <a:rPr lang="en-US" altLang="zh-CN" sz="2000" b="1" i="1" dirty="0" err="1">
                <a:solidFill>
                  <a:srgbClr val="000000"/>
                </a:solidFill>
                <a:latin typeface="Times New Roman" panose="02020603050405020304" pitchFamily="18" charset="0"/>
              </a:rPr>
              <a:t>s</a:t>
            </a:r>
            <a:r>
              <a:rPr lang="en-US" altLang="zh-CN" sz="2000" b="1" i="1" baseline="-25000" dirty="0" err="1">
                <a:solidFill>
                  <a:srgbClr val="000000"/>
                </a:solidFill>
                <a:latin typeface="Times New Roman" panose="02020603050405020304" pitchFamily="18" charset="0"/>
              </a:rPr>
              <a:t>i</a:t>
            </a:r>
            <a:r>
              <a:rPr lang="en-US" altLang="zh-CN" sz="2000" b="1" i="1" baseline="-25000" dirty="0">
                <a:solidFill>
                  <a:srgbClr val="000000"/>
                </a:solidFill>
                <a:latin typeface="Times New Roman" panose="02020603050405020304" pitchFamily="18" charset="0"/>
              </a:rPr>
              <a:t> </a:t>
            </a:r>
            <a:r>
              <a:rPr lang="en-US" altLang="zh-CN" sz="2000" b="1" dirty="0">
                <a:solidFill>
                  <a:srgbClr val="000000"/>
                </a:solidFill>
                <a:latin typeface="Times New Roman" panose="02020603050405020304" pitchFamily="18" charset="0"/>
              </a:rPr>
              <a:t>, </a:t>
            </a:r>
            <a:r>
              <a:rPr lang="en-US" altLang="zh-CN" sz="2000" b="1" i="1" dirty="0">
                <a:solidFill>
                  <a:srgbClr val="000000"/>
                </a:solidFill>
                <a:latin typeface="Times New Roman" panose="02020603050405020304" pitchFamily="18" charset="0"/>
              </a:rPr>
              <a:t>A</a:t>
            </a:r>
            <a:r>
              <a:rPr lang="en-US" altLang="zh-CN" sz="2000" b="1" dirty="0">
                <a:solidFill>
                  <a:srgbClr val="000000"/>
                </a:solidFill>
                <a:latin typeface="Times New Roman" panose="02020603050405020304" pitchFamily="18" charset="0"/>
              </a:rPr>
              <a:t>)</a:t>
            </a:r>
            <a:r>
              <a:rPr lang="zh-CN" altLang="en-US" sz="2000" b="1" dirty="0">
                <a:solidFill>
                  <a:srgbClr val="000000"/>
                </a:solidFill>
                <a:latin typeface="Times New Roman" panose="02020603050405020304" pitchFamily="18" charset="0"/>
                <a:ea typeface="华文楷体" panose="02010600040101010101" pitchFamily="2" charset="-122"/>
              </a:rPr>
              <a:t>压入栈中，继续进行正常的语法分析</a:t>
            </a:r>
            <a:endParaRPr lang="en-US" altLang="zh-CN" sz="2000" b="1" dirty="0">
              <a:solidFill>
                <a:srgbClr val="000000"/>
              </a:solidFill>
              <a:latin typeface="Times New Roman" panose="02020603050405020304" pitchFamily="18" charset="0"/>
            </a:endParaRPr>
          </a:p>
        </p:txBody>
      </p:sp>
      <p:sp>
        <p:nvSpPr>
          <p:cNvPr id="4" name="矩形 3"/>
          <p:cNvSpPr/>
          <p:nvPr/>
        </p:nvSpPr>
        <p:spPr>
          <a:xfrm>
            <a:off x="827088" y="771525"/>
            <a:ext cx="7416800" cy="947738"/>
          </a:xfrm>
          <a:prstGeom prst="rect">
            <a:avLst/>
          </a:prstGeom>
          <a:solidFill>
            <a:schemeClr val="accent5">
              <a:lumMod val="60000"/>
              <a:lumOff val="40000"/>
            </a:schemeClr>
          </a:solidFill>
          <a:ln w="12700">
            <a:solidFill>
              <a:schemeClr val="tx1"/>
            </a:solid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lnSpc>
                <a:spcPts val="3000"/>
              </a:lnSpc>
              <a:buClr>
                <a:srgbClr val="073E87"/>
              </a:buClr>
              <a:buSzPct val="75000"/>
              <a:defRPr/>
            </a:pPr>
            <a:r>
              <a:rPr kumimoji="1" lang="en-US" altLang="zh-CN" sz="2800" b="1" i="1" dirty="0">
                <a:solidFill>
                  <a:srgbClr val="000000"/>
                </a:solidFill>
                <a:latin typeface="Times New Roman" panose="02020603050405020304" pitchFamily="18" charset="0"/>
              </a:rPr>
              <a:t>s</a:t>
            </a:r>
            <a:r>
              <a:rPr kumimoji="1" lang="en-US" altLang="zh-CN" sz="2800" b="1" baseline="-25000" dirty="0">
                <a:solidFill>
                  <a:srgbClr val="000000"/>
                </a:solidFill>
                <a:latin typeface="Times New Roman" panose="02020603050405020304" pitchFamily="18" charset="0"/>
              </a:rPr>
              <a:t>0</a:t>
            </a:r>
            <a:r>
              <a:rPr kumimoji="1" lang="en-US" altLang="zh-CN" sz="2800" b="1" i="1" dirty="0">
                <a:solidFill>
                  <a:srgbClr val="000000"/>
                </a:solidFill>
                <a:latin typeface="Times New Roman" panose="02020603050405020304" pitchFamily="18" charset="0"/>
              </a:rPr>
              <a:t>s</a:t>
            </a:r>
            <a:r>
              <a:rPr kumimoji="1" lang="en-US" altLang="zh-CN" sz="2800" b="1" baseline="-25000" dirty="0">
                <a:solidFill>
                  <a:srgbClr val="000000"/>
                </a:solidFill>
                <a:latin typeface="Times New Roman" panose="02020603050405020304" pitchFamily="18" charset="0"/>
              </a:rPr>
              <a:t>1</a:t>
            </a:r>
            <a:r>
              <a:rPr kumimoji="1" lang="en-US" altLang="zh-CN" sz="2800" b="1" i="1" dirty="0">
                <a:solidFill>
                  <a:srgbClr val="000000"/>
                </a:solidFill>
                <a:latin typeface="Times New Roman" panose="02020603050405020304" pitchFamily="18" charset="0"/>
              </a:rPr>
              <a:t>… </a:t>
            </a:r>
            <a:r>
              <a:rPr kumimoji="1" lang="en-US" altLang="zh-CN" sz="2800" b="1" i="1" dirty="0" err="1">
                <a:solidFill>
                  <a:srgbClr val="FF0000"/>
                </a:solidFill>
                <a:latin typeface="Times New Roman" panose="02020603050405020304" pitchFamily="18" charset="0"/>
              </a:rPr>
              <a:t>s</a:t>
            </a:r>
            <a:r>
              <a:rPr kumimoji="1" lang="en-US" altLang="zh-CN" sz="2800" b="1" i="1" baseline="-25000" dirty="0" err="1">
                <a:solidFill>
                  <a:srgbClr val="FF0000"/>
                </a:solidFill>
                <a:latin typeface="Times New Roman" panose="02020603050405020304" pitchFamily="18" charset="0"/>
              </a:rPr>
              <a:t>i</a:t>
            </a:r>
            <a:r>
              <a:rPr kumimoji="1" lang="en-US" altLang="zh-CN" sz="2800" b="1" i="1" dirty="0">
                <a:solidFill>
                  <a:srgbClr val="FF0000"/>
                </a:solidFill>
                <a:latin typeface="Times New Roman" panose="02020603050405020304" pitchFamily="18" charset="0"/>
              </a:rPr>
              <a:t> </a:t>
            </a:r>
            <a:r>
              <a:rPr kumimoji="1" lang="en-US" altLang="zh-CN" sz="2800" b="1" i="1" dirty="0">
                <a:solidFill>
                  <a:prstClr val="black"/>
                </a:solidFill>
                <a:latin typeface="Times New Roman" panose="02020603050405020304" pitchFamily="18" charset="0"/>
              </a:rPr>
              <a:t>s</a:t>
            </a:r>
            <a:r>
              <a:rPr kumimoji="1" lang="en-US" altLang="zh-CN" sz="2800" b="1" i="1" baseline="-25000" dirty="0">
                <a:solidFill>
                  <a:prstClr val="black"/>
                </a:solidFill>
                <a:latin typeface="Times New Roman" panose="02020603050405020304" pitchFamily="18" charset="0"/>
              </a:rPr>
              <a:t>i+1</a:t>
            </a:r>
            <a:r>
              <a:rPr kumimoji="1" lang="en-US" altLang="zh-CN" sz="2800" b="1" i="1" dirty="0">
                <a:solidFill>
                  <a:prstClr val="black"/>
                </a:solidFill>
                <a:latin typeface="Times New Roman" panose="02020603050405020304" pitchFamily="18" charset="0"/>
              </a:rPr>
              <a:t> … </a:t>
            </a:r>
            <a:r>
              <a:rPr kumimoji="1" lang="en-US" altLang="zh-CN" sz="2800" b="1" i="1" dirty="0" err="1">
                <a:solidFill>
                  <a:prstClr val="black"/>
                </a:solidFill>
                <a:latin typeface="Times New Roman" panose="02020603050405020304" pitchFamily="18" charset="0"/>
              </a:rPr>
              <a:t>s</a:t>
            </a:r>
            <a:r>
              <a:rPr kumimoji="1" lang="en-US" altLang="zh-CN" sz="2800" b="1" i="1" baseline="-25000" dirty="0" err="1">
                <a:solidFill>
                  <a:prstClr val="black"/>
                </a:solidFill>
                <a:latin typeface="Times New Roman" panose="02020603050405020304" pitchFamily="18" charset="0"/>
              </a:rPr>
              <a:t>m</a:t>
            </a:r>
            <a:endParaRPr kumimoji="1" lang="en-US" altLang="zh-CN" sz="900" b="1" i="1" baseline="-25000" dirty="0">
              <a:solidFill>
                <a:prstClr val="black"/>
              </a:solidFill>
              <a:latin typeface="Times New Roman" panose="02020603050405020304" pitchFamily="18" charset="0"/>
            </a:endParaRPr>
          </a:p>
          <a:p>
            <a:pPr>
              <a:lnSpc>
                <a:spcPts val="3000"/>
              </a:lnSpc>
              <a:spcBef>
                <a:spcPct val="20000"/>
              </a:spcBef>
              <a:buClr>
                <a:srgbClr val="073E87"/>
              </a:buClr>
              <a:buSzPct val="75000"/>
              <a:defRPr/>
            </a:pPr>
            <a:r>
              <a:rPr kumimoji="1" lang="en-US" altLang="zh-CN" sz="2800" b="1" dirty="0">
                <a:solidFill>
                  <a:srgbClr val="000000"/>
                </a:solidFill>
                <a:latin typeface="华文楷体" panose="02010600040101010101" pitchFamily="2" charset="-122"/>
                <a:ea typeface="华文楷体" panose="02010600040101010101" pitchFamily="2" charset="-122"/>
              </a:rPr>
              <a:t>$</a:t>
            </a:r>
            <a:r>
              <a:rPr kumimoji="1" lang="en-US" altLang="zh-CN" sz="2800" b="1" i="1" dirty="0">
                <a:solidFill>
                  <a:srgbClr val="000000"/>
                </a:solidFill>
                <a:latin typeface="Times New Roman" panose="02020603050405020304" pitchFamily="18" charset="0"/>
              </a:rPr>
              <a:t>X</a:t>
            </a:r>
            <a:r>
              <a:rPr kumimoji="1" lang="en-US" altLang="zh-CN" sz="2800" b="1" baseline="-25000" dirty="0">
                <a:solidFill>
                  <a:srgbClr val="000000"/>
                </a:solidFill>
                <a:latin typeface="Times New Roman" panose="02020603050405020304" pitchFamily="18" charset="0"/>
              </a:rPr>
              <a:t>1</a:t>
            </a:r>
            <a:r>
              <a:rPr kumimoji="1" lang="en-US" altLang="zh-CN" sz="2800" b="1" i="1" dirty="0">
                <a:solidFill>
                  <a:srgbClr val="000000"/>
                </a:solidFill>
                <a:latin typeface="Times New Roman" panose="02020603050405020304" pitchFamily="18" charset="0"/>
              </a:rPr>
              <a:t>…X</a:t>
            </a:r>
            <a:r>
              <a:rPr kumimoji="1" lang="en-US" altLang="zh-CN" sz="2800" b="1" i="1" baseline="-25000" dirty="0">
                <a:solidFill>
                  <a:srgbClr val="000000"/>
                </a:solidFill>
                <a:latin typeface="Times New Roman" panose="02020603050405020304" pitchFamily="18" charset="0"/>
              </a:rPr>
              <a:t>i </a:t>
            </a:r>
            <a:r>
              <a:rPr kumimoji="1" lang="en-US" altLang="zh-CN" sz="2800" b="1" i="1" dirty="0">
                <a:solidFill>
                  <a:srgbClr val="000000"/>
                </a:solidFill>
                <a:latin typeface="Times New Roman" panose="02020603050405020304" pitchFamily="18" charset="0"/>
              </a:rPr>
              <a:t>X</a:t>
            </a:r>
            <a:r>
              <a:rPr kumimoji="1" lang="en-US" altLang="zh-CN" sz="2800" b="1" i="1" baseline="-25000" dirty="0">
                <a:solidFill>
                  <a:srgbClr val="000000"/>
                </a:solidFill>
                <a:latin typeface="Times New Roman" panose="02020603050405020304" pitchFamily="18" charset="0"/>
              </a:rPr>
              <a:t>i+1</a:t>
            </a:r>
            <a:r>
              <a:rPr kumimoji="1" lang="en-US" altLang="zh-CN" sz="2800" b="1" i="1" dirty="0">
                <a:solidFill>
                  <a:prstClr val="white"/>
                </a:solidFill>
                <a:latin typeface="Times New Roman" panose="02020603050405020304" pitchFamily="18" charset="0"/>
              </a:rPr>
              <a:t> </a:t>
            </a:r>
            <a:r>
              <a:rPr kumimoji="1" lang="en-US" altLang="zh-CN" sz="2800" b="1" i="1" dirty="0">
                <a:solidFill>
                  <a:prstClr val="black"/>
                </a:solidFill>
                <a:latin typeface="Times New Roman" panose="02020603050405020304" pitchFamily="18" charset="0"/>
              </a:rPr>
              <a:t>…</a:t>
            </a:r>
            <a:r>
              <a:rPr kumimoji="1" lang="en-US" altLang="zh-CN" sz="2800" b="1" i="1" dirty="0" err="1">
                <a:solidFill>
                  <a:prstClr val="black"/>
                </a:solidFill>
                <a:latin typeface="Times New Roman" panose="02020603050405020304" pitchFamily="18" charset="0"/>
              </a:rPr>
              <a:t>X</a:t>
            </a:r>
            <a:r>
              <a:rPr kumimoji="1" lang="en-US" altLang="zh-CN" sz="2800" b="1" i="1" baseline="-25000" dirty="0" err="1">
                <a:solidFill>
                  <a:prstClr val="black"/>
                </a:solidFill>
                <a:latin typeface="Times New Roman" panose="02020603050405020304" pitchFamily="18" charset="0"/>
              </a:rPr>
              <a:t>m</a:t>
            </a:r>
            <a:r>
              <a:rPr kumimoji="1" lang="en-US" altLang="zh-CN" sz="2000" b="1" i="1" baseline="-25000" dirty="0">
                <a:solidFill>
                  <a:prstClr val="black"/>
                </a:solidFill>
                <a:latin typeface="Times New Roman" panose="02020603050405020304" pitchFamily="18" charset="0"/>
              </a:rPr>
              <a:t>		</a:t>
            </a:r>
            <a:r>
              <a:rPr kumimoji="1" lang="en-US" altLang="zh-CN" sz="2800" b="1" i="1" dirty="0">
                <a:solidFill>
                  <a:prstClr val="black"/>
                </a:solidFill>
                <a:latin typeface="Times New Roman" panose="02020603050405020304" pitchFamily="18" charset="0"/>
              </a:rPr>
              <a:t>a</a:t>
            </a:r>
            <a:r>
              <a:rPr kumimoji="1" lang="en-US" altLang="zh-CN" sz="2800" b="1" i="1" baseline="-25000" dirty="0">
                <a:solidFill>
                  <a:prstClr val="black"/>
                </a:solidFill>
                <a:latin typeface="Times New Roman" panose="02020603050405020304" pitchFamily="18" charset="0"/>
              </a:rPr>
              <a:t>j</a:t>
            </a:r>
            <a:r>
              <a:rPr kumimoji="1" lang="en-US" altLang="zh-CN" sz="2800" b="1" i="1" dirty="0">
                <a:solidFill>
                  <a:prstClr val="black"/>
                </a:solidFill>
                <a:latin typeface="Times New Roman" panose="02020603050405020304" pitchFamily="18" charset="0"/>
              </a:rPr>
              <a:t>a</a:t>
            </a:r>
            <a:r>
              <a:rPr kumimoji="1" lang="en-US" altLang="zh-CN" sz="2800" b="1" i="1" baseline="-25000" dirty="0">
                <a:solidFill>
                  <a:prstClr val="black"/>
                </a:solidFill>
                <a:latin typeface="Times New Roman" panose="02020603050405020304" pitchFamily="18" charset="0"/>
              </a:rPr>
              <a:t>j+</a:t>
            </a:r>
            <a:r>
              <a:rPr kumimoji="1" lang="en-US" altLang="zh-CN" sz="2800" b="1" baseline="-25000" dirty="0">
                <a:solidFill>
                  <a:prstClr val="black"/>
                </a:solidFill>
                <a:latin typeface="Times New Roman" panose="02020603050405020304" pitchFamily="18" charset="0"/>
              </a:rPr>
              <a:t>1</a:t>
            </a:r>
            <a:r>
              <a:rPr kumimoji="1" lang="en-US" altLang="zh-CN" sz="2800" b="1" i="1" dirty="0">
                <a:solidFill>
                  <a:prstClr val="black"/>
                </a:solidFill>
                <a:latin typeface="Times New Roman" panose="02020603050405020304" pitchFamily="18" charset="0"/>
              </a:rPr>
              <a:t>…a</a:t>
            </a:r>
            <a:r>
              <a:rPr kumimoji="1" lang="en-US" altLang="zh-CN" sz="2800" b="1" i="1" baseline="-25000" dirty="0">
                <a:solidFill>
                  <a:prstClr val="black"/>
                </a:solidFill>
                <a:latin typeface="Times New Roman" panose="02020603050405020304" pitchFamily="18" charset="0"/>
              </a:rPr>
              <a:t>j+k</a:t>
            </a:r>
            <a:r>
              <a:rPr kumimoji="1" lang="en-US" altLang="zh-CN" sz="2800" b="1" i="1" dirty="0">
                <a:solidFill>
                  <a:prstClr val="black"/>
                </a:solidFill>
                <a:latin typeface="Times New Roman" panose="02020603050405020304" pitchFamily="18" charset="0"/>
              </a:rPr>
              <a:t>a</a:t>
            </a:r>
            <a:r>
              <a:rPr kumimoji="1" lang="en-US" altLang="zh-CN" sz="2800" b="1" i="1" baseline="-25000" dirty="0">
                <a:solidFill>
                  <a:prstClr val="black"/>
                </a:solidFill>
                <a:latin typeface="Times New Roman" panose="02020603050405020304" pitchFamily="18" charset="0"/>
              </a:rPr>
              <a:t>j+k+</a:t>
            </a:r>
            <a:r>
              <a:rPr kumimoji="1" lang="en-US" altLang="zh-CN" sz="2800" b="1" baseline="-25000" dirty="0">
                <a:solidFill>
                  <a:prstClr val="black"/>
                </a:solidFill>
                <a:latin typeface="Times New Roman" panose="02020603050405020304" pitchFamily="18" charset="0"/>
              </a:rPr>
              <a:t>1</a:t>
            </a:r>
            <a:r>
              <a:rPr kumimoji="1" lang="en-US" altLang="zh-CN" sz="2800" b="1" i="1" dirty="0">
                <a:solidFill>
                  <a:prstClr val="black"/>
                </a:solidFill>
                <a:latin typeface="Times New Roman" panose="02020603050405020304" pitchFamily="18" charset="0"/>
              </a:rPr>
              <a:t>…a</a:t>
            </a:r>
            <a:r>
              <a:rPr kumimoji="1" lang="en-US" altLang="zh-CN" sz="2800" b="1" i="1" baseline="-25000" dirty="0">
                <a:solidFill>
                  <a:prstClr val="black"/>
                </a:solidFill>
                <a:latin typeface="Times New Roman" panose="02020603050405020304" pitchFamily="18" charset="0"/>
              </a:rPr>
              <a:t>n</a:t>
            </a:r>
            <a:r>
              <a:rPr kumimoji="1" lang="en-US" altLang="zh-CN" sz="2800" b="1" dirty="0">
                <a:solidFill>
                  <a:prstClr val="black"/>
                </a:solidFill>
                <a:latin typeface="Times New Roman" panose="02020603050405020304" pitchFamily="18" charset="0"/>
              </a:rPr>
              <a:t> </a:t>
            </a:r>
            <a:r>
              <a:rPr kumimoji="1" lang="en-US" altLang="zh-CN" sz="2800" b="1" dirty="0">
                <a:solidFill>
                  <a:srgbClr val="000000"/>
                </a:solidFill>
                <a:latin typeface="华文楷体" panose="02010600040101010101" pitchFamily="2" charset="-122"/>
              </a:rPr>
              <a:t>$</a:t>
            </a:r>
            <a:endParaRPr lang="zh-CN" altLang="en-US" sz="2800" dirty="0">
              <a:solidFill>
                <a:prstClr val="black"/>
              </a:solidFill>
            </a:endParaRPr>
          </a:p>
        </p:txBody>
      </p:sp>
      <p:sp>
        <p:nvSpPr>
          <p:cNvPr id="2" name="右大括号 1"/>
          <p:cNvSpPr/>
          <p:nvPr/>
        </p:nvSpPr>
        <p:spPr>
          <a:xfrm rot="5400000">
            <a:off x="3913981" y="113507"/>
            <a:ext cx="523875" cy="3960812"/>
          </a:xfrm>
          <a:prstGeom prst="rightBrace">
            <a:avLst/>
          </a:prstGeom>
          <a:ln w="25400">
            <a:solidFill>
              <a:srgbClr val="FF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solidFill>
                <a:prstClr val="black"/>
              </a:solidFill>
            </a:endParaRPr>
          </a:p>
        </p:txBody>
      </p:sp>
      <p:sp>
        <p:nvSpPr>
          <p:cNvPr id="93190" name="矩形 2"/>
          <p:cNvSpPr>
            <a:spLocks noChangeArrowheads="1"/>
          </p:cNvSpPr>
          <p:nvPr/>
        </p:nvSpPr>
        <p:spPr bwMode="auto">
          <a:xfrm>
            <a:off x="3963988" y="2263775"/>
            <a:ext cx="423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r>
              <a:rPr kumimoji="1" lang="en-US" altLang="zh-CN" sz="2800" b="1" i="1">
                <a:solidFill>
                  <a:srgbClr val="FF0000"/>
                </a:solidFill>
                <a:latin typeface="Times New Roman" panose="02020603050405020304" pitchFamily="18" charset="0"/>
              </a:rPr>
              <a:t>A</a:t>
            </a:r>
            <a:endParaRPr lang="zh-CN" altLang="en-US">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2"/>
          <p:cNvSpPr>
            <a:spLocks noGrp="1" noChangeArrowheads="1"/>
          </p:cNvSpPr>
          <p:nvPr>
            <p:ph type="title"/>
          </p:nvPr>
        </p:nvSpPr>
        <p:spPr>
          <a:xfrm>
            <a:off x="755650" y="268288"/>
            <a:ext cx="7931150" cy="358775"/>
          </a:xfrm>
        </p:spPr>
        <p:txBody>
          <a:bodyPr/>
          <a:lstStyle/>
          <a:p>
            <a:r>
              <a:rPr lang="zh-CN" altLang="en-US" sz="3000">
                <a:solidFill>
                  <a:schemeClr val="tx1"/>
                </a:solidFill>
                <a:latin typeface="微软雅黑" panose="020B0503020204020204" pitchFamily="34" charset="-122"/>
                <a:ea typeface="微软雅黑" panose="020B0503020204020204" pitchFamily="34" charset="-122"/>
              </a:rPr>
              <a:t>短语层次错误恢复</a:t>
            </a:r>
          </a:p>
        </p:txBody>
      </p:sp>
      <p:sp>
        <p:nvSpPr>
          <p:cNvPr id="95235" name="矩形 53"/>
          <p:cNvSpPr>
            <a:spLocks noChangeArrowheads="1"/>
          </p:cNvSpPr>
          <p:nvPr/>
        </p:nvSpPr>
        <p:spPr bwMode="auto">
          <a:xfrm>
            <a:off x="431800" y="857250"/>
            <a:ext cx="8569325" cy="225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4000"/>
              </a:lnSpc>
              <a:buClrTx/>
              <a:buFont typeface="Wingdings" panose="05000000000000000000" pitchFamily="2" charset="2"/>
              <a:buChar char="Ø"/>
            </a:pPr>
            <a:r>
              <a:rPr lang="zh-CN" altLang="en-US" sz="3000" b="1">
                <a:solidFill>
                  <a:srgbClr val="000000"/>
                </a:solidFill>
                <a:latin typeface="Times New Roman" panose="02020603050405020304" pitchFamily="18" charset="0"/>
                <a:ea typeface="华文楷体" panose="02010600040101010101" pitchFamily="2" charset="-122"/>
              </a:rPr>
              <a:t>检查</a:t>
            </a:r>
            <a:r>
              <a:rPr lang="en-US" altLang="zh-CN" sz="3000" b="1" i="1">
                <a:solidFill>
                  <a:srgbClr val="000000"/>
                </a:solidFill>
                <a:latin typeface="Times New Roman" panose="02020603050405020304" pitchFamily="18" charset="0"/>
                <a:cs typeface="Times New Roman" panose="02020603050405020304" pitchFamily="18" charset="0"/>
              </a:rPr>
              <a:t>LR</a:t>
            </a:r>
            <a:r>
              <a:rPr lang="zh-CN" altLang="en-US" sz="3000" b="1">
                <a:solidFill>
                  <a:srgbClr val="000000"/>
                </a:solidFill>
                <a:latin typeface="Times New Roman" panose="02020603050405020304" pitchFamily="18" charset="0"/>
                <a:ea typeface="华文楷体" panose="02010600040101010101" pitchFamily="2" charset="-122"/>
              </a:rPr>
              <a:t>分析表中的每一个报错条目，并根据语言的使用方法来决定程序员所犯的何种错误最有可能引起这个语法错误</a:t>
            </a:r>
            <a:endParaRPr lang="en-US" altLang="zh-CN" sz="3000" b="1">
              <a:solidFill>
                <a:srgbClr val="000000"/>
              </a:solidFill>
              <a:latin typeface="Times New Roman" panose="02020603050405020304" pitchFamily="18" charset="0"/>
            </a:endParaRPr>
          </a:p>
          <a:p>
            <a:pPr eaLnBrk="1" hangingPunct="1">
              <a:lnSpc>
                <a:spcPts val="4000"/>
              </a:lnSpc>
              <a:buClrTx/>
              <a:buFont typeface="Wingdings" panose="05000000000000000000" pitchFamily="2" charset="2"/>
              <a:buChar char="Ø"/>
            </a:pPr>
            <a:r>
              <a:rPr lang="zh-CN" altLang="en-US" sz="3000" b="1">
                <a:solidFill>
                  <a:srgbClr val="000000"/>
                </a:solidFill>
                <a:latin typeface="Times New Roman" panose="02020603050405020304" pitchFamily="18" charset="0"/>
                <a:ea typeface="华文楷体" panose="02010600040101010101" pitchFamily="2" charset="-122"/>
              </a:rPr>
              <a:t>然后构造出适当的恢复过程</a:t>
            </a:r>
            <a:endParaRPr lang="en-US" altLang="zh-CN" sz="3000" b="1">
              <a:solidFill>
                <a:srgbClr val="000000"/>
              </a:solidFill>
              <a:latin typeface="Times New Roman" panose="02020603050405020304" pitchFamily="18" charset="0"/>
            </a:endParaRPr>
          </a:p>
        </p:txBody>
      </p:sp>
      <p:sp>
        <p:nvSpPr>
          <p:cNvPr id="2" name="灯片编号占位符 1">
            <a:extLst>
              <a:ext uri="{FF2B5EF4-FFF2-40B4-BE49-F238E27FC236}">
                <a16:creationId xmlns:a16="http://schemas.microsoft.com/office/drawing/2014/main" id="{B3EE999A-CA2F-472D-BE9D-5E5E96F8F46A}"/>
              </a:ext>
            </a:extLst>
          </p:cNvPr>
          <p:cNvSpPr>
            <a:spLocks noGrp="1"/>
          </p:cNvSpPr>
          <p:nvPr>
            <p:ph type="sldNum" sz="quarter" idx="12"/>
          </p:nvPr>
        </p:nvSpPr>
        <p:spPr/>
        <p:txBody>
          <a:bodyPr/>
          <a:lstStyle/>
          <a:p>
            <a:pPr>
              <a:defRPr/>
            </a:pPr>
            <a:fld id="{76D20AB1-C80E-44EB-B890-88EEF3B3DC08}" type="slidenum">
              <a:rPr lang="zh-CN" altLang="en-US" smtClean="0"/>
              <a:pPr>
                <a:defRPr/>
              </a:pPr>
              <a:t>43</a:t>
            </a:fld>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2122488" y="1552575"/>
            <a:ext cx="1296987" cy="1724025"/>
          </a:xfrm>
          <a:prstGeom prst="rect">
            <a:avLst/>
          </a:prstGeom>
          <a:solidFill>
            <a:srgbClr val="B5CEED"/>
          </a:solidFill>
          <a:ln w="12700">
            <a:solidFill>
              <a:schemeClr val="tx1"/>
            </a:solidFill>
            <a:miter lim="800000"/>
            <a:headEnd type="none" w="sm" len="sm"/>
            <a:tailEnd type="none" w="sm" len="sm"/>
          </a:ln>
        </p:spPr>
        <p:txBody>
          <a:bodyPr tIns="0" bIns="0">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0</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id</a:t>
            </a:r>
          </a:p>
        </p:txBody>
      </p:sp>
      <p:sp>
        <p:nvSpPr>
          <p:cNvPr id="96259" name="Text Box 3"/>
          <p:cNvSpPr txBox="1">
            <a:spLocks noChangeArrowheads="1"/>
          </p:cNvSpPr>
          <p:nvPr/>
        </p:nvSpPr>
        <p:spPr bwMode="auto">
          <a:xfrm>
            <a:off x="3779838" y="1103313"/>
            <a:ext cx="1246187" cy="126206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1</a:t>
            </a:r>
            <a:r>
              <a:rPr lang="en-US" altLang="zh-CN" sz="20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E′→E· </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E→E · *E</a:t>
            </a:r>
            <a:endParaRPr lang="en-US" altLang="zh-CN" sz="2000" b="1" i="1">
              <a:solidFill>
                <a:srgbClr val="000000"/>
              </a:solidFill>
              <a:latin typeface="Times New Roman" panose="02020603050405020304" pitchFamily="18" charset="0"/>
              <a:cs typeface="Times New Roman" panose="02020603050405020304" pitchFamily="18" charset="0"/>
            </a:endParaRPr>
          </a:p>
        </p:txBody>
      </p:sp>
      <p:sp>
        <p:nvSpPr>
          <p:cNvPr id="96260" name="Line 4"/>
          <p:cNvSpPr>
            <a:spLocks noChangeShapeType="1"/>
          </p:cNvSpPr>
          <p:nvPr/>
        </p:nvSpPr>
        <p:spPr bwMode="auto">
          <a:xfrm flipV="1">
            <a:off x="3438525" y="1997075"/>
            <a:ext cx="31908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61" name="Text Box 5"/>
          <p:cNvSpPr txBox="1">
            <a:spLocks noChangeArrowheads="1"/>
          </p:cNvSpPr>
          <p:nvPr/>
        </p:nvSpPr>
        <p:spPr bwMode="auto">
          <a:xfrm>
            <a:off x="3805238" y="2540000"/>
            <a:ext cx="1214437" cy="178435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2</a:t>
            </a:r>
            <a:r>
              <a:rPr lang="en-US" altLang="zh-CN" sz="20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 E</a:t>
            </a:r>
            <a:r>
              <a:rPr lang="en-US" altLang="zh-CN" sz="18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p>
          <a:p>
            <a:pPr eaLnBrk="1" hangingPunct="1">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id</a:t>
            </a:r>
          </a:p>
        </p:txBody>
      </p:sp>
      <p:sp>
        <p:nvSpPr>
          <p:cNvPr id="96262" name="Line 6"/>
          <p:cNvSpPr>
            <a:spLocks noChangeShapeType="1"/>
          </p:cNvSpPr>
          <p:nvPr/>
        </p:nvSpPr>
        <p:spPr bwMode="auto">
          <a:xfrm flipV="1">
            <a:off x="3432175" y="2830513"/>
            <a:ext cx="3841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63" name="Text Box 7"/>
          <p:cNvSpPr txBox="1">
            <a:spLocks noChangeArrowheads="1"/>
          </p:cNvSpPr>
          <p:nvPr/>
        </p:nvSpPr>
        <p:spPr bwMode="auto">
          <a:xfrm>
            <a:off x="3419475" y="2327275"/>
            <a:ext cx="503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264" name="Text Box 8"/>
          <p:cNvSpPr txBox="1">
            <a:spLocks noChangeArrowheads="1"/>
          </p:cNvSpPr>
          <p:nvPr/>
        </p:nvSpPr>
        <p:spPr bwMode="auto">
          <a:xfrm>
            <a:off x="2339975" y="4384675"/>
            <a:ext cx="1066800"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3</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a:t>
            </a:r>
            <a:r>
              <a:rPr lang="en-US" altLang="zh-CN" sz="1800" b="1">
                <a:solidFill>
                  <a:srgbClr val="000000"/>
                </a:solidFill>
                <a:latin typeface="Times New Roman" panose="02020603050405020304" pitchFamily="18" charset="0"/>
                <a:cs typeface="Times New Roman" panose="02020603050405020304" pitchFamily="18" charset="0"/>
              </a:rPr>
              <a:t>id</a:t>
            </a:r>
            <a:r>
              <a:rPr lang="en-US" altLang="zh-CN" sz="2000" b="1" i="1">
                <a:solidFill>
                  <a:srgbClr val="000000"/>
                </a:solidFill>
                <a:latin typeface="Times New Roman" panose="02020603050405020304" pitchFamily="18" charset="0"/>
                <a:cs typeface="Times New Roman" panose="02020603050405020304" pitchFamily="18" charset="0"/>
              </a:rPr>
              <a:t> ·</a:t>
            </a:r>
          </a:p>
        </p:txBody>
      </p:sp>
      <p:sp>
        <p:nvSpPr>
          <p:cNvPr id="96265" name="Line 9"/>
          <p:cNvSpPr>
            <a:spLocks noChangeShapeType="1"/>
          </p:cNvSpPr>
          <p:nvPr/>
        </p:nvSpPr>
        <p:spPr bwMode="auto">
          <a:xfrm>
            <a:off x="2941638" y="3275013"/>
            <a:ext cx="9525" cy="109696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66" name="Text Box 10"/>
          <p:cNvSpPr txBox="1">
            <a:spLocks noChangeArrowheads="1"/>
          </p:cNvSpPr>
          <p:nvPr/>
        </p:nvSpPr>
        <p:spPr bwMode="auto">
          <a:xfrm>
            <a:off x="2533650" y="3279775"/>
            <a:ext cx="5984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id</a:t>
            </a:r>
          </a:p>
        </p:txBody>
      </p:sp>
      <p:sp>
        <p:nvSpPr>
          <p:cNvPr id="96267" name="Text Box 11"/>
          <p:cNvSpPr txBox="1">
            <a:spLocks noChangeArrowheads="1"/>
          </p:cNvSpPr>
          <p:nvPr/>
        </p:nvSpPr>
        <p:spPr bwMode="auto">
          <a:xfrm>
            <a:off x="5753100" y="1022350"/>
            <a:ext cx="1211263" cy="1477963"/>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4</a:t>
            </a:r>
            <a:r>
              <a:rPr lang="en-US" altLang="zh-CN" sz="2000" b="1">
                <a:solidFill>
                  <a:srgbClr val="000000"/>
                </a:solidFill>
                <a:latin typeface="Times New Roman" panose="02020603050405020304" pitchFamily="18" charset="0"/>
                <a:cs typeface="Times New Roman" panose="02020603050405020304" pitchFamily="18" charset="0"/>
              </a:rPr>
              <a:t>:</a:t>
            </a:r>
          </a:p>
          <a:p>
            <a:pPr>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E→E+ · 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id</a:t>
            </a:r>
          </a:p>
        </p:txBody>
      </p:sp>
      <p:sp>
        <p:nvSpPr>
          <p:cNvPr id="96268" name="Text Box 12"/>
          <p:cNvSpPr txBox="1">
            <a:spLocks noChangeArrowheads="1"/>
          </p:cNvSpPr>
          <p:nvPr/>
        </p:nvSpPr>
        <p:spPr bwMode="auto">
          <a:xfrm>
            <a:off x="5753100" y="2535238"/>
            <a:ext cx="1250950" cy="147637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5</a:t>
            </a:r>
            <a:r>
              <a:rPr lang="en-US" altLang="zh-CN" sz="2000" b="1">
                <a:solidFill>
                  <a:srgbClr val="000000"/>
                </a:solidFill>
                <a:latin typeface="Times New Roman" panose="02020603050405020304" pitchFamily="18" charset="0"/>
                <a:cs typeface="Times New Roman" panose="02020603050405020304" pitchFamily="18" charset="0"/>
              </a:rPr>
              <a:t>:</a:t>
            </a:r>
          </a:p>
          <a:p>
            <a:pPr>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E* · 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E*E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id</a:t>
            </a:r>
          </a:p>
        </p:txBody>
      </p:sp>
      <p:sp>
        <p:nvSpPr>
          <p:cNvPr id="96269" name="Text Box 15"/>
          <p:cNvSpPr txBox="1">
            <a:spLocks noChangeArrowheads="1"/>
          </p:cNvSpPr>
          <p:nvPr/>
        </p:nvSpPr>
        <p:spPr bwMode="auto">
          <a:xfrm>
            <a:off x="3470275" y="37782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id</a:t>
            </a:r>
          </a:p>
        </p:txBody>
      </p:sp>
      <p:sp>
        <p:nvSpPr>
          <p:cNvPr id="96270" name="Text Box 17"/>
          <p:cNvSpPr txBox="1">
            <a:spLocks noChangeArrowheads="1"/>
          </p:cNvSpPr>
          <p:nvPr/>
        </p:nvSpPr>
        <p:spPr bwMode="auto">
          <a:xfrm>
            <a:off x="5753100" y="4076700"/>
            <a:ext cx="1244600" cy="1016000"/>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lnSpc>
                <a:spcPts val="1800"/>
              </a:lnSpc>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6</a:t>
            </a:r>
            <a:r>
              <a:rPr lang="en-US" altLang="zh-CN" sz="2000" b="1">
                <a:solidFill>
                  <a:srgbClr val="000000"/>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E · </a:t>
            </a:r>
            <a:r>
              <a:rPr lang="en-US" altLang="zh-CN" sz="1800" b="1">
                <a:solidFill>
                  <a:srgbClr val="000000"/>
                </a:solidFill>
                <a:latin typeface="Times New Roman" panose="02020603050405020304" pitchFamily="18" charset="0"/>
                <a:cs typeface="Times New Roman" panose="02020603050405020304" pitchFamily="18" charset="0"/>
              </a:rPr>
              <a:t>)</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E→E · +E</a:t>
            </a:r>
          </a:p>
          <a:p>
            <a:pPr eaLnBrk="1" hangingPunct="1">
              <a:lnSpc>
                <a:spcPts val="1800"/>
              </a:lnSpc>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E→E · *E</a:t>
            </a:r>
          </a:p>
        </p:txBody>
      </p:sp>
      <p:sp>
        <p:nvSpPr>
          <p:cNvPr id="96271" name="Line 18"/>
          <p:cNvSpPr>
            <a:spLocks noChangeShapeType="1"/>
          </p:cNvSpPr>
          <p:nvPr/>
        </p:nvSpPr>
        <p:spPr bwMode="auto">
          <a:xfrm>
            <a:off x="5026025" y="4052888"/>
            <a:ext cx="719138" cy="27781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72" name="Text Box 19"/>
          <p:cNvSpPr txBox="1">
            <a:spLocks noChangeArrowheads="1"/>
          </p:cNvSpPr>
          <p:nvPr/>
        </p:nvSpPr>
        <p:spPr bwMode="auto">
          <a:xfrm>
            <a:off x="4951413" y="357981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96273" name="Text Box 20"/>
          <p:cNvSpPr txBox="1">
            <a:spLocks noChangeArrowheads="1"/>
          </p:cNvSpPr>
          <p:nvPr/>
        </p:nvSpPr>
        <p:spPr bwMode="auto">
          <a:xfrm>
            <a:off x="7408863" y="458788"/>
            <a:ext cx="1296987" cy="1293812"/>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7</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E→E+E ·</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 *E</a:t>
            </a:r>
            <a:endParaRPr lang="en-US" altLang="zh-CN" sz="2000" b="1" i="1">
              <a:solidFill>
                <a:schemeClr val="tx1"/>
              </a:solidFill>
              <a:latin typeface="Times New Roman" panose="02020603050405020304" pitchFamily="18" charset="0"/>
              <a:cs typeface="Times New Roman" panose="02020603050405020304" pitchFamily="18" charset="0"/>
            </a:endParaRPr>
          </a:p>
        </p:txBody>
      </p:sp>
      <p:sp>
        <p:nvSpPr>
          <p:cNvPr id="96274" name="Line 21"/>
          <p:cNvSpPr>
            <a:spLocks noChangeShapeType="1"/>
          </p:cNvSpPr>
          <p:nvPr/>
        </p:nvSpPr>
        <p:spPr bwMode="auto">
          <a:xfrm flipH="1">
            <a:off x="3402013" y="4224338"/>
            <a:ext cx="361950" cy="5413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75" name="Text Box 22"/>
          <p:cNvSpPr txBox="1">
            <a:spLocks noChangeArrowheads="1"/>
          </p:cNvSpPr>
          <p:nvPr/>
        </p:nvSpPr>
        <p:spPr bwMode="auto">
          <a:xfrm>
            <a:off x="6948488" y="3757613"/>
            <a:ext cx="457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276" name="Text Box 23"/>
          <p:cNvSpPr txBox="1">
            <a:spLocks noChangeArrowheads="1"/>
          </p:cNvSpPr>
          <p:nvPr/>
        </p:nvSpPr>
        <p:spPr bwMode="auto">
          <a:xfrm>
            <a:off x="7418388" y="2574925"/>
            <a:ext cx="1296987" cy="12922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8</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E→E*E</a:t>
            </a:r>
            <a:r>
              <a:rPr lang="en-US" altLang="zh-CN" sz="2000" b="1" i="1">
                <a:solidFill>
                  <a:schemeClr val="tx1"/>
                </a:solidFill>
                <a:latin typeface="Times New Roman" panose="02020603050405020304" pitchFamily="18" charset="0"/>
                <a:cs typeface="Times New Roman" panose="02020603050405020304" pitchFamily="18" charset="0"/>
              </a:rPr>
              <a:t> </a:t>
            </a:r>
            <a:r>
              <a:rPr lang="en-US" altLang="zh-CN" sz="1800" b="1" i="1">
                <a:solidFill>
                  <a:schemeClr val="tx1"/>
                </a:solidFill>
                <a:latin typeface="Times New Roman" panose="02020603050405020304" pitchFamily="18" charset="0"/>
                <a:cs typeface="Times New Roman" panose="02020603050405020304" pitchFamily="18" charset="0"/>
              </a:rPr>
              <a:t>·</a:t>
            </a:r>
            <a:endParaRPr lang="en-US" altLang="zh-CN" sz="2000" b="1" i="1">
              <a:solidFill>
                <a:schemeClr val="tx1"/>
              </a:solidFill>
              <a:latin typeface="Times New Roman" panose="02020603050405020304" pitchFamily="18" charset="0"/>
              <a:cs typeface="Times New Roman" panose="02020603050405020304" pitchFamily="18" charset="0"/>
            </a:endParaRP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 +E</a:t>
            </a:r>
          </a:p>
          <a:p>
            <a:pPr eaLnBrk="1" hangingPunct="1">
              <a:spcBef>
                <a:spcPct val="0"/>
              </a:spcBef>
              <a:buClrTx/>
              <a:buSzTx/>
              <a:buFont typeface="Arial" panose="020B0604020202020204" pitchFamily="34" charset="0"/>
              <a:buNone/>
            </a:pPr>
            <a:r>
              <a:rPr lang="en-US" altLang="zh-CN" sz="1800" b="1" i="1">
                <a:solidFill>
                  <a:schemeClr val="tx1"/>
                </a:solidFill>
                <a:latin typeface="Times New Roman" panose="02020603050405020304" pitchFamily="18" charset="0"/>
                <a:cs typeface="Times New Roman" panose="02020603050405020304" pitchFamily="18" charset="0"/>
              </a:rPr>
              <a:t>E→E · *E</a:t>
            </a:r>
            <a:endParaRPr lang="en-US" altLang="zh-CN" sz="2000" b="1" i="1">
              <a:solidFill>
                <a:schemeClr val="tx1"/>
              </a:solidFill>
              <a:latin typeface="Times New Roman" panose="02020603050405020304" pitchFamily="18" charset="0"/>
              <a:cs typeface="Times New Roman" panose="02020603050405020304" pitchFamily="18" charset="0"/>
            </a:endParaRPr>
          </a:p>
        </p:txBody>
      </p:sp>
      <p:sp>
        <p:nvSpPr>
          <p:cNvPr id="96277" name="Line 24"/>
          <p:cNvSpPr>
            <a:spLocks noChangeShapeType="1"/>
          </p:cNvSpPr>
          <p:nvPr/>
        </p:nvSpPr>
        <p:spPr bwMode="auto">
          <a:xfrm>
            <a:off x="5026025" y="1362075"/>
            <a:ext cx="739775"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78" name="Text Box 25"/>
          <p:cNvSpPr txBox="1">
            <a:spLocks noChangeArrowheads="1"/>
          </p:cNvSpPr>
          <p:nvPr/>
        </p:nvSpPr>
        <p:spPr bwMode="auto">
          <a:xfrm>
            <a:off x="5062538" y="1028700"/>
            <a:ext cx="38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279" name="Text Box 26"/>
          <p:cNvSpPr txBox="1">
            <a:spLocks noChangeArrowheads="1"/>
          </p:cNvSpPr>
          <p:nvPr/>
        </p:nvSpPr>
        <p:spPr bwMode="auto">
          <a:xfrm>
            <a:off x="7405688" y="4370388"/>
            <a:ext cx="1223962" cy="708025"/>
          </a:xfrm>
          <a:prstGeom prst="rect">
            <a:avLst/>
          </a:prstGeom>
          <a:solidFill>
            <a:srgbClr val="B5CEED"/>
          </a:solidFill>
          <a:ln w="12700">
            <a:solidFill>
              <a:schemeClr val="tx1"/>
            </a:solidFill>
            <a:miter lim="800000"/>
            <a:headEnd type="none" w="sm" len="sm"/>
            <a:tailEnd type="none" w="sm" len="sm"/>
          </a:ln>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0"/>
              </a:spcBef>
              <a:buClrTx/>
              <a:buSzTx/>
              <a:buFont typeface="Arial" panose="020B0604020202020204" pitchFamily="34" charset="0"/>
              <a:buNone/>
            </a:pPr>
            <a:r>
              <a:rPr lang="en-US" altLang="zh-CN" sz="2000" b="1" i="1">
                <a:solidFill>
                  <a:srgbClr val="000000"/>
                </a:solidFill>
                <a:latin typeface="Times New Roman" panose="02020603050405020304" pitchFamily="18" charset="0"/>
                <a:cs typeface="Times New Roman" panose="02020603050405020304" pitchFamily="18" charset="0"/>
              </a:rPr>
              <a:t>I</a:t>
            </a:r>
            <a:r>
              <a:rPr lang="en-US" altLang="zh-CN" sz="2000" b="1" i="1" baseline="-25000">
                <a:solidFill>
                  <a:srgbClr val="000000"/>
                </a:solidFill>
                <a:latin typeface="Times New Roman" panose="02020603050405020304" pitchFamily="18" charset="0"/>
                <a:cs typeface="Times New Roman" panose="02020603050405020304" pitchFamily="18" charset="0"/>
              </a:rPr>
              <a:t>9</a:t>
            </a:r>
            <a:r>
              <a:rPr lang="en-US" altLang="zh-CN" sz="2000" b="1">
                <a:solidFill>
                  <a:srgbClr val="000000"/>
                </a:solidFill>
                <a:latin typeface="Times New Roman" panose="02020603050405020304" pitchFamily="18" charset="0"/>
                <a:cs typeface="Times New Roman" panose="02020603050405020304" pitchFamily="18" charset="0"/>
              </a:rPr>
              <a:t>:</a:t>
            </a:r>
          </a:p>
          <a:p>
            <a:pPr>
              <a:spcBef>
                <a:spcPct val="0"/>
              </a:spcBef>
              <a:buClrTx/>
              <a:buSzTx/>
              <a:buFont typeface="Arial" panose="020B0604020202020204" pitchFamily="34" charset="0"/>
              <a:buNone/>
            </a:pP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1800" b="1" i="1">
                <a:solidFill>
                  <a:srgbClr val="000000"/>
                </a:solidFill>
                <a:latin typeface="Times New Roman" panose="02020603050405020304" pitchFamily="18" charset="0"/>
                <a:cs typeface="Times New Roman" panose="02020603050405020304" pitchFamily="18" charset="0"/>
              </a:rPr>
              <a:t>E</a:t>
            </a:r>
            <a:r>
              <a:rPr lang="en-US" altLang="zh-CN" sz="1800" b="1">
                <a:solidFill>
                  <a:srgbClr val="000000"/>
                </a:solidFill>
                <a:latin typeface="Times New Roman" panose="02020603050405020304" pitchFamily="18" charset="0"/>
                <a:cs typeface="Times New Roman" panose="02020603050405020304" pitchFamily="18" charset="0"/>
              </a:rPr>
              <a:t>)</a:t>
            </a:r>
            <a:r>
              <a:rPr lang="en-US" altLang="zh-CN" sz="2000" b="1" i="1">
                <a:solidFill>
                  <a:srgbClr val="000000"/>
                </a:solidFill>
                <a:latin typeface="Times New Roman" panose="02020603050405020304" pitchFamily="18" charset="0"/>
                <a:cs typeface="Times New Roman" panose="02020603050405020304" pitchFamily="18" charset="0"/>
              </a:rPr>
              <a:t> ·</a:t>
            </a:r>
          </a:p>
        </p:txBody>
      </p:sp>
      <p:sp>
        <p:nvSpPr>
          <p:cNvPr id="96280" name="Line 27"/>
          <p:cNvSpPr>
            <a:spLocks noChangeShapeType="1"/>
          </p:cNvSpPr>
          <p:nvPr/>
        </p:nvSpPr>
        <p:spPr bwMode="auto">
          <a:xfrm>
            <a:off x="6970713" y="3141663"/>
            <a:ext cx="47148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81" name="Text Box 28"/>
          <p:cNvSpPr txBox="1">
            <a:spLocks noChangeArrowheads="1"/>
          </p:cNvSpPr>
          <p:nvPr/>
        </p:nvSpPr>
        <p:spPr bwMode="auto">
          <a:xfrm>
            <a:off x="6980238" y="261302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96282" name="Line 29"/>
          <p:cNvSpPr>
            <a:spLocks noChangeShapeType="1"/>
          </p:cNvSpPr>
          <p:nvPr/>
        </p:nvSpPr>
        <p:spPr bwMode="auto">
          <a:xfrm>
            <a:off x="5043488" y="1814513"/>
            <a:ext cx="722312" cy="82708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83" name="Text Box 30"/>
          <p:cNvSpPr txBox="1">
            <a:spLocks noChangeArrowheads="1"/>
          </p:cNvSpPr>
          <p:nvPr/>
        </p:nvSpPr>
        <p:spPr bwMode="auto">
          <a:xfrm>
            <a:off x="4954588" y="1497013"/>
            <a:ext cx="533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rgbClr val="000000"/>
                </a:solidFill>
                <a:latin typeface="Times New Roman" panose="02020603050405020304" pitchFamily="18" charset="0"/>
                <a:ea typeface="楷体_GB2312" panose="02010609030101010101" pitchFamily="49" charset="-122"/>
              </a:rPr>
              <a:t>*</a:t>
            </a:r>
          </a:p>
        </p:txBody>
      </p:sp>
      <p:sp>
        <p:nvSpPr>
          <p:cNvPr id="96284" name="Text Box 32"/>
          <p:cNvSpPr txBox="1">
            <a:spLocks noChangeArrowheads="1"/>
          </p:cNvSpPr>
          <p:nvPr/>
        </p:nvSpPr>
        <p:spPr bwMode="auto">
          <a:xfrm>
            <a:off x="7010400" y="4702175"/>
            <a:ext cx="457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285" name="Text Box 34"/>
          <p:cNvSpPr txBox="1">
            <a:spLocks noChangeArrowheads="1"/>
          </p:cNvSpPr>
          <p:nvPr/>
        </p:nvSpPr>
        <p:spPr bwMode="auto">
          <a:xfrm>
            <a:off x="6188075" y="561975"/>
            <a:ext cx="68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id</a:t>
            </a:r>
          </a:p>
        </p:txBody>
      </p:sp>
      <p:sp>
        <p:nvSpPr>
          <p:cNvPr id="96286" name="Text Box 35"/>
          <p:cNvSpPr txBox="1">
            <a:spLocks noChangeArrowheads="1"/>
          </p:cNvSpPr>
          <p:nvPr/>
        </p:nvSpPr>
        <p:spPr bwMode="auto">
          <a:xfrm>
            <a:off x="3419475" y="150495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180255" name="Rectangle 37"/>
          <p:cNvSpPr>
            <a:spLocks noChangeArrowheads="1"/>
          </p:cNvSpPr>
          <p:nvPr/>
        </p:nvSpPr>
        <p:spPr bwMode="auto">
          <a:xfrm>
            <a:off x="527050" y="1516063"/>
            <a:ext cx="1165225" cy="1631950"/>
          </a:xfrm>
          <a:prstGeom prst="rect">
            <a:avLst/>
          </a:prstGeom>
          <a:solidFill>
            <a:schemeClr val="accent5">
              <a:lumMod val="60000"/>
              <a:lumOff val="40000"/>
            </a:schemeClr>
          </a:solidFill>
          <a:ln w="12700">
            <a:solidFill>
              <a:schemeClr val="tx1"/>
            </a:solidFill>
          </a:ln>
        </p:spPr>
        <p:txBody>
          <a:bodyPr>
            <a:spAutoFit/>
          </a:bodyPr>
          <a:lstStyle/>
          <a:p>
            <a:pPr marL="609600" indent="-609600" eaLnBrk="1" hangingPunct="1">
              <a:buClr>
                <a:srgbClr val="000000"/>
              </a:buClr>
              <a:buFont typeface="Arial" panose="020B0604020202020204" pitchFamily="34" charset="0"/>
              <a:buNone/>
              <a:defRPr/>
            </a:pPr>
            <a:r>
              <a:rPr lang="zh-CN" altLang="en-US" sz="2000" b="1" noProof="1">
                <a:solidFill>
                  <a:srgbClr val="000000"/>
                </a:solidFill>
                <a:latin typeface="华文楷体" pitchFamily="2" charset="-122"/>
                <a:ea typeface="华文楷体" pitchFamily="2" charset="-122"/>
              </a:rPr>
              <a:t>文法</a:t>
            </a:r>
            <a:endParaRPr lang="zh-CN" altLang="zh-CN" sz="2000" b="1" noProof="1">
              <a:solidFill>
                <a:srgbClr val="000000"/>
              </a:solidFill>
              <a:latin typeface="华文楷体" pitchFamily="2" charset="-122"/>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ea typeface="Times New Roman" pitchFamily="18" charset="0"/>
                <a:cs typeface="华文楷体" pitchFamily="2" charset="-122"/>
              </a:rPr>
              <a:t>E→E+E</a:t>
            </a:r>
            <a:endParaRPr lang="en-US" altLang="zh-CN" sz="2000" b="1" i="1" noProof="1">
              <a:solidFill>
                <a:srgbClr val="000000"/>
              </a:solidFill>
              <a:latin typeface="Times New Roman" pitchFamily="18" charset="0"/>
              <a:cs typeface="Times New Roman" pitchFamily="18" charset="0"/>
            </a:endParaRPr>
          </a:p>
          <a:p>
            <a:pPr marL="609600" indent="-609600"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cs typeface="Times New Roman" pitchFamily="18" charset="0"/>
              </a:rPr>
              <a:t>E→E*E</a:t>
            </a:r>
          </a:p>
          <a:p>
            <a:pPr marL="609600" indent="-609600"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cs typeface="Times New Roman" pitchFamily="18" charset="0"/>
              </a:rPr>
              <a:t>E→</a:t>
            </a:r>
            <a:r>
              <a:rPr lang="en-US" altLang="zh-CN" sz="2000" b="1" noProof="1">
                <a:solidFill>
                  <a:srgbClr val="000000"/>
                </a:solidFill>
                <a:latin typeface="Times New Roman" pitchFamily="18" charset="0"/>
                <a:cs typeface="Times New Roman" pitchFamily="18" charset="0"/>
              </a:rPr>
              <a:t>(</a:t>
            </a:r>
            <a:r>
              <a:rPr lang="en-US" altLang="zh-CN" sz="2000" b="1" i="1" noProof="1">
                <a:solidFill>
                  <a:srgbClr val="000000"/>
                </a:solidFill>
                <a:latin typeface="Times New Roman" pitchFamily="18" charset="0"/>
                <a:cs typeface="Times New Roman" pitchFamily="18" charset="0"/>
              </a:rPr>
              <a:t>E</a:t>
            </a:r>
            <a:r>
              <a:rPr lang="en-US" altLang="zh-CN" sz="2000" b="1" noProof="1">
                <a:solidFill>
                  <a:srgbClr val="000000"/>
                </a:solidFill>
                <a:latin typeface="Times New Roman" pitchFamily="18" charset="0"/>
                <a:cs typeface="Times New Roman" pitchFamily="18" charset="0"/>
              </a:rPr>
              <a:t>)</a:t>
            </a:r>
          </a:p>
          <a:p>
            <a:pPr marL="609600" indent="-609600" eaLnBrk="1" hangingPunct="1">
              <a:buClr>
                <a:srgbClr val="000000"/>
              </a:buClr>
              <a:buFont typeface="Arial" panose="020B0604020202020204" pitchFamily="34" charset="0"/>
              <a:buNone/>
              <a:defRPr/>
            </a:pPr>
            <a:r>
              <a:rPr lang="en-US" altLang="zh-CN" sz="2000" b="1" i="1" noProof="1">
                <a:solidFill>
                  <a:srgbClr val="000000"/>
                </a:solidFill>
                <a:latin typeface="Times New Roman" pitchFamily="18" charset="0"/>
                <a:cs typeface="Times New Roman" pitchFamily="18" charset="0"/>
              </a:rPr>
              <a:t>E→</a:t>
            </a:r>
            <a:r>
              <a:rPr lang="en-US" altLang="zh-CN" sz="2000" b="1" noProof="1">
                <a:solidFill>
                  <a:srgbClr val="000000"/>
                </a:solidFill>
                <a:latin typeface="Times New Roman" pitchFamily="18" charset="0"/>
                <a:cs typeface="Times New Roman" pitchFamily="18" charset="0"/>
              </a:rPr>
              <a:t>id</a:t>
            </a:r>
          </a:p>
        </p:txBody>
      </p:sp>
      <p:sp>
        <p:nvSpPr>
          <p:cNvPr id="96288" name="Line 38"/>
          <p:cNvSpPr>
            <a:spLocks noChangeShapeType="1"/>
          </p:cNvSpPr>
          <p:nvPr/>
        </p:nvSpPr>
        <p:spPr bwMode="auto">
          <a:xfrm rot="10800000">
            <a:off x="5078413" y="3438525"/>
            <a:ext cx="68738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89" name="Text Box 39"/>
          <p:cNvSpPr txBox="1">
            <a:spLocks noChangeArrowheads="1"/>
          </p:cNvSpPr>
          <p:nvPr/>
        </p:nvSpPr>
        <p:spPr bwMode="auto">
          <a:xfrm>
            <a:off x="5407025" y="3533775"/>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id</a:t>
            </a:r>
          </a:p>
        </p:txBody>
      </p:sp>
      <p:sp>
        <p:nvSpPr>
          <p:cNvPr id="96290" name="Text Box 47"/>
          <p:cNvSpPr txBox="1">
            <a:spLocks noChangeArrowheads="1"/>
          </p:cNvSpPr>
          <p:nvPr/>
        </p:nvSpPr>
        <p:spPr bwMode="auto">
          <a:xfrm>
            <a:off x="3324225" y="3228975"/>
            <a:ext cx="503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291" name="Line 48"/>
          <p:cNvSpPr>
            <a:spLocks noChangeShapeType="1"/>
          </p:cNvSpPr>
          <p:nvPr/>
        </p:nvSpPr>
        <p:spPr bwMode="auto">
          <a:xfrm>
            <a:off x="6964363" y="1347788"/>
            <a:ext cx="4318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92" name="Text Box 49"/>
          <p:cNvSpPr txBox="1">
            <a:spLocks noChangeArrowheads="1"/>
          </p:cNvSpPr>
          <p:nvPr/>
        </p:nvSpPr>
        <p:spPr bwMode="auto">
          <a:xfrm>
            <a:off x="7019925" y="914400"/>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i="1">
                <a:solidFill>
                  <a:srgbClr val="000000"/>
                </a:solidFill>
                <a:latin typeface="Times New Roman" panose="02020603050405020304" pitchFamily="18" charset="0"/>
                <a:cs typeface="Times New Roman" panose="02020603050405020304" pitchFamily="18" charset="0"/>
              </a:rPr>
              <a:t>E</a:t>
            </a:r>
          </a:p>
        </p:txBody>
      </p:sp>
      <p:sp>
        <p:nvSpPr>
          <p:cNvPr id="96293" name="Line 50"/>
          <p:cNvSpPr>
            <a:spLocks noChangeShapeType="1"/>
          </p:cNvSpPr>
          <p:nvPr/>
        </p:nvSpPr>
        <p:spPr bwMode="auto">
          <a:xfrm flipH="1">
            <a:off x="5049838" y="1792288"/>
            <a:ext cx="668337" cy="10191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94" name="Text Box 51"/>
          <p:cNvSpPr txBox="1">
            <a:spLocks noChangeArrowheads="1"/>
          </p:cNvSpPr>
          <p:nvPr/>
        </p:nvSpPr>
        <p:spPr bwMode="auto">
          <a:xfrm>
            <a:off x="5407025" y="1406525"/>
            <a:ext cx="503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295" name="Line 55"/>
          <p:cNvSpPr>
            <a:spLocks noChangeShapeType="1"/>
          </p:cNvSpPr>
          <p:nvPr/>
        </p:nvSpPr>
        <p:spPr bwMode="auto">
          <a:xfrm>
            <a:off x="1987550" y="4516438"/>
            <a:ext cx="352425"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296" name="Line 58"/>
          <p:cNvSpPr>
            <a:spLocks noChangeShapeType="1"/>
          </p:cNvSpPr>
          <p:nvPr/>
        </p:nvSpPr>
        <p:spPr bwMode="auto">
          <a:xfrm flipV="1">
            <a:off x="6243638" y="771525"/>
            <a:ext cx="0" cy="2159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7" name="Line 59"/>
          <p:cNvSpPr>
            <a:spLocks noChangeShapeType="1"/>
          </p:cNvSpPr>
          <p:nvPr/>
        </p:nvSpPr>
        <p:spPr bwMode="auto">
          <a:xfrm flipH="1">
            <a:off x="1962150" y="758825"/>
            <a:ext cx="4281488" cy="127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8" name="Line 60"/>
          <p:cNvSpPr>
            <a:spLocks noChangeShapeType="1"/>
          </p:cNvSpPr>
          <p:nvPr/>
        </p:nvSpPr>
        <p:spPr bwMode="auto">
          <a:xfrm>
            <a:off x="1979613" y="771525"/>
            <a:ext cx="0" cy="37449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9" name="Text Box 61"/>
          <p:cNvSpPr txBox="1">
            <a:spLocks noChangeArrowheads="1"/>
          </p:cNvSpPr>
          <p:nvPr/>
        </p:nvSpPr>
        <p:spPr bwMode="auto">
          <a:xfrm>
            <a:off x="5507038" y="2963863"/>
            <a:ext cx="5032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a:solidFill>
                  <a:srgbClr val="000000"/>
                </a:solidFill>
                <a:latin typeface="Times New Roman" panose="02020603050405020304" pitchFamily="18" charset="0"/>
                <a:cs typeface="Times New Roman" panose="02020603050405020304" pitchFamily="18" charset="0"/>
              </a:rPr>
              <a:t>(</a:t>
            </a:r>
          </a:p>
        </p:txBody>
      </p:sp>
      <p:sp>
        <p:nvSpPr>
          <p:cNvPr id="96300" name="Line 62"/>
          <p:cNvSpPr>
            <a:spLocks noChangeShapeType="1"/>
          </p:cNvSpPr>
          <p:nvPr/>
        </p:nvSpPr>
        <p:spPr bwMode="auto">
          <a:xfrm flipH="1">
            <a:off x="3414713" y="3903663"/>
            <a:ext cx="2351087" cy="1189037"/>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01" name="Line 63"/>
          <p:cNvSpPr>
            <a:spLocks noChangeShapeType="1"/>
          </p:cNvSpPr>
          <p:nvPr/>
        </p:nvSpPr>
        <p:spPr bwMode="auto">
          <a:xfrm flipV="1">
            <a:off x="7026275" y="4732338"/>
            <a:ext cx="38893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02" name="Line 64"/>
          <p:cNvSpPr>
            <a:spLocks noChangeShapeType="1"/>
          </p:cNvSpPr>
          <p:nvPr/>
        </p:nvSpPr>
        <p:spPr bwMode="auto">
          <a:xfrm flipH="1" flipV="1">
            <a:off x="8816975" y="1881188"/>
            <a:ext cx="3175" cy="238601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3" name="Line 66"/>
          <p:cNvSpPr>
            <a:spLocks noChangeShapeType="1"/>
          </p:cNvSpPr>
          <p:nvPr/>
        </p:nvSpPr>
        <p:spPr bwMode="auto">
          <a:xfrm flipH="1">
            <a:off x="7027863" y="4300538"/>
            <a:ext cx="1789112" cy="142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4" name="Text Box 69"/>
          <p:cNvSpPr txBox="1">
            <a:spLocks noChangeArrowheads="1"/>
          </p:cNvSpPr>
          <p:nvPr/>
        </p:nvSpPr>
        <p:spPr bwMode="auto">
          <a:xfrm>
            <a:off x="6965950" y="4192588"/>
            <a:ext cx="457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000000"/>
                </a:solidFill>
                <a:latin typeface="Times New Roman" panose="02020603050405020304" pitchFamily="18" charset="0"/>
                <a:cs typeface="Times New Roman" panose="02020603050405020304" pitchFamily="18" charset="0"/>
              </a:rPr>
              <a:t>+</a:t>
            </a:r>
          </a:p>
        </p:txBody>
      </p:sp>
      <p:sp>
        <p:nvSpPr>
          <p:cNvPr id="96305" name="Line 38"/>
          <p:cNvSpPr>
            <a:spLocks noChangeShapeType="1"/>
          </p:cNvSpPr>
          <p:nvPr/>
        </p:nvSpPr>
        <p:spPr bwMode="auto">
          <a:xfrm rot="10800000" flipV="1">
            <a:off x="6964363" y="1893888"/>
            <a:ext cx="185261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06" name="Rectangle 2"/>
          <p:cNvSpPr>
            <a:spLocks noGrp="1" noChangeArrowheads="1"/>
          </p:cNvSpPr>
          <p:nvPr>
            <p:ph type="title"/>
          </p:nvPr>
        </p:nvSpPr>
        <p:spPr>
          <a:xfrm>
            <a:off x="755650" y="268288"/>
            <a:ext cx="7931150" cy="358775"/>
          </a:xfrm>
        </p:spPr>
        <p:txBody>
          <a:bodyPr/>
          <a:lstStyle/>
          <a:p>
            <a:pPr eaLnBrk="1" hangingPunct="1"/>
            <a:r>
              <a:rPr lang="zh-CN" altLang="en-US" sz="2800">
                <a:solidFill>
                  <a:schemeClr val="tx1"/>
                </a:solidFill>
                <a:latin typeface="微软雅黑" panose="020B0503020204020204" pitchFamily="34" charset="-122"/>
                <a:ea typeface="微软雅黑" panose="020B0503020204020204" pitchFamily="34" charset="-122"/>
              </a:rPr>
              <a:t>例：算数表达式文法的</a:t>
            </a:r>
            <a:r>
              <a:rPr lang="en-US" altLang="zh-CN" sz="2800" i="1">
                <a:solidFill>
                  <a:schemeClr val="tx1"/>
                </a:solidFill>
                <a:ea typeface="黑体" panose="02010609060101010101" pitchFamily="49" charset="-122"/>
                <a:cs typeface="Times New Roman" panose="02020603050405020304" pitchFamily="18" charset="0"/>
              </a:rPr>
              <a:t>LR</a:t>
            </a:r>
            <a:r>
              <a:rPr lang="zh-CN" altLang="en-US" sz="2800">
                <a:solidFill>
                  <a:schemeClr val="tx1"/>
                </a:solidFill>
                <a:latin typeface="微软雅黑" panose="020B0503020204020204" pitchFamily="34" charset="-122"/>
                <a:ea typeface="微软雅黑" panose="020B0503020204020204" pitchFamily="34" charset="-122"/>
              </a:rPr>
              <a:t>分析器</a:t>
            </a:r>
          </a:p>
        </p:txBody>
      </p:sp>
      <p:sp>
        <p:nvSpPr>
          <p:cNvPr id="96307" name="Freeform 53"/>
          <p:cNvSpPr>
            <a:spLocks noChangeArrowheads="1"/>
          </p:cNvSpPr>
          <p:nvPr/>
        </p:nvSpPr>
        <p:spPr bwMode="auto">
          <a:xfrm flipH="1">
            <a:off x="3579813" y="3254375"/>
            <a:ext cx="180975" cy="449263"/>
          </a:xfrm>
          <a:custGeom>
            <a:avLst/>
            <a:gdLst>
              <a:gd name="T0" fmla="*/ 0 w 227"/>
              <a:gd name="T1" fmla="*/ 0 h 227"/>
              <a:gd name="T2" fmla="*/ 2147483646 w 227"/>
              <a:gd name="T3" fmla="*/ 2147483646 h 227"/>
              <a:gd name="T4" fmla="*/ 0 w 227"/>
              <a:gd name="T5" fmla="*/ 2147483646 h 227"/>
              <a:gd name="T6" fmla="*/ 0 60000 65536"/>
              <a:gd name="T7" fmla="*/ 0 60000 65536"/>
              <a:gd name="T8" fmla="*/ 0 60000 65536"/>
              <a:gd name="T9" fmla="*/ 0 w 227"/>
              <a:gd name="T10" fmla="*/ 0 h 227"/>
              <a:gd name="T11" fmla="*/ 227 w 227"/>
              <a:gd name="T12" fmla="*/ 227 h 227"/>
            </a:gdLst>
            <a:ahLst/>
            <a:cxnLst>
              <a:cxn ang="T6">
                <a:pos x="T0" y="T1"/>
              </a:cxn>
              <a:cxn ang="T7">
                <a:pos x="T2" y="T3"/>
              </a:cxn>
              <a:cxn ang="T8">
                <a:pos x="T4" y="T5"/>
              </a:cxn>
            </a:cxnLst>
            <a:rect l="T9" t="T10" r="T11" b="T12"/>
            <a:pathLst>
              <a:path w="227" h="227">
                <a:moveTo>
                  <a:pt x="0" y="0"/>
                </a:moveTo>
                <a:cubicBezTo>
                  <a:pt x="113" y="3"/>
                  <a:pt x="227" y="7"/>
                  <a:pt x="227" y="45"/>
                </a:cubicBezTo>
                <a:cubicBezTo>
                  <a:pt x="227" y="83"/>
                  <a:pt x="113" y="155"/>
                  <a:pt x="0" y="227"/>
                </a:cubicBezTo>
              </a:path>
            </a:pathLst>
          </a:custGeom>
          <a:noFill/>
          <a:ln w="38100">
            <a:solidFill>
              <a:schemeClr val="tx1"/>
            </a:solidFill>
            <a:round/>
            <a:headEnd/>
            <a:tailEnd type="stealth"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 name="任意多边形 2"/>
          <p:cNvSpPr/>
          <p:nvPr/>
        </p:nvSpPr>
        <p:spPr>
          <a:xfrm>
            <a:off x="6999288" y="3732213"/>
            <a:ext cx="309562" cy="409575"/>
          </a:xfrm>
          <a:custGeom>
            <a:avLst/>
            <a:gdLst>
              <a:gd name="connsiteX0" fmla="*/ 46892 w 199820"/>
              <a:gd name="connsiteY0" fmla="*/ 410307 h 410307"/>
              <a:gd name="connsiteX1" fmla="*/ 199292 w 199820"/>
              <a:gd name="connsiteY1" fmla="*/ 257907 h 410307"/>
              <a:gd name="connsiteX2" fmla="*/ 0 w 199820"/>
              <a:gd name="connsiteY2" fmla="*/ 0 h 410307"/>
            </a:gdLst>
            <a:ahLst/>
            <a:cxnLst>
              <a:cxn ang="0">
                <a:pos x="connsiteX0" y="connsiteY0"/>
              </a:cxn>
              <a:cxn ang="0">
                <a:pos x="connsiteX1" y="connsiteY1"/>
              </a:cxn>
              <a:cxn ang="0">
                <a:pos x="connsiteX2" y="connsiteY2"/>
              </a:cxn>
            </a:cxnLst>
            <a:rect l="l" t="t" r="r" b="b"/>
            <a:pathLst>
              <a:path w="199820" h="410307">
                <a:moveTo>
                  <a:pt x="46892" y="410307"/>
                </a:moveTo>
                <a:cubicBezTo>
                  <a:pt x="126999" y="368299"/>
                  <a:pt x="207107" y="326291"/>
                  <a:pt x="199292" y="257907"/>
                </a:cubicBezTo>
                <a:cubicBezTo>
                  <a:pt x="191477" y="189523"/>
                  <a:pt x="95738" y="94761"/>
                  <a:pt x="0" y="0"/>
                </a:cubicBezTo>
              </a:path>
            </a:pathLst>
          </a:custGeom>
          <a:noFill/>
          <a:ln w="38100">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nvGrpSpPr>
          <p:cNvPr id="2" name="组合 5"/>
          <p:cNvGrpSpPr>
            <a:grpSpLocks/>
          </p:cNvGrpSpPr>
          <p:nvPr/>
        </p:nvGrpSpPr>
        <p:grpSpPr bwMode="auto">
          <a:xfrm>
            <a:off x="2636838" y="687388"/>
            <a:ext cx="1395412" cy="893762"/>
            <a:chOff x="2636838" y="686998"/>
            <a:chExt cx="1395573" cy="893713"/>
          </a:xfrm>
        </p:grpSpPr>
        <p:sp>
          <p:nvSpPr>
            <p:cNvPr id="96358" name="Line 24"/>
            <p:cNvSpPr>
              <a:spLocks noChangeShapeType="1"/>
            </p:cNvSpPr>
            <p:nvPr/>
          </p:nvSpPr>
          <p:spPr bwMode="auto">
            <a:xfrm flipV="1">
              <a:off x="2636838" y="1031875"/>
              <a:ext cx="409576" cy="491332"/>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575" name="Text Box 25"/>
            <p:cNvSpPr txBox="1">
              <a:spLocks noChangeArrowheads="1"/>
            </p:cNvSpPr>
            <p:nvPr/>
          </p:nvSpPr>
          <p:spPr bwMode="auto">
            <a:xfrm>
              <a:off x="2790843" y="1118774"/>
              <a:ext cx="1038345" cy="461937"/>
            </a:xfrm>
            <a:prstGeom prst="rect">
              <a:avLst/>
            </a:prstGeom>
            <a:noFill/>
            <a:ln w="12700">
              <a:noFill/>
              <a:miter lim="800000"/>
              <a:headEnd type="none" w="sm" len="sm"/>
              <a:tailEnd type="none" w="sm" len="sm"/>
            </a:ln>
          </p:spPr>
          <p:txBody>
            <a:bodyPr>
              <a:spAutoFit/>
            </a:bodyPr>
            <a:lstStyle/>
            <a:p>
              <a:pPr>
                <a:spcBef>
                  <a:spcPct val="50000"/>
                </a:spcBef>
                <a:defRPr/>
              </a:pPr>
              <a:r>
                <a:rPr kumimoji="1" lang="en-US" altLang="zh-CN" sz="24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a:t>
              </a:r>
              <a:r>
                <a:rPr kumimoji="1" lang="en-US" altLang="zh-CN" sz="2400" b="1" dirty="0">
                  <a:solidFill>
                    <a:srgbClr val="FF0000"/>
                  </a:solidFill>
                  <a:latin typeface="+mn-ea"/>
                  <a:ea typeface="+mn-ea"/>
                  <a:cs typeface="Times New Roman" panose="02020603050405020304" pitchFamily="18" charset="0"/>
                </a:rPr>
                <a:t>$</a:t>
              </a:r>
            </a:p>
          </p:txBody>
        </p:sp>
        <p:sp>
          <p:nvSpPr>
            <p:cNvPr id="96360" name="Text Box 25"/>
            <p:cNvSpPr txBox="1">
              <a:spLocks noChangeArrowheads="1"/>
            </p:cNvSpPr>
            <p:nvPr/>
          </p:nvSpPr>
          <p:spPr bwMode="auto">
            <a:xfrm>
              <a:off x="2994138" y="686998"/>
              <a:ext cx="1038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0000"/>
                  </a:solidFill>
                  <a:latin typeface="Times New Roman" panose="02020603050405020304" pitchFamily="18" charset="0"/>
                  <a:cs typeface="Times New Roman" panose="02020603050405020304" pitchFamily="18" charset="0"/>
                </a:rPr>
                <a:t>e1</a:t>
              </a:r>
            </a:p>
          </p:txBody>
        </p:sp>
      </p:grpSp>
      <p:grpSp>
        <p:nvGrpSpPr>
          <p:cNvPr id="4" name="组合 7"/>
          <p:cNvGrpSpPr>
            <a:grpSpLocks/>
          </p:cNvGrpSpPr>
          <p:nvPr/>
        </p:nvGrpSpPr>
        <p:grpSpPr bwMode="auto">
          <a:xfrm>
            <a:off x="1936750" y="769938"/>
            <a:ext cx="1444625" cy="763587"/>
            <a:chOff x="921628" y="845614"/>
            <a:chExt cx="1443819" cy="763271"/>
          </a:xfrm>
        </p:grpSpPr>
        <p:sp>
          <p:nvSpPr>
            <p:cNvPr id="96355" name="Line 24"/>
            <p:cNvSpPr>
              <a:spLocks noChangeShapeType="1"/>
            </p:cNvSpPr>
            <p:nvPr/>
          </p:nvSpPr>
          <p:spPr bwMode="auto">
            <a:xfrm flipH="1" flipV="1">
              <a:off x="1033487" y="1217268"/>
              <a:ext cx="476337" cy="391617"/>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56" name="Text Box 25"/>
            <p:cNvSpPr txBox="1">
              <a:spLocks noChangeArrowheads="1"/>
            </p:cNvSpPr>
            <p:nvPr/>
          </p:nvSpPr>
          <p:spPr bwMode="auto">
            <a:xfrm>
              <a:off x="1327801" y="1091574"/>
              <a:ext cx="1037646" cy="461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a:t>
              </a:r>
            </a:p>
          </p:txBody>
        </p:sp>
        <p:sp>
          <p:nvSpPr>
            <p:cNvPr id="96357" name="矩形 6"/>
            <p:cNvSpPr>
              <a:spLocks noChangeArrowheads="1"/>
            </p:cNvSpPr>
            <p:nvPr/>
          </p:nvSpPr>
          <p:spPr bwMode="auto">
            <a:xfrm>
              <a:off x="921628" y="845614"/>
              <a:ext cx="474398" cy="461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e2</a:t>
              </a:r>
            </a:p>
          </p:txBody>
        </p:sp>
      </p:grpSp>
      <p:grpSp>
        <p:nvGrpSpPr>
          <p:cNvPr id="5" name="组合 100"/>
          <p:cNvGrpSpPr>
            <a:grpSpLocks/>
          </p:cNvGrpSpPr>
          <p:nvPr/>
        </p:nvGrpSpPr>
        <p:grpSpPr bwMode="auto">
          <a:xfrm>
            <a:off x="4329113" y="1782763"/>
            <a:ext cx="1473200" cy="803275"/>
            <a:chOff x="2636838" y="777888"/>
            <a:chExt cx="1471217" cy="802823"/>
          </a:xfrm>
        </p:grpSpPr>
        <p:sp>
          <p:nvSpPr>
            <p:cNvPr id="96352" name="Line 24"/>
            <p:cNvSpPr>
              <a:spLocks noChangeShapeType="1"/>
            </p:cNvSpPr>
            <p:nvPr/>
          </p:nvSpPr>
          <p:spPr bwMode="auto">
            <a:xfrm flipV="1">
              <a:off x="2636838" y="1031875"/>
              <a:ext cx="409576" cy="491332"/>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569" name="Text Box 25"/>
            <p:cNvSpPr txBox="1">
              <a:spLocks noChangeArrowheads="1"/>
            </p:cNvSpPr>
            <p:nvPr/>
          </p:nvSpPr>
          <p:spPr bwMode="auto">
            <a:xfrm>
              <a:off x="2790618" y="1119008"/>
              <a:ext cx="1038413" cy="461703"/>
            </a:xfrm>
            <a:prstGeom prst="rect">
              <a:avLst/>
            </a:prstGeom>
            <a:noFill/>
            <a:ln w="12700">
              <a:noFill/>
              <a:miter lim="800000"/>
              <a:headEnd type="none" w="sm" len="sm"/>
              <a:tailEnd type="none" w="sm" len="sm"/>
            </a:ln>
          </p:spPr>
          <p:txBody>
            <a:bodyPr>
              <a:spAutoFit/>
            </a:bodyPr>
            <a:lstStyle/>
            <a:p>
              <a:pPr>
                <a:spcBef>
                  <a:spcPct val="50000"/>
                </a:spcBef>
                <a:defRPr/>
              </a:pPr>
              <a:r>
                <a:rPr kumimoji="1" lang="en-US" altLang="zh-CN" sz="24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a:t>
              </a:r>
              <a:r>
                <a:rPr kumimoji="1" lang="en-US" altLang="zh-CN" sz="2400" b="1" dirty="0">
                  <a:solidFill>
                    <a:srgbClr val="FF0000"/>
                  </a:solidFill>
                  <a:latin typeface="+mn-ea"/>
                  <a:ea typeface="+mn-ea"/>
                  <a:cs typeface="Times New Roman" panose="02020603050405020304" pitchFamily="18" charset="0"/>
                </a:rPr>
                <a:t>$</a:t>
              </a:r>
            </a:p>
          </p:txBody>
        </p:sp>
        <p:sp>
          <p:nvSpPr>
            <p:cNvPr id="96354" name="Text Box 25"/>
            <p:cNvSpPr txBox="1">
              <a:spLocks noChangeArrowheads="1"/>
            </p:cNvSpPr>
            <p:nvPr/>
          </p:nvSpPr>
          <p:spPr bwMode="auto">
            <a:xfrm>
              <a:off x="3069782" y="777888"/>
              <a:ext cx="1038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0000"/>
                  </a:solidFill>
                  <a:latin typeface="Times New Roman" panose="02020603050405020304" pitchFamily="18" charset="0"/>
                  <a:cs typeface="Times New Roman" panose="02020603050405020304" pitchFamily="18" charset="0"/>
                </a:rPr>
                <a:t>e1</a:t>
              </a:r>
            </a:p>
          </p:txBody>
        </p:sp>
      </p:grpSp>
      <p:grpSp>
        <p:nvGrpSpPr>
          <p:cNvPr id="6" name="组合 104"/>
          <p:cNvGrpSpPr>
            <a:grpSpLocks/>
          </p:cNvGrpSpPr>
          <p:nvPr/>
        </p:nvGrpSpPr>
        <p:grpSpPr bwMode="auto">
          <a:xfrm>
            <a:off x="6470650" y="165100"/>
            <a:ext cx="1395413" cy="893763"/>
            <a:chOff x="2636838" y="686998"/>
            <a:chExt cx="1395573" cy="893713"/>
          </a:xfrm>
        </p:grpSpPr>
        <p:sp>
          <p:nvSpPr>
            <p:cNvPr id="96349" name="Line 24"/>
            <p:cNvSpPr>
              <a:spLocks noChangeShapeType="1"/>
            </p:cNvSpPr>
            <p:nvPr/>
          </p:nvSpPr>
          <p:spPr bwMode="auto">
            <a:xfrm flipV="1">
              <a:off x="2636838" y="1031875"/>
              <a:ext cx="409576" cy="491332"/>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566" name="Text Box 25"/>
            <p:cNvSpPr txBox="1">
              <a:spLocks noChangeArrowheads="1"/>
            </p:cNvSpPr>
            <p:nvPr/>
          </p:nvSpPr>
          <p:spPr bwMode="auto">
            <a:xfrm>
              <a:off x="2790844" y="1118774"/>
              <a:ext cx="1038344" cy="461937"/>
            </a:xfrm>
            <a:prstGeom prst="rect">
              <a:avLst/>
            </a:prstGeom>
            <a:noFill/>
            <a:ln w="12700">
              <a:noFill/>
              <a:miter lim="800000"/>
              <a:headEnd type="none" w="sm" len="sm"/>
              <a:tailEnd type="none" w="sm" len="sm"/>
            </a:ln>
          </p:spPr>
          <p:txBody>
            <a:bodyPr>
              <a:spAutoFit/>
            </a:bodyPr>
            <a:lstStyle/>
            <a:p>
              <a:pPr>
                <a:spcBef>
                  <a:spcPct val="50000"/>
                </a:spcBef>
                <a:defRPr/>
              </a:pPr>
              <a:r>
                <a:rPr kumimoji="1" lang="en-US" altLang="zh-CN" sz="24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a:t>
              </a:r>
              <a:r>
                <a:rPr kumimoji="1" lang="en-US" altLang="zh-CN" sz="2400" b="1" dirty="0">
                  <a:solidFill>
                    <a:srgbClr val="FF0000"/>
                  </a:solidFill>
                  <a:latin typeface="+mn-ea"/>
                  <a:ea typeface="+mn-ea"/>
                  <a:cs typeface="Times New Roman" panose="02020603050405020304" pitchFamily="18" charset="0"/>
                </a:rPr>
                <a:t>$</a:t>
              </a:r>
            </a:p>
          </p:txBody>
        </p:sp>
        <p:sp>
          <p:nvSpPr>
            <p:cNvPr id="96351" name="Text Box 25"/>
            <p:cNvSpPr txBox="1">
              <a:spLocks noChangeArrowheads="1"/>
            </p:cNvSpPr>
            <p:nvPr/>
          </p:nvSpPr>
          <p:spPr bwMode="auto">
            <a:xfrm>
              <a:off x="2994138" y="686998"/>
              <a:ext cx="1038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0000"/>
                  </a:solidFill>
                  <a:latin typeface="Times New Roman" panose="02020603050405020304" pitchFamily="18" charset="0"/>
                  <a:cs typeface="Times New Roman" panose="02020603050405020304" pitchFamily="18" charset="0"/>
                </a:rPr>
                <a:t>e1</a:t>
              </a:r>
            </a:p>
          </p:txBody>
        </p:sp>
      </p:grpSp>
      <p:grpSp>
        <p:nvGrpSpPr>
          <p:cNvPr id="7" name="组合 108"/>
          <p:cNvGrpSpPr>
            <a:grpSpLocks/>
          </p:cNvGrpSpPr>
          <p:nvPr/>
        </p:nvGrpSpPr>
        <p:grpSpPr bwMode="auto">
          <a:xfrm>
            <a:off x="7019925" y="1808163"/>
            <a:ext cx="1335088" cy="917575"/>
            <a:chOff x="2636838" y="605586"/>
            <a:chExt cx="1335210" cy="917620"/>
          </a:xfrm>
        </p:grpSpPr>
        <p:sp>
          <p:nvSpPr>
            <p:cNvPr id="96346" name="Line 24"/>
            <p:cNvSpPr>
              <a:spLocks noChangeShapeType="1"/>
            </p:cNvSpPr>
            <p:nvPr/>
          </p:nvSpPr>
          <p:spPr bwMode="auto">
            <a:xfrm flipV="1">
              <a:off x="2636838" y="776956"/>
              <a:ext cx="373104" cy="746250"/>
            </a:xfrm>
            <a:prstGeom prst="line">
              <a:avLst/>
            </a:prstGeom>
            <a:noFill/>
            <a:ln w="381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563" name="Text Box 25"/>
            <p:cNvSpPr txBox="1">
              <a:spLocks noChangeArrowheads="1"/>
            </p:cNvSpPr>
            <p:nvPr/>
          </p:nvSpPr>
          <p:spPr bwMode="auto">
            <a:xfrm>
              <a:off x="2751148" y="978666"/>
              <a:ext cx="1038320" cy="461986"/>
            </a:xfrm>
            <a:prstGeom prst="rect">
              <a:avLst/>
            </a:prstGeom>
            <a:noFill/>
            <a:ln w="12700">
              <a:noFill/>
              <a:miter lim="800000"/>
              <a:headEnd type="none" w="sm" len="sm"/>
              <a:tailEnd type="none" w="sm" len="sm"/>
            </a:ln>
          </p:spPr>
          <p:txBody>
            <a:bodyPr>
              <a:spAutoFit/>
            </a:bodyPr>
            <a:lstStyle/>
            <a:p>
              <a:pPr>
                <a:spcBef>
                  <a:spcPct val="50000"/>
                </a:spcBef>
                <a:defRPr/>
              </a:pPr>
              <a:r>
                <a:rPr kumimoji="1" lang="en-US" altLang="zh-CN" sz="2400" b="1" dirty="0">
                  <a:solidFill>
                    <a:srgbClr val="FF0000"/>
                  </a:solidFill>
                  <a:latin typeface="Times New Roman" panose="02020603050405020304" pitchFamily="18" charset="0"/>
                  <a:ea typeface="楷体_GB2312" panose="02010609030101010101" pitchFamily="49" charset="-122"/>
                  <a:cs typeface="Times New Roman" panose="02020603050405020304" pitchFamily="18" charset="0"/>
                </a:rPr>
                <a:t>+,*,</a:t>
              </a:r>
              <a:r>
                <a:rPr kumimoji="1" lang="en-US" altLang="zh-CN" sz="2400" b="1" dirty="0">
                  <a:solidFill>
                    <a:srgbClr val="FF0000"/>
                  </a:solidFill>
                  <a:latin typeface="+mn-ea"/>
                  <a:ea typeface="+mn-ea"/>
                  <a:cs typeface="Times New Roman" panose="02020603050405020304" pitchFamily="18" charset="0"/>
                </a:rPr>
                <a:t>$</a:t>
              </a:r>
            </a:p>
          </p:txBody>
        </p:sp>
        <p:sp>
          <p:nvSpPr>
            <p:cNvPr id="96348" name="Text Box 25"/>
            <p:cNvSpPr txBox="1">
              <a:spLocks noChangeArrowheads="1"/>
            </p:cNvSpPr>
            <p:nvPr/>
          </p:nvSpPr>
          <p:spPr bwMode="auto">
            <a:xfrm>
              <a:off x="2933775" y="605586"/>
              <a:ext cx="10382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0000"/>
                  </a:solidFill>
                  <a:latin typeface="Times New Roman" panose="02020603050405020304" pitchFamily="18" charset="0"/>
                  <a:cs typeface="Times New Roman" panose="02020603050405020304" pitchFamily="18" charset="0"/>
                </a:rPr>
                <a:t>e1</a:t>
              </a:r>
            </a:p>
          </p:txBody>
        </p:sp>
      </p:grpSp>
      <p:grpSp>
        <p:nvGrpSpPr>
          <p:cNvPr id="8" name="组合 112"/>
          <p:cNvGrpSpPr>
            <a:grpSpLocks/>
          </p:cNvGrpSpPr>
          <p:nvPr/>
        </p:nvGrpSpPr>
        <p:grpSpPr bwMode="auto">
          <a:xfrm>
            <a:off x="3354388" y="1938338"/>
            <a:ext cx="1570037" cy="574675"/>
            <a:chOff x="796467" y="1033871"/>
            <a:chExt cx="1568980" cy="575013"/>
          </a:xfrm>
        </p:grpSpPr>
        <p:sp>
          <p:nvSpPr>
            <p:cNvPr id="96343" name="Line 24"/>
            <p:cNvSpPr>
              <a:spLocks noChangeShapeType="1"/>
            </p:cNvSpPr>
            <p:nvPr/>
          </p:nvSpPr>
          <p:spPr bwMode="auto">
            <a:xfrm flipH="1" flipV="1">
              <a:off x="1048178" y="1452005"/>
              <a:ext cx="461645" cy="156879"/>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44" name="Text Box 25"/>
            <p:cNvSpPr txBox="1">
              <a:spLocks noChangeArrowheads="1"/>
            </p:cNvSpPr>
            <p:nvPr/>
          </p:nvSpPr>
          <p:spPr bwMode="auto">
            <a:xfrm>
              <a:off x="1327921" y="1092643"/>
              <a:ext cx="1037526" cy="460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a:t>
              </a:r>
            </a:p>
          </p:txBody>
        </p:sp>
        <p:sp>
          <p:nvSpPr>
            <p:cNvPr id="96345" name="矩形 115"/>
            <p:cNvSpPr>
              <a:spLocks noChangeArrowheads="1"/>
            </p:cNvSpPr>
            <p:nvPr/>
          </p:nvSpPr>
          <p:spPr bwMode="auto">
            <a:xfrm>
              <a:off x="796467" y="1033871"/>
              <a:ext cx="474342" cy="462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e2</a:t>
              </a:r>
            </a:p>
          </p:txBody>
        </p:sp>
      </p:grpSp>
      <p:grpSp>
        <p:nvGrpSpPr>
          <p:cNvPr id="9" name="组合 116"/>
          <p:cNvGrpSpPr>
            <a:grpSpLocks/>
          </p:cNvGrpSpPr>
          <p:nvPr/>
        </p:nvGrpSpPr>
        <p:grpSpPr bwMode="auto">
          <a:xfrm>
            <a:off x="5862638" y="122238"/>
            <a:ext cx="1038225" cy="966787"/>
            <a:chOff x="1327174" y="733968"/>
            <a:chExt cx="1038273" cy="967032"/>
          </a:xfrm>
        </p:grpSpPr>
        <p:sp>
          <p:nvSpPr>
            <p:cNvPr id="105560" name="Line 24"/>
            <p:cNvSpPr>
              <a:spLocks noChangeShapeType="1"/>
            </p:cNvSpPr>
            <p:nvPr/>
          </p:nvSpPr>
          <p:spPr bwMode="auto">
            <a:xfrm flipV="1">
              <a:off x="1509744" y="1083307"/>
              <a:ext cx="222260" cy="525595"/>
            </a:xfrm>
            <a:prstGeom prst="line">
              <a:avLst/>
            </a:prstGeom>
            <a:noFill/>
            <a:ln w="38100">
              <a:solidFill>
                <a:srgbClr val="FFC000"/>
              </a:solidFill>
              <a:round/>
              <a:headEnd type="none" w="sm" len="sm"/>
              <a:tailEnd type="triangle" w="med" len="med"/>
            </a:ln>
          </p:spPr>
          <p:txBody>
            <a:bodyPr/>
            <a:lstStyle/>
            <a:p>
              <a:pPr>
                <a:defRPr/>
              </a:pPr>
              <a:endParaRPr lang="zh-CN" altLang="en-US">
                <a:solidFill>
                  <a:schemeClr val="accent3">
                    <a:lumMod val="75000"/>
                  </a:schemeClr>
                </a:solidFill>
              </a:endParaRPr>
            </a:p>
          </p:txBody>
        </p:sp>
        <p:sp>
          <p:nvSpPr>
            <p:cNvPr id="96341" name="Text Box 25"/>
            <p:cNvSpPr txBox="1">
              <a:spLocks noChangeArrowheads="1"/>
            </p:cNvSpPr>
            <p:nvPr/>
          </p:nvSpPr>
          <p:spPr bwMode="auto">
            <a:xfrm>
              <a:off x="1327174" y="1238921"/>
              <a:ext cx="1038273" cy="462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a:t>
              </a:r>
            </a:p>
          </p:txBody>
        </p:sp>
        <p:sp>
          <p:nvSpPr>
            <p:cNvPr id="96342" name="矩形 119"/>
            <p:cNvSpPr>
              <a:spLocks noChangeArrowheads="1"/>
            </p:cNvSpPr>
            <p:nvPr/>
          </p:nvSpPr>
          <p:spPr bwMode="auto">
            <a:xfrm>
              <a:off x="1587536" y="733968"/>
              <a:ext cx="474684" cy="462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e2</a:t>
              </a:r>
            </a:p>
          </p:txBody>
        </p:sp>
      </p:grpSp>
      <p:grpSp>
        <p:nvGrpSpPr>
          <p:cNvPr id="10" name="组合 120"/>
          <p:cNvGrpSpPr>
            <a:grpSpLocks/>
          </p:cNvGrpSpPr>
          <p:nvPr/>
        </p:nvGrpSpPr>
        <p:grpSpPr bwMode="auto">
          <a:xfrm>
            <a:off x="5048250" y="2428875"/>
            <a:ext cx="1493838" cy="703263"/>
            <a:chOff x="796939" y="1339563"/>
            <a:chExt cx="1494942" cy="702702"/>
          </a:xfrm>
        </p:grpSpPr>
        <p:sp>
          <p:nvSpPr>
            <p:cNvPr id="96337" name="Line 24"/>
            <p:cNvSpPr>
              <a:spLocks noChangeShapeType="1"/>
            </p:cNvSpPr>
            <p:nvPr/>
          </p:nvSpPr>
          <p:spPr bwMode="auto">
            <a:xfrm flipH="1" flipV="1">
              <a:off x="1183422" y="1838031"/>
              <a:ext cx="331785" cy="3943"/>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38" name="Text Box 25"/>
            <p:cNvSpPr txBox="1">
              <a:spLocks noChangeArrowheads="1"/>
            </p:cNvSpPr>
            <p:nvPr/>
          </p:nvSpPr>
          <p:spPr bwMode="auto">
            <a:xfrm>
              <a:off x="1252889" y="1339563"/>
              <a:ext cx="1038992" cy="46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a:t>
              </a:r>
            </a:p>
          </p:txBody>
        </p:sp>
        <p:sp>
          <p:nvSpPr>
            <p:cNvPr id="96339" name="矩形 123"/>
            <p:cNvSpPr>
              <a:spLocks noChangeArrowheads="1"/>
            </p:cNvSpPr>
            <p:nvPr/>
          </p:nvSpPr>
          <p:spPr bwMode="auto">
            <a:xfrm>
              <a:off x="796939" y="1580671"/>
              <a:ext cx="475014" cy="461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e2</a:t>
              </a:r>
            </a:p>
          </p:txBody>
        </p:sp>
      </p:grpSp>
      <p:grpSp>
        <p:nvGrpSpPr>
          <p:cNvPr id="12" name="组合 9"/>
          <p:cNvGrpSpPr>
            <a:grpSpLocks/>
          </p:cNvGrpSpPr>
          <p:nvPr/>
        </p:nvGrpSpPr>
        <p:grpSpPr bwMode="auto">
          <a:xfrm>
            <a:off x="4579938" y="641350"/>
            <a:ext cx="1211262" cy="484188"/>
            <a:chOff x="4016769" y="637446"/>
            <a:chExt cx="1211645" cy="483964"/>
          </a:xfrm>
        </p:grpSpPr>
        <p:sp>
          <p:nvSpPr>
            <p:cNvPr id="105554" name="Line 24"/>
            <p:cNvSpPr>
              <a:spLocks noChangeShapeType="1"/>
            </p:cNvSpPr>
            <p:nvPr/>
          </p:nvSpPr>
          <p:spPr bwMode="auto">
            <a:xfrm flipV="1">
              <a:off x="4328017" y="907196"/>
              <a:ext cx="481164" cy="195173"/>
            </a:xfrm>
            <a:prstGeom prst="line">
              <a:avLst/>
            </a:prstGeom>
            <a:noFill/>
            <a:ln w="38100">
              <a:solidFill>
                <a:schemeClr val="tx2">
                  <a:lumMod val="60000"/>
                  <a:lumOff val="40000"/>
                </a:schemeClr>
              </a:solidFill>
              <a:round/>
              <a:headEnd type="none" w="sm" len="sm"/>
              <a:tailEnd type="triangle" w="med" len="med"/>
            </a:ln>
          </p:spPr>
          <p:txBody>
            <a:bodyPr/>
            <a:lstStyle/>
            <a:p>
              <a:pPr>
                <a:defRPr/>
              </a:pPr>
              <a:endParaRPr lang="zh-CN" altLang="en-US"/>
            </a:p>
          </p:txBody>
        </p:sp>
        <p:sp>
          <p:nvSpPr>
            <p:cNvPr id="105555" name="Text Box 25"/>
            <p:cNvSpPr txBox="1">
              <a:spLocks noChangeArrowheads="1"/>
            </p:cNvSpPr>
            <p:nvPr/>
          </p:nvSpPr>
          <p:spPr bwMode="auto">
            <a:xfrm>
              <a:off x="4016769" y="659661"/>
              <a:ext cx="687604" cy="461749"/>
            </a:xfrm>
            <a:prstGeom prst="rect">
              <a:avLst/>
            </a:prstGeom>
            <a:noFill/>
            <a:ln>
              <a:no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kumimoji="1" lang="en-US" altLang="zh-CN" sz="2400" b="1">
                  <a:solidFill>
                    <a:schemeClr val="tx2">
                      <a:lumMod val="60000"/>
                      <a:lumOff val="40000"/>
                    </a:schemeClr>
                  </a:solidFill>
                  <a:latin typeface="Times New Roman" panose="02020603050405020304" pitchFamily="18" charset="0"/>
                  <a:ea typeface="楷体_GB2312" panose="02010609030101010101" pitchFamily="49" charset="-122"/>
                  <a:cs typeface="Times New Roman" panose="02020603050405020304" pitchFamily="18" charset="0"/>
                </a:rPr>
                <a:t>(,id</a:t>
              </a:r>
            </a:p>
          </p:txBody>
        </p:sp>
        <p:sp>
          <p:nvSpPr>
            <p:cNvPr id="105556" name="矩形 8"/>
            <p:cNvSpPr>
              <a:spLocks noChangeArrowheads="1"/>
            </p:cNvSpPr>
            <p:nvPr/>
          </p:nvSpPr>
          <p:spPr bwMode="auto">
            <a:xfrm>
              <a:off x="4745661" y="637446"/>
              <a:ext cx="482753" cy="463336"/>
            </a:xfrm>
            <a:prstGeom prst="rect">
              <a:avLst/>
            </a:prstGeom>
            <a:noFill/>
            <a:ln>
              <a:no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kumimoji="1" lang="en-US" altLang="zh-CN" sz="2400" b="1" dirty="0">
                  <a:solidFill>
                    <a:schemeClr val="tx2">
                      <a:lumMod val="60000"/>
                      <a:lumOff val="40000"/>
                    </a:schemeClr>
                  </a:solidFill>
                  <a:latin typeface="Times New Roman" panose="02020603050405020304" pitchFamily="18" charset="0"/>
                  <a:ea typeface="楷体_GB2312" panose="02010609030101010101" pitchFamily="49" charset="-122"/>
                  <a:cs typeface="Times New Roman" panose="02020603050405020304" pitchFamily="18" charset="0"/>
                </a:rPr>
                <a:t>e3</a:t>
              </a:r>
            </a:p>
          </p:txBody>
        </p:sp>
      </p:grpSp>
      <p:grpSp>
        <p:nvGrpSpPr>
          <p:cNvPr id="13" name="组合 126"/>
          <p:cNvGrpSpPr>
            <a:grpSpLocks/>
          </p:cNvGrpSpPr>
          <p:nvPr/>
        </p:nvGrpSpPr>
        <p:grpSpPr bwMode="auto">
          <a:xfrm>
            <a:off x="7013575" y="3770313"/>
            <a:ext cx="1616075" cy="560387"/>
            <a:chOff x="2138787" y="1892638"/>
            <a:chExt cx="1615751" cy="560332"/>
          </a:xfrm>
        </p:grpSpPr>
        <p:sp>
          <p:nvSpPr>
            <p:cNvPr id="105551" name="Line 24"/>
            <p:cNvSpPr>
              <a:spLocks noChangeShapeType="1"/>
            </p:cNvSpPr>
            <p:nvPr/>
          </p:nvSpPr>
          <p:spPr bwMode="auto">
            <a:xfrm flipV="1">
              <a:off x="2138787" y="2259314"/>
              <a:ext cx="1207846" cy="125401"/>
            </a:xfrm>
            <a:prstGeom prst="line">
              <a:avLst/>
            </a:prstGeom>
            <a:noFill/>
            <a:ln w="38100">
              <a:solidFill>
                <a:schemeClr val="tx2">
                  <a:lumMod val="60000"/>
                  <a:lumOff val="40000"/>
                </a:schemeClr>
              </a:solidFill>
              <a:round/>
              <a:headEnd type="none" w="sm" len="sm"/>
              <a:tailEnd type="triangle" w="med" len="med"/>
            </a:ln>
          </p:spPr>
          <p:txBody>
            <a:bodyPr/>
            <a:lstStyle/>
            <a:p>
              <a:pPr>
                <a:defRPr/>
              </a:pPr>
              <a:endParaRPr lang="zh-CN" altLang="en-US"/>
            </a:p>
          </p:txBody>
        </p:sp>
        <p:sp>
          <p:nvSpPr>
            <p:cNvPr id="105552" name="Text Box 25"/>
            <p:cNvSpPr txBox="1">
              <a:spLocks noChangeArrowheads="1"/>
            </p:cNvSpPr>
            <p:nvPr/>
          </p:nvSpPr>
          <p:spPr bwMode="auto">
            <a:xfrm>
              <a:off x="2527647" y="1892638"/>
              <a:ext cx="1038017" cy="461917"/>
            </a:xfrm>
            <a:prstGeom prst="rect">
              <a:avLst/>
            </a:prstGeom>
            <a:noFill/>
            <a:ln>
              <a:noFill/>
            </a:ln>
          </p:spPr>
          <p:txBody>
            <a:bodyPr>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kumimoji="1" lang="en-US" altLang="zh-CN" sz="2400" b="1" dirty="0">
                  <a:solidFill>
                    <a:schemeClr val="tx2">
                      <a:lumMod val="60000"/>
                      <a:lumOff val="40000"/>
                    </a:schemeClr>
                  </a:solidFill>
                  <a:latin typeface="Times New Roman" panose="02020603050405020304" pitchFamily="18" charset="0"/>
                  <a:ea typeface="楷体_GB2312" panose="02010609030101010101" pitchFamily="49" charset="-122"/>
                  <a:cs typeface="Times New Roman" panose="02020603050405020304" pitchFamily="18" charset="0"/>
                </a:rPr>
                <a:t>(,id</a:t>
              </a:r>
            </a:p>
          </p:txBody>
        </p:sp>
        <p:sp>
          <p:nvSpPr>
            <p:cNvPr id="105553" name="矩形 129"/>
            <p:cNvSpPr>
              <a:spLocks noChangeArrowheads="1"/>
            </p:cNvSpPr>
            <p:nvPr/>
          </p:nvSpPr>
          <p:spPr bwMode="auto">
            <a:xfrm>
              <a:off x="3279971" y="1991053"/>
              <a:ext cx="474567" cy="461917"/>
            </a:xfrm>
            <a:prstGeom prst="rect">
              <a:avLst/>
            </a:prstGeom>
            <a:noFill/>
            <a:ln>
              <a:noFill/>
            </a:ln>
          </p:spPr>
          <p:txBody>
            <a:bodyPr wrap="none">
              <a:spAutoFit/>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a:spcBef>
                  <a:spcPct val="50000"/>
                </a:spcBef>
                <a:defRPr/>
              </a:pPr>
              <a:r>
                <a:rPr kumimoji="1" lang="en-US" altLang="zh-CN" sz="2400" b="1">
                  <a:solidFill>
                    <a:schemeClr val="tx2">
                      <a:lumMod val="60000"/>
                      <a:lumOff val="40000"/>
                    </a:schemeClr>
                  </a:solidFill>
                  <a:latin typeface="Times New Roman" panose="02020603050405020304" pitchFamily="18" charset="0"/>
                  <a:ea typeface="楷体_GB2312" panose="02010609030101010101" pitchFamily="49" charset="-122"/>
                  <a:cs typeface="Times New Roman" panose="02020603050405020304" pitchFamily="18" charset="0"/>
                </a:rPr>
                <a:t>e3</a:t>
              </a:r>
            </a:p>
          </p:txBody>
        </p:sp>
      </p:grpSp>
      <p:grpSp>
        <p:nvGrpSpPr>
          <p:cNvPr id="14" name="组合 130"/>
          <p:cNvGrpSpPr>
            <a:grpSpLocks/>
          </p:cNvGrpSpPr>
          <p:nvPr/>
        </p:nvGrpSpPr>
        <p:grpSpPr bwMode="auto">
          <a:xfrm>
            <a:off x="3357563" y="436563"/>
            <a:ext cx="1514475" cy="682625"/>
            <a:chOff x="850009" y="925955"/>
            <a:chExt cx="1515438" cy="682929"/>
          </a:xfrm>
        </p:grpSpPr>
        <p:sp>
          <p:nvSpPr>
            <p:cNvPr id="96328" name="Line 24"/>
            <p:cNvSpPr>
              <a:spLocks noChangeShapeType="1"/>
            </p:cNvSpPr>
            <p:nvPr/>
          </p:nvSpPr>
          <p:spPr bwMode="auto">
            <a:xfrm flipH="1" flipV="1">
              <a:off x="1099688" y="1357797"/>
              <a:ext cx="410134" cy="251087"/>
            </a:xfrm>
            <a:prstGeom prst="line">
              <a:avLst/>
            </a:prstGeom>
            <a:noFill/>
            <a:ln w="38100">
              <a:solidFill>
                <a:srgbClr val="FFC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29" name="Text Box 25"/>
            <p:cNvSpPr txBox="1">
              <a:spLocks noChangeArrowheads="1"/>
            </p:cNvSpPr>
            <p:nvPr/>
          </p:nvSpPr>
          <p:spPr bwMode="auto">
            <a:xfrm>
              <a:off x="1326562" y="1092716"/>
              <a:ext cx="1038885" cy="46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a:t>
              </a:r>
            </a:p>
          </p:txBody>
        </p:sp>
        <p:sp>
          <p:nvSpPr>
            <p:cNvPr id="96330" name="矩形 133"/>
            <p:cNvSpPr>
              <a:spLocks noChangeArrowheads="1"/>
            </p:cNvSpPr>
            <p:nvPr/>
          </p:nvSpPr>
          <p:spPr bwMode="auto">
            <a:xfrm>
              <a:off x="850009" y="925955"/>
              <a:ext cx="474964" cy="462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FFC000"/>
                  </a:solidFill>
                  <a:latin typeface="Times New Roman" panose="02020603050405020304" pitchFamily="18" charset="0"/>
                  <a:cs typeface="Times New Roman" panose="02020603050405020304" pitchFamily="18" charset="0"/>
                </a:rPr>
                <a:t>e2</a:t>
              </a:r>
            </a:p>
          </p:txBody>
        </p:sp>
      </p:grpSp>
      <p:grpSp>
        <p:nvGrpSpPr>
          <p:cNvPr id="15" name="组合 11"/>
          <p:cNvGrpSpPr>
            <a:grpSpLocks/>
          </p:cNvGrpSpPr>
          <p:nvPr/>
        </p:nvGrpSpPr>
        <p:grpSpPr bwMode="auto">
          <a:xfrm>
            <a:off x="4833938" y="4702175"/>
            <a:ext cx="1670050" cy="498475"/>
            <a:chOff x="4834695" y="4702176"/>
            <a:chExt cx="1669043" cy="497804"/>
          </a:xfrm>
        </p:grpSpPr>
        <p:sp>
          <p:nvSpPr>
            <p:cNvPr id="95" name="Line 24"/>
            <p:cNvSpPr>
              <a:spLocks noChangeShapeType="1"/>
            </p:cNvSpPr>
            <p:nvPr/>
          </p:nvSpPr>
          <p:spPr bwMode="auto">
            <a:xfrm flipH="1">
              <a:off x="5223397" y="4702176"/>
              <a:ext cx="464858" cy="266341"/>
            </a:xfrm>
            <a:prstGeom prst="line">
              <a:avLst/>
            </a:prstGeom>
            <a:noFill/>
            <a:ln w="38100">
              <a:solidFill>
                <a:schemeClr val="tx2">
                  <a:lumMod val="60000"/>
                  <a:lumOff val="40000"/>
                </a:schemeClr>
              </a:solidFill>
              <a:round/>
              <a:headEnd type="none" w="sm" len="sm"/>
              <a:tailEnd type="triangle" w="med" len="med"/>
            </a:ln>
          </p:spPr>
          <p:txBody>
            <a:bodyPr/>
            <a:lstStyle/>
            <a:p>
              <a:pPr>
                <a:defRPr/>
              </a:pPr>
              <a:endParaRPr lang="zh-CN" altLang="en-US">
                <a:solidFill>
                  <a:prstClr val="black"/>
                </a:solidFill>
              </a:endParaRPr>
            </a:p>
          </p:txBody>
        </p:sp>
        <p:sp>
          <p:nvSpPr>
            <p:cNvPr id="96326" name="Text Box 25"/>
            <p:cNvSpPr txBox="1">
              <a:spLocks noChangeArrowheads="1"/>
            </p:cNvSpPr>
            <p:nvPr/>
          </p:nvSpPr>
          <p:spPr bwMode="auto">
            <a:xfrm>
              <a:off x="5466139" y="4738640"/>
              <a:ext cx="1037599" cy="46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en-US" altLang="zh-CN" b="1">
                  <a:solidFill>
                    <a:srgbClr val="2D83F4"/>
                  </a:solidFill>
                  <a:latin typeface="华文楷体" panose="02010600040101010101" pitchFamily="2" charset="-122"/>
                  <a:cs typeface="Times New Roman" panose="02020603050405020304" pitchFamily="18" charset="0"/>
                </a:rPr>
                <a:t>$</a:t>
              </a:r>
            </a:p>
          </p:txBody>
        </p:sp>
        <p:sp>
          <p:nvSpPr>
            <p:cNvPr id="11" name="矩形 10"/>
            <p:cNvSpPr/>
            <p:nvPr/>
          </p:nvSpPr>
          <p:spPr>
            <a:xfrm>
              <a:off x="4834695" y="4724371"/>
              <a:ext cx="474376" cy="461341"/>
            </a:xfrm>
            <a:prstGeom prst="rect">
              <a:avLst/>
            </a:prstGeom>
          </p:spPr>
          <p:txBody>
            <a:bodyPr wrap="none">
              <a:spAutoFit/>
            </a:bodyPr>
            <a:lstStyle/>
            <a:p>
              <a:pPr>
                <a:spcBef>
                  <a:spcPct val="50000"/>
                </a:spcBef>
                <a:defRPr/>
              </a:pPr>
              <a:r>
                <a:rPr kumimoji="1" lang="en-US" altLang="zh-CN" sz="2400" b="1" dirty="0">
                  <a:solidFill>
                    <a:schemeClr val="tx2">
                      <a:lumMod val="60000"/>
                      <a:lumOff val="40000"/>
                    </a:schemeClr>
                  </a:solidFill>
                  <a:latin typeface="Times New Roman" panose="02020603050405020304" pitchFamily="18" charset="0"/>
                  <a:ea typeface="楷体_GB2312" panose="02010609030101010101" pitchFamily="49" charset="-122"/>
                  <a:cs typeface="Times New Roman" panose="02020603050405020304" pitchFamily="18" charset="0"/>
                </a:rPr>
                <a:t>e4</a:t>
              </a:r>
            </a:p>
          </p:txBody>
        </p:sp>
      </p:grpSp>
      <p:grpSp>
        <p:nvGrpSpPr>
          <p:cNvPr id="96321" name="组合 105"/>
          <p:cNvGrpSpPr>
            <a:grpSpLocks/>
          </p:cNvGrpSpPr>
          <p:nvPr/>
        </p:nvGrpSpPr>
        <p:grpSpPr bwMode="auto">
          <a:xfrm>
            <a:off x="7026275" y="1463675"/>
            <a:ext cx="582613" cy="1082675"/>
            <a:chOff x="7026274" y="1463673"/>
            <a:chExt cx="582613" cy="1082678"/>
          </a:xfrm>
        </p:grpSpPr>
        <p:sp>
          <p:nvSpPr>
            <p:cNvPr id="96323" name="Line 50"/>
            <p:cNvSpPr>
              <a:spLocks noChangeShapeType="1"/>
            </p:cNvSpPr>
            <p:nvPr/>
          </p:nvSpPr>
          <p:spPr bwMode="auto">
            <a:xfrm flipH="1">
              <a:off x="7026274" y="1663701"/>
              <a:ext cx="366713" cy="88265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6324" name="Text Box 30"/>
            <p:cNvSpPr txBox="1">
              <a:spLocks noChangeArrowheads="1"/>
            </p:cNvSpPr>
            <p:nvPr/>
          </p:nvSpPr>
          <p:spPr bwMode="auto">
            <a:xfrm>
              <a:off x="7075487" y="1463673"/>
              <a:ext cx="533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a:spcBef>
                  <a:spcPct val="50000"/>
                </a:spcBef>
                <a:buClrTx/>
                <a:buSzTx/>
                <a:buFont typeface="Arial" panose="020B0604020202020204" pitchFamily="34" charset="0"/>
                <a:buNone/>
              </a:pPr>
              <a:r>
                <a:rPr lang="zh-CN" altLang="en-US" b="1">
                  <a:solidFill>
                    <a:schemeClr val="tx1"/>
                  </a:solidFill>
                  <a:latin typeface="Times New Roman" panose="02020603050405020304" pitchFamily="18" charset="0"/>
                  <a:ea typeface="楷体_GB2312" panose="02010609030101010101" pitchFamily="49" charset="-122"/>
                </a:rPr>
                <a:t>*</a:t>
              </a:r>
            </a:p>
          </p:txBody>
        </p:sp>
      </p:grpSp>
      <p:sp>
        <p:nvSpPr>
          <p:cNvPr id="105538" name="矩形 1"/>
          <p:cNvSpPr>
            <a:spLocks noChangeArrowheads="1"/>
          </p:cNvSpPr>
          <p:nvPr/>
        </p:nvSpPr>
        <p:spPr bwMode="auto">
          <a:xfrm>
            <a:off x="28575" y="4605338"/>
            <a:ext cx="2257425" cy="460375"/>
          </a:xfrm>
          <a:prstGeom prst="rect">
            <a:avLst/>
          </a:prstGeom>
          <a:solidFill>
            <a:srgbClr val="FFCCCC"/>
          </a:solidFill>
          <a:ln w="12700">
            <a:solidFill>
              <a:schemeClr val="tx1"/>
            </a:solidFill>
            <a:miter lim="800000"/>
          </a:ln>
        </p:spPr>
        <p:txBody>
          <a:bodyPr>
            <a:spAutoFit/>
          </a:bodyPr>
          <a:lstStyle/>
          <a:p>
            <a:pPr eaLnBrk="1" hangingPunct="1">
              <a:defRPr/>
            </a:pPr>
            <a:r>
              <a:rPr lang="en-US" altLang="zh-CN" sz="2400" b="1" i="1" dirty="0">
                <a:latin typeface="Times New Roman" panose="02020603050405020304" pitchFamily="18" charset="0"/>
                <a:ea typeface="楷体_GB2312" panose="02010609030101010101" pitchFamily="49" charset="-122"/>
                <a:cs typeface="Times New Roman" panose="02020603050405020304" pitchFamily="18" charset="0"/>
              </a:rPr>
              <a:t>V</a:t>
            </a:r>
            <a:r>
              <a:rPr lang="en-US" altLang="zh-CN" sz="2400" b="1" i="1" baseline="-25000" dirty="0">
                <a:latin typeface="Times New Roman" panose="02020603050405020304" pitchFamily="18" charset="0"/>
                <a:ea typeface="楷体_GB2312" panose="02010609030101010101" pitchFamily="49" charset="-122"/>
                <a:cs typeface="Times New Roman" panose="02020603050405020304" pitchFamily="18" charset="0"/>
              </a:rPr>
              <a:t>T </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={+,*,(,),id, </a:t>
            </a:r>
            <a:r>
              <a:rPr lang="en-US" altLang="zh-CN" sz="2400" b="1" dirty="0">
                <a:latin typeface="+mn-ea"/>
                <a:ea typeface="+mn-ea"/>
                <a:cs typeface="Times New Roman" panose="02020603050405020304" pitchFamily="18" charset="0"/>
              </a:rPr>
              <a:t>$</a:t>
            </a:r>
            <a:r>
              <a:rPr lang="en-US" altLang="zh-CN" sz="2400" b="1" dirty="0">
                <a:latin typeface="Times New Roman" panose="02020603050405020304" pitchFamily="18" charset="0"/>
                <a:ea typeface="楷体_GB2312" panose="02010609030101010101" pitchFamily="49" charset="-122"/>
                <a:cs typeface="Times New Roman" panose="02020603050405020304" pitchFamily="18" charset="0"/>
              </a:rPr>
              <a:t>}</a:t>
            </a:r>
          </a:p>
        </p:txBody>
      </p:sp>
      <p:sp>
        <p:nvSpPr>
          <p:cNvPr id="16" name="灯片编号占位符 15">
            <a:extLst>
              <a:ext uri="{FF2B5EF4-FFF2-40B4-BE49-F238E27FC236}">
                <a16:creationId xmlns:a16="http://schemas.microsoft.com/office/drawing/2014/main" id="{C3C71F10-E8C1-4283-8DE2-1AB7D2B504AF}"/>
              </a:ext>
            </a:extLst>
          </p:cNvPr>
          <p:cNvSpPr>
            <a:spLocks noGrp="1"/>
          </p:cNvSpPr>
          <p:nvPr>
            <p:ph type="sldNum" sz="quarter" idx="12"/>
          </p:nvPr>
        </p:nvSpPr>
        <p:spPr/>
        <p:txBody>
          <a:bodyPr/>
          <a:lstStyle/>
          <a:p>
            <a:pPr>
              <a:defRPr/>
            </a:pPr>
            <a:fld id="{76D20AB1-C80E-44EB-B890-88EEF3B3DC08}" type="slidenum">
              <a:rPr lang="zh-CN" altLang="en-US" smtClean="0"/>
              <a:pPr>
                <a:defRPr/>
              </a:pPr>
              <a:t>44</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par>
                                <p:cTn id="24" presetID="53" presetClass="entr" presetSubtype="16"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animEffect transition="in" filter="fade">
                                      <p:cBhvr>
                                        <p:cTn id="28" dur="500"/>
                                        <p:tgtEl>
                                          <p:spTgt spid="6"/>
                                        </p:tgtEl>
                                      </p:cBhvr>
                                    </p:animEffect>
                                  </p:childTnLst>
                                </p:cTn>
                              </p:par>
                              <p:par>
                                <p:cTn id="29" presetID="53" presetClass="entr" presetSubtype="16"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Effect transition="in" filter="fade">
                                      <p:cBhvr>
                                        <p:cTn id="33" dur="500"/>
                                        <p:tgtEl>
                                          <p:spTgt spid="7"/>
                                        </p:tgtEl>
                                      </p:cBhvr>
                                    </p:animEffect>
                                  </p:childTnLst>
                                </p:cTn>
                              </p:par>
                              <p:par>
                                <p:cTn id="34" presetID="53" presetClass="entr" presetSubtype="16"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par>
                                <p:cTn id="39" presetID="53" presetClass="entr" presetSubtype="16"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par>
                                <p:cTn id="44" presetID="53" presetClass="entr" presetSubtype="16"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p:cTn id="46" dur="500" fill="hold"/>
                                        <p:tgtEl>
                                          <p:spTgt spid="10"/>
                                        </p:tgtEl>
                                        <p:attrNameLst>
                                          <p:attrName>ppt_w</p:attrName>
                                        </p:attrNameLst>
                                      </p:cBhvr>
                                      <p:tavLst>
                                        <p:tav tm="0">
                                          <p:val>
                                            <p:fltVal val="0"/>
                                          </p:val>
                                        </p:tav>
                                        <p:tav tm="100000">
                                          <p:val>
                                            <p:strVal val="#ppt_w"/>
                                          </p:val>
                                        </p:tav>
                                      </p:tavLst>
                                    </p:anim>
                                    <p:anim calcmode="lin" valueType="num">
                                      <p:cBhvr>
                                        <p:cTn id="47" dur="500" fill="hold"/>
                                        <p:tgtEl>
                                          <p:spTgt spid="10"/>
                                        </p:tgtEl>
                                        <p:attrNameLst>
                                          <p:attrName>ppt_h</p:attrName>
                                        </p:attrNameLst>
                                      </p:cBhvr>
                                      <p:tavLst>
                                        <p:tav tm="0">
                                          <p:val>
                                            <p:fltVal val="0"/>
                                          </p:val>
                                        </p:tav>
                                        <p:tav tm="100000">
                                          <p:val>
                                            <p:strVal val="#ppt_h"/>
                                          </p:val>
                                        </p:tav>
                                      </p:tavLst>
                                    </p:anim>
                                    <p:animEffect transition="in" filter="fade">
                                      <p:cBhvr>
                                        <p:cTn id="48" dur="500"/>
                                        <p:tgtEl>
                                          <p:spTgt spid="1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3" presetClass="entr" presetSubtype="16"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anim calcmode="lin" valueType="num">
                                      <p:cBhvr>
                                        <p:cTn id="53" dur="500" fill="hold"/>
                                        <p:tgtEl>
                                          <p:spTgt spid="12"/>
                                        </p:tgtEl>
                                        <p:attrNameLst>
                                          <p:attrName>ppt_w</p:attrName>
                                        </p:attrNameLst>
                                      </p:cBhvr>
                                      <p:tavLst>
                                        <p:tav tm="0">
                                          <p:val>
                                            <p:fltVal val="0"/>
                                          </p:val>
                                        </p:tav>
                                        <p:tav tm="100000">
                                          <p:val>
                                            <p:strVal val="#ppt_w"/>
                                          </p:val>
                                        </p:tav>
                                      </p:tavLst>
                                    </p:anim>
                                    <p:anim calcmode="lin" valueType="num">
                                      <p:cBhvr>
                                        <p:cTn id="54" dur="500" fill="hold"/>
                                        <p:tgtEl>
                                          <p:spTgt spid="12"/>
                                        </p:tgtEl>
                                        <p:attrNameLst>
                                          <p:attrName>ppt_h</p:attrName>
                                        </p:attrNameLst>
                                      </p:cBhvr>
                                      <p:tavLst>
                                        <p:tav tm="0">
                                          <p:val>
                                            <p:fltVal val="0"/>
                                          </p:val>
                                        </p:tav>
                                        <p:tav tm="100000">
                                          <p:val>
                                            <p:strVal val="#ppt_h"/>
                                          </p:val>
                                        </p:tav>
                                      </p:tavLst>
                                    </p:anim>
                                    <p:animEffect transition="in" filter="fade">
                                      <p:cBhvr>
                                        <p:cTn id="55" dur="500"/>
                                        <p:tgtEl>
                                          <p:spTgt spid="1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53" presetClass="entr" presetSubtype="16" fill="hold" nodeType="click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00" fill="hold"/>
                                        <p:tgtEl>
                                          <p:spTgt spid="14"/>
                                        </p:tgtEl>
                                        <p:attrNameLst>
                                          <p:attrName>ppt_w</p:attrName>
                                        </p:attrNameLst>
                                      </p:cBhvr>
                                      <p:tavLst>
                                        <p:tav tm="0">
                                          <p:val>
                                            <p:fltVal val="0"/>
                                          </p:val>
                                        </p:tav>
                                        <p:tav tm="100000">
                                          <p:val>
                                            <p:strVal val="#ppt_w"/>
                                          </p:val>
                                        </p:tav>
                                      </p:tavLst>
                                    </p:anim>
                                    <p:anim calcmode="lin" valueType="num">
                                      <p:cBhvr>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3" presetClass="entr" presetSubtype="16" fill="hold" nodeType="click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p:cTn id="67" dur="500" fill="hold"/>
                                        <p:tgtEl>
                                          <p:spTgt spid="13"/>
                                        </p:tgtEl>
                                        <p:attrNameLst>
                                          <p:attrName>ppt_w</p:attrName>
                                        </p:attrNameLst>
                                      </p:cBhvr>
                                      <p:tavLst>
                                        <p:tav tm="0">
                                          <p:val>
                                            <p:fltVal val="0"/>
                                          </p:val>
                                        </p:tav>
                                        <p:tav tm="100000">
                                          <p:val>
                                            <p:strVal val="#ppt_w"/>
                                          </p:val>
                                        </p:tav>
                                      </p:tavLst>
                                    </p:anim>
                                    <p:anim calcmode="lin" valueType="num">
                                      <p:cBhvr>
                                        <p:cTn id="68" dur="500" fill="hold"/>
                                        <p:tgtEl>
                                          <p:spTgt spid="13"/>
                                        </p:tgtEl>
                                        <p:attrNameLst>
                                          <p:attrName>ppt_h</p:attrName>
                                        </p:attrNameLst>
                                      </p:cBhvr>
                                      <p:tavLst>
                                        <p:tav tm="0">
                                          <p:val>
                                            <p:fltVal val="0"/>
                                          </p:val>
                                        </p:tav>
                                        <p:tav tm="100000">
                                          <p:val>
                                            <p:strVal val="#ppt_h"/>
                                          </p:val>
                                        </p:tav>
                                      </p:tavLst>
                                    </p:anim>
                                    <p:animEffect transition="in" filter="fade">
                                      <p:cBhvr>
                                        <p:cTn id="69" dur="500"/>
                                        <p:tgtEl>
                                          <p:spTgt spid="1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53" presetClass="entr" presetSubtype="16" fill="hold" nodeType="clickEffect">
                                  <p:stCondLst>
                                    <p:cond delay="0"/>
                                  </p:stCondLst>
                                  <p:childTnLst>
                                    <p:set>
                                      <p:cBhvr>
                                        <p:cTn id="73" dur="1" fill="hold">
                                          <p:stCondLst>
                                            <p:cond delay="0"/>
                                          </p:stCondLst>
                                        </p:cTn>
                                        <p:tgtEl>
                                          <p:spTgt spid="15"/>
                                        </p:tgtEl>
                                        <p:attrNameLst>
                                          <p:attrName>style.visibility</p:attrName>
                                        </p:attrNameLst>
                                      </p:cBhvr>
                                      <p:to>
                                        <p:strVal val="visible"/>
                                      </p:to>
                                    </p:set>
                                    <p:anim calcmode="lin" valueType="num">
                                      <p:cBhvr>
                                        <p:cTn id="74" dur="500" fill="hold"/>
                                        <p:tgtEl>
                                          <p:spTgt spid="15"/>
                                        </p:tgtEl>
                                        <p:attrNameLst>
                                          <p:attrName>ppt_w</p:attrName>
                                        </p:attrNameLst>
                                      </p:cBhvr>
                                      <p:tavLst>
                                        <p:tav tm="0">
                                          <p:val>
                                            <p:fltVal val="0"/>
                                          </p:val>
                                        </p:tav>
                                        <p:tav tm="100000">
                                          <p:val>
                                            <p:strVal val="#ppt_w"/>
                                          </p:val>
                                        </p:tav>
                                      </p:tavLst>
                                    </p:anim>
                                    <p:anim calcmode="lin" valueType="num">
                                      <p:cBhvr>
                                        <p:cTn id="75" dur="500" fill="hold"/>
                                        <p:tgtEl>
                                          <p:spTgt spid="15"/>
                                        </p:tgtEl>
                                        <p:attrNameLst>
                                          <p:attrName>ppt_h</p:attrName>
                                        </p:attrNameLst>
                                      </p:cBhvr>
                                      <p:tavLst>
                                        <p:tav tm="0">
                                          <p:val>
                                            <p:fltVal val="0"/>
                                          </p:val>
                                        </p:tav>
                                        <p:tav tm="100000">
                                          <p:val>
                                            <p:strVal val="#ppt_h"/>
                                          </p:val>
                                        </p:tav>
                                      </p:tavLst>
                                    </p:anim>
                                    <p:animEffect transition="in" filter="fade">
                                      <p:cBhvr>
                                        <p:cTn id="7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755650" y="268288"/>
            <a:ext cx="8388350" cy="358775"/>
          </a:xfrm>
        </p:spPr>
        <p:txBody>
          <a:bodyPr/>
          <a:lstStyle/>
          <a:p>
            <a:pPr eaLnBrk="1" hangingPunct="1"/>
            <a:r>
              <a:rPr lang="zh-CN" altLang="en-US" sz="3000">
                <a:solidFill>
                  <a:schemeClr val="tx1"/>
                </a:solidFill>
                <a:latin typeface="微软雅黑" panose="020B0503020204020204" pitchFamily="34" charset="-122"/>
                <a:ea typeface="微软雅黑" panose="020B0503020204020204" pitchFamily="34" charset="-122"/>
              </a:rPr>
              <a:t>带有错误处理子程序的算术表达式文法</a:t>
            </a:r>
            <a:r>
              <a:rPr lang="en-US" altLang="zh-CN" sz="3000" i="1">
                <a:solidFill>
                  <a:schemeClr val="tx1"/>
                </a:solidFill>
                <a:ea typeface="黑体" panose="02010609060101010101" pitchFamily="49" charset="-122"/>
              </a:rPr>
              <a:t>LR</a:t>
            </a:r>
            <a:r>
              <a:rPr lang="zh-CN" altLang="en-US" sz="3000">
                <a:solidFill>
                  <a:schemeClr val="tx1"/>
                </a:solidFill>
                <a:latin typeface="微软雅黑" panose="020B0503020204020204" pitchFamily="34" charset="-122"/>
                <a:ea typeface="微软雅黑" panose="020B0503020204020204" pitchFamily="34" charset="-122"/>
              </a:rPr>
              <a:t>分析表</a:t>
            </a:r>
          </a:p>
        </p:txBody>
      </p:sp>
      <p:graphicFrame>
        <p:nvGraphicFramePr>
          <p:cNvPr id="145410" name="表格 145409"/>
          <p:cNvGraphicFramePr>
            <a:graphicFrameLocks noGrp="1"/>
          </p:cNvGraphicFramePr>
          <p:nvPr/>
        </p:nvGraphicFramePr>
        <p:xfrm>
          <a:off x="468313" y="857250"/>
          <a:ext cx="4032250" cy="3886200"/>
        </p:xfrm>
        <a:graphic>
          <a:graphicData uri="http://schemas.openxmlformats.org/drawingml/2006/table">
            <a:tbl>
              <a:tblPr/>
              <a:tblGrid>
                <a:gridCol w="4318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gridCol w="504825">
                  <a:extLst>
                    <a:ext uri="{9D8B030D-6E8A-4147-A177-3AD203B41FA5}">
                      <a16:colId xmlns:a16="http://schemas.microsoft.com/office/drawing/2014/main" val="20002"/>
                    </a:ext>
                  </a:extLst>
                </a:gridCol>
                <a:gridCol w="431800">
                  <a:extLst>
                    <a:ext uri="{9D8B030D-6E8A-4147-A177-3AD203B41FA5}">
                      <a16:colId xmlns:a16="http://schemas.microsoft.com/office/drawing/2014/main" val="20003"/>
                    </a:ext>
                  </a:extLst>
                </a:gridCol>
                <a:gridCol w="431800">
                  <a:extLst>
                    <a:ext uri="{9D8B030D-6E8A-4147-A177-3AD203B41FA5}">
                      <a16:colId xmlns:a16="http://schemas.microsoft.com/office/drawing/2014/main" val="20004"/>
                    </a:ext>
                  </a:extLst>
                </a:gridCol>
                <a:gridCol w="431800">
                  <a:extLst>
                    <a:ext uri="{9D8B030D-6E8A-4147-A177-3AD203B41FA5}">
                      <a16:colId xmlns:a16="http://schemas.microsoft.com/office/drawing/2014/main" val="20005"/>
                    </a:ext>
                  </a:extLst>
                </a:gridCol>
                <a:gridCol w="576262">
                  <a:extLst>
                    <a:ext uri="{9D8B030D-6E8A-4147-A177-3AD203B41FA5}">
                      <a16:colId xmlns:a16="http://schemas.microsoft.com/office/drawing/2014/main" val="20006"/>
                    </a:ext>
                  </a:extLst>
                </a:gridCol>
                <a:gridCol w="792163">
                  <a:extLst>
                    <a:ext uri="{9D8B030D-6E8A-4147-A177-3AD203B41FA5}">
                      <a16:colId xmlns:a16="http://schemas.microsoft.com/office/drawing/2014/main" val="20007"/>
                    </a:ext>
                  </a:extLst>
                </a:gridCol>
              </a:tblGrid>
              <a:tr h="323850">
                <a:tc rowSpan="2">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状态</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gridSpan="6">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ACTION</a:t>
                      </a:r>
                      <a:endParaRPr kumimoji="0" lang="en-US" altLang="zh-CN" sz="1600" b="1" i="0" u="none" strike="noStrike" cap="none" normalizeH="0" baseline="0">
                        <a:ln>
                          <a:noFill/>
                        </a:ln>
                        <a:solidFill>
                          <a:schemeClr val="tx1"/>
                        </a:solidFill>
                        <a:effectLst/>
                        <a:latin typeface="华文楷体" panose="02010600040101010101" pitchFamily="2" charset="-122"/>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GOTO</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0"/>
                  </a:ext>
                </a:extLst>
              </a:tr>
              <a:tr h="323850">
                <a:tc vMerge="1">
                  <a:txBody>
                    <a:bodyPr/>
                    <a:lstStyle/>
                    <a:p>
                      <a:endParaRPr lang="zh-CN" altLang="en-US"/>
                    </a:p>
                  </a:txBody>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id</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华文楷体" panose="02010600040101010101" pitchFamily="2" charset="-122"/>
                          <a:ea typeface="华文楷体" panose="02010600040101010101" pitchFamily="2" charset="-122"/>
                        </a:rPr>
                        <a:t>$</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rPr>
                        <a:t>E</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5CEED"/>
                    </a:solidFill>
                  </a:tcPr>
                </a:tc>
                <a:extLst>
                  <a:ext uri="{0D108BD9-81ED-4DB2-BD59-A6C34878D82A}">
                    <a16:rowId xmlns:a16="http://schemas.microsoft.com/office/drawing/2014/main" val="10001"/>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zh-CN" altLang="en-US" sz="1600" b="1" i="0" u="none" strike="noStrike" cap="none" normalizeH="0" baseline="0">
                        <a:ln>
                          <a:noFill/>
                        </a:ln>
                        <a:solidFill>
                          <a:srgbClr val="FFC000"/>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acc</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hlink"/>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rgbClr val="7F7F7F"/>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endParaRPr kumimoji="0" lang="en-US" altLang="zh-CN" sz="16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r4</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endParaRPr kumimoji="0" lang="zh-CN" altLang="en-US" sz="1600" b="1" i="0" u="none" strike="noStrike" cap="none" normalizeH="0" baseline="0">
                        <a:ln>
                          <a:noFill/>
                        </a:ln>
                        <a:solidFill>
                          <a:srgbClr val="FFC000"/>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C000"/>
                          </a:solidFill>
                          <a:effectLst/>
                          <a:latin typeface="Times New Roman" panose="02020603050405020304" pitchFamily="18" charset="0"/>
                          <a:ea typeface="宋体" panose="02010600030101010101" pitchFamily="2" charset="-122"/>
                          <a:cs typeface="Times New Roman" panose="02020603050405020304" pitchFamily="18" charset="0"/>
                        </a:rPr>
                        <a:t>e2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e1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s4</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e3</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s9</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2D83F4"/>
                          </a:solidFill>
                          <a:effectLst/>
                          <a:latin typeface="Times New Roman" panose="02020603050405020304" pitchFamily="18" charset="0"/>
                          <a:ea typeface="宋体" panose="02010600030101010101" pitchFamily="2" charset="-122"/>
                          <a:cs typeface="Times New Roman" panose="02020603050405020304" pitchFamily="18" charset="0"/>
                        </a:rPr>
                        <a:t>e4</a:t>
                      </a:r>
                      <a:endParaRPr kumimoji="0" lang="zh-CN" altLang="en-US" sz="1600" b="1" i="0" u="none" strike="noStrike" cap="none" normalizeH="0" baseline="0">
                        <a:ln>
                          <a:noFill/>
                        </a:ln>
                        <a:solidFill>
                          <a:schemeClr val="tx1"/>
                        </a:solidFill>
                        <a:effectLst/>
                        <a:latin typeface="Times New Roman" panose="02020603050405020304" pitchFamily="18" charset="0"/>
                        <a:ea typeface="楷体_GB2312"/>
                        <a:cs typeface="楷体_GB231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s5</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r1</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r2</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r2</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r2</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3850">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r3</a:t>
                      </a:r>
                      <a:endPar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rgbClr val="7F7F7F"/>
                          </a:solidFill>
                          <a:effectLst/>
                          <a:latin typeface="Times New Roman" panose="02020603050405020304" pitchFamily="18" charset="0"/>
                          <a:ea typeface="宋体" panose="02010600030101010101" pitchFamily="2" charset="-122"/>
                        </a:rPr>
                        <a:t>r3</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r3</a:t>
                      </a: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1pPr>
                      <a:lvl2pPr marL="742950" indent="-285750" eaLnBrk="0" hangingPunct="0">
                        <a:spcBef>
                          <a:spcPct val="20000"/>
                        </a:spcBef>
                        <a:buClr>
                          <a:schemeClr val="accent1"/>
                        </a:buClr>
                        <a:buSzPct val="100000"/>
                        <a:buFont typeface="Symbol" panose="05050102010706020507" pitchFamily="18" charset="2"/>
                        <a:defRPr sz="2000">
                          <a:solidFill>
                            <a:schemeClr val="tx2"/>
                          </a:solidFill>
                          <a:latin typeface="Candara" panose="020E0502030303020204" pitchFamily="34" charset="0"/>
                        </a:defRPr>
                      </a:lvl2pPr>
                      <a:lvl3pPr marL="11430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3pPr>
                      <a:lvl4pPr marL="1600200" indent="-228600" eaLnBrk="0" hangingPunct="0">
                        <a:spcBef>
                          <a:spcPct val="20000"/>
                        </a:spcBef>
                        <a:buClr>
                          <a:schemeClr val="accent1"/>
                        </a:buClr>
                        <a:buSzPct val="100000"/>
                        <a:buFont typeface="Symbol" panose="05050102010706020507" pitchFamily="18" charset="2"/>
                        <a:defRPr>
                          <a:solidFill>
                            <a:schemeClr val="tx2"/>
                          </a:solidFill>
                          <a:latin typeface="Candara" panose="020E0502030303020204" pitchFamily="34" charset="0"/>
                        </a:defRPr>
                      </a:lvl4pPr>
                      <a:lvl5pPr marL="2057400" indent="-228600" eaLnBrk="0" hangingPunct="0">
                        <a:spcBef>
                          <a:spcPct val="20000"/>
                        </a:spcBef>
                        <a:buClr>
                          <a:schemeClr val="accent1"/>
                        </a:buClr>
                        <a:buSzPct val="100000"/>
                        <a:buFont typeface="Symbol" panose="05050102010706020507" pitchFamily="18" charset="2"/>
                        <a:defRPr sz="14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defRPr sz="1400">
                          <a:solidFill>
                            <a:schemeClr val="tx2"/>
                          </a:solidFill>
                          <a:latin typeface="Candara" panose="020E0502030303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4090" marR="94090" marT="34278" marB="34278"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98420" name="矩形 53"/>
          <p:cNvSpPr>
            <a:spLocks noChangeArrowheads="1"/>
          </p:cNvSpPr>
          <p:nvPr/>
        </p:nvSpPr>
        <p:spPr bwMode="auto">
          <a:xfrm>
            <a:off x="4502150" y="822325"/>
            <a:ext cx="4284663" cy="382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100000"/>
              <a:buFont typeface="Symbol" panose="05050102010706020507" pitchFamily="18" charset="2"/>
              <a:buChar char=""/>
              <a:defRPr sz="2400">
                <a:solidFill>
                  <a:schemeClr val="tx2"/>
                </a:solidFill>
                <a:latin typeface="Candara" panose="020E0502030303020204" pitchFamily="34" charset="0"/>
              </a:defRPr>
            </a:lvl1pPr>
            <a:lvl2pPr marL="742950" indent="-285750">
              <a:spcBef>
                <a:spcPct val="20000"/>
              </a:spcBef>
              <a:buClr>
                <a:schemeClr val="accent1"/>
              </a:buClr>
              <a:buSzPct val="100000"/>
              <a:buFont typeface="Symbol" panose="05050102010706020507" pitchFamily="18" charset="2"/>
              <a:buChar char=""/>
              <a:defRPr sz="2200">
                <a:solidFill>
                  <a:schemeClr val="tx2"/>
                </a:solidFill>
                <a:latin typeface="Candara" panose="020E0502030303020204" pitchFamily="34" charset="0"/>
              </a:defRPr>
            </a:lvl2pPr>
            <a:lvl3pPr marL="11430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3pPr>
            <a:lvl4pPr marL="1600200" indent="-228600">
              <a:spcBef>
                <a:spcPct val="20000"/>
              </a:spcBef>
              <a:buClr>
                <a:schemeClr val="accent1"/>
              </a:buClr>
              <a:buSzPct val="100000"/>
              <a:buFont typeface="Symbol" panose="05050102010706020507" pitchFamily="18" charset="2"/>
              <a:buChar char=""/>
              <a:defRPr sz="2000">
                <a:solidFill>
                  <a:schemeClr val="tx2"/>
                </a:solidFill>
                <a:latin typeface="Candara" panose="020E0502030303020204" pitchFamily="34" charset="0"/>
              </a:defRPr>
            </a:lvl4pPr>
            <a:lvl5pPr marL="2057400" indent="-228600">
              <a:spcBef>
                <a:spcPct val="20000"/>
              </a:spcBef>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5pPr>
            <a:lvl6pPr marL="25146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6pPr>
            <a:lvl7pPr marL="29718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7pPr>
            <a:lvl8pPr marL="34290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8pPr>
            <a:lvl9pPr marL="3886200" indent="-228600" eaLnBrk="0" fontAlgn="base" hangingPunct="0">
              <a:spcBef>
                <a:spcPct val="20000"/>
              </a:spcBef>
              <a:spcAft>
                <a:spcPct val="0"/>
              </a:spcAft>
              <a:buClr>
                <a:schemeClr val="accent1"/>
              </a:buClr>
              <a:buSzPct val="100000"/>
              <a:buFont typeface="Symbol" panose="05050102010706020507" pitchFamily="18" charset="2"/>
              <a:buChar char=""/>
              <a:defRPr sz="1600">
                <a:solidFill>
                  <a:schemeClr val="tx2"/>
                </a:solidFill>
                <a:latin typeface="Candara" panose="020E0502030303020204" pitchFamily="34" charset="0"/>
              </a:defRPr>
            </a:lvl9pPr>
          </a:lstStyle>
          <a:p>
            <a:pPr eaLnBrk="1" hangingPunct="1">
              <a:lnSpc>
                <a:spcPts val="3000"/>
              </a:lnSpc>
              <a:buClrTx/>
              <a:buFont typeface="Wingdings" panose="05000000000000000000" pitchFamily="2" charset="2"/>
              <a:buChar char="Ø"/>
            </a:pPr>
            <a:r>
              <a:rPr lang="zh-CN" altLang="en-US" sz="2500" b="1">
                <a:solidFill>
                  <a:srgbClr val="000000"/>
                </a:solidFill>
                <a:latin typeface="Times New Roman" panose="02020603050405020304" pitchFamily="18" charset="0"/>
                <a:ea typeface="华文楷体" panose="02010600040101010101" pitchFamily="2" charset="-122"/>
              </a:rPr>
              <a:t>错误处理例程</a:t>
            </a:r>
            <a:endParaRPr lang="en-US" altLang="zh-CN" sz="2500" b="1">
              <a:solidFill>
                <a:srgbClr val="000000"/>
              </a:solidFill>
              <a:latin typeface="Times New Roman" panose="02020603050405020304" pitchFamily="18" charset="0"/>
              <a:cs typeface="Times New Roman" panose="02020603050405020304" pitchFamily="18" charset="0"/>
            </a:endParaRPr>
          </a:p>
          <a:p>
            <a:pPr lvl="1" eaLnBrk="1" hangingPunct="1">
              <a:lnSpc>
                <a:spcPts val="3000"/>
              </a:lnSpc>
              <a:buClrTx/>
              <a:buFont typeface="Wingdings" panose="05000000000000000000" pitchFamily="2" charset="2"/>
              <a:buChar char="Ø"/>
            </a:pPr>
            <a:r>
              <a:rPr lang="en-US" altLang="zh-CN" sz="2000" b="1" i="1">
                <a:solidFill>
                  <a:srgbClr val="000000"/>
                </a:solidFill>
                <a:latin typeface="Times New Roman" panose="02020603050405020304" pitchFamily="18" charset="0"/>
                <a:cs typeface="Times New Roman" panose="02020603050405020304" pitchFamily="18" charset="0"/>
              </a:rPr>
              <a:t>e</a:t>
            </a:r>
            <a:r>
              <a:rPr lang="en-US" altLang="zh-CN" sz="2000" b="1">
                <a:solidFill>
                  <a:srgbClr val="000000"/>
                </a:solidFill>
                <a:latin typeface="Times New Roman" panose="02020603050405020304" pitchFamily="18" charset="0"/>
                <a:cs typeface="Times New Roman" panose="02020603050405020304" pitchFamily="18" charset="0"/>
              </a:rPr>
              <a:t>1</a:t>
            </a:r>
            <a:r>
              <a:rPr lang="zh-CN" altLang="en-US" sz="2000" b="1">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：将状态</a:t>
            </a:r>
            <a:r>
              <a:rPr lang="en-US" altLang="zh-CN" sz="2000" b="1">
                <a:solidFill>
                  <a:srgbClr val="000000"/>
                </a:solidFill>
                <a:latin typeface="Times New Roman" panose="02020603050405020304" pitchFamily="18" charset="0"/>
              </a:rPr>
              <a:t>3</a:t>
            </a:r>
            <a:r>
              <a:rPr lang="zh-CN" altLang="en-US" sz="2000" b="1">
                <a:solidFill>
                  <a:srgbClr val="000000"/>
                </a:solidFill>
                <a:latin typeface="Times New Roman" panose="02020603050405020304" pitchFamily="18" charset="0"/>
                <a:ea typeface="华文楷体" panose="02010600040101010101" pitchFamily="2" charset="-122"/>
              </a:rPr>
              <a:t>压入栈中，发出诊断信息“</a:t>
            </a:r>
            <a:r>
              <a:rPr lang="zh-CN" altLang="en-US" sz="2000" b="1">
                <a:solidFill>
                  <a:srgbClr val="2D83F4"/>
                </a:solidFill>
                <a:latin typeface="Times New Roman" panose="02020603050405020304" pitchFamily="18" charset="0"/>
                <a:ea typeface="华文楷体" panose="02010600040101010101" pitchFamily="2" charset="-122"/>
              </a:rPr>
              <a:t>缺少运算分量</a:t>
            </a:r>
            <a:r>
              <a:rPr lang="zh-CN" altLang="en-US"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ndParaRPr>
          </a:p>
          <a:p>
            <a:pPr lvl="1" eaLnBrk="1" hangingPunct="1">
              <a:lnSpc>
                <a:spcPts val="3000"/>
              </a:lnSpc>
              <a:buClrTx/>
              <a:buFont typeface="Wingdings" panose="05000000000000000000" pitchFamily="2" charset="2"/>
              <a:buChar char="Ø"/>
            </a:pPr>
            <a:r>
              <a:rPr lang="en-US" altLang="zh-CN" sz="2000" b="1" i="1">
                <a:solidFill>
                  <a:srgbClr val="000000"/>
                </a:solidFill>
                <a:latin typeface="Times New Roman" panose="02020603050405020304" pitchFamily="18" charset="0"/>
              </a:rPr>
              <a:t>e</a:t>
            </a:r>
            <a:r>
              <a:rPr lang="en-US" altLang="zh-CN" sz="2000" b="1">
                <a:solidFill>
                  <a:srgbClr val="000000"/>
                </a:solidFill>
                <a:latin typeface="Times New Roman" panose="02020603050405020304" pitchFamily="18" charset="0"/>
              </a:rPr>
              <a:t>2</a:t>
            </a:r>
            <a:r>
              <a:rPr lang="zh-CN" altLang="en-US" sz="2000" b="1">
                <a:solidFill>
                  <a:srgbClr val="000000"/>
                </a:solidFill>
                <a:latin typeface="Times New Roman" panose="02020603050405020304" pitchFamily="18" charset="0"/>
                <a:ea typeface="华文楷体" panose="02010600040101010101" pitchFamily="2" charset="-122"/>
              </a:rPr>
              <a:t>：从输入中删除“</a:t>
            </a:r>
            <a:r>
              <a:rPr lang="en-US" altLang="zh-CN" sz="2000" b="1">
                <a:solidFill>
                  <a:srgbClr val="000000"/>
                </a:solidFill>
                <a:latin typeface="Times New Roman" panose="02020603050405020304" pitchFamily="18" charset="0"/>
              </a:rPr>
              <a:t>)</a:t>
            </a:r>
            <a:r>
              <a:rPr lang="zh-CN" altLang="en-US" sz="2000" b="1">
                <a:solidFill>
                  <a:srgbClr val="000000"/>
                </a:solidFill>
                <a:latin typeface="Times New Roman" panose="02020603050405020304" pitchFamily="18" charset="0"/>
                <a:ea typeface="华文楷体" panose="02010600040101010101" pitchFamily="2" charset="-122"/>
              </a:rPr>
              <a:t>”，发出诊断信息“</a:t>
            </a:r>
            <a:r>
              <a:rPr lang="zh-CN" altLang="en-US" sz="2000" b="1">
                <a:solidFill>
                  <a:srgbClr val="2D83F4"/>
                </a:solidFill>
                <a:latin typeface="Times New Roman" panose="02020603050405020304" pitchFamily="18" charset="0"/>
                <a:ea typeface="华文楷体" panose="02010600040101010101" pitchFamily="2" charset="-122"/>
              </a:rPr>
              <a:t>不匹配的右括号</a:t>
            </a:r>
            <a:r>
              <a:rPr lang="zh-CN" altLang="en-US"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ndParaRPr>
          </a:p>
          <a:p>
            <a:pPr lvl="1" eaLnBrk="1" hangingPunct="1">
              <a:lnSpc>
                <a:spcPts val="3000"/>
              </a:lnSpc>
              <a:buClrTx/>
              <a:buFont typeface="Wingdings" panose="05000000000000000000" pitchFamily="2" charset="2"/>
              <a:buChar char="Ø"/>
            </a:pPr>
            <a:r>
              <a:rPr lang="en-US" altLang="zh-CN" sz="2000" b="1" i="1">
                <a:solidFill>
                  <a:srgbClr val="000000"/>
                </a:solidFill>
                <a:latin typeface="Times New Roman" panose="02020603050405020304" pitchFamily="18" charset="0"/>
              </a:rPr>
              <a:t>e</a:t>
            </a:r>
            <a:r>
              <a:rPr lang="en-US" altLang="zh-CN" sz="2000" b="1">
                <a:solidFill>
                  <a:srgbClr val="000000"/>
                </a:solidFill>
                <a:latin typeface="Times New Roman" panose="02020603050405020304" pitchFamily="18" charset="0"/>
              </a:rPr>
              <a:t>3</a:t>
            </a:r>
            <a:r>
              <a:rPr lang="zh-CN" altLang="en-US" sz="2000" b="1">
                <a:solidFill>
                  <a:srgbClr val="000000"/>
                </a:solidFill>
                <a:latin typeface="Times New Roman" panose="02020603050405020304" pitchFamily="18" charset="0"/>
                <a:ea typeface="华文楷体" panose="02010600040101010101" pitchFamily="2" charset="-122"/>
              </a:rPr>
              <a:t>：将状态</a:t>
            </a:r>
            <a:r>
              <a:rPr lang="en-US" altLang="zh-CN" sz="2000" b="1">
                <a:solidFill>
                  <a:srgbClr val="000000"/>
                </a:solidFill>
                <a:latin typeface="Times New Roman" panose="02020603050405020304" pitchFamily="18" charset="0"/>
              </a:rPr>
              <a:t>4</a:t>
            </a:r>
            <a:r>
              <a:rPr lang="zh-CN" altLang="en-US" sz="2000" b="1">
                <a:solidFill>
                  <a:srgbClr val="000000"/>
                </a:solidFill>
                <a:latin typeface="Times New Roman" panose="02020603050405020304" pitchFamily="18" charset="0"/>
                <a:ea typeface="华文楷体" panose="02010600040101010101" pitchFamily="2" charset="-122"/>
              </a:rPr>
              <a:t>压入栈中，发出诊断信息“</a:t>
            </a:r>
            <a:r>
              <a:rPr lang="zh-CN" altLang="en-US" sz="2000" b="1">
                <a:solidFill>
                  <a:srgbClr val="2D83F4"/>
                </a:solidFill>
                <a:latin typeface="Times New Roman" panose="02020603050405020304" pitchFamily="18" charset="0"/>
                <a:ea typeface="华文楷体" panose="02010600040101010101" pitchFamily="2" charset="-122"/>
              </a:rPr>
              <a:t>缺少运算符</a:t>
            </a:r>
            <a:r>
              <a:rPr lang="zh-CN" altLang="en-US"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ndParaRPr>
          </a:p>
          <a:p>
            <a:pPr lvl="1" eaLnBrk="1" hangingPunct="1">
              <a:lnSpc>
                <a:spcPts val="3000"/>
              </a:lnSpc>
              <a:buClrTx/>
              <a:buFont typeface="Wingdings" panose="05000000000000000000" pitchFamily="2" charset="2"/>
              <a:buChar char="Ø"/>
            </a:pPr>
            <a:r>
              <a:rPr lang="en-US" altLang="zh-CN" sz="2000" b="1" i="1">
                <a:solidFill>
                  <a:srgbClr val="000000"/>
                </a:solidFill>
                <a:latin typeface="Times New Roman" panose="02020603050405020304" pitchFamily="18" charset="0"/>
              </a:rPr>
              <a:t>e</a:t>
            </a:r>
            <a:r>
              <a:rPr lang="en-US" altLang="zh-CN" sz="2000" b="1">
                <a:solidFill>
                  <a:srgbClr val="000000"/>
                </a:solidFill>
                <a:latin typeface="Times New Roman" panose="02020603050405020304" pitchFamily="18" charset="0"/>
              </a:rPr>
              <a:t>4</a:t>
            </a:r>
            <a:r>
              <a:rPr lang="zh-CN" altLang="en-US" sz="2000" b="1">
                <a:solidFill>
                  <a:srgbClr val="000000"/>
                </a:solidFill>
                <a:latin typeface="Times New Roman" panose="02020603050405020304" pitchFamily="18" charset="0"/>
                <a:ea typeface="华文楷体" panose="02010600040101010101" pitchFamily="2" charset="-122"/>
              </a:rPr>
              <a:t>：将状态</a:t>
            </a:r>
            <a:r>
              <a:rPr lang="en-US" altLang="zh-CN" sz="2000" b="1">
                <a:solidFill>
                  <a:srgbClr val="000000"/>
                </a:solidFill>
                <a:latin typeface="Times New Roman" panose="02020603050405020304" pitchFamily="18" charset="0"/>
              </a:rPr>
              <a:t>9</a:t>
            </a:r>
            <a:r>
              <a:rPr lang="zh-CN" altLang="en-US" sz="2000" b="1">
                <a:solidFill>
                  <a:srgbClr val="000000"/>
                </a:solidFill>
                <a:latin typeface="Times New Roman" panose="02020603050405020304" pitchFamily="18" charset="0"/>
                <a:ea typeface="华文楷体" panose="02010600040101010101" pitchFamily="2" charset="-122"/>
              </a:rPr>
              <a:t>压入栈中，发出诊断信息“</a:t>
            </a:r>
            <a:r>
              <a:rPr lang="zh-CN" altLang="en-US" sz="2000" b="1">
                <a:solidFill>
                  <a:srgbClr val="2D83F4"/>
                </a:solidFill>
                <a:latin typeface="Times New Roman" panose="02020603050405020304" pitchFamily="18" charset="0"/>
                <a:ea typeface="华文楷体" panose="02010600040101010101" pitchFamily="2" charset="-122"/>
              </a:rPr>
              <a:t>缺少右括号</a:t>
            </a:r>
            <a:r>
              <a:rPr lang="zh-CN" altLang="en-US" sz="2000" b="1">
                <a:solidFill>
                  <a:srgbClr val="000000"/>
                </a:solidFill>
                <a:latin typeface="Times New Roman" panose="02020603050405020304" pitchFamily="18" charset="0"/>
                <a:ea typeface="华文楷体" panose="02010600040101010101" pitchFamily="2" charset="-122"/>
              </a:rPr>
              <a:t>”</a:t>
            </a:r>
            <a:endParaRPr lang="en-US" altLang="zh-CN" sz="2000" b="1">
              <a:solidFill>
                <a:srgbClr val="000000"/>
              </a:solidFill>
              <a:latin typeface="Times New Roman" panose="02020603050405020304" pitchFamily="18" charset="0"/>
            </a:endParaRPr>
          </a:p>
        </p:txBody>
      </p:sp>
      <p:sp>
        <p:nvSpPr>
          <p:cNvPr id="2" name="灯片编号占位符 1">
            <a:extLst>
              <a:ext uri="{FF2B5EF4-FFF2-40B4-BE49-F238E27FC236}">
                <a16:creationId xmlns:a16="http://schemas.microsoft.com/office/drawing/2014/main" id="{765BAF8E-C62E-4307-A5E1-9D69CA7C6253}"/>
              </a:ext>
            </a:extLst>
          </p:cNvPr>
          <p:cNvSpPr>
            <a:spLocks noGrp="1"/>
          </p:cNvSpPr>
          <p:nvPr>
            <p:ph type="sldNum" sz="quarter" idx="12"/>
          </p:nvPr>
        </p:nvSpPr>
        <p:spPr/>
        <p:txBody>
          <a:bodyPr/>
          <a:lstStyle/>
          <a:p>
            <a:pPr>
              <a:defRPr/>
            </a:pPr>
            <a:fld id="{76D20AB1-C80E-44EB-B890-88EEF3B3DC08}" type="slidenum">
              <a:rPr lang="zh-CN" altLang="en-US" smtClean="0"/>
              <a:pPr>
                <a:defRPr/>
              </a:pPr>
              <a:t>45</a:t>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9" name="Rectangle 3"/>
          <p:cNvSpPr>
            <a:spLocks noGrp="1" noChangeArrowheads="1"/>
          </p:cNvSpPr>
          <p:nvPr>
            <p:ph idx="1"/>
          </p:nvPr>
        </p:nvSpPr>
        <p:spPr/>
        <p:txBody>
          <a:bodyPr/>
          <a:lstStyle/>
          <a:p>
            <a:pPr eaLnBrk="1" hangingPunct="1">
              <a:lnSpc>
                <a:spcPct val="120000"/>
              </a:lnSpc>
              <a:buFont typeface="Wingdings" panose="05000000000000000000" pitchFamily="2" charset="2"/>
              <a:buNone/>
            </a:pPr>
            <a:r>
              <a:rPr lang="en-US" altLang="zh-CN" sz="2700" b="1" dirty="0">
                <a:latin typeface="Times New Roman" panose="02020603050405020304" pitchFamily="18" charset="0"/>
              </a:rPr>
              <a:t>1</a:t>
            </a:r>
            <a:r>
              <a:rPr lang="zh-CN" altLang="en-US" sz="2700" b="1" dirty="0">
                <a:latin typeface="Times New Roman" panose="02020603050405020304" pitchFamily="18" charset="0"/>
              </a:rPr>
              <a:t>、编写增广文法</a:t>
            </a:r>
          </a:p>
          <a:p>
            <a:pPr eaLnBrk="1" hangingPunct="1">
              <a:lnSpc>
                <a:spcPct val="120000"/>
              </a:lnSpc>
              <a:buFont typeface="Wingdings" panose="05000000000000000000" pitchFamily="2" charset="2"/>
              <a:buNone/>
            </a:pPr>
            <a:r>
              <a:rPr lang="en-US" altLang="zh-CN" sz="2700" b="1" dirty="0">
                <a:latin typeface="Times New Roman" panose="02020603050405020304" pitchFamily="18" charset="0"/>
              </a:rPr>
              <a:t>2</a:t>
            </a:r>
            <a:r>
              <a:rPr lang="zh-CN" altLang="en-US" sz="2700" b="1" dirty="0">
                <a:latin typeface="Times New Roman" panose="02020603050405020304" pitchFamily="18" charset="0"/>
              </a:rPr>
              <a:t>、求识别所有规范句型活前缀的</a:t>
            </a:r>
            <a:r>
              <a:rPr lang="en-US" altLang="zh-CN" sz="2700" b="1" dirty="0">
                <a:latin typeface="Times New Roman" panose="02020603050405020304" pitchFamily="18" charset="0"/>
              </a:rPr>
              <a:t>DFA</a:t>
            </a:r>
          </a:p>
          <a:p>
            <a:pPr eaLnBrk="1" hangingPunct="1">
              <a:lnSpc>
                <a:spcPct val="120000"/>
              </a:lnSpc>
              <a:buFont typeface="Wingdings" panose="05000000000000000000" pitchFamily="2" charset="2"/>
              <a:buNone/>
            </a:pPr>
            <a:r>
              <a:rPr lang="en-US" altLang="zh-CN" sz="2700" b="1" dirty="0">
                <a:latin typeface="Times New Roman" panose="02020603050405020304" pitchFamily="18" charset="0"/>
              </a:rPr>
              <a:t>3</a:t>
            </a:r>
            <a:r>
              <a:rPr lang="zh-CN" altLang="en-US" sz="2700" b="1" dirty="0">
                <a:latin typeface="Times New Roman" panose="02020603050405020304" pitchFamily="18" charset="0"/>
              </a:rPr>
              <a:t>、构造</a:t>
            </a:r>
            <a:r>
              <a:rPr lang="en-US" altLang="en-US" sz="2700" b="1" dirty="0">
                <a:latin typeface="Times New Roman" panose="02020603050405020304" pitchFamily="18" charset="0"/>
              </a:rPr>
              <a:t>LR</a:t>
            </a:r>
            <a:r>
              <a:rPr lang="zh-CN" altLang="en-US" sz="2700" b="1" dirty="0">
                <a:latin typeface="Times New Roman" panose="02020603050405020304" pitchFamily="18" charset="0"/>
              </a:rPr>
              <a:t>分析表</a:t>
            </a:r>
          </a:p>
          <a:p>
            <a:pPr eaLnBrk="1" hangingPunct="1">
              <a:lnSpc>
                <a:spcPct val="70000"/>
              </a:lnSpc>
              <a:buFont typeface="Wingdings" panose="05000000000000000000" pitchFamily="2" charset="2"/>
              <a:buNone/>
            </a:pPr>
            <a:endParaRPr lang="en-US" altLang="zh-CN" b="1" dirty="0">
              <a:latin typeface="Times New Roman" panose="02020603050405020304" pitchFamily="18" charset="0"/>
            </a:endParaRPr>
          </a:p>
        </p:txBody>
      </p:sp>
      <p:sp>
        <p:nvSpPr>
          <p:cNvPr id="113668" name="Rectangle 2"/>
          <p:cNvSpPr>
            <a:spLocks noGrp="1" noChangeArrowheads="1"/>
          </p:cNvSpPr>
          <p:nvPr>
            <p:ph type="title"/>
          </p:nvPr>
        </p:nvSpPr>
        <p:spPr/>
        <p:txBody>
          <a:bodyPr anchor="ctr"/>
          <a:lstStyle/>
          <a:p>
            <a:pPr eaLnBrk="1" hangingPunct="1"/>
            <a:r>
              <a:rPr lang="en-US" altLang="en-US">
                <a:latin typeface="Times New Roman" panose="02020603050405020304" pitchFamily="18" charset="0"/>
              </a:rPr>
              <a:t>LR</a:t>
            </a:r>
            <a:r>
              <a:rPr lang="zh-CN" altLang="en-US">
                <a:latin typeface="Times New Roman" panose="02020603050405020304" pitchFamily="18" charset="0"/>
              </a:rPr>
              <a:t>分析的基本步骤</a:t>
            </a:r>
          </a:p>
        </p:txBody>
      </p:sp>
      <p:sp>
        <p:nvSpPr>
          <p:cNvPr id="113667"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30C62755-A848-4805-8FB5-3B9365A6FA25}" type="slidenum">
              <a:rPr lang="en-US" altLang="zh-CN" sz="1050" b="0">
                <a:latin typeface="Arial" panose="020B0604020202020204" pitchFamily="34" charset="0"/>
                <a:ea typeface="宋体" panose="02010600030101010101" pitchFamily="2" charset="-122"/>
              </a:rPr>
              <a:pPr>
                <a:spcBef>
                  <a:spcPct val="0"/>
                </a:spcBef>
                <a:buClrTx/>
                <a:buSzTx/>
                <a:buFontTx/>
                <a:buNone/>
              </a:pPr>
              <a:t>46</a:t>
            </a:fld>
            <a:endParaRPr lang="en-US" altLang="zh-CN" sz="1050" b="0">
              <a:latin typeface="Arial" panose="020B0604020202020204" pitchFamily="34" charset="0"/>
              <a:ea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4357688" y="1425575"/>
            <a:ext cx="4966839" cy="3522663"/>
          </a:xfrm>
        </p:spPr>
        <p:txBody>
          <a:bodyPr anchor="ctr"/>
          <a:lstStyle/>
          <a:p>
            <a:pPr eaLnBrk="1" hangingPunct="1">
              <a:lnSpc>
                <a:spcPts val="40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4.1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自顶向下的分析</a:t>
            </a:r>
          </a:p>
          <a:p>
            <a:pPr eaLnBrk="1" hangingPunct="1">
              <a:lnSpc>
                <a:spcPts val="40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4.2 </a:t>
            </a:r>
            <a:r>
              <a:rPr lang="zh-CN" altLang="en-US" sz="2800" dirty="0">
                <a:solidFill>
                  <a:schemeClr val="bg1">
                    <a:lumMod val="50000"/>
                  </a:schemeClr>
                </a:solidFill>
                <a:latin typeface="微软雅黑" pitchFamily="34" charset="-122"/>
                <a:ea typeface="微软雅黑" pitchFamily="34" charset="-122"/>
                <a:cs typeface="Times New Roman" pitchFamily="18" charset="0"/>
              </a:rPr>
              <a:t>预测分析法</a:t>
            </a:r>
            <a:endParaRPr lang="en-US" altLang="zh-CN" sz="2800" dirty="0">
              <a:solidFill>
                <a:schemeClr val="bg1">
                  <a:lumMod val="50000"/>
                </a:schemeClr>
              </a:solidFill>
              <a:latin typeface="微软雅黑" pitchFamily="34" charset="-122"/>
              <a:ea typeface="微软雅黑" pitchFamily="34" charset="-122"/>
              <a:cs typeface="Times New Roman" pitchFamily="18" charset="0"/>
            </a:endParaRPr>
          </a:p>
          <a:p>
            <a:pPr eaLnBrk="1" hangingPunct="1">
              <a:lnSpc>
                <a:spcPts val="40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4.3 </a:t>
            </a:r>
            <a:r>
              <a:rPr lang="zh-CN" altLang="en-US" sz="2800" dirty="0">
                <a:solidFill>
                  <a:schemeClr val="bg1">
                    <a:lumMod val="50000"/>
                  </a:schemeClr>
                </a:solidFill>
                <a:latin typeface="微软雅黑" pitchFamily="34" charset="-122"/>
                <a:ea typeface="微软雅黑" pitchFamily="34" charset="-122"/>
                <a:cs typeface="Times New Roman" pitchFamily="18" charset="0"/>
              </a:rPr>
              <a:t>自底向上的分析</a:t>
            </a:r>
          </a:p>
          <a:p>
            <a:pPr eaLnBrk="1" hangingPunct="1">
              <a:lnSpc>
                <a:spcPts val="4000"/>
              </a:lnSpc>
              <a:buFont typeface="Symbol" panose="05050102010706020507" pitchFamily="18" charset="2"/>
              <a:buNone/>
              <a:defRPr/>
            </a:pPr>
            <a:r>
              <a:rPr lang="en-US" altLang="zh-CN" sz="2800" dirty="0">
                <a:solidFill>
                  <a:schemeClr val="bg1">
                    <a:lumMod val="50000"/>
                  </a:schemeClr>
                </a:solidFill>
                <a:latin typeface="微软雅黑" pitchFamily="34" charset="-122"/>
                <a:ea typeface="微软雅黑" pitchFamily="34" charset="-122"/>
                <a:cs typeface="Times New Roman" pitchFamily="18" charset="0"/>
              </a:rPr>
              <a:t>4.4 LR</a:t>
            </a:r>
            <a:r>
              <a:rPr lang="zh-CN" altLang="en-US" sz="2800" dirty="0">
                <a:solidFill>
                  <a:schemeClr val="bg1">
                    <a:lumMod val="50000"/>
                  </a:schemeClr>
                </a:solidFill>
                <a:latin typeface="微软雅黑" pitchFamily="34" charset="-122"/>
                <a:ea typeface="微软雅黑" pitchFamily="34" charset="-122"/>
                <a:cs typeface="Times New Roman" pitchFamily="18" charset="0"/>
              </a:rPr>
              <a:t>分析法</a:t>
            </a:r>
          </a:p>
          <a:p>
            <a:pPr eaLnBrk="1" hangingPunct="1">
              <a:lnSpc>
                <a:spcPts val="4000"/>
              </a:lnSpc>
              <a:buFont typeface="Symbol" panose="05050102010706020507" pitchFamily="18" charset="2"/>
              <a:buNone/>
              <a:defRPr/>
            </a:pPr>
            <a:r>
              <a:rPr lang="en-US" altLang="zh-CN" sz="2800" b="1" dirty="0">
                <a:solidFill>
                  <a:srgbClr val="0070C0"/>
                </a:solidFill>
                <a:latin typeface="微软雅黑" pitchFamily="34" charset="-122"/>
                <a:ea typeface="微软雅黑" pitchFamily="34" charset="-122"/>
                <a:cs typeface="Times New Roman" pitchFamily="18" charset="0"/>
              </a:rPr>
              <a:t>4.5 </a:t>
            </a:r>
            <a:r>
              <a:rPr lang="zh-CN" altLang="en-US" sz="2800" b="1" dirty="0">
                <a:solidFill>
                  <a:srgbClr val="0070C0"/>
                </a:solidFill>
                <a:latin typeface="微软雅黑" pitchFamily="34" charset="-122"/>
                <a:ea typeface="微软雅黑" pitchFamily="34" charset="-122"/>
                <a:cs typeface="Times New Roman" pitchFamily="18" charset="0"/>
              </a:rPr>
              <a:t>语法分析器自动生成工具</a:t>
            </a:r>
          </a:p>
        </p:txBody>
      </p:sp>
      <p:pic>
        <p:nvPicPr>
          <p:cNvPr id="100355" name="Picture 7" descr="E:\工大编译\ppt\制作\0330e9c554c768200000158fc50d53d.jpg"/>
          <p:cNvPicPr>
            <a:picLocks noChangeAspect="1" noChangeArrowheads="1"/>
          </p:cNvPicPr>
          <p:nvPr/>
        </p:nvPicPr>
        <p:blipFill>
          <a:blip r:embed="rId3">
            <a:extLst>
              <a:ext uri="{28A0092B-C50C-407E-A947-70E740481C1C}">
                <a14:useLocalDpi xmlns:a14="http://schemas.microsoft.com/office/drawing/2010/main" val="0"/>
              </a:ext>
            </a:extLst>
          </a:blip>
          <a:srcRect l="15538" r="21837"/>
          <a:stretch>
            <a:fillRect/>
          </a:stretch>
        </p:blipFill>
        <p:spPr bwMode="auto">
          <a:xfrm>
            <a:off x="-6350" y="0"/>
            <a:ext cx="429577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矩形 10"/>
          <p:cNvSpPr/>
          <p:nvPr/>
        </p:nvSpPr>
        <p:spPr>
          <a:xfrm>
            <a:off x="4143375" y="357188"/>
            <a:ext cx="1928813" cy="785812"/>
          </a:xfrm>
          <a:prstGeom prst="rect">
            <a:avLst/>
          </a:prstGeom>
          <a:solidFill>
            <a:schemeClr val="accent2">
              <a:lumMod val="60000"/>
              <a:lumOff val="40000"/>
            </a:schemeClr>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02870" tIns="51435" rIns="102870" bIns="51435" anchor="ctr"/>
          <a:lstStyle/>
          <a:p>
            <a:pPr algn="ctr" fontAlgn="auto">
              <a:spcBef>
                <a:spcPts val="0"/>
              </a:spcBef>
              <a:spcAft>
                <a:spcPts val="0"/>
              </a:spcAft>
              <a:defRPr/>
            </a:pPr>
            <a:r>
              <a:rPr lang="zh-CN" altLang="en-US" sz="4000" b="1" spc="600" dirty="0">
                <a:solidFill>
                  <a:prstClr val="white"/>
                </a:solidFill>
                <a:latin typeface="微软雅黑" pitchFamily="34" charset="-122"/>
                <a:ea typeface="微软雅黑" pitchFamily="34" charset="-122"/>
              </a:rPr>
              <a:t>提纲</a:t>
            </a:r>
            <a:endParaRPr lang="zh-CN" altLang="en-US" sz="1600" dirty="0">
              <a:solidFill>
                <a:prstClr val="black">
                  <a:lumMod val="85000"/>
                  <a:lumOff val="15000"/>
                </a:prstClr>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FA608C5B-8E77-422B-925E-018D5D124456}"/>
              </a:ext>
            </a:extLst>
          </p:cNvPr>
          <p:cNvSpPr/>
          <p:nvPr/>
        </p:nvSpPr>
        <p:spPr>
          <a:xfrm>
            <a:off x="746188" y="4449642"/>
            <a:ext cx="7642236" cy="39604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FCA578D1-8F51-4118-9F73-BA36D819D4EC}"/>
              </a:ext>
            </a:extLst>
          </p:cNvPr>
          <p:cNvSpPr/>
          <p:nvPr/>
        </p:nvSpPr>
        <p:spPr>
          <a:xfrm>
            <a:off x="750882" y="3363838"/>
            <a:ext cx="7632848" cy="108012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A1ED89A3-930B-4AA9-8BB8-1F931E99464E}"/>
              </a:ext>
            </a:extLst>
          </p:cNvPr>
          <p:cNvSpPr/>
          <p:nvPr/>
        </p:nvSpPr>
        <p:spPr>
          <a:xfrm>
            <a:off x="755576" y="843558"/>
            <a:ext cx="7632848" cy="252028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693" name="Rectangle 3"/>
          <p:cNvSpPr>
            <a:spLocks noGrp="1" noChangeArrowheads="1"/>
          </p:cNvSpPr>
          <p:nvPr>
            <p:ph idx="1"/>
          </p:nvPr>
        </p:nvSpPr>
        <p:spPr>
          <a:xfrm>
            <a:off x="755576" y="843558"/>
            <a:ext cx="7782036" cy="4176464"/>
          </a:xfrm>
          <a:noFill/>
        </p:spPr>
        <p:txBody>
          <a:bodyPr/>
          <a:lstStyle/>
          <a:p>
            <a:pPr marL="0" eaLnBrk="1" hangingPunct="1">
              <a:spcBef>
                <a:spcPts val="0"/>
              </a:spcBef>
              <a:buFont typeface="Wingdings" panose="05000000000000000000" pitchFamily="2" charset="2"/>
              <a:buNone/>
            </a:pPr>
            <a:r>
              <a:rPr lang="en-US" altLang="zh-CN" sz="1800" b="1" dirty="0">
                <a:solidFill>
                  <a:srgbClr val="FF0000"/>
                </a:solidFill>
                <a:latin typeface="Times New Roman" panose="02020603050405020304" pitchFamily="18" charset="0"/>
              </a:rPr>
              <a:t>%{</a:t>
            </a:r>
            <a:r>
              <a:rPr lang="en-US" altLang="zh-CN" sz="1800" b="1" dirty="0">
                <a:latin typeface="Times New Roman" panose="02020603050405020304" pitchFamily="18" charset="0"/>
              </a:rPr>
              <a:t>   /*</a:t>
            </a:r>
            <a:r>
              <a:rPr lang="zh-CN" altLang="en-US" sz="1800" b="1" dirty="0">
                <a:latin typeface="Times New Roman" panose="02020603050405020304" pitchFamily="18" charset="0"/>
              </a:rPr>
              <a:t>变量定义：头文件和全局变量 </a:t>
            </a:r>
            <a:r>
              <a:rPr lang="en-US" altLang="zh-CN" sz="1800" b="1" dirty="0">
                <a:latin typeface="Times New Roman" panose="02020603050405020304" pitchFamily="18" charset="0"/>
              </a:rPr>
              <a:t>*/</a:t>
            </a:r>
            <a:r>
              <a:rPr lang="zh-CN" altLang="en-US" sz="1800" b="1" dirty="0">
                <a:latin typeface="Times New Roman" panose="02020603050405020304" pitchFamily="18" charset="0"/>
              </a:rPr>
              <a:t> </a:t>
            </a:r>
            <a:r>
              <a:rPr lang="en-US" altLang="zh-CN" sz="1800" b="1" dirty="0">
                <a:solidFill>
                  <a:srgbClr val="FF0000"/>
                </a:solidFill>
                <a:latin typeface="Times New Roman" panose="02020603050405020304" pitchFamily="18" charset="0"/>
              </a:rPr>
              <a:t>%}</a:t>
            </a:r>
            <a:endParaRPr lang="zh-CN" altLang="en-US" sz="1800" b="1" dirty="0">
              <a:solidFill>
                <a:srgbClr val="FF0000"/>
              </a:solidFill>
              <a:latin typeface="Times New Roman" panose="02020603050405020304" pitchFamily="18" charset="0"/>
            </a:endParaRPr>
          </a:p>
          <a:p>
            <a:pPr marL="0" eaLnBrk="1" hangingPunct="1">
              <a:spcBef>
                <a:spcPts val="0"/>
              </a:spcBef>
              <a:buNone/>
            </a:pPr>
            <a:r>
              <a:rPr lang="en-US" altLang="zh-CN" sz="1800" b="1" dirty="0">
                <a:solidFill>
                  <a:srgbClr val="FF0000"/>
                </a:solidFill>
                <a:latin typeface="Times New Roman" panose="02020603050405020304" pitchFamily="18" charset="0"/>
              </a:rPr>
              <a:t>%</a:t>
            </a:r>
            <a:r>
              <a:rPr lang="en-US" altLang="zh-CN" sz="1800" b="1" dirty="0">
                <a:latin typeface="Times New Roman" panose="02020603050405020304" pitchFamily="18" charset="0"/>
              </a:rPr>
              <a:t>union{     </a:t>
            </a:r>
            <a:r>
              <a:rPr lang="sv-SE" altLang="zh-CN" sz="1800" b="1" dirty="0">
                <a:latin typeface="Times New Roman" panose="02020603050405020304" pitchFamily="18" charset="0"/>
              </a:rPr>
              <a:t>/*</a:t>
            </a:r>
            <a:r>
              <a:rPr lang="zh-CN" altLang="en-US" sz="1800" b="1" dirty="0">
                <a:latin typeface="Times New Roman" panose="02020603050405020304" pitchFamily="18" charset="0"/>
              </a:rPr>
              <a:t>定义类型</a:t>
            </a:r>
            <a:r>
              <a:rPr lang="en-US" altLang="zh-CN" sz="1800" b="1" dirty="0">
                <a:latin typeface="Times New Roman" panose="02020603050405020304" pitchFamily="18" charset="0"/>
              </a:rPr>
              <a:t>*/</a:t>
            </a:r>
          </a:p>
          <a:p>
            <a:pPr marL="0" eaLnBrk="1" hangingPunct="1">
              <a:spcBef>
                <a:spcPts val="0"/>
              </a:spcBef>
              <a:buNone/>
            </a:pPr>
            <a:r>
              <a:rPr lang="en-US" altLang="zh-CN" sz="1800" b="1" dirty="0">
                <a:latin typeface="Times New Roman" panose="02020603050405020304" pitchFamily="18" charset="0"/>
              </a:rPr>
              <a:t>   	int </a:t>
            </a:r>
            <a:r>
              <a:rPr lang="en-US" altLang="zh-CN" sz="1800" b="1" dirty="0" err="1">
                <a:latin typeface="Times New Roman" panose="02020603050405020304" pitchFamily="18" charset="0"/>
              </a:rPr>
              <a:t>type_int</a:t>
            </a:r>
            <a:r>
              <a:rPr lang="en-US" altLang="zh-CN" sz="1800" b="1" dirty="0">
                <a:latin typeface="Times New Roman" panose="02020603050405020304" pitchFamily="18" charset="0"/>
              </a:rPr>
              <a:t>; </a:t>
            </a:r>
          </a:p>
          <a:p>
            <a:pPr marL="0" eaLnBrk="1" hangingPunct="1">
              <a:spcBef>
                <a:spcPts val="0"/>
              </a:spcBef>
              <a:buNone/>
            </a:pPr>
            <a:r>
              <a:rPr lang="en-US" altLang="zh-CN" sz="1800" b="1" dirty="0">
                <a:latin typeface="Times New Roman" panose="02020603050405020304" pitchFamily="18" charset="0"/>
              </a:rPr>
              <a:t>	float </a:t>
            </a:r>
            <a:r>
              <a:rPr lang="en-US" altLang="zh-CN" sz="1800" b="1" dirty="0" err="1">
                <a:latin typeface="Times New Roman" panose="02020603050405020304" pitchFamily="18" charset="0"/>
              </a:rPr>
              <a:t>type_float</a:t>
            </a:r>
            <a:r>
              <a:rPr lang="en-US" altLang="zh-CN" sz="1800" b="1" dirty="0">
                <a:latin typeface="Times New Roman" panose="02020603050405020304" pitchFamily="18" charset="0"/>
              </a:rPr>
              <a:t>; </a:t>
            </a:r>
          </a:p>
          <a:p>
            <a:pPr marL="0" eaLnBrk="1" hangingPunct="1">
              <a:spcBef>
                <a:spcPts val="0"/>
              </a:spcBef>
              <a:buNone/>
            </a:pPr>
            <a:r>
              <a:rPr lang="en-US" altLang="zh-CN" sz="1800" b="1" dirty="0">
                <a:latin typeface="Times New Roman" panose="02020603050405020304" pitchFamily="18" charset="0"/>
              </a:rPr>
              <a:t>	double </a:t>
            </a:r>
            <a:r>
              <a:rPr lang="en-US" altLang="zh-CN" sz="1800" b="1" dirty="0" err="1">
                <a:latin typeface="Times New Roman" panose="02020603050405020304" pitchFamily="18" charset="0"/>
              </a:rPr>
              <a:t>type_double</a:t>
            </a:r>
            <a:r>
              <a:rPr lang="en-US" altLang="zh-CN" sz="1800" b="1" dirty="0">
                <a:latin typeface="Times New Roman" panose="02020603050405020304" pitchFamily="18" charset="0"/>
              </a:rPr>
              <a:t>; </a:t>
            </a:r>
          </a:p>
          <a:p>
            <a:pPr marL="0" eaLnBrk="1" hangingPunct="1">
              <a:spcBef>
                <a:spcPts val="0"/>
              </a:spcBef>
              <a:buNone/>
            </a:pPr>
            <a:r>
              <a:rPr lang="en-US" altLang="zh-CN" sz="1800" b="1" dirty="0">
                <a:latin typeface="Times New Roman" panose="02020603050405020304" pitchFamily="18" charset="0"/>
              </a:rPr>
              <a:t>}</a:t>
            </a:r>
          </a:p>
          <a:p>
            <a:pPr marL="0" eaLnBrk="1" hangingPunct="1">
              <a:spcBef>
                <a:spcPts val="0"/>
              </a:spcBef>
              <a:buNone/>
            </a:pPr>
            <a:r>
              <a:rPr lang="sv-SE" altLang="zh-CN" sz="1800" b="1" dirty="0">
                <a:solidFill>
                  <a:srgbClr val="FF0000"/>
                </a:solidFill>
                <a:latin typeface="Times New Roman" panose="02020603050405020304" pitchFamily="18" charset="0"/>
              </a:rPr>
              <a:t>%</a:t>
            </a:r>
            <a:r>
              <a:rPr lang="sv-SE" altLang="zh-CN" sz="1800" b="1" dirty="0">
                <a:latin typeface="Times New Roman" panose="02020603050405020304" pitchFamily="18" charset="0"/>
              </a:rPr>
              <a:t>token </a:t>
            </a:r>
            <a:r>
              <a:rPr lang="en-US" altLang="zh-CN" sz="1800" b="1" dirty="0">
                <a:latin typeface="Times New Roman" panose="02020603050405020304" pitchFamily="18" charset="0"/>
              </a:rPr>
              <a:t>&lt;</a:t>
            </a:r>
            <a:r>
              <a:rPr lang="en-US" altLang="zh-CN" sz="1800" b="1" dirty="0" err="1">
                <a:latin typeface="Times New Roman" panose="02020603050405020304" pitchFamily="18" charset="0"/>
              </a:rPr>
              <a:t>type_int</a:t>
            </a:r>
            <a:r>
              <a:rPr lang="en-US" altLang="zh-CN" sz="1800" b="1" dirty="0">
                <a:latin typeface="Times New Roman" panose="02020603050405020304" pitchFamily="18" charset="0"/>
              </a:rPr>
              <a:t> &gt; </a:t>
            </a:r>
            <a:r>
              <a:rPr lang="sv-SE" altLang="zh-CN" sz="1800" b="1" dirty="0">
                <a:latin typeface="Times New Roman" panose="02020603050405020304" pitchFamily="18" charset="0"/>
              </a:rPr>
              <a:t>INT      </a:t>
            </a:r>
            <a:r>
              <a:rPr lang="en-US" altLang="zh-CN" sz="1800" b="1" dirty="0">
                <a:latin typeface="Times New Roman" panose="02020603050405020304" pitchFamily="18" charset="0"/>
              </a:rPr>
              <a:t>/*</a:t>
            </a:r>
            <a:r>
              <a:rPr lang="zh-CN" altLang="en-US" sz="1800" b="1" dirty="0">
                <a:latin typeface="Times New Roman" panose="02020603050405020304" pitchFamily="18" charset="0"/>
              </a:rPr>
              <a:t>词法记号定义</a:t>
            </a:r>
            <a:r>
              <a:rPr lang="en-US" altLang="zh-CN" sz="1800" b="1" dirty="0">
                <a:latin typeface="Times New Roman" panose="02020603050405020304" pitchFamily="18" charset="0"/>
              </a:rPr>
              <a:t>*/</a:t>
            </a:r>
            <a:r>
              <a:rPr lang="sv-SE" altLang="zh-CN" sz="1800" b="1" dirty="0">
                <a:latin typeface="Times New Roman" panose="02020603050405020304" pitchFamily="18" charset="0"/>
              </a:rPr>
              <a:t>           </a:t>
            </a:r>
          </a:p>
          <a:p>
            <a:pPr marL="0" eaLnBrk="1" hangingPunct="1">
              <a:spcBef>
                <a:spcPts val="0"/>
              </a:spcBef>
              <a:buNone/>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a:t>
            </a:r>
          </a:p>
          <a:p>
            <a:pPr marL="0" eaLnBrk="1" hangingPunct="1">
              <a:spcBef>
                <a:spcPts val="0"/>
              </a:spcBef>
              <a:buNone/>
            </a:pPr>
            <a:r>
              <a:rPr lang="en-US" altLang="zh-CN" sz="1800" b="1" dirty="0">
                <a:solidFill>
                  <a:srgbClr val="FF0000"/>
                </a:solidFill>
                <a:latin typeface="Times New Roman" panose="02020603050405020304" pitchFamily="18" charset="0"/>
              </a:rPr>
              <a:t>%</a:t>
            </a:r>
            <a:r>
              <a:rPr lang="en-US" altLang="zh-CN" sz="1800" b="1" dirty="0">
                <a:latin typeface="Times New Roman" panose="02020603050405020304" pitchFamily="18" charset="0"/>
              </a:rPr>
              <a:t>type  &lt;</a:t>
            </a:r>
            <a:r>
              <a:rPr lang="en-US" altLang="zh-CN" sz="1800" b="1" dirty="0" err="1">
                <a:latin typeface="Times New Roman" panose="02020603050405020304" pitchFamily="18" charset="0"/>
              </a:rPr>
              <a:t>type_double</a:t>
            </a:r>
            <a:r>
              <a:rPr lang="en-US" altLang="zh-CN" sz="1800" b="1" dirty="0">
                <a:latin typeface="Times New Roman" panose="02020603050405020304" pitchFamily="18" charset="0"/>
              </a:rPr>
              <a:t>&gt; EXP FACTOR TERM /*</a:t>
            </a:r>
            <a:r>
              <a:rPr lang="zh-CN" altLang="en-US" sz="1800" b="1" dirty="0">
                <a:latin typeface="Times New Roman" panose="02020603050405020304" pitchFamily="18" charset="0"/>
              </a:rPr>
              <a:t> 语法变量属性值类型</a:t>
            </a:r>
            <a:r>
              <a:rPr lang="en-US" altLang="zh-CN" sz="1800" b="1" dirty="0">
                <a:latin typeface="Times New Roman" panose="02020603050405020304" pitchFamily="18" charset="0"/>
              </a:rPr>
              <a:t>*/</a:t>
            </a:r>
          </a:p>
          <a:p>
            <a:pPr marL="0" eaLnBrk="1" hangingPunct="1">
              <a:spcBef>
                <a:spcPts val="0"/>
              </a:spcBef>
              <a:buFont typeface="Wingdings" panose="05000000000000000000" pitchFamily="2" charset="2"/>
              <a:buNone/>
            </a:pPr>
            <a:r>
              <a:rPr lang="en-US" altLang="zh-CN" sz="1800" b="1" dirty="0">
                <a:solidFill>
                  <a:srgbClr val="FF0000"/>
                </a:solidFill>
                <a:latin typeface="Times New Roman" panose="02020603050405020304" pitchFamily="18" charset="0"/>
              </a:rPr>
              <a:t>%%</a:t>
            </a:r>
            <a:r>
              <a:rPr lang="zh-CN" altLang="en-US" sz="1800" b="1" dirty="0">
                <a:latin typeface="Times New Roman" panose="02020603050405020304" pitchFamily="18" charset="0"/>
              </a:rPr>
              <a:t>规则部分     给出文法规则的描述</a:t>
            </a:r>
            <a:endParaRPr lang="en-US" altLang="zh-CN" sz="1800" b="1" dirty="0">
              <a:latin typeface="Times New Roman" panose="02020603050405020304" pitchFamily="18" charset="0"/>
            </a:endParaRPr>
          </a:p>
          <a:p>
            <a:pPr marL="0" eaLnBrk="1" hangingPunct="1">
              <a:spcBef>
                <a:spcPts val="0"/>
              </a:spcBef>
              <a:buNone/>
            </a:pPr>
            <a:r>
              <a:rPr lang="en-US" altLang="zh-CN" sz="1800" b="1" dirty="0">
                <a:latin typeface="Times New Roman" panose="02020603050405020304" pitchFamily="18" charset="0"/>
              </a:rPr>
              <a:t>Exp : Factor</a:t>
            </a:r>
          </a:p>
          <a:p>
            <a:pPr marL="0" eaLnBrk="1" hangingPunct="1">
              <a:spcBef>
                <a:spcPts val="0"/>
              </a:spcBef>
              <a:buNone/>
            </a:pPr>
            <a:r>
              <a:rPr lang="en-US" altLang="zh-CN" sz="1800" b="1" dirty="0">
                <a:latin typeface="Times New Roman" panose="02020603050405020304" pitchFamily="18" charset="0"/>
              </a:rPr>
              <a:t> | Exp PLUS Factor { </a:t>
            </a:r>
            <a:r>
              <a:rPr lang="en-US" altLang="zh-CN" sz="1800" b="1" dirty="0">
                <a:highlight>
                  <a:srgbClr val="00FFFF"/>
                </a:highlight>
                <a:latin typeface="Times New Roman" panose="02020603050405020304" pitchFamily="18" charset="0"/>
              </a:rPr>
              <a:t>$$ = $1 + $3; </a:t>
            </a:r>
            <a:r>
              <a:rPr lang="en-US" altLang="zh-CN" sz="1800" b="1" dirty="0">
                <a:latin typeface="Times New Roman" panose="02020603050405020304" pitchFamily="18" charset="0"/>
              </a:rPr>
              <a:t>}</a:t>
            </a:r>
          </a:p>
          <a:p>
            <a:pPr marL="0" eaLnBrk="1" hangingPunct="1">
              <a:spcBef>
                <a:spcPts val="0"/>
              </a:spcBef>
              <a:buNone/>
            </a:pPr>
            <a:r>
              <a:rPr lang="en-US" altLang="zh-CN" sz="1800" b="1" dirty="0">
                <a:latin typeface="Times New Roman" panose="02020603050405020304" pitchFamily="18" charset="0"/>
              </a:rPr>
              <a:t> | Exp MINUS Factor { </a:t>
            </a:r>
            <a:r>
              <a:rPr lang="en-US" altLang="zh-CN" sz="1800" b="1" dirty="0">
                <a:highlight>
                  <a:srgbClr val="00FFFF"/>
                </a:highlight>
                <a:latin typeface="Times New Roman" panose="02020603050405020304" pitchFamily="18" charset="0"/>
              </a:rPr>
              <a:t>$$ = $1 - $3; </a:t>
            </a:r>
            <a:r>
              <a:rPr lang="en-US" altLang="zh-CN" sz="1800" b="1" dirty="0">
                <a:latin typeface="Times New Roman" panose="02020603050405020304" pitchFamily="18" charset="0"/>
              </a:rPr>
              <a:t>}</a:t>
            </a:r>
            <a:endParaRPr lang="zh-CN" altLang="en-US" sz="1800" b="1" dirty="0">
              <a:latin typeface="Times New Roman" panose="02020603050405020304" pitchFamily="18" charset="0"/>
            </a:endParaRPr>
          </a:p>
          <a:p>
            <a:pPr marL="0" eaLnBrk="1" hangingPunct="1">
              <a:spcBef>
                <a:spcPts val="0"/>
              </a:spcBef>
              <a:buFont typeface="Wingdings" panose="05000000000000000000" pitchFamily="2" charset="2"/>
              <a:buNone/>
            </a:pPr>
            <a:r>
              <a:rPr lang="en-US" altLang="zh-CN" sz="1800" b="1" dirty="0">
                <a:solidFill>
                  <a:srgbClr val="FF0000"/>
                </a:solidFill>
                <a:latin typeface="Times New Roman" panose="02020603050405020304" pitchFamily="18" charset="0"/>
              </a:rPr>
              <a:t>%%</a:t>
            </a:r>
            <a:r>
              <a:rPr lang="zh-CN" altLang="en-US" sz="1800" b="1" dirty="0">
                <a:latin typeface="Times New Roman" panose="02020603050405020304" pitchFamily="18" charset="0"/>
              </a:rPr>
              <a:t>程序部分     扫描器和语义动作程序</a:t>
            </a:r>
          </a:p>
        </p:txBody>
      </p:sp>
      <p:sp>
        <p:nvSpPr>
          <p:cNvPr id="114692" name="Rectangle 2"/>
          <p:cNvSpPr>
            <a:spLocks noGrp="1" noChangeArrowheads="1"/>
          </p:cNvSpPr>
          <p:nvPr>
            <p:ph type="title"/>
          </p:nvPr>
        </p:nvSpPr>
        <p:spPr/>
        <p:txBody>
          <a:bodyPr anchor="ctr"/>
          <a:lstStyle/>
          <a:p>
            <a:pPr eaLnBrk="1" hangingPunct="1"/>
            <a:r>
              <a:rPr lang="en-US" altLang="zh-CN" sz="3000" dirty="0">
                <a:latin typeface="Times New Roman" panose="02020603050405020304" pitchFamily="18" charset="0"/>
              </a:rPr>
              <a:t>4.6 </a:t>
            </a:r>
            <a:r>
              <a:rPr lang="zh-CN" altLang="en-US" sz="3000" dirty="0">
                <a:latin typeface="Times New Roman" panose="02020603050405020304" pitchFamily="18" charset="0"/>
              </a:rPr>
              <a:t>语法分析程序的自动生成工具</a:t>
            </a:r>
            <a:r>
              <a:rPr lang="en-US" altLang="zh-CN" dirty="0" err="1"/>
              <a:t>Yacc</a:t>
            </a:r>
            <a:r>
              <a:rPr lang="en-US" altLang="zh-CN" sz="3000" dirty="0">
                <a:latin typeface="Times New Roman" panose="02020603050405020304" pitchFamily="18" charset="0"/>
              </a:rPr>
              <a:t> </a:t>
            </a:r>
          </a:p>
        </p:txBody>
      </p:sp>
      <p:sp>
        <p:nvSpPr>
          <p:cNvPr id="114691"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2797CC92-6AD7-4361-B059-7D189C3CF7D7}" type="slidenum">
              <a:rPr lang="en-US" altLang="zh-CN" sz="1050" b="0">
                <a:latin typeface="Arial" panose="020B0604020202020204" pitchFamily="34" charset="0"/>
                <a:ea typeface="宋体" panose="02010600030101010101" pitchFamily="2" charset="-122"/>
              </a:rPr>
              <a:pPr>
                <a:spcBef>
                  <a:spcPct val="0"/>
                </a:spcBef>
                <a:buClrTx/>
                <a:buSzTx/>
                <a:buFontTx/>
                <a:buNone/>
              </a:pPr>
              <a:t>48</a:t>
            </a:fld>
            <a:endParaRPr lang="en-US" altLang="zh-CN" sz="1050" b="0">
              <a:latin typeface="Arial" panose="020B0604020202020204" pitchFamily="34" charset="0"/>
              <a:ea typeface="宋体" panose="02010600030101010101" pitchFamily="2" charset="-122"/>
            </a:endParaRPr>
          </a:p>
        </p:txBody>
      </p:sp>
      <p:sp>
        <p:nvSpPr>
          <p:cNvPr id="3" name="对话气泡: 圆角矩形 2">
            <a:extLst>
              <a:ext uri="{FF2B5EF4-FFF2-40B4-BE49-F238E27FC236}">
                <a16:creationId xmlns:a16="http://schemas.microsoft.com/office/drawing/2014/main" id="{6FAB6A17-2D4E-4647-B7FA-105ACD4E9B16}"/>
              </a:ext>
            </a:extLst>
          </p:cNvPr>
          <p:cNvSpPr/>
          <p:nvPr/>
        </p:nvSpPr>
        <p:spPr>
          <a:xfrm>
            <a:off x="6266774" y="3759882"/>
            <a:ext cx="1800200" cy="432048"/>
          </a:xfrm>
          <a:prstGeom prst="wedgeRoundRectCallout">
            <a:avLst>
              <a:gd name="adj1" fmla="val -66373"/>
              <a:gd name="adj2" fmla="val 21145"/>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2.</a:t>
            </a:r>
            <a:r>
              <a:rPr lang="zh-CN" altLang="en-US" b="1" dirty="0">
                <a:solidFill>
                  <a:srgbClr val="002060"/>
                </a:solidFill>
              </a:rPr>
              <a:t>规则部分</a:t>
            </a:r>
          </a:p>
        </p:txBody>
      </p:sp>
      <p:sp>
        <p:nvSpPr>
          <p:cNvPr id="8" name="对话气泡: 圆角矩形 7">
            <a:extLst>
              <a:ext uri="{FF2B5EF4-FFF2-40B4-BE49-F238E27FC236}">
                <a16:creationId xmlns:a16="http://schemas.microsoft.com/office/drawing/2014/main" id="{9C7F3216-988D-4D29-AB2C-77475391210F}"/>
              </a:ext>
            </a:extLst>
          </p:cNvPr>
          <p:cNvSpPr/>
          <p:nvPr/>
        </p:nvSpPr>
        <p:spPr>
          <a:xfrm>
            <a:off x="6107615" y="976665"/>
            <a:ext cx="1800200" cy="432048"/>
          </a:xfrm>
          <a:prstGeom prst="wedgeRoundRectCallout">
            <a:avLst>
              <a:gd name="adj1" fmla="val -66373"/>
              <a:gd name="adj2" fmla="val 21145"/>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a:t>
            </a:r>
            <a:r>
              <a:rPr lang="zh-CN" altLang="en-US" b="1" dirty="0">
                <a:solidFill>
                  <a:srgbClr val="002060"/>
                </a:solidFill>
              </a:rPr>
              <a:t>定义部分</a:t>
            </a:r>
          </a:p>
        </p:txBody>
      </p:sp>
      <p:sp>
        <p:nvSpPr>
          <p:cNvPr id="5" name="对话气泡: 椭圆形 4">
            <a:extLst>
              <a:ext uri="{FF2B5EF4-FFF2-40B4-BE49-F238E27FC236}">
                <a16:creationId xmlns:a16="http://schemas.microsoft.com/office/drawing/2014/main" id="{03827ACC-96C6-47D7-A6B4-DC761087913A}"/>
              </a:ext>
            </a:extLst>
          </p:cNvPr>
          <p:cNvSpPr/>
          <p:nvPr/>
        </p:nvSpPr>
        <p:spPr>
          <a:xfrm>
            <a:off x="4211960" y="3579862"/>
            <a:ext cx="1584176" cy="396044"/>
          </a:xfrm>
          <a:prstGeom prst="wedgeEllipseCallout">
            <a:avLst>
              <a:gd name="adj1" fmla="val -48464"/>
              <a:gd name="adj2" fmla="val 80723"/>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tx1"/>
                </a:solidFill>
              </a:rPr>
              <a:t>语义动作</a:t>
            </a:r>
          </a:p>
        </p:txBody>
      </p:sp>
      <p:sp>
        <p:nvSpPr>
          <p:cNvPr id="12" name="对话气泡: 圆角矩形 11">
            <a:extLst>
              <a:ext uri="{FF2B5EF4-FFF2-40B4-BE49-F238E27FC236}">
                <a16:creationId xmlns:a16="http://schemas.microsoft.com/office/drawing/2014/main" id="{6F519ED4-3E15-4D90-ADD9-EC609BFB0A06}"/>
              </a:ext>
            </a:extLst>
          </p:cNvPr>
          <p:cNvSpPr/>
          <p:nvPr/>
        </p:nvSpPr>
        <p:spPr>
          <a:xfrm>
            <a:off x="6300192" y="4587974"/>
            <a:ext cx="1800200" cy="437732"/>
          </a:xfrm>
          <a:prstGeom prst="wedgeRoundRectCallout">
            <a:avLst>
              <a:gd name="adj1" fmla="val -73963"/>
              <a:gd name="adj2" fmla="val -32374"/>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a:t>
            </a:r>
            <a:r>
              <a:rPr lang="zh-CN" altLang="en-US" b="1" dirty="0">
                <a:solidFill>
                  <a:srgbClr val="002060"/>
                </a:solidFill>
              </a:rPr>
              <a:t>用户函数部分</a:t>
            </a:r>
          </a:p>
        </p:txBody>
      </p:sp>
    </p:spTree>
    <p:extLst>
      <p:ext uri="{BB962C8B-B14F-4D97-AF65-F5344CB8AC3E}">
        <p14:creationId xmlns:p14="http://schemas.microsoft.com/office/powerpoint/2010/main" val="206649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14693">
                                            <p:txEl>
                                              <p:pRg st="0" end="0"/>
                                            </p:txEl>
                                          </p:spTgt>
                                        </p:tgtEl>
                                        <p:attrNameLst>
                                          <p:attrName>style.visibility</p:attrName>
                                        </p:attrNameLst>
                                      </p:cBhvr>
                                      <p:to>
                                        <p:strVal val="visible"/>
                                      </p:to>
                                    </p:set>
                                    <p:animEffect transition="in" filter="wipe(down)">
                                      <p:cBhvr>
                                        <p:cTn id="15" dur="500"/>
                                        <p:tgtEl>
                                          <p:spTgt spid="11469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4693">
                                            <p:txEl>
                                              <p:pRg st="1" end="1"/>
                                            </p:txEl>
                                          </p:spTgt>
                                        </p:tgtEl>
                                        <p:attrNameLst>
                                          <p:attrName>style.visibility</p:attrName>
                                        </p:attrNameLst>
                                      </p:cBhvr>
                                      <p:to>
                                        <p:strVal val="visible"/>
                                      </p:to>
                                    </p:set>
                                    <p:animEffect transition="in" filter="wipe(down)">
                                      <p:cBhvr>
                                        <p:cTn id="20" dur="500"/>
                                        <p:tgtEl>
                                          <p:spTgt spid="114693">
                                            <p:txEl>
                                              <p:pRg st="1" end="1"/>
                                            </p:txEl>
                                          </p:spTgt>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114693">
                                            <p:txEl>
                                              <p:pRg st="2" end="2"/>
                                            </p:txEl>
                                          </p:spTgt>
                                        </p:tgtEl>
                                        <p:attrNameLst>
                                          <p:attrName>style.visibility</p:attrName>
                                        </p:attrNameLst>
                                      </p:cBhvr>
                                      <p:to>
                                        <p:strVal val="visible"/>
                                      </p:to>
                                    </p:set>
                                    <p:animEffect transition="in" filter="wipe(down)">
                                      <p:cBhvr>
                                        <p:cTn id="23" dur="500"/>
                                        <p:tgtEl>
                                          <p:spTgt spid="114693">
                                            <p:txEl>
                                              <p:pRg st="2" end="2"/>
                                            </p:txEl>
                                          </p:spTgt>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114693">
                                            <p:txEl>
                                              <p:pRg st="3" end="3"/>
                                            </p:txEl>
                                          </p:spTgt>
                                        </p:tgtEl>
                                        <p:attrNameLst>
                                          <p:attrName>style.visibility</p:attrName>
                                        </p:attrNameLst>
                                      </p:cBhvr>
                                      <p:to>
                                        <p:strVal val="visible"/>
                                      </p:to>
                                    </p:set>
                                    <p:animEffect transition="in" filter="wipe(down)">
                                      <p:cBhvr>
                                        <p:cTn id="26" dur="500"/>
                                        <p:tgtEl>
                                          <p:spTgt spid="114693">
                                            <p:txEl>
                                              <p:pRg st="3" end="3"/>
                                            </p:txEl>
                                          </p:spTgt>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114693">
                                            <p:txEl>
                                              <p:pRg st="4" end="4"/>
                                            </p:txEl>
                                          </p:spTgt>
                                        </p:tgtEl>
                                        <p:attrNameLst>
                                          <p:attrName>style.visibility</p:attrName>
                                        </p:attrNameLst>
                                      </p:cBhvr>
                                      <p:to>
                                        <p:strVal val="visible"/>
                                      </p:to>
                                    </p:set>
                                    <p:animEffect transition="in" filter="wipe(down)">
                                      <p:cBhvr>
                                        <p:cTn id="29" dur="500"/>
                                        <p:tgtEl>
                                          <p:spTgt spid="114693">
                                            <p:txEl>
                                              <p:pRg st="4" end="4"/>
                                            </p:txEl>
                                          </p:spTgt>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14693">
                                            <p:txEl>
                                              <p:pRg st="5" end="5"/>
                                            </p:txEl>
                                          </p:spTgt>
                                        </p:tgtEl>
                                        <p:attrNameLst>
                                          <p:attrName>style.visibility</p:attrName>
                                        </p:attrNameLst>
                                      </p:cBhvr>
                                      <p:to>
                                        <p:strVal val="visible"/>
                                      </p:to>
                                    </p:set>
                                    <p:animEffect transition="in" filter="wipe(down)">
                                      <p:cBhvr>
                                        <p:cTn id="32" dur="500"/>
                                        <p:tgtEl>
                                          <p:spTgt spid="11469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14693">
                                            <p:txEl>
                                              <p:pRg st="6" end="6"/>
                                            </p:txEl>
                                          </p:spTgt>
                                        </p:tgtEl>
                                        <p:attrNameLst>
                                          <p:attrName>style.visibility</p:attrName>
                                        </p:attrNameLst>
                                      </p:cBhvr>
                                      <p:to>
                                        <p:strVal val="visible"/>
                                      </p:to>
                                    </p:set>
                                    <p:animEffect transition="in" filter="wipe(down)">
                                      <p:cBhvr>
                                        <p:cTn id="37" dur="500"/>
                                        <p:tgtEl>
                                          <p:spTgt spid="114693">
                                            <p:txEl>
                                              <p:pRg st="6" end="6"/>
                                            </p:txEl>
                                          </p:spTgt>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14693">
                                            <p:txEl>
                                              <p:pRg st="7" end="7"/>
                                            </p:txEl>
                                          </p:spTgt>
                                        </p:tgtEl>
                                        <p:attrNameLst>
                                          <p:attrName>style.visibility</p:attrName>
                                        </p:attrNameLst>
                                      </p:cBhvr>
                                      <p:to>
                                        <p:strVal val="visible"/>
                                      </p:to>
                                    </p:set>
                                    <p:animEffect transition="in" filter="wipe(down)">
                                      <p:cBhvr>
                                        <p:cTn id="40" dur="500"/>
                                        <p:tgtEl>
                                          <p:spTgt spid="11469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14693">
                                            <p:txEl>
                                              <p:pRg st="8" end="8"/>
                                            </p:txEl>
                                          </p:spTgt>
                                        </p:tgtEl>
                                        <p:attrNameLst>
                                          <p:attrName>style.visibility</p:attrName>
                                        </p:attrNameLst>
                                      </p:cBhvr>
                                      <p:to>
                                        <p:strVal val="visible"/>
                                      </p:to>
                                    </p:set>
                                    <p:animEffect transition="in" filter="wipe(down)">
                                      <p:cBhvr>
                                        <p:cTn id="45" dur="500"/>
                                        <p:tgtEl>
                                          <p:spTgt spid="11469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wipe(down)">
                                      <p:cBhvr>
                                        <p:cTn id="50" dur="500"/>
                                        <p:tgtEl>
                                          <p:spTgt spid="3"/>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down)">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114693">
                                            <p:txEl>
                                              <p:pRg st="9" end="9"/>
                                            </p:txEl>
                                          </p:spTgt>
                                        </p:tgtEl>
                                        <p:attrNameLst>
                                          <p:attrName>style.visibility</p:attrName>
                                        </p:attrNameLst>
                                      </p:cBhvr>
                                      <p:to>
                                        <p:strVal val="visible"/>
                                      </p:to>
                                    </p:set>
                                    <p:animEffect transition="in" filter="wipe(down)">
                                      <p:cBhvr>
                                        <p:cTn id="58" dur="500"/>
                                        <p:tgtEl>
                                          <p:spTgt spid="114693">
                                            <p:txEl>
                                              <p:pRg st="9" end="9"/>
                                            </p:txEl>
                                          </p:spTgt>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14693">
                                            <p:txEl>
                                              <p:pRg st="10" end="10"/>
                                            </p:txEl>
                                          </p:spTgt>
                                        </p:tgtEl>
                                        <p:attrNameLst>
                                          <p:attrName>style.visibility</p:attrName>
                                        </p:attrNameLst>
                                      </p:cBhvr>
                                      <p:to>
                                        <p:strVal val="visible"/>
                                      </p:to>
                                    </p:set>
                                    <p:animEffect transition="in" filter="wipe(down)">
                                      <p:cBhvr>
                                        <p:cTn id="61" dur="500"/>
                                        <p:tgtEl>
                                          <p:spTgt spid="114693">
                                            <p:txEl>
                                              <p:pRg st="10" end="10"/>
                                            </p:txEl>
                                          </p:spTgt>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114693">
                                            <p:txEl>
                                              <p:pRg st="11" end="11"/>
                                            </p:txEl>
                                          </p:spTgt>
                                        </p:tgtEl>
                                        <p:attrNameLst>
                                          <p:attrName>style.visibility</p:attrName>
                                        </p:attrNameLst>
                                      </p:cBhvr>
                                      <p:to>
                                        <p:strVal val="visible"/>
                                      </p:to>
                                    </p:set>
                                    <p:animEffect transition="in" filter="wipe(down)">
                                      <p:cBhvr>
                                        <p:cTn id="64" dur="500"/>
                                        <p:tgtEl>
                                          <p:spTgt spid="114693">
                                            <p:txEl>
                                              <p:pRg st="11" end="11"/>
                                            </p:txEl>
                                          </p:spTgt>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114693">
                                            <p:txEl>
                                              <p:pRg st="12" end="12"/>
                                            </p:txEl>
                                          </p:spTgt>
                                        </p:tgtEl>
                                        <p:attrNameLst>
                                          <p:attrName>style.visibility</p:attrName>
                                        </p:attrNameLst>
                                      </p:cBhvr>
                                      <p:to>
                                        <p:strVal val="visible"/>
                                      </p:to>
                                    </p:set>
                                    <p:animEffect transition="in" filter="wipe(down)">
                                      <p:cBhvr>
                                        <p:cTn id="67" dur="500"/>
                                        <p:tgtEl>
                                          <p:spTgt spid="11469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wipe(down)">
                                      <p:cBhvr>
                                        <p:cTn id="72" dur="500"/>
                                        <p:tgtEl>
                                          <p:spTgt spid="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114693">
                                            <p:txEl>
                                              <p:pRg st="13" end="13"/>
                                            </p:txEl>
                                          </p:spTgt>
                                        </p:tgtEl>
                                        <p:attrNameLst>
                                          <p:attrName>style.visibility</p:attrName>
                                        </p:attrNameLst>
                                      </p:cBhvr>
                                      <p:to>
                                        <p:strVal val="visible"/>
                                      </p:to>
                                    </p:set>
                                    <p:animEffect transition="in" filter="wipe(down)">
                                      <p:cBhvr>
                                        <p:cTn id="77" dur="500"/>
                                        <p:tgtEl>
                                          <p:spTgt spid="114693">
                                            <p:txEl>
                                              <p:pRg st="13" end="13"/>
                                            </p:txEl>
                                          </p:spTgt>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11"/>
                                        </p:tgtEl>
                                        <p:attrNameLst>
                                          <p:attrName>style.visibility</p:attrName>
                                        </p:attrNameLst>
                                      </p:cBhvr>
                                      <p:to>
                                        <p:strVal val="visible"/>
                                      </p:to>
                                    </p:set>
                                    <p:animEffect transition="in" filter="wipe(down)">
                                      <p:cBhvr>
                                        <p:cTn id="80" dur="500"/>
                                        <p:tgtEl>
                                          <p:spTgt spid="11"/>
                                        </p:tgtEl>
                                      </p:cBhvr>
                                    </p:animEffect>
                                  </p:childTnLst>
                                </p:cTn>
                              </p:par>
                              <p:par>
                                <p:cTn id="81" presetID="22" presetClass="entr" presetSubtype="4" fill="hold" grpId="0" nodeType="withEffect">
                                  <p:stCondLst>
                                    <p:cond delay="0"/>
                                  </p:stCondLst>
                                  <p:childTnLst>
                                    <p:set>
                                      <p:cBhvr>
                                        <p:cTn id="82" dur="1" fill="hold">
                                          <p:stCondLst>
                                            <p:cond delay="0"/>
                                          </p:stCondLst>
                                        </p:cTn>
                                        <p:tgtEl>
                                          <p:spTgt spid="12"/>
                                        </p:tgtEl>
                                        <p:attrNameLst>
                                          <p:attrName>style.visibility</p:attrName>
                                        </p:attrNameLst>
                                      </p:cBhvr>
                                      <p:to>
                                        <p:strVal val="visible"/>
                                      </p:to>
                                    </p:set>
                                    <p:animEffect transition="in" filter="wipe(down)">
                                      <p:cBhvr>
                                        <p:cTn id="8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animBg="1"/>
      <p:bldP spid="4" grpId="0" animBg="1"/>
      <p:bldP spid="114693" grpId="0" uiExpand="1" build="p"/>
      <p:bldP spid="3" grpId="0" animBg="1"/>
      <p:bldP spid="8" grpId="0" animBg="1"/>
      <p:bldP spid="5" grpId="0" animBg="1"/>
      <p:bldP spid="1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4693" name="Rectangle 3"/>
              <p:cNvSpPr>
                <a:spLocks noGrp="1" noChangeArrowheads="1"/>
              </p:cNvSpPr>
              <p:nvPr>
                <p:ph idx="1"/>
              </p:nvPr>
            </p:nvSpPr>
            <p:spPr>
              <a:noFill/>
            </p:spPr>
            <p:txBody>
              <a:bodyPr/>
              <a:lstStyle/>
              <a:p>
                <a:pPr eaLnBrk="1" hangingPunct="1"/>
                <a:r>
                  <a:rPr lang="en-US" altLang="zh-CN" b="1" dirty="0">
                    <a:latin typeface="Times New Roman" panose="02020603050405020304" pitchFamily="18" charset="0"/>
                  </a:rPr>
                  <a:t>Yacc</a:t>
                </a:r>
                <a:r>
                  <a:rPr lang="zh-CN" altLang="en-US" b="1" dirty="0">
                    <a:latin typeface="Times New Roman" panose="02020603050405020304" pitchFamily="18" charset="0"/>
                  </a:rPr>
                  <a:t>源程序的</a:t>
                </a:r>
                <a:r>
                  <a:rPr lang="zh-CN" altLang="en-US" b="1" dirty="0">
                    <a:solidFill>
                      <a:srgbClr val="0070C0"/>
                    </a:solidFill>
                    <a:latin typeface="Times New Roman" panose="02020603050405020304" pitchFamily="18" charset="0"/>
                  </a:rPr>
                  <a:t>规则部分</a:t>
                </a:r>
                <a:endParaRPr lang="en-US" altLang="zh-CN" b="1" dirty="0">
                  <a:solidFill>
                    <a:srgbClr val="0070C0"/>
                  </a:solidFill>
                  <a:latin typeface="Times New Roman" panose="02020603050405020304" pitchFamily="18" charset="0"/>
                </a:endParaRPr>
              </a:p>
              <a:p>
                <a:pPr lvl="1" eaLnBrk="1" hangingPunct="1"/>
                <a:r>
                  <a:rPr lang="zh-CN" altLang="en-US" b="1" dirty="0">
                    <a:latin typeface="Times New Roman" panose="02020603050405020304" pitchFamily="18" charset="0"/>
                  </a:rPr>
                  <a:t>用于放置翻译规则，每条规则由</a:t>
                </a:r>
                <a:r>
                  <a:rPr lang="zh-CN" altLang="en-US" b="1" dirty="0">
                    <a:solidFill>
                      <a:srgbClr val="0070C0"/>
                    </a:solidFill>
                    <a:latin typeface="Times New Roman" panose="02020603050405020304" pitchFamily="18" charset="0"/>
                  </a:rPr>
                  <a:t>文法产生式 和 语义动作 </a:t>
                </a:r>
                <a:r>
                  <a:rPr lang="zh-CN" altLang="en-US" b="1" dirty="0">
                    <a:latin typeface="Times New Roman" panose="02020603050405020304" pitchFamily="18" charset="0"/>
                  </a:rPr>
                  <a:t>组成</a:t>
                </a:r>
                <a:endParaRPr lang="en-US" altLang="zh-CN" b="1" dirty="0">
                  <a:latin typeface="Times New Roman" panose="02020603050405020304" pitchFamily="18" charset="0"/>
                </a:endParaRPr>
              </a:p>
              <a:p>
                <a:pPr marL="0" indent="0" eaLnBrk="1" hangingPunct="1">
                  <a:buNone/>
                </a:pPr>
                <a:r>
                  <a:rPr lang="en-US" altLang="zh-CN" sz="2100" b="1" dirty="0">
                    <a:latin typeface="Times New Roman" panose="02020603050405020304" pitchFamily="18" charset="0"/>
                  </a:rPr>
                  <a:t>     </a:t>
                </a:r>
                <a:r>
                  <a:rPr lang="zh-CN" altLang="en-US" sz="2100" b="1" dirty="0">
                    <a:latin typeface="Times New Roman" panose="02020603050405020304" pitchFamily="18" charset="0"/>
                  </a:rPr>
                  <a:t>例：</a:t>
                </a:r>
                <a:r>
                  <a:rPr lang="en-US" altLang="zh-CN" sz="2100" b="1" dirty="0">
                    <a:latin typeface="Times New Roman" panose="02020603050405020304" pitchFamily="18" charset="0"/>
                  </a:rPr>
                  <a:t>A</a:t>
                </a:r>
                <a:r>
                  <a:rPr kumimoji="1" lang="en-US" altLang="zh-CN" sz="2100" b="1" dirty="0">
                    <a:effectLst>
                      <a:outerShdw blurRad="38100" dist="38100" dir="2700000" algn="tl">
                        <a:srgbClr val="FFFFFF"/>
                      </a:outerShdw>
                    </a:effectLst>
                    <a:latin typeface="Times New Roman" pitchFamily="18" charset="0"/>
                  </a:rPr>
                  <a:t> → </a:t>
                </a:r>
                <a14:m>
                  <m:oMath xmlns:m="http://schemas.openxmlformats.org/officeDocument/2006/math">
                    <m:sSub>
                      <m:sSubPr>
                        <m:ctrlPr>
                          <a:rPr kumimoji="1" lang="en-US" altLang="zh-CN" sz="2100" b="1" i="1">
                            <a:effectLst>
                              <a:outerShdw blurRad="38100" dist="38100" dir="2700000" algn="tl">
                                <a:srgbClr val="FFFFFF"/>
                              </a:outerShdw>
                            </a:effectLst>
                            <a:latin typeface="Cambria Math" panose="02040503050406030204" pitchFamily="18" charset="0"/>
                          </a:rPr>
                        </m:ctrlPr>
                      </m:sSubPr>
                      <m:e>
                        <m:r>
                          <a:rPr kumimoji="1" lang="zh-CN" altLang="en-US" sz="2100" b="1" i="1" smtClean="0">
                            <a:effectLst>
                              <a:outerShdw blurRad="38100" dist="38100" dir="2700000" algn="tl">
                                <a:srgbClr val="FFFFFF"/>
                              </a:outerShdw>
                            </a:effectLst>
                            <a:latin typeface="Cambria Math" panose="02040503050406030204" pitchFamily="18" charset="0"/>
                          </a:rPr>
                          <m:t>𝜶</m:t>
                        </m:r>
                      </m:e>
                      <m:sub>
                        <m:r>
                          <a:rPr kumimoji="1" lang="en-US" altLang="zh-CN" sz="2100" b="1" i="1" smtClean="0">
                            <a:effectLst>
                              <a:outerShdw blurRad="38100" dist="38100" dir="2700000" algn="tl">
                                <a:srgbClr val="FFFFFF"/>
                              </a:outerShdw>
                            </a:effectLst>
                            <a:latin typeface="Cambria Math" panose="02040503050406030204" pitchFamily="18" charset="0"/>
                          </a:rPr>
                          <m:t>𝟏</m:t>
                        </m:r>
                      </m:sub>
                    </m:sSub>
                  </m:oMath>
                </a14:m>
                <a:r>
                  <a:rPr lang="en-US" altLang="zh-CN" sz="2100" b="1" dirty="0">
                    <a:latin typeface="Times New Roman" panose="02020603050405020304" pitchFamily="18" charset="0"/>
                  </a:rPr>
                  <a:t>|</a:t>
                </a:r>
                <a14:m>
                  <m:oMath xmlns:m="http://schemas.openxmlformats.org/officeDocument/2006/math">
                    <m:sSub>
                      <m:sSubPr>
                        <m:ctrlPr>
                          <a:rPr kumimoji="1" lang="en-US" altLang="zh-CN" sz="2100" b="1" i="1">
                            <a:effectLst>
                              <a:outerShdw blurRad="38100" dist="38100" dir="2700000" algn="tl">
                                <a:srgbClr val="FFFFFF"/>
                              </a:outerShdw>
                            </a:effectLst>
                            <a:latin typeface="Cambria Math" panose="02040503050406030204" pitchFamily="18" charset="0"/>
                          </a:rPr>
                        </m:ctrlPr>
                      </m:sSubPr>
                      <m:e>
                        <m:r>
                          <a:rPr kumimoji="1" lang="zh-CN" altLang="en-US" sz="2100" b="1" i="1" smtClean="0">
                            <a:effectLst>
                              <a:outerShdw blurRad="38100" dist="38100" dir="2700000" algn="tl">
                                <a:srgbClr val="FFFFFF"/>
                              </a:outerShdw>
                            </a:effectLst>
                            <a:latin typeface="Cambria Math" panose="02040503050406030204" pitchFamily="18" charset="0"/>
                          </a:rPr>
                          <m:t>𝜶</m:t>
                        </m:r>
                      </m:e>
                      <m:sub>
                        <m:r>
                          <a:rPr kumimoji="1" lang="en-US" altLang="zh-CN" sz="2100" b="1" i="1" smtClean="0">
                            <a:effectLst>
                              <a:outerShdw blurRad="38100" dist="38100" dir="2700000" algn="tl">
                                <a:srgbClr val="FFFFFF"/>
                              </a:outerShdw>
                            </a:effectLst>
                            <a:latin typeface="Cambria Math" panose="02040503050406030204" pitchFamily="18" charset="0"/>
                          </a:rPr>
                          <m:t>𝟐</m:t>
                        </m:r>
                      </m:sub>
                    </m:sSub>
                    <m:r>
                      <m:rPr>
                        <m:nor/>
                      </m:rPr>
                      <a:rPr lang="en-US" altLang="zh-CN" sz="2100" b="1" dirty="0">
                        <a:latin typeface="Times New Roman" panose="02020603050405020304" pitchFamily="18" charset="0"/>
                      </a:rPr>
                      <m:t>|</m:t>
                    </m:r>
                  </m:oMath>
                </a14:m>
                <a:r>
                  <a:rPr lang="en-US" altLang="zh-CN" sz="2100" b="1" dirty="0">
                    <a:latin typeface="Times New Roman" panose="02020603050405020304" pitchFamily="18" charset="0"/>
                  </a:rPr>
                  <a:t>…|</a:t>
                </a:r>
                <a14:m>
                  <m:oMath xmlns:m="http://schemas.openxmlformats.org/officeDocument/2006/math">
                    <m:sSub>
                      <m:sSubPr>
                        <m:ctrlPr>
                          <a:rPr kumimoji="1" lang="en-US" altLang="zh-CN" sz="2100" b="1" i="1">
                            <a:effectLst>
                              <a:outerShdw blurRad="38100" dist="38100" dir="2700000" algn="tl">
                                <a:srgbClr val="FFFFFF"/>
                              </a:outerShdw>
                            </a:effectLst>
                            <a:latin typeface="Cambria Math" panose="02040503050406030204" pitchFamily="18" charset="0"/>
                          </a:rPr>
                        </m:ctrlPr>
                      </m:sSubPr>
                      <m:e>
                        <m:r>
                          <a:rPr kumimoji="1" lang="zh-CN" altLang="en-US" sz="2100" b="1" i="1" smtClean="0">
                            <a:effectLst>
                              <a:outerShdw blurRad="38100" dist="38100" dir="2700000" algn="tl">
                                <a:srgbClr val="FFFFFF"/>
                              </a:outerShdw>
                            </a:effectLst>
                            <a:latin typeface="Cambria Math" panose="02040503050406030204" pitchFamily="18" charset="0"/>
                          </a:rPr>
                          <m:t>𝜶</m:t>
                        </m:r>
                      </m:e>
                      <m:sub>
                        <m:r>
                          <a:rPr kumimoji="1" lang="en-US" altLang="zh-CN" sz="2100" b="1" i="1" smtClean="0">
                            <a:effectLst>
                              <a:outerShdw blurRad="38100" dist="38100" dir="2700000" algn="tl">
                                <a:srgbClr val="FFFFFF"/>
                              </a:outerShdw>
                            </a:effectLst>
                            <a:latin typeface="Cambria Math" panose="02040503050406030204" pitchFamily="18" charset="0"/>
                          </a:rPr>
                          <m:t>𝒏</m:t>
                        </m:r>
                      </m:sub>
                    </m:sSub>
                  </m:oMath>
                </a14:m>
                <a:endParaRPr lang="en-US" altLang="zh-CN" sz="2100" b="1" dirty="0">
                  <a:latin typeface="Times New Roman" panose="02020603050405020304" pitchFamily="18" charset="0"/>
                </a:endParaRPr>
              </a:p>
              <a:p>
                <a:pPr marL="0" indent="0" eaLnBrk="1" hangingPunct="1">
                  <a:buNone/>
                </a:pPr>
                <a:r>
                  <a:rPr lang="en-US" altLang="zh-CN" sz="2100" b="1" dirty="0">
                    <a:latin typeface="Times New Roman" panose="02020603050405020304" pitchFamily="18" charset="0"/>
                  </a:rPr>
                  <a:t>       A   </a:t>
                </a:r>
                <a:r>
                  <a:rPr lang="zh-CN" altLang="en-US" sz="2100" b="1" dirty="0">
                    <a:latin typeface="Times New Roman" panose="02020603050405020304" pitchFamily="18" charset="0"/>
                  </a:rPr>
                  <a:t>：</a:t>
                </a:r>
                <a14:m>
                  <m:oMath xmlns:m="http://schemas.openxmlformats.org/officeDocument/2006/math">
                    <m:sSub>
                      <m:sSubPr>
                        <m:ctrlPr>
                          <a:rPr kumimoji="1" lang="en-US" altLang="zh-CN" sz="2100" b="1" i="1">
                            <a:effectLst>
                              <a:outerShdw blurRad="38100" dist="38100" dir="2700000" algn="tl">
                                <a:srgbClr val="FFFFFF"/>
                              </a:outerShdw>
                            </a:effectLst>
                            <a:latin typeface="Cambria Math" panose="02040503050406030204" pitchFamily="18" charset="0"/>
                          </a:rPr>
                        </m:ctrlPr>
                      </m:sSubPr>
                      <m:e>
                        <m:r>
                          <a:rPr kumimoji="1" lang="zh-CN" altLang="en-US" sz="2100" b="1" i="1" smtClean="0">
                            <a:effectLst>
                              <a:outerShdw blurRad="38100" dist="38100" dir="2700000" algn="tl">
                                <a:srgbClr val="FFFFFF"/>
                              </a:outerShdw>
                            </a:effectLst>
                            <a:latin typeface="Cambria Math" panose="02040503050406030204" pitchFamily="18" charset="0"/>
                          </a:rPr>
                          <m:t>𝜶</m:t>
                        </m:r>
                      </m:e>
                      <m:sub>
                        <m:r>
                          <a:rPr kumimoji="1" lang="en-US" altLang="zh-CN" sz="2100" b="1" i="1" smtClean="0">
                            <a:effectLst>
                              <a:outerShdw blurRad="38100" dist="38100" dir="2700000" algn="tl">
                                <a:srgbClr val="FFFFFF"/>
                              </a:outerShdw>
                            </a:effectLst>
                            <a:latin typeface="Cambria Math" panose="02040503050406030204" pitchFamily="18" charset="0"/>
                          </a:rPr>
                          <m:t>𝟏</m:t>
                        </m:r>
                      </m:sub>
                    </m:sSub>
                  </m:oMath>
                </a14:m>
                <a:r>
                  <a:rPr lang="en-US" altLang="zh-CN" sz="2100" b="1" dirty="0">
                    <a:latin typeface="Times New Roman" panose="02020603050405020304" pitchFamily="18" charset="0"/>
                  </a:rPr>
                  <a:t>   { </a:t>
                </a:r>
                <a:r>
                  <a:rPr lang="zh-CN" altLang="en-US" sz="2100" b="1" dirty="0">
                    <a:solidFill>
                      <a:srgbClr val="0000FF"/>
                    </a:solidFill>
                    <a:latin typeface="Times New Roman" panose="02020603050405020304" pitchFamily="18" charset="0"/>
                  </a:rPr>
                  <a:t>语义动作 </a:t>
                </a:r>
                <a:r>
                  <a:rPr lang="en-US" altLang="zh-CN" sz="2100" b="1" dirty="0">
                    <a:solidFill>
                      <a:srgbClr val="0000FF"/>
                    </a:solidFill>
                    <a:latin typeface="Times New Roman" panose="02020603050405020304" pitchFamily="18" charset="0"/>
                  </a:rPr>
                  <a:t>1 </a:t>
                </a:r>
                <a:r>
                  <a:rPr lang="en-US" altLang="zh-CN" sz="2100" b="1" dirty="0">
                    <a:latin typeface="Times New Roman" panose="02020603050405020304" pitchFamily="18" charset="0"/>
                  </a:rPr>
                  <a:t>}</a:t>
                </a:r>
              </a:p>
              <a:p>
                <a:pPr marL="0" indent="0" eaLnBrk="1" hangingPunct="1">
                  <a:buNone/>
                </a:pPr>
                <a:r>
                  <a:rPr lang="en-US" altLang="zh-CN" sz="2100" b="1" dirty="0">
                    <a:latin typeface="Times New Roman" panose="02020603050405020304" pitchFamily="18" charset="0"/>
                  </a:rPr>
                  <a:t>             |</a:t>
                </a:r>
                <a14:m>
                  <m:oMath xmlns:m="http://schemas.openxmlformats.org/officeDocument/2006/math">
                    <m:r>
                      <a:rPr kumimoji="1" lang="en-US" altLang="zh-CN" sz="2100" b="1" smtClean="0">
                        <a:effectLst>
                          <a:outerShdw blurRad="38100" dist="38100" dir="2700000" algn="tl">
                            <a:srgbClr val="FFFFFF"/>
                          </a:outerShdw>
                        </a:effectLst>
                        <a:latin typeface="Cambria Math" panose="02040503050406030204" pitchFamily="18" charset="0"/>
                      </a:rPr>
                      <m:t>    </m:t>
                    </m:r>
                    <m:sSub>
                      <m:sSubPr>
                        <m:ctrlPr>
                          <a:rPr kumimoji="1" lang="en-US" altLang="zh-CN" sz="2100" b="1" i="1">
                            <a:effectLst>
                              <a:outerShdw blurRad="38100" dist="38100" dir="2700000" algn="tl">
                                <a:srgbClr val="FFFFFF"/>
                              </a:outerShdw>
                            </a:effectLst>
                            <a:latin typeface="Cambria Math" panose="02040503050406030204" pitchFamily="18" charset="0"/>
                          </a:rPr>
                        </m:ctrlPr>
                      </m:sSubPr>
                      <m:e>
                        <m:r>
                          <a:rPr kumimoji="1" lang="zh-CN" altLang="en-US" sz="2100" b="1" i="1" smtClean="0">
                            <a:effectLst>
                              <a:outerShdw blurRad="38100" dist="38100" dir="2700000" algn="tl">
                                <a:srgbClr val="FFFFFF"/>
                              </a:outerShdw>
                            </a:effectLst>
                            <a:latin typeface="Cambria Math" panose="02040503050406030204" pitchFamily="18" charset="0"/>
                          </a:rPr>
                          <m:t>𝜶</m:t>
                        </m:r>
                      </m:e>
                      <m:sub>
                        <m:r>
                          <a:rPr kumimoji="1" lang="en-US" altLang="zh-CN" sz="2100" b="1" i="1" smtClean="0">
                            <a:effectLst>
                              <a:outerShdw blurRad="38100" dist="38100" dir="2700000" algn="tl">
                                <a:srgbClr val="FFFFFF"/>
                              </a:outerShdw>
                            </a:effectLst>
                            <a:latin typeface="Cambria Math" panose="02040503050406030204" pitchFamily="18" charset="0"/>
                          </a:rPr>
                          <m:t>𝟏</m:t>
                        </m:r>
                      </m:sub>
                    </m:sSub>
                  </m:oMath>
                </a14:m>
                <a:r>
                  <a:rPr lang="en-US" altLang="zh-CN" sz="2100" b="1" dirty="0">
                    <a:latin typeface="Times New Roman" panose="02020603050405020304" pitchFamily="18" charset="0"/>
                  </a:rPr>
                  <a:t>   { </a:t>
                </a:r>
                <a:r>
                  <a:rPr lang="zh-CN" altLang="en-US" sz="2100" b="1" dirty="0">
                    <a:solidFill>
                      <a:srgbClr val="0000FF"/>
                    </a:solidFill>
                    <a:latin typeface="Times New Roman" panose="02020603050405020304" pitchFamily="18" charset="0"/>
                  </a:rPr>
                  <a:t>语义动作</a:t>
                </a:r>
                <a:r>
                  <a:rPr lang="en-US" altLang="zh-CN" sz="2100" b="1" dirty="0">
                    <a:solidFill>
                      <a:srgbClr val="0000FF"/>
                    </a:solidFill>
                    <a:latin typeface="Times New Roman" panose="02020603050405020304" pitchFamily="18" charset="0"/>
                  </a:rPr>
                  <a:t>2 </a:t>
                </a:r>
                <a:r>
                  <a:rPr lang="en-US" altLang="zh-CN" sz="2100" b="1" dirty="0">
                    <a:latin typeface="Times New Roman" panose="02020603050405020304" pitchFamily="18" charset="0"/>
                  </a:rPr>
                  <a:t>}</a:t>
                </a:r>
              </a:p>
              <a:p>
                <a:pPr marL="0" indent="0" eaLnBrk="1" hangingPunct="1">
                  <a:buNone/>
                </a:pPr>
                <a:r>
                  <a:rPr lang="en-US" altLang="zh-CN" sz="2100" b="1" dirty="0">
                    <a:latin typeface="Times New Roman" panose="02020603050405020304" pitchFamily="18" charset="0"/>
                  </a:rPr>
                  <a:t>              …</a:t>
                </a:r>
              </a:p>
              <a:p>
                <a:pPr marL="0" indent="0" eaLnBrk="1" hangingPunct="1">
                  <a:buNone/>
                </a:pPr>
                <a:r>
                  <a:rPr lang="en-US" altLang="zh-CN" sz="2100" b="1" dirty="0">
                    <a:latin typeface="Times New Roman" panose="02020603050405020304" pitchFamily="18" charset="0"/>
                  </a:rPr>
                  <a:t>             |   </a:t>
                </a:r>
                <a14:m>
                  <m:oMath xmlns:m="http://schemas.openxmlformats.org/officeDocument/2006/math">
                    <m:sSub>
                      <m:sSubPr>
                        <m:ctrlPr>
                          <a:rPr kumimoji="1" lang="en-US" altLang="zh-CN" sz="2100" b="1" i="1">
                            <a:effectLst>
                              <a:outerShdw blurRad="38100" dist="38100" dir="2700000" algn="tl">
                                <a:srgbClr val="FFFFFF"/>
                              </a:outerShdw>
                            </a:effectLst>
                            <a:latin typeface="Cambria Math" panose="02040503050406030204" pitchFamily="18" charset="0"/>
                          </a:rPr>
                        </m:ctrlPr>
                      </m:sSubPr>
                      <m:e>
                        <m:r>
                          <a:rPr kumimoji="1" lang="zh-CN" altLang="en-US" sz="2100" b="1" i="1" smtClean="0">
                            <a:effectLst>
                              <a:outerShdw blurRad="38100" dist="38100" dir="2700000" algn="tl">
                                <a:srgbClr val="FFFFFF"/>
                              </a:outerShdw>
                            </a:effectLst>
                            <a:latin typeface="Cambria Math" panose="02040503050406030204" pitchFamily="18" charset="0"/>
                          </a:rPr>
                          <m:t>𝜶</m:t>
                        </m:r>
                      </m:e>
                      <m:sub>
                        <m:r>
                          <a:rPr kumimoji="1" lang="en-US" altLang="zh-CN" sz="2100" b="1" i="1" smtClean="0">
                            <a:effectLst>
                              <a:outerShdw blurRad="38100" dist="38100" dir="2700000" algn="tl">
                                <a:srgbClr val="FFFFFF"/>
                              </a:outerShdw>
                            </a:effectLst>
                            <a:latin typeface="Cambria Math" panose="02040503050406030204" pitchFamily="18" charset="0"/>
                          </a:rPr>
                          <m:t>𝒏</m:t>
                        </m:r>
                      </m:sub>
                    </m:sSub>
                  </m:oMath>
                </a14:m>
                <a:r>
                  <a:rPr lang="en-US" altLang="zh-CN" sz="2100" b="1" dirty="0">
                    <a:latin typeface="Times New Roman" panose="02020603050405020304" pitchFamily="18" charset="0"/>
                  </a:rPr>
                  <a:t>   { </a:t>
                </a:r>
                <a:r>
                  <a:rPr lang="zh-CN" altLang="en-US" sz="2100" b="1" dirty="0">
                    <a:solidFill>
                      <a:srgbClr val="0000FF"/>
                    </a:solidFill>
                    <a:latin typeface="Times New Roman" panose="02020603050405020304" pitchFamily="18" charset="0"/>
                  </a:rPr>
                  <a:t>语义动作</a:t>
                </a:r>
                <a:r>
                  <a:rPr lang="en-US" altLang="zh-CN" sz="2100" b="1" dirty="0">
                    <a:solidFill>
                      <a:srgbClr val="0000FF"/>
                    </a:solidFill>
                    <a:latin typeface="Times New Roman" panose="02020603050405020304" pitchFamily="18" charset="0"/>
                  </a:rPr>
                  <a:t>n  </a:t>
                </a:r>
                <a:r>
                  <a:rPr lang="en-US" altLang="zh-CN" sz="2100" b="1" dirty="0">
                    <a:latin typeface="Times New Roman" panose="02020603050405020304" pitchFamily="18" charset="0"/>
                  </a:rPr>
                  <a:t>}</a:t>
                </a:r>
              </a:p>
            </p:txBody>
          </p:sp>
        </mc:Choice>
        <mc:Fallback xmlns="">
          <p:sp>
            <p:nvSpPr>
              <p:cNvPr id="114693" name="Rectangle 3"/>
              <p:cNvSpPr>
                <a:spLocks noGrp="1" noRot="1" noChangeAspect="1" noMove="1" noResize="1" noEditPoints="1" noAdjustHandles="1" noChangeArrowheads="1" noChangeShapeType="1" noTextEdit="1"/>
              </p:cNvSpPr>
              <p:nvPr>
                <p:ph idx="1"/>
              </p:nvPr>
            </p:nvSpPr>
            <p:spPr>
              <a:blipFill>
                <a:blip r:embed="rId2"/>
                <a:stretch>
                  <a:fillRect l="-1118" t="-1701" r="-958" b="-189"/>
                </a:stretch>
              </a:blipFill>
            </p:spPr>
            <p:txBody>
              <a:bodyPr/>
              <a:lstStyle/>
              <a:p>
                <a:r>
                  <a:rPr lang="zh-CN" altLang="en-US">
                    <a:noFill/>
                  </a:rPr>
                  <a:t> </a:t>
                </a:r>
              </a:p>
            </p:txBody>
          </p:sp>
        </mc:Fallback>
      </mc:AlternateContent>
      <p:sp>
        <p:nvSpPr>
          <p:cNvPr id="114692" name="Rectangle 2"/>
          <p:cNvSpPr>
            <a:spLocks noGrp="1" noChangeArrowheads="1"/>
          </p:cNvSpPr>
          <p:nvPr>
            <p:ph type="title"/>
          </p:nvPr>
        </p:nvSpPr>
        <p:spPr>
          <a:noFill/>
        </p:spPr>
        <p:txBody>
          <a:bodyPr anchor="ctr"/>
          <a:lstStyle/>
          <a:p>
            <a:pPr eaLnBrk="1" hangingPunct="1"/>
            <a:r>
              <a:rPr lang="en-US" altLang="zh-CN" sz="3000" dirty="0">
                <a:latin typeface="Times New Roman" panose="02020603050405020304" pitchFamily="18" charset="0"/>
              </a:rPr>
              <a:t>4.6 </a:t>
            </a:r>
            <a:r>
              <a:rPr lang="zh-CN" altLang="en-US" sz="3000" dirty="0">
                <a:latin typeface="Times New Roman" panose="02020603050405020304" pitchFamily="18" charset="0"/>
              </a:rPr>
              <a:t>语法分析程序的自动生成工具</a:t>
            </a:r>
            <a:r>
              <a:rPr lang="en-US" altLang="zh-CN" sz="3000" dirty="0" err="1">
                <a:latin typeface="Times New Roman" panose="02020603050405020304" pitchFamily="18" charset="0"/>
              </a:rPr>
              <a:t>Yacc</a:t>
            </a:r>
            <a:r>
              <a:rPr lang="en-US" altLang="zh-CN" sz="3000" dirty="0">
                <a:latin typeface="Times New Roman" panose="02020603050405020304" pitchFamily="18" charset="0"/>
              </a:rPr>
              <a:t> </a:t>
            </a:r>
          </a:p>
        </p:txBody>
      </p:sp>
      <p:sp>
        <p:nvSpPr>
          <p:cNvPr id="114691"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2797CC92-6AD7-4361-B059-7D189C3CF7D7}" type="slidenum">
              <a:rPr lang="en-US" altLang="zh-CN" sz="1050" b="0">
                <a:latin typeface="Arial" panose="020B0604020202020204" pitchFamily="34" charset="0"/>
                <a:ea typeface="宋体" panose="02010600030101010101" pitchFamily="2" charset="-122"/>
              </a:rPr>
              <a:pPr>
                <a:spcBef>
                  <a:spcPct val="0"/>
                </a:spcBef>
                <a:buClrTx/>
                <a:buSzTx/>
                <a:buFontTx/>
                <a:buNone/>
              </a:pPr>
              <a:t>49</a:t>
            </a:fld>
            <a:endParaRPr lang="en-US" altLang="zh-CN" sz="1050" b="0">
              <a:latin typeface="Arial" panose="020B0604020202020204" pitchFamily="34" charset="0"/>
              <a:ea typeface="宋体" panose="02010600030101010101" pitchFamily="2" charset="-122"/>
            </a:endParaRPr>
          </a:p>
        </p:txBody>
      </p:sp>
      <p:sp>
        <p:nvSpPr>
          <p:cNvPr id="5" name="对话气泡: 圆角矩形 4">
            <a:extLst>
              <a:ext uri="{FF2B5EF4-FFF2-40B4-BE49-F238E27FC236}">
                <a16:creationId xmlns:a16="http://schemas.microsoft.com/office/drawing/2014/main" id="{41D1FDF4-6881-438B-8008-301F2D90E820}"/>
              </a:ext>
            </a:extLst>
          </p:cNvPr>
          <p:cNvSpPr/>
          <p:nvPr/>
        </p:nvSpPr>
        <p:spPr>
          <a:xfrm>
            <a:off x="4572000" y="2211710"/>
            <a:ext cx="2880320" cy="1008112"/>
          </a:xfrm>
          <a:prstGeom prst="wedgeRoundRectCallout">
            <a:avLst>
              <a:gd name="adj1" fmla="val -72014"/>
              <a:gd name="adj2" fmla="val 58313"/>
              <a:gd name="adj3" fmla="val 16667"/>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FF0000"/>
                </a:solidFill>
              </a:rPr>
              <a:t>归约时</a:t>
            </a:r>
            <a:r>
              <a:rPr lang="zh-CN" altLang="en-US" sz="2000" b="1" dirty="0">
                <a:solidFill>
                  <a:srgbClr val="002060"/>
                </a:solidFill>
              </a:rPr>
              <a:t>调用</a:t>
            </a:r>
            <a:endParaRPr lang="en-US" altLang="zh-CN" sz="2000" b="1" dirty="0">
              <a:solidFill>
                <a:srgbClr val="002060"/>
              </a:solidFill>
            </a:endParaRPr>
          </a:p>
          <a:p>
            <a:pPr algn="ctr"/>
            <a:r>
              <a:rPr lang="zh-CN" altLang="en-US" sz="2000" b="1" dirty="0">
                <a:solidFill>
                  <a:srgbClr val="002060"/>
                </a:solidFill>
              </a:rPr>
              <a:t>用户自定义函数，创建树的若干结点</a:t>
            </a:r>
          </a:p>
        </p:txBody>
      </p:sp>
    </p:spTree>
    <p:extLst>
      <p:ext uri="{BB962C8B-B14F-4D97-AF65-F5344CB8AC3E}">
        <p14:creationId xmlns:p14="http://schemas.microsoft.com/office/powerpoint/2010/main" val="154650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3" name="Rectangle 3"/>
          <p:cNvSpPr>
            <a:spLocks noGrp="1" noChangeArrowheads="1"/>
          </p:cNvSpPr>
          <p:nvPr>
            <p:ph idx="1"/>
          </p:nvPr>
        </p:nvSpPr>
        <p:spPr>
          <a:noFill/>
        </p:spPr>
        <p:txBody>
          <a:bodyPr/>
          <a:lstStyle/>
          <a:p>
            <a:pPr eaLnBrk="1" hangingPunct="1">
              <a:spcBef>
                <a:spcPts val="1200"/>
              </a:spcBef>
            </a:pPr>
            <a:r>
              <a:rPr lang="en-US" altLang="zh-CN" b="1" dirty="0" err="1">
                <a:latin typeface="Times New Roman" panose="02020603050405020304" pitchFamily="18" charset="0"/>
              </a:rPr>
              <a:t>Yacc</a:t>
            </a:r>
            <a:r>
              <a:rPr lang="zh-CN" altLang="en-US" b="1" dirty="0">
                <a:latin typeface="Times New Roman" panose="02020603050405020304" pitchFamily="18" charset="0"/>
              </a:rPr>
              <a:t>源程序的</a:t>
            </a:r>
            <a:r>
              <a:rPr lang="zh-CN" altLang="en-US" b="1" dirty="0">
                <a:solidFill>
                  <a:srgbClr val="0070C0"/>
                </a:solidFill>
                <a:latin typeface="Times New Roman" panose="02020603050405020304" pitchFamily="18" charset="0"/>
              </a:rPr>
              <a:t>用户函数部分</a:t>
            </a:r>
            <a:endParaRPr lang="en-US" altLang="zh-CN" b="1" dirty="0">
              <a:solidFill>
                <a:srgbClr val="0070C0"/>
              </a:solidFill>
              <a:latin typeface="Times New Roman" panose="02020603050405020304" pitchFamily="18" charset="0"/>
            </a:endParaRPr>
          </a:p>
          <a:p>
            <a:pPr lvl="1" eaLnBrk="1" hangingPunct="1">
              <a:spcBef>
                <a:spcPts val="1200"/>
              </a:spcBef>
            </a:pPr>
            <a:r>
              <a:rPr lang="zh-CN" altLang="en-US" b="1" dirty="0">
                <a:latin typeface="Times New Roman" panose="02020603050405020304" pitchFamily="18" charset="0"/>
              </a:rPr>
              <a:t>可选的，由一些例行的</a:t>
            </a:r>
            <a:r>
              <a:rPr lang="en-US" altLang="zh-CN" b="1" dirty="0">
                <a:latin typeface="Times New Roman" panose="02020603050405020304" pitchFamily="18" charset="0"/>
              </a:rPr>
              <a:t>C</a:t>
            </a:r>
            <a:r>
              <a:rPr lang="zh-CN" altLang="en-US" b="1" dirty="0">
                <a:latin typeface="Times New Roman" panose="02020603050405020304" pitchFamily="18" charset="0"/>
              </a:rPr>
              <a:t>语言程序组成，主要包括</a:t>
            </a:r>
            <a:r>
              <a:rPr lang="en-US" altLang="zh-CN" b="1" dirty="0">
                <a:latin typeface="Times New Roman" panose="02020603050405020304" pitchFamily="18" charset="0"/>
              </a:rPr>
              <a:t>:</a:t>
            </a:r>
          </a:p>
          <a:p>
            <a:pPr lvl="1" eaLnBrk="1" hangingPunct="1">
              <a:spcBef>
                <a:spcPts val="1200"/>
              </a:spcBef>
            </a:pPr>
            <a:r>
              <a:rPr lang="zh-CN" altLang="en-US" b="1" dirty="0">
                <a:latin typeface="Times New Roman" panose="02020603050405020304" pitchFamily="18" charset="0"/>
              </a:rPr>
              <a:t>主程序</a:t>
            </a:r>
            <a:r>
              <a:rPr lang="en-US" altLang="zh-CN" b="1" dirty="0">
                <a:latin typeface="Times New Roman" panose="02020603050405020304" pitchFamily="18" charset="0"/>
              </a:rPr>
              <a:t>main( )</a:t>
            </a:r>
          </a:p>
          <a:p>
            <a:pPr lvl="1" eaLnBrk="1" hangingPunct="1">
              <a:spcBef>
                <a:spcPts val="1200"/>
              </a:spcBef>
            </a:pPr>
            <a:r>
              <a:rPr lang="zh-CN" altLang="en-US" b="1" dirty="0">
                <a:latin typeface="Times New Roman" panose="02020603050405020304" pitchFamily="18" charset="0"/>
              </a:rPr>
              <a:t>词法分析程序</a:t>
            </a:r>
            <a:r>
              <a:rPr lang="en-US" altLang="zh-CN" b="1" dirty="0" err="1">
                <a:latin typeface="Times New Roman" panose="02020603050405020304" pitchFamily="18" charset="0"/>
              </a:rPr>
              <a:t>yylex</a:t>
            </a:r>
            <a:r>
              <a:rPr lang="en-US" altLang="zh-CN" b="1" dirty="0">
                <a:latin typeface="Times New Roman" panose="02020603050405020304" pitchFamily="18" charset="0"/>
              </a:rPr>
              <a:t>( )    /*</a:t>
            </a:r>
            <a:r>
              <a:rPr lang="zh-CN" altLang="en-US" b="1" dirty="0">
                <a:latin typeface="Times New Roman" panose="02020603050405020304" pitchFamily="18" charset="0"/>
              </a:rPr>
              <a:t>如果是自定义的</a:t>
            </a:r>
            <a:r>
              <a:rPr lang="en-US" altLang="zh-CN" b="1" dirty="0">
                <a:latin typeface="Times New Roman" panose="02020603050405020304" pitchFamily="18" charset="0"/>
              </a:rPr>
              <a:t>*/</a:t>
            </a:r>
          </a:p>
          <a:p>
            <a:pPr lvl="1" eaLnBrk="1" hangingPunct="1">
              <a:spcBef>
                <a:spcPts val="1200"/>
              </a:spcBef>
            </a:pPr>
            <a:r>
              <a:rPr lang="zh-CN" altLang="en-US" b="1" dirty="0">
                <a:latin typeface="Times New Roman" panose="02020603050405020304" pitchFamily="18" charset="0"/>
              </a:rPr>
              <a:t>出错处理子程序</a:t>
            </a:r>
            <a:r>
              <a:rPr lang="en-US" altLang="zh-CN" b="1" dirty="0" err="1">
                <a:latin typeface="Times New Roman" panose="02020603050405020304" pitchFamily="18" charset="0"/>
              </a:rPr>
              <a:t>yyerror</a:t>
            </a:r>
            <a:r>
              <a:rPr lang="en-US" altLang="zh-CN" b="1" dirty="0">
                <a:latin typeface="Times New Roman" panose="02020603050405020304" pitchFamily="18" charset="0"/>
              </a:rPr>
              <a:t>( )</a:t>
            </a:r>
          </a:p>
          <a:p>
            <a:pPr lvl="1" eaLnBrk="1" hangingPunct="1">
              <a:spcBef>
                <a:spcPts val="1200"/>
              </a:spcBef>
            </a:pPr>
            <a:r>
              <a:rPr lang="zh-CN" altLang="en-US" b="1" dirty="0">
                <a:latin typeface="Times New Roman" panose="02020603050405020304" pitchFamily="18" charset="0"/>
              </a:rPr>
              <a:t>语义动作所调用的用户自定义函数及其他辅助函数等。</a:t>
            </a:r>
            <a:endParaRPr lang="en-US" altLang="zh-CN" b="1" dirty="0">
              <a:latin typeface="Times New Roman" panose="02020603050405020304" pitchFamily="18" charset="0"/>
            </a:endParaRPr>
          </a:p>
        </p:txBody>
      </p:sp>
      <p:sp>
        <p:nvSpPr>
          <p:cNvPr id="114692" name="Rectangle 2"/>
          <p:cNvSpPr>
            <a:spLocks noGrp="1" noChangeArrowheads="1"/>
          </p:cNvSpPr>
          <p:nvPr>
            <p:ph type="title"/>
          </p:nvPr>
        </p:nvSpPr>
        <p:spPr>
          <a:noFill/>
        </p:spPr>
        <p:txBody>
          <a:bodyPr anchor="ctr"/>
          <a:lstStyle/>
          <a:p>
            <a:pPr eaLnBrk="1" hangingPunct="1"/>
            <a:r>
              <a:rPr lang="en-US" altLang="zh-CN" sz="3000" dirty="0">
                <a:latin typeface="Times New Roman" panose="02020603050405020304" pitchFamily="18" charset="0"/>
              </a:rPr>
              <a:t>4.6 </a:t>
            </a:r>
            <a:r>
              <a:rPr lang="zh-CN" altLang="en-US" sz="3000" dirty="0">
                <a:latin typeface="Times New Roman" panose="02020603050405020304" pitchFamily="18" charset="0"/>
              </a:rPr>
              <a:t>语法分析程序的自动生成工具</a:t>
            </a:r>
            <a:r>
              <a:rPr lang="en-US" altLang="zh-CN" sz="3000" dirty="0" err="1">
                <a:latin typeface="Times New Roman" panose="02020603050405020304" pitchFamily="18" charset="0"/>
              </a:rPr>
              <a:t>Yacc</a:t>
            </a:r>
            <a:r>
              <a:rPr lang="en-US" altLang="zh-CN" sz="3000" dirty="0">
                <a:latin typeface="Times New Roman" panose="02020603050405020304" pitchFamily="18" charset="0"/>
              </a:rPr>
              <a:t> </a:t>
            </a:r>
          </a:p>
        </p:txBody>
      </p:sp>
      <p:sp>
        <p:nvSpPr>
          <p:cNvPr id="114691"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2797CC92-6AD7-4361-B059-7D189C3CF7D7}" type="slidenum">
              <a:rPr lang="en-US" altLang="zh-CN" sz="1050" b="0">
                <a:latin typeface="Arial" panose="020B0604020202020204" pitchFamily="34" charset="0"/>
                <a:ea typeface="宋体" panose="02010600030101010101" pitchFamily="2" charset="-122"/>
              </a:rPr>
              <a:pPr>
                <a:spcBef>
                  <a:spcPct val="0"/>
                </a:spcBef>
                <a:buClrTx/>
                <a:buSzTx/>
                <a:buFontTx/>
                <a:buNone/>
              </a:pPr>
              <a:t>50</a:t>
            </a:fld>
            <a:endParaRPr lang="en-US" altLang="zh-CN" sz="1050" b="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730412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2"/>
          <p:cNvSpPr>
            <a:spLocks noGrp="1" noChangeArrowheads="1"/>
          </p:cNvSpPr>
          <p:nvPr>
            <p:ph type="title"/>
          </p:nvPr>
        </p:nvSpPr>
        <p:spPr/>
        <p:txBody>
          <a:bodyPr anchor="ctr"/>
          <a:lstStyle/>
          <a:p>
            <a:pPr eaLnBrk="1" hangingPunct="1"/>
            <a:r>
              <a:rPr lang="zh-CN" altLang="en-US">
                <a:latin typeface="Times New Roman" panose="02020603050405020304" pitchFamily="18" charset="0"/>
              </a:rPr>
              <a:t>用</a:t>
            </a:r>
            <a:r>
              <a:rPr lang="en-US" altLang="zh-CN">
                <a:latin typeface="Times New Roman" panose="02020603050405020304" pitchFamily="18" charset="0"/>
              </a:rPr>
              <a:t>Yacc</a:t>
            </a:r>
            <a:r>
              <a:rPr lang="zh-CN" altLang="en-US">
                <a:latin typeface="Times New Roman" panose="02020603050405020304" pitchFamily="18" charset="0"/>
              </a:rPr>
              <a:t>和</a:t>
            </a:r>
            <a:r>
              <a:rPr lang="en-US" altLang="zh-CN">
                <a:latin typeface="Times New Roman" panose="02020603050405020304" pitchFamily="18" charset="0"/>
              </a:rPr>
              <a:t>Lex</a:t>
            </a:r>
            <a:r>
              <a:rPr lang="zh-CN" altLang="en-US">
                <a:latin typeface="Times New Roman" panose="02020603050405020304" pitchFamily="18" charset="0"/>
              </a:rPr>
              <a:t>合建编译程序</a:t>
            </a:r>
          </a:p>
        </p:txBody>
      </p:sp>
      <p:sp>
        <p:nvSpPr>
          <p:cNvPr id="115715"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2EB3DA32-6F6B-4255-85F6-DBE68EEA93DD}" type="slidenum">
              <a:rPr lang="en-US" altLang="zh-CN" sz="1050" b="0">
                <a:latin typeface="Arial" panose="020B0604020202020204" pitchFamily="34" charset="0"/>
                <a:ea typeface="宋体" panose="02010600030101010101" pitchFamily="2" charset="-122"/>
              </a:rPr>
              <a:pPr>
                <a:spcBef>
                  <a:spcPct val="0"/>
                </a:spcBef>
                <a:buClrTx/>
                <a:buSzTx/>
                <a:buFontTx/>
                <a:buNone/>
              </a:pPr>
              <a:t>51</a:t>
            </a:fld>
            <a:endParaRPr lang="en-US" altLang="zh-CN" sz="1050" b="0">
              <a:latin typeface="Arial" panose="020B0604020202020204" pitchFamily="34" charset="0"/>
              <a:ea typeface="宋体" panose="02010600030101010101" pitchFamily="2" charset="-122"/>
            </a:endParaRPr>
          </a:p>
        </p:txBody>
      </p:sp>
      <p:sp>
        <p:nvSpPr>
          <p:cNvPr id="115717" name="Rectangle 3"/>
          <p:cNvSpPr>
            <a:spLocks noChangeArrowheads="1"/>
          </p:cNvSpPr>
          <p:nvPr/>
        </p:nvSpPr>
        <p:spPr bwMode="auto">
          <a:xfrm>
            <a:off x="1143004" y="150483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Tahoma" panose="020B0604030504040204" pitchFamily="34" charset="0"/>
                <a:ea typeface="楷体_GB2312" panose="02010609030101010101" pitchFamily="49"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Tahoma" panose="020B0604030504040204" pitchFamily="34" charset="0"/>
                <a:ea typeface="楷体_GB2312" panose="02010609030101010101" pitchFamily="49"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Tahoma" panose="020B0604030504040204" pitchFamily="34" charset="0"/>
                <a:ea typeface="楷体_GB2312" panose="02010609030101010101" pitchFamily="49" charset="-122"/>
              </a:defRPr>
            </a:lvl9pPr>
          </a:lstStyle>
          <a:p>
            <a:pPr eaLnBrk="1" hangingPunct="1">
              <a:spcBef>
                <a:spcPct val="0"/>
              </a:spcBef>
              <a:buClrTx/>
              <a:buSzTx/>
              <a:buFontTx/>
              <a:buNone/>
            </a:pPr>
            <a:endParaRPr lang="zh-CN" altLang="en-US" sz="1800" b="0">
              <a:latin typeface="Times New Roman" panose="02020603050405020304" pitchFamily="18" charset="0"/>
              <a:ea typeface="宋体" panose="02010600030101010101" pitchFamily="2" charset="-122"/>
            </a:endParaRPr>
          </a:p>
        </p:txBody>
      </p:sp>
      <p:graphicFrame>
        <p:nvGraphicFramePr>
          <p:cNvPr id="115718" name="Object 4"/>
          <p:cNvGraphicFramePr>
            <a:graphicFrameLocks noChangeAspect="1"/>
          </p:cNvGraphicFramePr>
          <p:nvPr/>
        </p:nvGraphicFramePr>
        <p:xfrm>
          <a:off x="1547813" y="735810"/>
          <a:ext cx="6182916" cy="4126706"/>
        </p:xfrm>
        <a:graphic>
          <a:graphicData uri="http://schemas.openxmlformats.org/presentationml/2006/ole">
            <mc:AlternateContent xmlns:mc="http://schemas.openxmlformats.org/markup-compatibility/2006">
              <mc:Choice xmlns:v="urn:schemas-microsoft-com:vml" Requires="v">
                <p:oleObj spid="_x0000_s2302" name="Visio" r:id="rId3" imgW="3526830" imgH="2356720" progId="Visio.Drawing.11">
                  <p:embed/>
                </p:oleObj>
              </mc:Choice>
              <mc:Fallback>
                <p:oleObj name="Visio" r:id="rId3" imgW="3526830" imgH="2356720" progId="Visio.Drawing.11">
                  <p:embed/>
                  <p:pic>
                    <p:nvPicPr>
                      <p:cNvPr id="11571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735810"/>
                        <a:ext cx="6182916" cy="412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文本框 7">
            <a:extLst>
              <a:ext uri="{FF2B5EF4-FFF2-40B4-BE49-F238E27FC236}">
                <a16:creationId xmlns:a16="http://schemas.microsoft.com/office/drawing/2014/main" id="{D2D9FF0B-21A6-4ED3-A4E3-EEA19F009EAE}"/>
              </a:ext>
            </a:extLst>
          </p:cNvPr>
          <p:cNvSpPr txBox="1"/>
          <p:nvPr/>
        </p:nvSpPr>
        <p:spPr>
          <a:xfrm>
            <a:off x="3641068" y="881518"/>
            <a:ext cx="2160240" cy="369332"/>
          </a:xfrm>
          <a:prstGeom prst="rect">
            <a:avLst/>
          </a:prstGeom>
          <a:solidFill>
            <a:schemeClr val="accent5">
              <a:lumMod val="20000"/>
              <a:lumOff val="80000"/>
            </a:schemeClr>
          </a:solidFill>
          <a:ln>
            <a:solidFill>
              <a:schemeClr val="tx1"/>
            </a:solidFill>
          </a:ln>
        </p:spPr>
        <p:txBody>
          <a:bodyPr wrap="square" rtlCol="0">
            <a:spAutoFit/>
          </a:bodyPr>
          <a:lstStyle/>
          <a:p>
            <a:pPr algn="ctr"/>
            <a:r>
              <a:rPr lang="en-US" altLang="zh-CN" dirty="0">
                <a:latin typeface="Times New Roman" panose="02020603050405020304" pitchFamily="18" charset="0"/>
                <a:cs typeface="Times New Roman" panose="02020603050405020304" pitchFamily="18" charset="0"/>
              </a:rPr>
              <a:t>LALR</a:t>
            </a:r>
            <a:r>
              <a:rPr lang="zh-CN" altLang="en-US" dirty="0">
                <a:latin typeface="Times New Roman" panose="02020603050405020304" pitchFamily="18" charset="0"/>
                <a:cs typeface="Times New Roman" panose="02020603050405020304" pitchFamily="18" charset="0"/>
              </a:rPr>
              <a:t>分析</a:t>
            </a:r>
          </a:p>
        </p:txBody>
      </p:sp>
    </p:spTree>
    <p:extLst>
      <p:ext uri="{BB962C8B-B14F-4D97-AF65-F5344CB8AC3E}">
        <p14:creationId xmlns:p14="http://schemas.microsoft.com/office/powerpoint/2010/main" val="12011535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语法分析小结</a:t>
            </a:r>
          </a:p>
        </p:txBody>
      </p:sp>
      <p:sp>
        <p:nvSpPr>
          <p:cNvPr id="3" name="内容占位符 2"/>
          <p:cNvSpPr>
            <a:spLocks noGrp="1"/>
          </p:cNvSpPr>
          <p:nvPr>
            <p:ph idx="1"/>
          </p:nvPr>
        </p:nvSpPr>
        <p:spPr>
          <a:xfrm>
            <a:off x="611560" y="771550"/>
            <a:ext cx="8075238" cy="4104456"/>
          </a:xfrm>
        </p:spPr>
        <p:txBody>
          <a:bodyPr/>
          <a:lstStyle/>
          <a:p>
            <a:pPr marL="0">
              <a:spcBef>
                <a:spcPts val="600"/>
              </a:spcBef>
            </a:pPr>
            <a:r>
              <a:rPr lang="zh-CN" altLang="en-US" sz="2800" b="1" dirty="0">
                <a:latin typeface="Times New Roman" panose="02020603050405020304" pitchFamily="18" charset="0"/>
                <a:cs typeface="Times New Roman" panose="02020603050405020304" pitchFamily="18" charset="0"/>
              </a:rPr>
              <a:t>自顶向下分析</a:t>
            </a:r>
            <a:endParaRPr lang="en-US" altLang="zh-CN" sz="2800" b="1" dirty="0">
              <a:latin typeface="Times New Roman" panose="02020603050405020304" pitchFamily="18" charset="0"/>
              <a:cs typeface="Times New Roman" panose="02020603050405020304" pitchFamily="18" charset="0"/>
            </a:endParaRPr>
          </a:p>
          <a:p>
            <a:pPr marL="623888" lvl="1">
              <a:spcBef>
                <a:spcPts val="600"/>
              </a:spcBef>
            </a:pPr>
            <a:r>
              <a:rPr lang="zh-CN" altLang="en-US" sz="2400" b="1" dirty="0">
                <a:latin typeface="Times New Roman" panose="02020603050405020304" pitchFamily="18" charset="0"/>
                <a:cs typeface="Times New Roman" panose="02020603050405020304" pitchFamily="18" charset="0"/>
              </a:rPr>
              <a:t>核心问题：产生式的选择</a:t>
            </a:r>
            <a:endParaRPr lang="en-US" altLang="zh-CN" sz="2400" b="1" dirty="0">
              <a:latin typeface="Times New Roman" panose="02020603050405020304" pitchFamily="18" charset="0"/>
              <a:cs typeface="Times New Roman" panose="02020603050405020304" pitchFamily="18" charset="0"/>
            </a:endParaRPr>
          </a:p>
          <a:p>
            <a:pPr marL="623888" lvl="1">
              <a:spcBef>
                <a:spcPts val="600"/>
              </a:spcBef>
            </a:pPr>
            <a:r>
              <a:rPr lang="zh-CN" altLang="en-US" sz="2400" b="1" dirty="0">
                <a:latin typeface="Times New Roman" panose="02020603050405020304" pitchFamily="18" charset="0"/>
                <a:cs typeface="Times New Roman" panose="02020603050405020304" pitchFamily="18" charset="0"/>
              </a:rPr>
              <a:t>目标：无回溯的确定分析，每一步都选择唯一确定的产生式进行扩展</a:t>
            </a:r>
            <a:endParaRPr lang="en-US" altLang="zh-CN" sz="2400" b="1" dirty="0">
              <a:latin typeface="Times New Roman" panose="02020603050405020304" pitchFamily="18" charset="0"/>
              <a:cs typeface="Times New Roman" panose="02020603050405020304" pitchFamily="18" charset="0"/>
            </a:endParaRPr>
          </a:p>
          <a:p>
            <a:pPr marL="623888" lvl="1">
              <a:spcBef>
                <a:spcPts val="600"/>
              </a:spcBef>
            </a:pPr>
            <a:r>
              <a:rPr lang="zh-CN" altLang="en-US" sz="2400" b="1" dirty="0">
                <a:latin typeface="Times New Roman" panose="02020603050405020304" pitchFamily="18" charset="0"/>
                <a:cs typeface="Times New Roman" panose="02020603050405020304" pitchFamily="18" charset="0"/>
              </a:rPr>
              <a:t>解决办法：</a:t>
            </a:r>
            <a:endParaRPr lang="en-US" altLang="zh-CN" sz="2400" b="1" dirty="0">
              <a:latin typeface="Times New Roman" panose="02020603050405020304" pitchFamily="18" charset="0"/>
              <a:cs typeface="Times New Roman" panose="02020603050405020304" pitchFamily="18" charset="0"/>
            </a:endParaRPr>
          </a:p>
          <a:p>
            <a:pPr marL="1081088" lvl="2">
              <a:spcBef>
                <a:spcPts val="600"/>
              </a:spcBef>
            </a:pPr>
            <a:r>
              <a:rPr lang="zh-CN" altLang="en-US" sz="2400" b="1" dirty="0">
                <a:latin typeface="Times New Roman" panose="02020603050405020304" pitchFamily="18" charset="0"/>
                <a:cs typeface="Times New Roman" panose="02020603050405020304" pitchFamily="18" charset="0"/>
              </a:rPr>
              <a:t>预测分析法：使用最左推导，并参考当前输入符号，唯一确定推导产生式。</a:t>
            </a:r>
            <a:endParaRPr lang="en-US" altLang="zh-CN" sz="2400" b="1" dirty="0">
              <a:latin typeface="Times New Roman" panose="02020603050405020304" pitchFamily="18" charset="0"/>
              <a:cs typeface="Times New Roman" panose="02020603050405020304" pitchFamily="18" charset="0"/>
            </a:endParaRPr>
          </a:p>
          <a:p>
            <a:pPr marL="1081088" lvl="2">
              <a:spcBef>
                <a:spcPts val="600"/>
              </a:spcBef>
            </a:pPr>
            <a:r>
              <a:rPr lang="en-US" altLang="zh-CN" sz="2400" b="1" dirty="0">
                <a:latin typeface="Times New Roman" panose="02020603050405020304" pitchFamily="18" charset="0"/>
                <a:cs typeface="Times New Roman" panose="02020603050405020304" pitchFamily="18" charset="0"/>
              </a:rPr>
              <a:t> LL(1)</a:t>
            </a:r>
            <a:r>
              <a:rPr lang="zh-CN" altLang="en-US" sz="2400" b="1" dirty="0">
                <a:latin typeface="Times New Roman" panose="02020603050405020304" pitchFamily="18" charset="0"/>
                <a:cs typeface="Times New Roman" panose="02020603050405020304" pitchFamily="18" charset="0"/>
              </a:rPr>
              <a:t>文法 的判定（</a:t>
            </a:r>
            <a:r>
              <a:rPr lang="en-US" altLang="zh-CN" sz="2800" b="1" dirty="0">
                <a:latin typeface="Times New Roman" panose="02020603050405020304" pitchFamily="18" charset="0"/>
                <a:cs typeface="Times New Roman" panose="02020603050405020304" pitchFamily="18" charset="0"/>
              </a:rPr>
              <a:t>FIRST</a:t>
            </a:r>
            <a:r>
              <a:rPr lang="zh-CN" altLang="en-US" sz="2400" b="1" dirty="0">
                <a:latin typeface="Times New Roman" panose="02020603050405020304" pitchFamily="18" charset="0"/>
                <a:cs typeface="Times New Roman" panose="02020603050405020304" pitchFamily="18" charset="0"/>
              </a:rPr>
              <a:t>集，</a:t>
            </a:r>
            <a:r>
              <a:rPr lang="en-US" altLang="zh-CN" sz="2400" b="1" dirty="0">
                <a:latin typeface="Times New Roman" panose="02020603050405020304" pitchFamily="18" charset="0"/>
                <a:cs typeface="Times New Roman" panose="02020603050405020304" pitchFamily="18" charset="0"/>
              </a:rPr>
              <a:t>FOLLOW</a:t>
            </a:r>
            <a:r>
              <a:rPr lang="zh-CN" altLang="en-US" sz="2400" b="1" dirty="0">
                <a:latin typeface="Times New Roman" panose="02020603050405020304" pitchFamily="18" charset="0"/>
                <a:cs typeface="Times New Roman" panose="02020603050405020304" pitchFamily="18" charset="0"/>
              </a:rPr>
              <a:t>集，</a:t>
            </a:r>
            <a:r>
              <a:rPr lang="en-US" altLang="zh-CN" sz="2400" b="1" dirty="0">
                <a:latin typeface="Times New Roman" panose="02020603050405020304" pitchFamily="18" charset="0"/>
                <a:cs typeface="Times New Roman" panose="02020603050405020304" pitchFamily="18" charset="0"/>
              </a:rPr>
              <a:t>SELECT</a:t>
            </a:r>
            <a:r>
              <a:rPr lang="zh-CN" altLang="en-US" sz="2400" b="1" dirty="0">
                <a:latin typeface="Times New Roman" panose="02020603050405020304" pitchFamily="18" charset="0"/>
                <a:cs typeface="Times New Roman" panose="02020603050405020304" pitchFamily="18" charset="0"/>
              </a:rPr>
              <a:t>集 ）</a:t>
            </a:r>
            <a:endParaRPr lang="en-US" altLang="zh-CN" sz="2400" b="1" dirty="0">
              <a:latin typeface="Times New Roman" panose="02020603050405020304" pitchFamily="18" charset="0"/>
              <a:cs typeface="Times New Roman" panose="02020603050405020304" pitchFamily="18" charset="0"/>
            </a:endParaRPr>
          </a:p>
          <a:p>
            <a:pPr marL="0" lvl="1">
              <a:spcBef>
                <a:spcPts val="600"/>
              </a:spcBef>
            </a:pPr>
            <a:endParaRPr lang="en-US" altLang="zh-CN" sz="2400" b="1"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04675F6-6543-4816-BA20-7325C3CFBD0C}" type="slidenum">
              <a:rPr lang="zh-CN" altLang="en-US" smtClean="0"/>
              <a:pPr>
                <a:defRPr/>
              </a:pPr>
              <a:t>52</a:t>
            </a:fld>
            <a:endParaRPr lang="en-US" altLang="zh-CN" dirty="0"/>
          </a:p>
        </p:txBody>
      </p:sp>
    </p:spTree>
    <p:extLst>
      <p:ext uri="{BB962C8B-B14F-4D97-AF65-F5344CB8AC3E}">
        <p14:creationId xmlns:p14="http://schemas.microsoft.com/office/powerpoint/2010/main" val="101231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语法分析小结</a:t>
            </a:r>
          </a:p>
        </p:txBody>
      </p:sp>
      <p:sp>
        <p:nvSpPr>
          <p:cNvPr id="3" name="内容占位符 2"/>
          <p:cNvSpPr>
            <a:spLocks noGrp="1"/>
          </p:cNvSpPr>
          <p:nvPr>
            <p:ph idx="1"/>
          </p:nvPr>
        </p:nvSpPr>
        <p:spPr>
          <a:xfrm>
            <a:off x="457199" y="771550"/>
            <a:ext cx="8229599" cy="4104456"/>
          </a:xfrm>
        </p:spPr>
        <p:txBody>
          <a:bodyPr/>
          <a:lstStyle/>
          <a:p>
            <a:pPr>
              <a:spcBef>
                <a:spcPts val="600"/>
              </a:spcBef>
            </a:pPr>
            <a:r>
              <a:rPr lang="zh-CN" altLang="en-US" sz="3200" b="1" dirty="0">
                <a:latin typeface="Times New Roman" panose="02020603050405020304" pitchFamily="18" charset="0"/>
                <a:cs typeface="Times New Roman" panose="02020603050405020304" pitchFamily="18" charset="0"/>
              </a:rPr>
              <a:t>自顶向下分析</a:t>
            </a:r>
            <a:endParaRPr lang="en-US" altLang="zh-CN" sz="3200" b="1" dirty="0">
              <a:latin typeface="Times New Roman" panose="02020603050405020304" pitchFamily="18" charset="0"/>
              <a:cs typeface="Times New Roman" panose="02020603050405020304" pitchFamily="18" charset="0"/>
            </a:endParaRPr>
          </a:p>
          <a:p>
            <a:pPr lvl="1">
              <a:spcBef>
                <a:spcPts val="600"/>
              </a:spcBef>
            </a:pPr>
            <a:r>
              <a:rPr lang="zh-CN" altLang="en-US" sz="2800" b="1" dirty="0">
                <a:latin typeface="Times New Roman" panose="02020603050405020304" pitchFamily="18" charset="0"/>
                <a:cs typeface="Times New Roman" panose="02020603050405020304" pitchFamily="18" charset="0"/>
              </a:rPr>
              <a:t>方法：</a:t>
            </a:r>
            <a:endParaRPr lang="en-US" altLang="zh-CN" sz="2800" b="1" dirty="0">
              <a:latin typeface="Times New Roman" panose="02020603050405020304" pitchFamily="18" charset="0"/>
              <a:cs typeface="Times New Roman" panose="02020603050405020304" pitchFamily="18" charset="0"/>
            </a:endParaRPr>
          </a:p>
          <a:p>
            <a:pPr lvl="2">
              <a:spcBef>
                <a:spcPts val="600"/>
              </a:spcBef>
            </a:pPr>
            <a:r>
              <a:rPr lang="zh-CN" altLang="en-US" sz="2800" b="1" dirty="0">
                <a:latin typeface="Times New Roman" panose="02020603050405020304" pitchFamily="18" charset="0"/>
                <a:cs typeface="Times New Roman" panose="02020603050405020304" pitchFamily="18" charset="0"/>
              </a:rPr>
              <a:t>前提：无左递归、无左公因子</a:t>
            </a:r>
            <a:endParaRPr lang="en-US" altLang="zh-CN" sz="2800" b="1" dirty="0">
              <a:latin typeface="Times New Roman" panose="02020603050405020304" pitchFamily="18" charset="0"/>
              <a:cs typeface="Times New Roman" panose="02020603050405020304" pitchFamily="18" charset="0"/>
            </a:endParaRPr>
          </a:p>
          <a:p>
            <a:pPr lvl="2">
              <a:spcBef>
                <a:spcPts val="600"/>
              </a:spcBef>
            </a:pPr>
            <a:r>
              <a:rPr lang="zh-CN" altLang="en-US" sz="2800" b="1" dirty="0">
                <a:latin typeface="Times New Roman" panose="02020603050405020304" pitchFamily="18" charset="0"/>
                <a:cs typeface="Times New Roman" panose="02020603050405020304" pitchFamily="18" charset="0"/>
              </a:rPr>
              <a:t>递归的预测分析法</a:t>
            </a:r>
            <a:endParaRPr lang="en-US" altLang="zh-CN" sz="2800" b="1" dirty="0">
              <a:latin typeface="Times New Roman" panose="02020603050405020304" pitchFamily="18" charset="0"/>
              <a:cs typeface="Times New Roman" panose="02020603050405020304" pitchFamily="18" charset="0"/>
            </a:endParaRPr>
          </a:p>
          <a:p>
            <a:pPr lvl="2">
              <a:spcBef>
                <a:spcPts val="600"/>
              </a:spcBef>
            </a:pPr>
            <a:r>
              <a:rPr lang="zh-CN" altLang="en-US" sz="2800" b="1" dirty="0">
                <a:latin typeface="Times New Roman" panose="02020603050405020304" pitchFamily="18" charset="0"/>
                <a:cs typeface="Times New Roman" panose="02020603050405020304" pitchFamily="18" charset="0"/>
              </a:rPr>
              <a:t>非递归的</a:t>
            </a:r>
            <a:r>
              <a:rPr lang="en-US" altLang="zh-CN" sz="2800" b="1" dirty="0">
                <a:latin typeface="Times New Roman" panose="02020603050405020304" pitchFamily="18" charset="0"/>
                <a:cs typeface="Times New Roman" panose="02020603050405020304" pitchFamily="18" charset="0"/>
              </a:rPr>
              <a:t>LL(1)</a:t>
            </a:r>
            <a:r>
              <a:rPr lang="zh-CN" altLang="en-US" sz="2800" b="1" dirty="0">
                <a:latin typeface="Times New Roman" panose="02020603050405020304" pitchFamily="18" charset="0"/>
                <a:cs typeface="Times New Roman" panose="02020603050405020304" pitchFamily="18" charset="0"/>
              </a:rPr>
              <a:t>分析法</a:t>
            </a:r>
            <a:endParaRPr lang="en-US" altLang="zh-CN" sz="2800" b="1" dirty="0">
              <a:latin typeface="Times New Roman" panose="02020603050405020304" pitchFamily="18" charset="0"/>
              <a:cs typeface="Times New Roman" panose="02020603050405020304" pitchFamily="18" charset="0"/>
            </a:endParaRPr>
          </a:p>
          <a:p>
            <a:pPr lvl="2">
              <a:spcBef>
                <a:spcPts val="600"/>
              </a:spcBef>
            </a:pPr>
            <a:r>
              <a:rPr lang="en-US" altLang="zh-CN" sz="2800" b="1" dirty="0">
                <a:latin typeface="Times New Roman" panose="02020603050405020304" pitchFamily="18" charset="0"/>
                <a:cs typeface="Times New Roman" panose="02020603050405020304" pitchFamily="18" charset="0"/>
              </a:rPr>
              <a:t> </a:t>
            </a:r>
            <a:r>
              <a:rPr lang="zh-CN" altLang="en-US" sz="2800" b="1" dirty="0">
                <a:latin typeface="Times New Roman" panose="02020603050405020304" pitchFamily="18" charset="0"/>
                <a:cs typeface="Times New Roman" panose="02020603050405020304" pitchFamily="18" charset="0"/>
              </a:rPr>
              <a:t>表驱动的预测分析器构成与分析过程</a:t>
            </a:r>
            <a:endParaRPr lang="en-US" altLang="zh-CN" sz="2800" b="1" dirty="0">
              <a:latin typeface="Times New Roman" panose="02020603050405020304" pitchFamily="18" charset="0"/>
              <a:cs typeface="Times New Roman" panose="02020603050405020304" pitchFamily="18" charset="0"/>
            </a:endParaRPr>
          </a:p>
          <a:p>
            <a:pPr lvl="1">
              <a:spcBef>
                <a:spcPts val="600"/>
              </a:spcBef>
            </a:pPr>
            <a:r>
              <a:rPr lang="zh-CN" altLang="en-US" sz="2800" b="1" dirty="0">
                <a:latin typeface="Times New Roman" panose="02020603050405020304" pitchFamily="18" charset="0"/>
                <a:cs typeface="Times New Roman" panose="02020603050405020304" pitchFamily="18" charset="0"/>
              </a:rPr>
              <a:t>对分析树的先根深度优化遍历。（出栈顺序）</a:t>
            </a:r>
            <a:endParaRPr lang="en-US" altLang="zh-CN" sz="2800" b="1"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04675F6-6543-4816-BA20-7325C3CFBD0C}" type="slidenum">
              <a:rPr lang="zh-CN" altLang="en-US" smtClean="0"/>
              <a:pPr>
                <a:defRPr/>
              </a:pPr>
              <a:t>53</a:t>
            </a:fld>
            <a:endParaRPr lang="en-US" altLang="zh-CN" dirty="0"/>
          </a:p>
        </p:txBody>
      </p:sp>
      <p:grpSp>
        <p:nvGrpSpPr>
          <p:cNvPr id="7" name="组合 6">
            <a:extLst>
              <a:ext uri="{FF2B5EF4-FFF2-40B4-BE49-F238E27FC236}">
                <a16:creationId xmlns:a16="http://schemas.microsoft.com/office/drawing/2014/main" id="{AFA5E781-0559-4EC3-B7FE-02E1BDFA720F}"/>
              </a:ext>
            </a:extLst>
          </p:cNvPr>
          <p:cNvGrpSpPr/>
          <p:nvPr/>
        </p:nvGrpSpPr>
        <p:grpSpPr>
          <a:xfrm>
            <a:off x="5076056" y="2447769"/>
            <a:ext cx="3610741" cy="700045"/>
            <a:chOff x="4788024" y="3671905"/>
            <a:chExt cx="3094921" cy="700045"/>
          </a:xfrm>
        </p:grpSpPr>
        <p:sp>
          <p:nvSpPr>
            <p:cNvPr id="5" name="右大括号 4">
              <a:extLst>
                <a:ext uri="{FF2B5EF4-FFF2-40B4-BE49-F238E27FC236}">
                  <a16:creationId xmlns:a16="http://schemas.microsoft.com/office/drawing/2014/main" id="{302B8006-02C9-4A84-8B7C-9D019DECE191}"/>
                </a:ext>
              </a:extLst>
            </p:cNvPr>
            <p:cNvSpPr/>
            <p:nvPr/>
          </p:nvSpPr>
          <p:spPr>
            <a:xfrm>
              <a:off x="4788024" y="3671905"/>
              <a:ext cx="144016" cy="700045"/>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2000"/>
            </a:p>
          </p:txBody>
        </p:sp>
        <p:sp>
          <p:nvSpPr>
            <p:cNvPr id="6" name="文本框 5">
              <a:extLst>
                <a:ext uri="{FF2B5EF4-FFF2-40B4-BE49-F238E27FC236}">
                  <a16:creationId xmlns:a16="http://schemas.microsoft.com/office/drawing/2014/main" id="{C42DBF33-D3CD-4391-827E-8C97A9EBE37C}"/>
                </a:ext>
              </a:extLst>
            </p:cNvPr>
            <p:cNvSpPr txBox="1"/>
            <p:nvPr/>
          </p:nvSpPr>
          <p:spPr>
            <a:xfrm>
              <a:off x="4932040" y="3828985"/>
              <a:ext cx="2950905" cy="461665"/>
            </a:xfrm>
            <a:prstGeom prst="rect">
              <a:avLst/>
            </a:prstGeom>
            <a:noFill/>
          </p:spPr>
          <p:txBody>
            <a:bodyPr wrap="square" rtlCol="0">
              <a:spAutoFit/>
            </a:bodyPr>
            <a:lstStyle/>
            <a:p>
              <a:r>
                <a:rPr lang="zh-CN" altLang="en-US" sz="2400" b="1" dirty="0">
                  <a:solidFill>
                    <a:srgbClr val="0000FF"/>
                  </a:solidFill>
                  <a:latin typeface="华文楷体" panose="02010600040101010101" pitchFamily="2" charset="-122"/>
                  <a:ea typeface="华文楷体" panose="02010600040101010101" pitchFamily="2" charset="-122"/>
                </a:rPr>
                <a:t>核心：预测分析表构造</a:t>
              </a:r>
              <a:endParaRPr lang="en-US" altLang="zh-CN" sz="2400" b="1" dirty="0">
                <a:solidFill>
                  <a:srgbClr val="0000FF"/>
                </a:solidFill>
                <a:latin typeface="华文楷体" panose="02010600040101010101" pitchFamily="2" charset="-122"/>
                <a:ea typeface="华文楷体" panose="02010600040101010101" pitchFamily="2" charset="-122"/>
              </a:endParaRPr>
            </a:p>
          </p:txBody>
        </p:sp>
      </p:grpSp>
    </p:spTree>
    <p:extLst>
      <p:ext uri="{BB962C8B-B14F-4D97-AF65-F5344CB8AC3E}">
        <p14:creationId xmlns:p14="http://schemas.microsoft.com/office/powerpoint/2010/main" val="351419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down)">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wipe(down)">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down)">
                                      <p:cBhvr>
                                        <p:cTn id="25" dur="500"/>
                                        <p:tgtEl>
                                          <p:spTgt spid="3">
                                            <p:txEl>
                                              <p:pRg st="4" end="4"/>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down)">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down)">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wipe(down)">
                                      <p:cBhvr>
                                        <p:cTn id="3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语法分析小结</a:t>
            </a:r>
          </a:p>
        </p:txBody>
      </p:sp>
      <p:sp>
        <p:nvSpPr>
          <p:cNvPr id="3" name="内容占位符 2"/>
          <p:cNvSpPr>
            <a:spLocks noGrp="1"/>
          </p:cNvSpPr>
          <p:nvPr>
            <p:ph idx="1"/>
          </p:nvPr>
        </p:nvSpPr>
        <p:spPr>
          <a:xfrm>
            <a:off x="741575" y="803051"/>
            <a:ext cx="7737607" cy="3856931"/>
          </a:xfrm>
        </p:spPr>
        <p:txBody>
          <a:bodyPr/>
          <a:lstStyle/>
          <a:p>
            <a:pPr>
              <a:spcBef>
                <a:spcPts val="600"/>
              </a:spcBef>
            </a:pPr>
            <a:r>
              <a:rPr lang="zh-CN" altLang="en-US" sz="2800" b="1" dirty="0">
                <a:latin typeface="Times New Roman" panose="02020603050405020304" pitchFamily="18" charset="0"/>
                <a:cs typeface="Times New Roman" panose="02020603050405020304" pitchFamily="18" charset="0"/>
              </a:rPr>
              <a:t>自底向上分析</a:t>
            </a:r>
            <a:endParaRPr lang="en-US" altLang="zh-CN" sz="2800" b="1" dirty="0">
              <a:latin typeface="Times New Roman" panose="02020603050405020304" pitchFamily="18" charset="0"/>
              <a:cs typeface="Times New Roman" panose="02020603050405020304" pitchFamily="18" charset="0"/>
            </a:endParaRPr>
          </a:p>
          <a:p>
            <a:pPr lvl="1">
              <a:spcBef>
                <a:spcPts val="600"/>
              </a:spcBef>
            </a:pPr>
            <a:r>
              <a:rPr lang="zh-CN" altLang="en-US" sz="2800" b="1" dirty="0">
                <a:latin typeface="Times New Roman" panose="02020603050405020304" pitchFamily="18" charset="0"/>
                <a:cs typeface="Times New Roman" panose="02020603050405020304" pitchFamily="18" charset="0"/>
              </a:rPr>
              <a:t>核心问题：如何寻找正确的句柄进行归约？</a:t>
            </a:r>
            <a:endParaRPr lang="en-US" altLang="zh-CN" sz="2800" b="1" dirty="0">
              <a:latin typeface="Times New Roman" panose="02020603050405020304" pitchFamily="18" charset="0"/>
              <a:cs typeface="Times New Roman" panose="02020603050405020304" pitchFamily="18" charset="0"/>
            </a:endParaRPr>
          </a:p>
          <a:p>
            <a:pPr lvl="1">
              <a:spcBef>
                <a:spcPts val="600"/>
              </a:spcBef>
            </a:pPr>
            <a:r>
              <a:rPr lang="zh-CN" altLang="en-US" sz="2800" b="1" dirty="0">
                <a:latin typeface="Times New Roman" panose="02020603050405020304" pitchFamily="18" charset="0"/>
                <a:cs typeface="Times New Roman" panose="02020603050405020304" pitchFamily="18" charset="0"/>
              </a:rPr>
              <a:t>目标：每一步都正确地选择句柄进行归约</a:t>
            </a:r>
            <a:endParaRPr lang="en-US" altLang="zh-CN" sz="2800" b="1" dirty="0">
              <a:latin typeface="Times New Roman" panose="02020603050405020304" pitchFamily="18" charset="0"/>
              <a:cs typeface="Times New Roman" panose="02020603050405020304" pitchFamily="18" charset="0"/>
            </a:endParaRPr>
          </a:p>
          <a:p>
            <a:pPr lvl="1">
              <a:spcBef>
                <a:spcPts val="600"/>
              </a:spcBef>
            </a:pPr>
            <a:r>
              <a:rPr lang="zh-CN" altLang="en-US" sz="2800" b="1" dirty="0">
                <a:latin typeface="Times New Roman" panose="02020603050405020304" pitchFamily="18" charset="0"/>
                <a:cs typeface="Times New Roman" panose="02020603050405020304" pitchFamily="18" charset="0"/>
              </a:rPr>
              <a:t>解决办法：</a:t>
            </a:r>
            <a:endParaRPr lang="en-US" altLang="zh-CN" sz="2800" b="1" dirty="0">
              <a:latin typeface="Times New Roman" panose="02020603050405020304" pitchFamily="18" charset="0"/>
              <a:cs typeface="Times New Roman" panose="02020603050405020304" pitchFamily="18" charset="0"/>
            </a:endParaRPr>
          </a:p>
          <a:p>
            <a:pPr lvl="2">
              <a:spcBef>
                <a:spcPts val="600"/>
              </a:spcBef>
            </a:pPr>
            <a:r>
              <a:rPr lang="zh-CN" altLang="en-US" sz="2800" b="1" dirty="0">
                <a:latin typeface="Times New Roman" panose="02020603050405020304" pitchFamily="18" charset="0"/>
                <a:cs typeface="Times New Roman" panose="02020603050405020304" pitchFamily="18" charset="0"/>
              </a:rPr>
              <a:t>优先法：预定义文法符号之间的归约优先级</a:t>
            </a:r>
            <a:endParaRPr lang="en-US" altLang="zh-CN" sz="2800" b="1" dirty="0">
              <a:latin typeface="Times New Roman" panose="02020603050405020304" pitchFamily="18" charset="0"/>
              <a:cs typeface="Times New Roman" panose="02020603050405020304" pitchFamily="18" charset="0"/>
            </a:endParaRPr>
          </a:p>
          <a:p>
            <a:pPr lvl="2">
              <a:spcBef>
                <a:spcPts val="600"/>
              </a:spcBef>
            </a:pPr>
            <a:r>
              <a:rPr lang="zh-CN" altLang="en-US" sz="2800" b="1" dirty="0">
                <a:latin typeface="Times New Roman" panose="02020603050405020304" pitchFamily="18" charset="0"/>
                <a:cs typeface="Times New Roman" panose="02020603050405020304" pitchFamily="18" charset="0"/>
              </a:rPr>
              <a:t>状态法：使用状态追踪句柄的识别进度</a:t>
            </a:r>
            <a:endParaRPr lang="en-US" altLang="zh-CN" sz="2800" b="1" dirty="0">
              <a:latin typeface="Times New Roman" panose="02020603050405020304" pitchFamily="18" charset="0"/>
              <a:cs typeface="Times New Roman" panose="02020603050405020304" pitchFamily="18" charset="0"/>
            </a:endParaRPr>
          </a:p>
          <a:p>
            <a:pPr lvl="3">
              <a:spcBef>
                <a:spcPts val="600"/>
              </a:spcBef>
            </a:pPr>
            <a:r>
              <a:rPr lang="en-US" altLang="zh-CN" sz="2800" b="1" dirty="0">
                <a:latin typeface="Times New Roman" panose="02020603050405020304" pitchFamily="18" charset="0"/>
                <a:cs typeface="Times New Roman" panose="02020603050405020304" pitchFamily="18" charset="0"/>
              </a:rPr>
              <a:t> LR(0) </a:t>
            </a:r>
            <a:r>
              <a:rPr lang="zh-CN" altLang="en-US" sz="2800" b="1" dirty="0">
                <a:latin typeface="Times New Roman" panose="02020603050405020304" pitchFamily="18" charset="0"/>
                <a:cs typeface="Times New Roman" panose="02020603050405020304" pitchFamily="18" charset="0"/>
              </a:rPr>
              <a:t>项、</a:t>
            </a:r>
            <a:r>
              <a:rPr lang="en-US" altLang="zh-CN" sz="2800" b="1" dirty="0">
                <a:latin typeface="Times New Roman" panose="02020603050405020304" pitchFamily="18" charset="0"/>
                <a:cs typeface="Times New Roman" panose="02020603050405020304" pitchFamily="18" charset="0"/>
              </a:rPr>
              <a:t>LR(1) </a:t>
            </a:r>
            <a:r>
              <a:rPr lang="zh-CN" altLang="en-US" sz="2800" b="1" dirty="0">
                <a:latin typeface="Times New Roman" panose="02020603050405020304" pitchFamily="18" charset="0"/>
                <a:cs typeface="Times New Roman" panose="02020603050405020304" pitchFamily="18" charset="0"/>
              </a:rPr>
              <a:t>项</a:t>
            </a:r>
            <a:endParaRPr lang="en-US" altLang="zh-CN" sz="2800" b="1"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04675F6-6543-4816-BA20-7325C3CFBD0C}" type="slidenum">
              <a:rPr lang="zh-CN" altLang="en-US" smtClean="0"/>
              <a:pPr>
                <a:defRPr/>
              </a:pPr>
              <a:t>54</a:t>
            </a:fld>
            <a:endParaRPr lang="en-US" altLang="zh-CN"/>
          </a:p>
        </p:txBody>
      </p:sp>
    </p:spTree>
    <p:extLst>
      <p:ext uri="{BB962C8B-B14F-4D97-AF65-F5344CB8AC3E}">
        <p14:creationId xmlns:p14="http://schemas.microsoft.com/office/powerpoint/2010/main" val="89534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wipe(down)">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语法分析小结</a:t>
            </a:r>
          </a:p>
        </p:txBody>
      </p:sp>
      <p:sp>
        <p:nvSpPr>
          <p:cNvPr id="3" name="内容占位符 2"/>
          <p:cNvSpPr>
            <a:spLocks noGrp="1"/>
          </p:cNvSpPr>
          <p:nvPr>
            <p:ph idx="1"/>
          </p:nvPr>
        </p:nvSpPr>
        <p:spPr>
          <a:xfrm>
            <a:off x="395536" y="803051"/>
            <a:ext cx="8291263" cy="3784923"/>
          </a:xfrm>
        </p:spPr>
        <p:txBody>
          <a:bodyPr/>
          <a:lstStyle/>
          <a:p>
            <a:pPr>
              <a:spcBef>
                <a:spcPts val="600"/>
              </a:spcBef>
            </a:pPr>
            <a:r>
              <a:rPr lang="zh-CN" altLang="en-US" sz="2800" b="1" dirty="0">
                <a:latin typeface="Times New Roman" panose="02020603050405020304" pitchFamily="18" charset="0"/>
                <a:cs typeface="Times New Roman" panose="02020603050405020304" pitchFamily="18" charset="0"/>
              </a:rPr>
              <a:t>自底向上分析</a:t>
            </a:r>
            <a:endParaRPr lang="en-US" altLang="zh-CN" sz="2800" b="1" dirty="0">
              <a:latin typeface="Times New Roman" panose="02020603050405020304" pitchFamily="18" charset="0"/>
              <a:cs typeface="Times New Roman" panose="02020603050405020304" pitchFamily="18" charset="0"/>
            </a:endParaRPr>
          </a:p>
          <a:p>
            <a:pPr lvl="1">
              <a:spcBef>
                <a:spcPts val="600"/>
              </a:spcBef>
            </a:pPr>
            <a:r>
              <a:rPr lang="zh-CN" altLang="en-US" sz="2400" b="1" dirty="0">
                <a:latin typeface="Times New Roman" panose="02020603050405020304" pitchFamily="18" charset="0"/>
                <a:cs typeface="Times New Roman" panose="02020603050405020304" pitchFamily="18" charset="0"/>
              </a:rPr>
              <a:t>方法：</a:t>
            </a:r>
            <a:endParaRPr lang="en-US" altLang="zh-CN" sz="2400" b="1" dirty="0">
              <a:latin typeface="Times New Roman" panose="02020603050405020304" pitchFamily="18" charset="0"/>
              <a:cs typeface="Times New Roman" panose="02020603050405020304" pitchFamily="18" charset="0"/>
            </a:endParaRPr>
          </a:p>
          <a:p>
            <a:pPr lvl="2">
              <a:spcBef>
                <a:spcPts val="600"/>
              </a:spcBef>
            </a:pPr>
            <a:r>
              <a:rPr lang="zh-CN" altLang="en-US" sz="2400" b="1" dirty="0">
                <a:latin typeface="Times New Roman" panose="02020603050405020304" pitchFamily="18" charset="0"/>
                <a:cs typeface="Times New Roman" panose="02020603050405020304" pitchFamily="18" charset="0"/>
              </a:rPr>
              <a:t>算符优先法</a:t>
            </a:r>
            <a:endParaRPr lang="en-US" altLang="zh-CN" sz="2400" b="1" dirty="0">
              <a:latin typeface="Times New Roman" panose="02020603050405020304" pitchFamily="18" charset="0"/>
              <a:cs typeface="Times New Roman" panose="02020603050405020304" pitchFamily="18" charset="0"/>
            </a:endParaRPr>
          </a:p>
          <a:p>
            <a:pPr lvl="2">
              <a:spcBef>
                <a:spcPts val="600"/>
              </a:spcBef>
            </a:pPr>
            <a:r>
              <a:rPr lang="en-US" altLang="zh-CN" sz="2400" b="1" dirty="0">
                <a:latin typeface="Times New Roman" panose="02020603050405020304" pitchFamily="18" charset="0"/>
                <a:cs typeface="Times New Roman" panose="02020603050405020304" pitchFamily="18" charset="0"/>
              </a:rPr>
              <a:t>LR</a:t>
            </a:r>
            <a:r>
              <a:rPr lang="zh-CN" altLang="en-US" sz="2400" b="1" dirty="0">
                <a:latin typeface="Times New Roman" panose="02020603050405020304" pitchFamily="18" charset="0"/>
                <a:cs typeface="Times New Roman" panose="02020603050405020304" pitchFamily="18" charset="0"/>
              </a:rPr>
              <a:t>分析法：</a:t>
            </a:r>
            <a:r>
              <a:rPr lang="en-US" altLang="zh-CN" sz="2400" b="1" dirty="0">
                <a:latin typeface="Times New Roman" panose="02020603050405020304" pitchFamily="18" charset="0"/>
                <a:cs typeface="Times New Roman" panose="02020603050405020304" pitchFamily="18" charset="0"/>
              </a:rPr>
              <a:t>LR(0) SLR(1) LR(1) LALR(1)</a:t>
            </a:r>
          </a:p>
          <a:p>
            <a:pPr lvl="3">
              <a:spcBef>
                <a:spcPts val="600"/>
              </a:spcBef>
            </a:pPr>
            <a:r>
              <a:rPr lang="en-US" altLang="zh-CN" sz="2400" b="1" dirty="0">
                <a:latin typeface="Times New Roman" panose="02020603050405020304" pitchFamily="18" charset="0"/>
                <a:cs typeface="Times New Roman" panose="02020603050405020304" pitchFamily="18" charset="0"/>
              </a:rPr>
              <a:t> LR</a:t>
            </a:r>
            <a:r>
              <a:rPr lang="zh-CN" altLang="en-US" sz="2400" b="1" dirty="0">
                <a:latin typeface="Times New Roman" panose="02020603050405020304" pitchFamily="18" charset="0"/>
                <a:cs typeface="Times New Roman" panose="02020603050405020304" pitchFamily="18" charset="0"/>
              </a:rPr>
              <a:t>分析器模型与分析过程</a:t>
            </a:r>
            <a:endParaRPr lang="en-US" altLang="zh-CN" sz="2400" b="1" dirty="0">
              <a:latin typeface="Times New Roman" panose="02020603050405020304" pitchFamily="18" charset="0"/>
              <a:cs typeface="Times New Roman" panose="02020603050405020304" pitchFamily="18" charset="0"/>
            </a:endParaRPr>
          </a:p>
          <a:p>
            <a:pPr lvl="3">
              <a:spcBef>
                <a:spcPts val="600"/>
              </a:spcBef>
            </a:pPr>
            <a:r>
              <a:rPr lang="zh-CN" altLang="en-US" sz="2400" b="1" dirty="0">
                <a:latin typeface="Times New Roman" panose="02020603050405020304" pitchFamily="18" charset="0"/>
                <a:cs typeface="Times New Roman" panose="02020603050405020304" pitchFamily="18" charset="0"/>
              </a:rPr>
              <a:t>构造</a:t>
            </a:r>
            <a:r>
              <a:rPr lang="en-US" altLang="zh-CN" sz="2400" b="1" dirty="0">
                <a:latin typeface="Times New Roman" panose="02020603050405020304" pitchFamily="18" charset="0"/>
                <a:cs typeface="Times New Roman" panose="02020603050405020304" pitchFamily="18" charset="0"/>
              </a:rPr>
              <a:t>LR</a:t>
            </a:r>
            <a:r>
              <a:rPr lang="zh-CN" altLang="en-US" sz="2400" b="1" dirty="0">
                <a:latin typeface="Times New Roman" panose="02020603050405020304" pitchFamily="18" charset="0"/>
                <a:cs typeface="Times New Roman" panose="02020603050405020304" pitchFamily="18" charset="0"/>
              </a:rPr>
              <a:t>自动机，</a:t>
            </a:r>
            <a:r>
              <a:rPr lang="zh-CN" altLang="en-US" sz="2400" b="1" dirty="0">
                <a:solidFill>
                  <a:srgbClr val="0000FF"/>
                </a:solidFill>
                <a:latin typeface="Times New Roman" panose="02020603050405020304" pitchFamily="18" charset="0"/>
                <a:cs typeface="Times New Roman" panose="02020603050405020304" pitchFamily="18" charset="0"/>
              </a:rPr>
              <a:t>构造</a:t>
            </a:r>
            <a:r>
              <a:rPr lang="en-US" altLang="zh-CN" sz="2400" b="1" dirty="0">
                <a:solidFill>
                  <a:srgbClr val="0000FF"/>
                </a:solidFill>
                <a:latin typeface="Times New Roman" panose="02020603050405020304" pitchFamily="18" charset="0"/>
                <a:cs typeface="Times New Roman" panose="02020603050405020304" pitchFamily="18" charset="0"/>
              </a:rPr>
              <a:t>LR</a:t>
            </a:r>
            <a:r>
              <a:rPr lang="zh-CN" altLang="en-US" sz="2400" b="1" dirty="0">
                <a:solidFill>
                  <a:srgbClr val="0000FF"/>
                </a:solidFill>
                <a:latin typeface="Times New Roman" panose="02020603050405020304" pitchFamily="18" charset="0"/>
                <a:cs typeface="Times New Roman" panose="02020603050405020304" pitchFamily="18" charset="0"/>
              </a:rPr>
              <a:t>分析表（动作表和转移表）</a:t>
            </a:r>
            <a:endParaRPr lang="en-US" altLang="zh-CN" sz="2400" b="1" dirty="0">
              <a:solidFill>
                <a:srgbClr val="0000FF"/>
              </a:solidFill>
              <a:latin typeface="Times New Roman" panose="02020603050405020304" pitchFamily="18" charset="0"/>
              <a:cs typeface="Times New Roman" panose="02020603050405020304" pitchFamily="18" charset="0"/>
            </a:endParaRPr>
          </a:p>
          <a:p>
            <a:pPr lvl="3">
              <a:spcBef>
                <a:spcPts val="600"/>
              </a:spcBef>
            </a:pPr>
            <a:r>
              <a:rPr lang="en-US" altLang="zh-CN" sz="2400" b="1" dirty="0">
                <a:latin typeface="Times New Roman" panose="02020603050405020304" pitchFamily="18" charset="0"/>
                <a:cs typeface="Times New Roman" panose="02020603050405020304" pitchFamily="18" charset="0"/>
              </a:rPr>
              <a:t>LR(0)</a:t>
            </a:r>
            <a:r>
              <a:rPr lang="zh-CN" altLang="en-US" sz="2400" b="1" dirty="0">
                <a:latin typeface="Times New Roman" panose="02020603050405020304" pitchFamily="18" charset="0"/>
                <a:cs typeface="Times New Roman" panose="02020603050405020304" pitchFamily="18" charset="0"/>
              </a:rPr>
              <a:t>项集、</a:t>
            </a:r>
            <a:r>
              <a:rPr lang="en-US" altLang="zh-CN" sz="2400" b="1" dirty="0">
                <a:latin typeface="Times New Roman" panose="02020603050405020304" pitchFamily="18" charset="0"/>
                <a:cs typeface="Times New Roman" panose="02020603050405020304" pitchFamily="18" charset="0"/>
              </a:rPr>
              <a:t>LR(1)</a:t>
            </a:r>
            <a:r>
              <a:rPr lang="zh-CN" altLang="en-US" sz="2400" b="1" dirty="0">
                <a:latin typeface="Times New Roman" panose="02020603050405020304" pitchFamily="18" charset="0"/>
                <a:cs typeface="Times New Roman" panose="02020603050405020304" pitchFamily="18" charset="0"/>
              </a:rPr>
              <a:t>项集、闭包函数和</a:t>
            </a:r>
            <a:r>
              <a:rPr lang="en-US" altLang="zh-CN" sz="2400" b="1" dirty="0">
                <a:latin typeface="Times New Roman" panose="02020603050405020304" pitchFamily="18" charset="0"/>
                <a:cs typeface="Times New Roman" panose="02020603050405020304" pitchFamily="18" charset="0"/>
              </a:rPr>
              <a:t>GOTO</a:t>
            </a:r>
            <a:r>
              <a:rPr lang="zh-CN" altLang="en-US" sz="2400" b="1" dirty="0">
                <a:latin typeface="Times New Roman" panose="02020603050405020304" pitchFamily="18" charset="0"/>
                <a:cs typeface="Times New Roman" panose="02020603050405020304" pitchFamily="18" charset="0"/>
              </a:rPr>
              <a:t>函数</a:t>
            </a:r>
            <a:endParaRPr lang="en-US" altLang="zh-CN" sz="2400" b="1" dirty="0">
              <a:latin typeface="Times New Roman" panose="02020603050405020304" pitchFamily="18" charset="0"/>
              <a:cs typeface="Times New Roman" panose="02020603050405020304" pitchFamily="18" charset="0"/>
            </a:endParaRPr>
          </a:p>
          <a:p>
            <a:pPr lvl="3">
              <a:spcBef>
                <a:spcPts val="600"/>
              </a:spcBef>
            </a:pPr>
            <a:r>
              <a:rPr lang="zh-CN" altLang="en-US" sz="2400" b="1" dirty="0">
                <a:latin typeface="Times New Roman" panose="02020603050405020304" pitchFamily="18" charset="0"/>
                <a:cs typeface="Times New Roman" panose="02020603050405020304" pitchFamily="18" charset="0"/>
              </a:rPr>
              <a:t>规范句型、句柄、活前缀、有效项</a:t>
            </a:r>
            <a:endParaRPr lang="en-US" altLang="zh-CN" sz="2400" b="1" dirty="0">
              <a:latin typeface="Times New Roman" panose="02020603050405020304" pitchFamily="18" charset="0"/>
              <a:cs typeface="Times New Roman" panose="02020603050405020304" pitchFamily="18" charset="0"/>
            </a:endParaRPr>
          </a:p>
          <a:p>
            <a:pPr lvl="1">
              <a:spcBef>
                <a:spcPts val="600"/>
              </a:spcBef>
            </a:pPr>
            <a:r>
              <a:rPr lang="zh-CN" altLang="en-US" sz="2400" b="1" dirty="0">
                <a:latin typeface="Times New Roman" panose="02020603050405020304" pitchFamily="18" charset="0"/>
                <a:cs typeface="Times New Roman" panose="02020603050405020304" pitchFamily="18" charset="0"/>
              </a:rPr>
              <a:t>对分析树的后根深度优化遍历。（进栈顺序）</a:t>
            </a:r>
            <a:endParaRPr lang="en-US" altLang="zh-CN" sz="2400" b="1"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04675F6-6543-4816-BA20-7325C3CFBD0C}" type="slidenum">
              <a:rPr lang="zh-CN" altLang="en-US" smtClean="0"/>
              <a:pPr>
                <a:defRPr/>
              </a:pPr>
              <a:t>55</a:t>
            </a:fld>
            <a:endParaRPr lang="en-US" altLang="zh-CN"/>
          </a:p>
        </p:txBody>
      </p:sp>
    </p:spTree>
    <p:extLst>
      <p:ext uri="{BB962C8B-B14F-4D97-AF65-F5344CB8AC3E}">
        <p14:creationId xmlns:p14="http://schemas.microsoft.com/office/powerpoint/2010/main" val="1237532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wipe(down)">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wipe(down)">
                                      <p:cBhvr>
                                        <p:cTn id="30" dur="500"/>
                                        <p:tgtEl>
                                          <p:spTgt spid="3">
                                            <p:txEl>
                                              <p:pRg st="5" end="5"/>
                                            </p:txEl>
                                          </p:spTgt>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down)">
                                      <p:cBhvr>
                                        <p:cTn id="33" dur="500"/>
                                        <p:tgtEl>
                                          <p:spTgt spid="3">
                                            <p:txEl>
                                              <p:pRg st="6" end="6"/>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wipe(down)">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wipe(down)">
                                      <p:cBhvr>
                                        <p:cTn id="4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103EDC4-2FF1-46D7-A009-1F2757D87E5B}"/>
              </a:ext>
            </a:extLst>
          </p:cNvPr>
          <p:cNvSpPr>
            <a:spLocks noGrp="1"/>
          </p:cNvSpPr>
          <p:nvPr>
            <p:ph idx="1"/>
          </p:nvPr>
        </p:nvSpPr>
        <p:spPr/>
        <p:txBody>
          <a:bodyPr/>
          <a:lstStyle/>
          <a:p>
            <a:r>
              <a:rPr lang="zh-CN" altLang="en-US" b="1" dirty="0"/>
              <a:t>平台：头歌</a:t>
            </a:r>
            <a:endParaRPr lang="en-US" altLang="zh-CN" b="1" dirty="0"/>
          </a:p>
          <a:p>
            <a:r>
              <a:rPr lang="zh-CN" altLang="en-US" b="1" dirty="0"/>
              <a:t>发布时间：</a:t>
            </a:r>
            <a:r>
              <a:rPr lang="en-US" altLang="zh-CN" b="1" dirty="0"/>
              <a:t>3</a:t>
            </a:r>
            <a:r>
              <a:rPr lang="zh-CN" altLang="en-US" b="1" dirty="0"/>
              <a:t>月</a:t>
            </a:r>
            <a:r>
              <a:rPr lang="en-US" altLang="zh-CN" b="1" dirty="0"/>
              <a:t>16</a:t>
            </a:r>
            <a:r>
              <a:rPr lang="zh-CN" altLang="en-US" b="1" dirty="0"/>
              <a:t>日</a:t>
            </a:r>
            <a:r>
              <a:rPr lang="en-US" altLang="zh-CN" b="1" dirty="0"/>
              <a:t>12</a:t>
            </a:r>
            <a:r>
              <a:rPr lang="zh-CN" altLang="en-US" b="1" dirty="0"/>
              <a:t>点整</a:t>
            </a:r>
            <a:endParaRPr lang="en-US" altLang="zh-CN" b="1" dirty="0"/>
          </a:p>
          <a:p>
            <a:r>
              <a:rPr lang="zh-CN" altLang="en-US" b="1" dirty="0"/>
              <a:t>提交时间：</a:t>
            </a:r>
            <a:r>
              <a:rPr lang="en-US" altLang="zh-CN" b="1" dirty="0"/>
              <a:t>3</a:t>
            </a:r>
            <a:r>
              <a:rPr lang="zh-CN" altLang="en-US" b="1" dirty="0"/>
              <a:t>月</a:t>
            </a:r>
            <a:r>
              <a:rPr lang="en-US" altLang="zh-CN" b="1" dirty="0"/>
              <a:t>26</a:t>
            </a:r>
            <a:r>
              <a:rPr lang="zh-CN" altLang="en-US" b="1" dirty="0"/>
              <a:t>日</a:t>
            </a:r>
            <a:r>
              <a:rPr lang="en-US" altLang="zh-CN" b="1" dirty="0"/>
              <a:t>23</a:t>
            </a:r>
            <a:r>
              <a:rPr lang="zh-CN" altLang="en-US" b="1" dirty="0"/>
              <a:t>点</a:t>
            </a:r>
            <a:r>
              <a:rPr lang="en-US" altLang="zh-CN" b="1" dirty="0"/>
              <a:t>50</a:t>
            </a:r>
            <a:r>
              <a:rPr lang="zh-CN" altLang="en-US" b="1" dirty="0"/>
              <a:t>分</a:t>
            </a:r>
            <a:endParaRPr lang="en-US" altLang="zh-CN" b="1" dirty="0"/>
          </a:p>
          <a:p>
            <a:r>
              <a:rPr lang="zh-CN" altLang="en-US" b="1" dirty="0"/>
              <a:t>提交：答题区截图和答案</a:t>
            </a:r>
            <a:r>
              <a:rPr lang="en-US" altLang="zh-CN" b="1" dirty="0"/>
              <a:t>PDF</a:t>
            </a:r>
            <a:r>
              <a:rPr lang="zh-CN" altLang="en-US" b="1" dirty="0"/>
              <a:t>文件。</a:t>
            </a:r>
            <a:endParaRPr lang="en-US" altLang="zh-CN" b="1" dirty="0"/>
          </a:p>
        </p:txBody>
      </p:sp>
      <p:sp>
        <p:nvSpPr>
          <p:cNvPr id="3" name="标题 2">
            <a:extLst>
              <a:ext uri="{FF2B5EF4-FFF2-40B4-BE49-F238E27FC236}">
                <a16:creationId xmlns:a16="http://schemas.microsoft.com/office/drawing/2014/main" id="{C18F27BF-99FB-4EAE-995D-5FC20A249122}"/>
              </a:ext>
            </a:extLst>
          </p:cNvPr>
          <p:cNvSpPr>
            <a:spLocks noGrp="1"/>
          </p:cNvSpPr>
          <p:nvPr>
            <p:ph type="title"/>
          </p:nvPr>
        </p:nvSpPr>
        <p:spPr/>
        <p:txBody>
          <a:bodyPr/>
          <a:lstStyle/>
          <a:p>
            <a:r>
              <a:rPr lang="zh-CN" altLang="en-US" dirty="0"/>
              <a:t>第</a:t>
            </a:r>
            <a:r>
              <a:rPr lang="en-US" altLang="zh-CN" dirty="0"/>
              <a:t>04</a:t>
            </a:r>
            <a:r>
              <a:rPr lang="zh-CN" altLang="en-US" dirty="0"/>
              <a:t>次作业   第</a:t>
            </a:r>
            <a:r>
              <a:rPr lang="en-US" altLang="zh-CN" dirty="0"/>
              <a:t>4</a:t>
            </a:r>
            <a:r>
              <a:rPr lang="zh-CN" altLang="en-US" dirty="0"/>
              <a:t>章自底向上的语法分析</a:t>
            </a:r>
          </a:p>
        </p:txBody>
      </p:sp>
      <p:sp>
        <p:nvSpPr>
          <p:cNvPr id="4" name="灯片编号占位符 3">
            <a:extLst>
              <a:ext uri="{FF2B5EF4-FFF2-40B4-BE49-F238E27FC236}">
                <a16:creationId xmlns:a16="http://schemas.microsoft.com/office/drawing/2014/main" id="{A2FD8DF0-8023-4AD9-9297-3CF507A3E334}"/>
              </a:ext>
            </a:extLst>
          </p:cNvPr>
          <p:cNvSpPr>
            <a:spLocks noGrp="1"/>
          </p:cNvSpPr>
          <p:nvPr>
            <p:ph type="sldNum" sz="quarter" idx="12"/>
          </p:nvPr>
        </p:nvSpPr>
        <p:spPr/>
        <p:txBody>
          <a:bodyPr/>
          <a:lstStyle/>
          <a:p>
            <a:pPr>
              <a:defRPr/>
            </a:pPr>
            <a:fld id="{76D20AB1-C80E-44EB-B890-88EEF3B3DC08}" type="slidenum">
              <a:rPr lang="zh-CN" altLang="en-US" smtClean="0"/>
              <a:pPr>
                <a:defRPr/>
              </a:pPr>
              <a:t>56</a:t>
            </a:fld>
            <a:endParaRPr lang="en-US" altLang="zh-CN"/>
          </a:p>
        </p:txBody>
      </p:sp>
    </p:spTree>
    <p:extLst>
      <p:ext uri="{BB962C8B-B14F-4D97-AF65-F5344CB8AC3E}">
        <p14:creationId xmlns:p14="http://schemas.microsoft.com/office/powerpoint/2010/main" val="8381187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BE22ED6-0F97-44B8-915D-66DAC039CAB2}"/>
              </a:ext>
            </a:extLst>
          </p:cNvPr>
          <p:cNvSpPr>
            <a:spLocks noGrp="1"/>
          </p:cNvSpPr>
          <p:nvPr>
            <p:ph idx="1"/>
          </p:nvPr>
        </p:nvSpPr>
        <p:spPr>
          <a:xfrm>
            <a:off x="251520" y="843558"/>
            <a:ext cx="5688632" cy="3960440"/>
          </a:xfrm>
        </p:spPr>
        <p:txBody>
          <a:bodyPr/>
          <a:lstStyle/>
          <a:p>
            <a:r>
              <a:rPr lang="zh-CN" altLang="en-US" sz="1600" b="1" dirty="0"/>
              <a:t>时间：第五周周日（</a:t>
            </a:r>
            <a:r>
              <a:rPr lang="en-US" altLang="zh-CN" sz="1600" b="1" dirty="0"/>
              <a:t>3</a:t>
            </a:r>
            <a:r>
              <a:rPr lang="zh-CN" altLang="en-US" sz="1600" b="1" dirty="0"/>
              <a:t>月</a:t>
            </a:r>
            <a:r>
              <a:rPr lang="en-US" altLang="zh-CN" sz="1600" b="1" dirty="0"/>
              <a:t>26</a:t>
            </a:r>
            <a:r>
              <a:rPr lang="zh-CN" altLang="en-US" sz="1600" b="1" dirty="0"/>
              <a:t>日）下午</a:t>
            </a:r>
            <a:endParaRPr lang="en-US" altLang="zh-CN" sz="1600" b="1" dirty="0"/>
          </a:p>
          <a:p>
            <a:r>
              <a:rPr lang="zh-CN" altLang="en-US" sz="1600" b="1" dirty="0"/>
              <a:t>地点：格物</a:t>
            </a:r>
            <a:r>
              <a:rPr lang="en-US" altLang="zh-CN" sz="1600" b="1" dirty="0"/>
              <a:t>207</a:t>
            </a:r>
          </a:p>
          <a:p>
            <a:r>
              <a:rPr lang="zh-CN" altLang="en-US" sz="1600" b="1" dirty="0"/>
              <a:t>要求：</a:t>
            </a:r>
            <a:r>
              <a:rPr lang="zh-CN" altLang="en-US" sz="1600" b="1" dirty="0">
                <a:solidFill>
                  <a:srgbClr val="FF0000"/>
                </a:solidFill>
              </a:rPr>
              <a:t>实验指导书中的要求为准</a:t>
            </a:r>
            <a:endParaRPr lang="en-US" altLang="zh-CN" sz="1600" b="1" dirty="0">
              <a:solidFill>
                <a:srgbClr val="FF0000"/>
              </a:solidFill>
            </a:endParaRPr>
          </a:p>
          <a:p>
            <a:r>
              <a:rPr lang="zh-CN" altLang="en-US" sz="1600" b="1" dirty="0"/>
              <a:t>方式：分</a:t>
            </a:r>
            <a:r>
              <a:rPr lang="en-US" altLang="zh-CN" sz="1600" b="1" dirty="0"/>
              <a:t>4</a:t>
            </a:r>
            <a:r>
              <a:rPr lang="zh-CN" altLang="en-US" sz="1600" b="1" dirty="0"/>
              <a:t>组现场验收（学生自带笔记本电脑）</a:t>
            </a:r>
            <a:endParaRPr lang="en-US" altLang="zh-CN" sz="1600" b="1" dirty="0"/>
          </a:p>
          <a:p>
            <a:pPr lvl="1"/>
            <a:r>
              <a:rPr lang="zh-CN" altLang="en-US" sz="1600" b="1" dirty="0"/>
              <a:t>运行测试用例，输出结果检查</a:t>
            </a:r>
            <a:endParaRPr lang="en-US" altLang="zh-CN" sz="1600" b="1" dirty="0"/>
          </a:p>
          <a:p>
            <a:pPr lvl="2"/>
            <a:r>
              <a:rPr lang="zh-CN" altLang="en-US" sz="1400" b="1" dirty="0"/>
              <a:t>你的程序应能遍历</a:t>
            </a:r>
            <a:r>
              <a:rPr lang="en-US" altLang="zh-CN" sz="1400" b="1" dirty="0">
                <a:solidFill>
                  <a:srgbClr val="FF0000"/>
                </a:solidFill>
              </a:rPr>
              <a:t>U</a:t>
            </a:r>
            <a:r>
              <a:rPr lang="zh-CN" altLang="en-US" sz="1400" b="1" dirty="0">
                <a:solidFill>
                  <a:srgbClr val="FF0000"/>
                </a:solidFill>
              </a:rPr>
              <a:t>盘</a:t>
            </a:r>
            <a:r>
              <a:rPr lang="en-US" altLang="zh-CN" sz="1400" b="1" dirty="0">
                <a:solidFill>
                  <a:srgbClr val="FF0000"/>
                </a:solidFill>
              </a:rPr>
              <a:t>test</a:t>
            </a:r>
            <a:r>
              <a:rPr lang="zh-CN" altLang="en-US" sz="1400" b="1" dirty="0">
                <a:solidFill>
                  <a:srgbClr val="FF0000"/>
                </a:solidFill>
              </a:rPr>
              <a:t>文件夹中的</a:t>
            </a:r>
            <a:r>
              <a:rPr lang="en-US" altLang="zh-CN" sz="1400" b="1" dirty="0">
                <a:solidFill>
                  <a:srgbClr val="FF0000"/>
                </a:solidFill>
              </a:rPr>
              <a:t>C- -</a:t>
            </a:r>
            <a:r>
              <a:rPr lang="zh-CN" altLang="en-US" sz="1400" b="1" dirty="0">
                <a:solidFill>
                  <a:srgbClr val="FF0000"/>
                </a:solidFill>
              </a:rPr>
              <a:t>源码文件列表，进行编译并将编译结果到</a:t>
            </a:r>
            <a:r>
              <a:rPr lang="en-US" altLang="zh-CN" sz="1400" b="1" dirty="0">
                <a:solidFill>
                  <a:srgbClr val="FF0000"/>
                </a:solidFill>
              </a:rPr>
              <a:t>U</a:t>
            </a:r>
            <a:r>
              <a:rPr lang="zh-CN" altLang="en-US" sz="1400" b="1" dirty="0">
                <a:solidFill>
                  <a:srgbClr val="FF0000"/>
                </a:solidFill>
              </a:rPr>
              <a:t>盘</a:t>
            </a:r>
            <a:r>
              <a:rPr lang="en-US" altLang="zh-CN" sz="1400" b="1" dirty="0">
                <a:solidFill>
                  <a:srgbClr val="FF0000"/>
                </a:solidFill>
              </a:rPr>
              <a:t>result</a:t>
            </a:r>
            <a:r>
              <a:rPr lang="zh-CN" altLang="en-US" sz="1400" b="1" dirty="0">
                <a:solidFill>
                  <a:srgbClr val="FF0000"/>
                </a:solidFill>
              </a:rPr>
              <a:t>文件夹下多个文件或者一个文件中</a:t>
            </a:r>
            <a:r>
              <a:rPr lang="zh-CN" altLang="en-US" sz="1400" b="1" dirty="0"/>
              <a:t>。</a:t>
            </a:r>
            <a:endParaRPr lang="en-US" altLang="zh-CN" sz="1400" b="1" dirty="0"/>
          </a:p>
          <a:p>
            <a:pPr lvl="1"/>
            <a:r>
              <a:rPr lang="zh-CN" altLang="en-US" sz="1600" b="1" dirty="0"/>
              <a:t>个性化功能讲解</a:t>
            </a:r>
            <a:endParaRPr lang="en-US" altLang="zh-CN" sz="1600" b="1" dirty="0"/>
          </a:p>
          <a:p>
            <a:pPr lvl="1"/>
            <a:r>
              <a:rPr lang="zh-CN" altLang="en-US" sz="1600" b="1" dirty="0"/>
              <a:t>提问答辩</a:t>
            </a:r>
            <a:endParaRPr lang="en-US" altLang="zh-CN" sz="1600" b="1" dirty="0"/>
          </a:p>
          <a:p>
            <a:pPr lvl="1"/>
            <a:r>
              <a:rPr lang="en-US" altLang="zh-CN" sz="1600" b="1" dirty="0"/>
              <a:t>……</a:t>
            </a:r>
          </a:p>
          <a:p>
            <a:r>
              <a:rPr lang="zh-CN" altLang="en-US" sz="1600" b="1" dirty="0">
                <a:solidFill>
                  <a:srgbClr val="FF0000"/>
                </a:solidFill>
              </a:rPr>
              <a:t>验收后一周之内</a:t>
            </a:r>
            <a:r>
              <a:rPr lang="zh-CN" altLang="en-US" sz="1600" b="1" dirty="0"/>
              <a:t>按</a:t>
            </a:r>
            <a:r>
              <a:rPr lang="zh-CN" altLang="en-US" sz="1600" b="1" dirty="0">
                <a:solidFill>
                  <a:srgbClr val="0000FF"/>
                </a:solidFill>
              </a:rPr>
              <a:t>实验指导书</a:t>
            </a:r>
            <a:r>
              <a:rPr lang="zh-CN" altLang="en-US" sz="1600" b="1" dirty="0"/>
              <a:t>中的要求提交</a:t>
            </a:r>
            <a:r>
              <a:rPr lang="zh-CN" altLang="en-US" sz="1600" b="1" dirty="0">
                <a:solidFill>
                  <a:srgbClr val="0000FF"/>
                </a:solidFill>
              </a:rPr>
              <a:t>源程序和</a:t>
            </a:r>
            <a:r>
              <a:rPr lang="en-US" altLang="zh-CN" sz="1600" b="1" dirty="0">
                <a:solidFill>
                  <a:srgbClr val="0000FF"/>
                </a:solidFill>
              </a:rPr>
              <a:t>PDF</a:t>
            </a:r>
            <a:r>
              <a:rPr lang="zh-CN" altLang="en-US" sz="1600" b="1" dirty="0">
                <a:solidFill>
                  <a:srgbClr val="0000FF"/>
                </a:solidFill>
              </a:rPr>
              <a:t>格式报告</a:t>
            </a:r>
            <a:endParaRPr lang="en-US" altLang="zh-CN" sz="1600" b="1" dirty="0"/>
          </a:p>
          <a:p>
            <a:pPr lvl="1"/>
            <a:r>
              <a:rPr lang="zh-CN" altLang="en-US" sz="1600" b="1" dirty="0"/>
              <a:t>头歌平台</a:t>
            </a:r>
            <a:endParaRPr lang="en-US" altLang="zh-CN" sz="1600" b="1" dirty="0"/>
          </a:p>
        </p:txBody>
      </p:sp>
      <p:sp>
        <p:nvSpPr>
          <p:cNvPr id="3" name="标题 2">
            <a:extLst>
              <a:ext uri="{FF2B5EF4-FFF2-40B4-BE49-F238E27FC236}">
                <a16:creationId xmlns:a16="http://schemas.microsoft.com/office/drawing/2014/main" id="{1EC28429-3CF5-4475-AC61-704AB5B356FD}"/>
              </a:ext>
            </a:extLst>
          </p:cNvPr>
          <p:cNvSpPr>
            <a:spLocks noGrp="1"/>
          </p:cNvSpPr>
          <p:nvPr>
            <p:ph type="title"/>
          </p:nvPr>
        </p:nvSpPr>
        <p:spPr/>
        <p:txBody>
          <a:bodyPr/>
          <a:lstStyle/>
          <a:p>
            <a:r>
              <a:rPr lang="zh-CN" altLang="en-US" dirty="0"/>
              <a:t>实验一 验收</a:t>
            </a:r>
          </a:p>
        </p:txBody>
      </p:sp>
      <p:sp>
        <p:nvSpPr>
          <p:cNvPr id="4" name="灯片编号占位符 3">
            <a:extLst>
              <a:ext uri="{FF2B5EF4-FFF2-40B4-BE49-F238E27FC236}">
                <a16:creationId xmlns:a16="http://schemas.microsoft.com/office/drawing/2014/main" id="{737F41C2-1CA2-48DE-A70D-5F3152B7AD1A}"/>
              </a:ext>
            </a:extLst>
          </p:cNvPr>
          <p:cNvSpPr>
            <a:spLocks noGrp="1"/>
          </p:cNvSpPr>
          <p:nvPr>
            <p:ph type="sldNum" sz="quarter" idx="12"/>
          </p:nvPr>
        </p:nvSpPr>
        <p:spPr/>
        <p:txBody>
          <a:bodyPr/>
          <a:lstStyle/>
          <a:p>
            <a:pPr>
              <a:defRPr/>
            </a:pPr>
            <a:fld id="{76D20AB1-C80E-44EB-B890-88EEF3B3DC08}" type="slidenum">
              <a:rPr lang="zh-CN" altLang="en-US" smtClean="0"/>
              <a:pPr>
                <a:defRPr/>
              </a:pPr>
              <a:t>57</a:t>
            </a:fld>
            <a:endParaRPr lang="en-US" altLang="zh-CN"/>
          </a:p>
        </p:txBody>
      </p:sp>
      <p:pic>
        <p:nvPicPr>
          <p:cNvPr id="5" name="图片 4">
            <a:extLst>
              <a:ext uri="{FF2B5EF4-FFF2-40B4-BE49-F238E27FC236}">
                <a16:creationId xmlns:a16="http://schemas.microsoft.com/office/drawing/2014/main" id="{9FDB2027-9FFA-437D-B7C1-62E1EF2C8FA3}"/>
              </a:ext>
            </a:extLst>
          </p:cNvPr>
          <p:cNvPicPr>
            <a:picLocks noChangeAspect="1"/>
          </p:cNvPicPr>
          <p:nvPr/>
        </p:nvPicPr>
        <p:blipFill>
          <a:blip r:embed="rId2"/>
          <a:stretch>
            <a:fillRect/>
          </a:stretch>
        </p:blipFill>
        <p:spPr>
          <a:xfrm>
            <a:off x="5893925" y="596288"/>
            <a:ext cx="3167905" cy="2551526"/>
          </a:xfrm>
          <a:prstGeom prst="rect">
            <a:avLst/>
          </a:prstGeom>
          <a:ln>
            <a:solidFill>
              <a:schemeClr val="tx1"/>
            </a:solidFill>
          </a:ln>
        </p:spPr>
      </p:pic>
    </p:spTree>
    <p:extLst>
      <p:ext uri="{BB962C8B-B14F-4D97-AF65-F5344CB8AC3E}">
        <p14:creationId xmlns:p14="http://schemas.microsoft.com/office/powerpoint/2010/main" val="23551136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a:extLst>
              <a:ext uri="{FF2B5EF4-FFF2-40B4-BE49-F238E27FC236}">
                <a16:creationId xmlns:a16="http://schemas.microsoft.com/office/drawing/2014/main" id="{A8B1502A-E565-4F8F-BEFB-399DDF6179E1}"/>
              </a:ext>
            </a:extLst>
          </p:cNvPr>
          <p:cNvSpPr>
            <a:spLocks noGrp="1"/>
          </p:cNvSpPr>
          <p:nvPr>
            <p:ph idx="1"/>
          </p:nvPr>
        </p:nvSpPr>
        <p:spPr>
          <a:xfrm>
            <a:off x="251520" y="873126"/>
            <a:ext cx="7128792" cy="4002880"/>
          </a:xfrm>
        </p:spPr>
        <p:txBody>
          <a:bodyPr/>
          <a:lstStyle/>
          <a:p>
            <a:r>
              <a:rPr lang="zh-CN" altLang="en-US" b="1" dirty="0"/>
              <a:t>语法树的创建</a:t>
            </a:r>
            <a:endParaRPr lang="en-US" altLang="zh-CN" b="1" dirty="0"/>
          </a:p>
          <a:p>
            <a:pPr lvl="1"/>
            <a:r>
              <a:rPr lang="zh-CN" altLang="en-US" b="1" dirty="0"/>
              <a:t>语义动作中调用自定义函数创建语法树</a:t>
            </a:r>
            <a:endParaRPr lang="en-US" altLang="zh-CN" b="1" dirty="0"/>
          </a:p>
          <a:p>
            <a:pPr lvl="1"/>
            <a:r>
              <a:rPr lang="zh-CN" altLang="en-US" b="1" dirty="0"/>
              <a:t>确定多叉树的存储结构</a:t>
            </a:r>
            <a:endParaRPr lang="en-US" altLang="zh-CN" b="1" dirty="0"/>
          </a:p>
          <a:p>
            <a:pPr lvl="2"/>
            <a:r>
              <a:rPr lang="zh-CN" altLang="en-US" b="1" dirty="0"/>
              <a:t>为不同文法符号定义不同的属性值类型</a:t>
            </a:r>
            <a:endParaRPr lang="en-US" altLang="zh-CN" b="1" dirty="0"/>
          </a:p>
          <a:p>
            <a:pPr lvl="2"/>
            <a:r>
              <a:rPr lang="zh-CN" altLang="en-US" b="1" dirty="0"/>
              <a:t>终结符号类型就是其词法值的类型</a:t>
            </a:r>
            <a:endParaRPr lang="en-US" altLang="zh-CN" b="1" dirty="0"/>
          </a:p>
          <a:p>
            <a:pPr lvl="2"/>
            <a:r>
              <a:rPr lang="zh-CN" altLang="en-US" b="1" dirty="0"/>
              <a:t>非终结符号属性值类型是指向子结点的指针</a:t>
            </a:r>
            <a:endParaRPr lang="en-US" altLang="zh-CN" b="1" dirty="0"/>
          </a:p>
          <a:p>
            <a:pPr lvl="1"/>
            <a:r>
              <a:rPr lang="zh-CN" altLang="en-US" b="1" dirty="0"/>
              <a:t>独立</a:t>
            </a:r>
            <a:r>
              <a:rPr lang="en-US" altLang="zh-CN" b="1" dirty="0"/>
              <a:t>C</a:t>
            </a:r>
            <a:r>
              <a:rPr lang="zh-CN" altLang="en-US" b="1" dirty="0"/>
              <a:t>文件管理自定义代码</a:t>
            </a:r>
            <a:endParaRPr lang="en-US" altLang="zh-CN" b="1" dirty="0"/>
          </a:p>
          <a:p>
            <a:pPr lvl="2"/>
            <a:r>
              <a:rPr lang="zh-CN" altLang="en-US" b="1" dirty="0"/>
              <a:t>将产生式右部符号作为节点插入多叉树的函数 </a:t>
            </a:r>
            <a:endParaRPr lang="en-US" altLang="zh-CN" b="1" dirty="0"/>
          </a:p>
          <a:p>
            <a:pPr lvl="2"/>
            <a:r>
              <a:rPr lang="zh-CN" altLang="en-US" b="1" dirty="0"/>
              <a:t>遍历并输出语法分析树的函数</a:t>
            </a:r>
          </a:p>
        </p:txBody>
      </p:sp>
      <p:sp>
        <p:nvSpPr>
          <p:cNvPr id="6" name="标题 5">
            <a:extLst>
              <a:ext uri="{FF2B5EF4-FFF2-40B4-BE49-F238E27FC236}">
                <a16:creationId xmlns:a16="http://schemas.microsoft.com/office/drawing/2014/main" id="{F27806F8-250E-45B9-9CE8-BA4BAC4998DE}"/>
              </a:ext>
            </a:extLst>
          </p:cNvPr>
          <p:cNvSpPr>
            <a:spLocks noGrp="1"/>
          </p:cNvSpPr>
          <p:nvPr>
            <p:ph type="title"/>
          </p:nvPr>
        </p:nvSpPr>
        <p:spPr/>
        <p:txBody>
          <a:bodyPr/>
          <a:lstStyle/>
          <a:p>
            <a:r>
              <a:rPr lang="zh-CN" altLang="en-US" dirty="0"/>
              <a:t>实验一 实验指导</a:t>
            </a:r>
          </a:p>
        </p:txBody>
      </p:sp>
      <p:sp>
        <p:nvSpPr>
          <p:cNvPr id="8" name="矩形 7">
            <a:extLst>
              <a:ext uri="{FF2B5EF4-FFF2-40B4-BE49-F238E27FC236}">
                <a16:creationId xmlns:a16="http://schemas.microsoft.com/office/drawing/2014/main" id="{A69B4C3E-A147-467F-8900-1F6A692CB23A}"/>
              </a:ext>
            </a:extLst>
          </p:cNvPr>
          <p:cNvSpPr/>
          <p:nvPr/>
        </p:nvSpPr>
        <p:spPr>
          <a:xfrm>
            <a:off x="5868144" y="267494"/>
            <a:ext cx="3240360" cy="1754326"/>
          </a:xfrm>
          <a:prstGeom prst="rect">
            <a:avLst/>
          </a:prstGeom>
          <a:solidFill>
            <a:schemeClr val="accent2">
              <a:lumMod val="20000"/>
              <a:lumOff val="80000"/>
            </a:schemeClr>
          </a:solidFill>
          <a:ln>
            <a:solidFill>
              <a:schemeClr val="tx1"/>
            </a:solidFill>
          </a:ln>
        </p:spPr>
        <p:txBody>
          <a:bodyPr wrap="square">
            <a:spAutoFit/>
          </a:bodyPr>
          <a:lstStyle/>
          <a:p>
            <a:r>
              <a:rPr lang="zh-CN" altLang="en-US" dirty="0">
                <a:latin typeface="Times New Roman" panose="02020603050405020304" pitchFamily="18" charset="0"/>
                <a:ea typeface="+mn-ea"/>
                <a:cs typeface="Times New Roman" panose="02020603050405020304" pitchFamily="18" charset="0"/>
              </a:rPr>
              <a:t>typedef struct </a:t>
            </a:r>
            <a:r>
              <a:rPr lang="en-US" altLang="zh-CN" dirty="0">
                <a:latin typeface="Times New Roman" panose="02020603050405020304" pitchFamily="18" charset="0"/>
                <a:ea typeface="+mn-ea"/>
                <a:cs typeface="Times New Roman" panose="02020603050405020304" pitchFamily="18" charset="0"/>
              </a:rPr>
              <a:t>node</a:t>
            </a:r>
            <a:r>
              <a:rPr lang="zh-CN" altLang="en-US" dirty="0">
                <a:latin typeface="Times New Roman" panose="02020603050405020304" pitchFamily="18" charset="0"/>
                <a:ea typeface="+mn-ea"/>
                <a:cs typeface="Times New Roman" panose="02020603050405020304" pitchFamily="18" charset="0"/>
              </a:rPr>
              <a:t> {    </a:t>
            </a:r>
            <a:endParaRPr lang="en-US" altLang="zh-CN" dirty="0">
              <a:latin typeface="Times New Roman" panose="02020603050405020304" pitchFamily="18" charset="0"/>
              <a:ea typeface="+mn-ea"/>
              <a:cs typeface="Times New Roman" panose="02020603050405020304" pitchFamily="18" charset="0"/>
            </a:endParaRPr>
          </a:p>
          <a:p>
            <a:r>
              <a:rPr lang="zh-CN" altLang="en-US" dirty="0">
                <a:latin typeface="Times New Roman" panose="02020603050405020304" pitchFamily="18" charset="0"/>
                <a:ea typeface="+mn-ea"/>
                <a:cs typeface="Times New Roman" panose="02020603050405020304" pitchFamily="18" charset="0"/>
              </a:rPr>
              <a:t>int elem;   </a:t>
            </a:r>
            <a:r>
              <a:rPr lang="en-US" altLang="zh-CN" dirty="0">
                <a:latin typeface="Times New Roman" panose="02020603050405020304" pitchFamily="18" charset="0"/>
                <a:ea typeface="+mn-ea"/>
                <a:cs typeface="Times New Roman" panose="02020603050405020304" pitchFamily="18" charset="0"/>
              </a:rPr>
              <a:t>      </a:t>
            </a:r>
            <a:r>
              <a:rPr lang="zh-CN" altLang="en-US" dirty="0">
                <a:latin typeface="Times New Roman" panose="02020603050405020304" pitchFamily="18" charset="0"/>
                <a:ea typeface="+mn-ea"/>
                <a:cs typeface="Times New Roman" panose="02020603050405020304" pitchFamily="18" charset="0"/>
              </a:rPr>
              <a:t>// 语法单元编号</a:t>
            </a:r>
            <a:endParaRPr lang="en-US" altLang="zh-CN" dirty="0">
              <a:latin typeface="Times New Roman" panose="02020603050405020304" pitchFamily="18" charset="0"/>
              <a:ea typeface="+mn-ea"/>
              <a:cs typeface="Times New Roman" panose="02020603050405020304" pitchFamily="18" charset="0"/>
            </a:endParaRPr>
          </a:p>
          <a:p>
            <a:r>
              <a:rPr lang="zh-CN" altLang="en-US" dirty="0">
                <a:latin typeface="Times New Roman" panose="02020603050405020304" pitchFamily="18" charset="0"/>
                <a:ea typeface="+mn-ea"/>
                <a:cs typeface="Times New Roman" panose="02020603050405020304" pitchFamily="18" charset="0"/>
              </a:rPr>
              <a:t>struct </a:t>
            </a:r>
            <a:r>
              <a:rPr lang="en-US" altLang="zh-CN" dirty="0">
                <a:latin typeface="Times New Roman" panose="02020603050405020304" pitchFamily="18" charset="0"/>
                <a:ea typeface="+mn-ea"/>
                <a:cs typeface="Times New Roman" panose="02020603050405020304" pitchFamily="18" charset="0"/>
              </a:rPr>
              <a:t>node</a:t>
            </a:r>
            <a:r>
              <a:rPr lang="zh-CN" altLang="en-US" dirty="0">
                <a:latin typeface="Times New Roman" panose="02020603050405020304" pitchFamily="18" charset="0"/>
                <a:ea typeface="+mn-ea"/>
                <a:cs typeface="Times New Roman" panose="02020603050405020304" pitchFamily="18" charset="0"/>
              </a:rPr>
              <a:t> *ch</a:t>
            </a:r>
            <a:r>
              <a:rPr lang="en-US" altLang="zh-CN" dirty="0" err="1">
                <a:latin typeface="Times New Roman" panose="02020603050405020304" pitchFamily="18" charset="0"/>
                <a:ea typeface="+mn-ea"/>
                <a:cs typeface="Times New Roman" panose="02020603050405020304" pitchFamily="18" charset="0"/>
              </a:rPr>
              <a:t>ild</a:t>
            </a:r>
            <a:r>
              <a:rPr lang="zh-CN" altLang="en-US" dirty="0">
                <a:latin typeface="Times New Roman" panose="02020603050405020304" pitchFamily="18" charset="0"/>
                <a:ea typeface="+mn-ea"/>
                <a:cs typeface="Times New Roman" panose="02020603050405020304" pitchFamily="18" charset="0"/>
              </a:rPr>
              <a:t>[16]; // 子节点    </a:t>
            </a:r>
            <a:endParaRPr lang="en-US" altLang="zh-CN" dirty="0">
              <a:latin typeface="Times New Roman" panose="02020603050405020304" pitchFamily="18" charset="0"/>
              <a:ea typeface="+mn-ea"/>
              <a:cs typeface="Times New Roman" panose="02020603050405020304" pitchFamily="18" charset="0"/>
            </a:endParaRPr>
          </a:p>
          <a:p>
            <a:r>
              <a:rPr lang="zh-CN" altLang="en-US" dirty="0">
                <a:latin typeface="Times New Roman" panose="02020603050405020304" pitchFamily="18" charset="0"/>
                <a:ea typeface="+mn-ea"/>
                <a:cs typeface="Times New Roman" panose="02020603050405020304" pitchFamily="18" charset="0"/>
              </a:rPr>
              <a:t>int cnt;</a:t>
            </a:r>
            <a:r>
              <a:rPr lang="en-US" altLang="zh-CN" dirty="0">
                <a:latin typeface="Times New Roman" panose="02020603050405020304" pitchFamily="18" charset="0"/>
                <a:ea typeface="+mn-ea"/>
                <a:cs typeface="Times New Roman" panose="02020603050405020304" pitchFamily="18" charset="0"/>
              </a:rPr>
              <a:t>	</a:t>
            </a:r>
            <a:r>
              <a:rPr lang="zh-CN" altLang="en-US" dirty="0">
                <a:latin typeface="Times New Roman" panose="02020603050405020304" pitchFamily="18" charset="0"/>
                <a:ea typeface="+mn-ea"/>
                <a:cs typeface="Times New Roman" panose="02020603050405020304" pitchFamily="18" charset="0"/>
              </a:rPr>
              <a:t> // 子节点数量</a:t>
            </a:r>
            <a:endParaRPr lang="en-US" altLang="zh-CN" dirty="0">
              <a:latin typeface="Times New Roman" panose="02020603050405020304" pitchFamily="18" charset="0"/>
              <a:ea typeface="+mn-ea"/>
              <a:cs typeface="Times New Roman" panose="02020603050405020304" pitchFamily="18" charset="0"/>
            </a:endParaRPr>
          </a:p>
          <a:p>
            <a:r>
              <a:rPr lang="en-US" altLang="zh-CN" dirty="0">
                <a:latin typeface="Times New Roman" panose="02020603050405020304" pitchFamily="18" charset="0"/>
                <a:ea typeface="+mn-ea"/>
                <a:cs typeface="Times New Roman" panose="02020603050405020304" pitchFamily="18" charset="0"/>
              </a:rPr>
              <a:t>union</a:t>
            </a:r>
            <a:r>
              <a:rPr lang="zh-CN" altLang="en-US" dirty="0">
                <a:latin typeface="Times New Roman" panose="02020603050405020304" pitchFamily="18" charset="0"/>
                <a:ea typeface="+mn-ea"/>
                <a:cs typeface="Times New Roman" panose="02020603050405020304" pitchFamily="18" charset="0"/>
              </a:rPr>
              <a:t>  </a:t>
            </a:r>
            <a:r>
              <a:rPr lang="en-US" altLang="zh-CN" dirty="0" err="1">
                <a:latin typeface="Times New Roman" panose="02020603050405020304" pitchFamily="18" charset="0"/>
                <a:ea typeface="+mn-ea"/>
                <a:cs typeface="Times New Roman" panose="02020603050405020304" pitchFamily="18" charset="0"/>
              </a:rPr>
              <a:t>lexval</a:t>
            </a:r>
            <a:r>
              <a:rPr lang="en-US" altLang="zh-CN" dirty="0">
                <a:latin typeface="Times New Roman" panose="02020603050405020304" pitchFamily="18" charset="0"/>
                <a:ea typeface="+mn-ea"/>
                <a:cs typeface="Times New Roman" panose="02020603050405020304" pitchFamily="18" charset="0"/>
              </a:rPr>
              <a:t> </a:t>
            </a:r>
            <a:r>
              <a:rPr lang="en-US" altLang="zh-CN" dirty="0" err="1">
                <a:latin typeface="Times New Roman" panose="02020603050405020304" pitchFamily="18" charset="0"/>
                <a:ea typeface="+mn-ea"/>
                <a:cs typeface="Times New Roman" panose="02020603050405020304" pitchFamily="18" charset="0"/>
              </a:rPr>
              <a:t>lex_val</a:t>
            </a:r>
            <a:r>
              <a:rPr lang="en-US" altLang="zh-CN" dirty="0">
                <a:latin typeface="Times New Roman" panose="02020603050405020304" pitchFamily="18" charset="0"/>
                <a:ea typeface="+mn-ea"/>
                <a:cs typeface="Times New Roman" panose="02020603050405020304" pitchFamily="18" charset="0"/>
              </a:rPr>
              <a:t>;  //</a:t>
            </a:r>
            <a:r>
              <a:rPr lang="zh-CN" altLang="en-US" dirty="0">
                <a:latin typeface="Times New Roman" panose="02020603050405020304" pitchFamily="18" charset="0"/>
                <a:ea typeface="+mn-ea"/>
                <a:cs typeface="Times New Roman" panose="02020603050405020304" pitchFamily="18" charset="0"/>
              </a:rPr>
              <a:t>词法值</a:t>
            </a:r>
            <a:endParaRPr lang="en-US" altLang="zh-CN" dirty="0">
              <a:latin typeface="Times New Roman" panose="02020603050405020304" pitchFamily="18" charset="0"/>
              <a:ea typeface="+mn-ea"/>
              <a:cs typeface="Times New Roman" panose="02020603050405020304" pitchFamily="18" charset="0"/>
            </a:endParaRPr>
          </a:p>
          <a:p>
            <a:r>
              <a:rPr lang="zh-CN" altLang="en-US" dirty="0">
                <a:latin typeface="Times New Roman" panose="02020603050405020304" pitchFamily="18" charset="0"/>
                <a:ea typeface="+mn-ea"/>
                <a:cs typeface="Times New Roman" panose="02020603050405020304" pitchFamily="18" charset="0"/>
              </a:rPr>
              <a:t>} </a:t>
            </a:r>
            <a:r>
              <a:rPr lang="en-US" altLang="zh-CN" dirty="0">
                <a:latin typeface="Times New Roman" panose="02020603050405020304" pitchFamily="18" charset="0"/>
                <a:ea typeface="+mn-ea"/>
                <a:cs typeface="Times New Roman" panose="02020603050405020304" pitchFamily="18" charset="0"/>
              </a:rPr>
              <a:t>n</a:t>
            </a:r>
            <a:r>
              <a:rPr lang="zh-CN" altLang="en-US" dirty="0">
                <a:latin typeface="Times New Roman" panose="02020603050405020304" pitchFamily="18" charset="0"/>
                <a:ea typeface="+mn-ea"/>
                <a:cs typeface="Times New Roman" panose="02020603050405020304" pitchFamily="18" charset="0"/>
              </a:rPr>
              <a:t>ode;</a:t>
            </a:r>
          </a:p>
        </p:txBody>
      </p:sp>
      <p:sp>
        <p:nvSpPr>
          <p:cNvPr id="5" name="矩形 4">
            <a:extLst>
              <a:ext uri="{FF2B5EF4-FFF2-40B4-BE49-F238E27FC236}">
                <a16:creationId xmlns:a16="http://schemas.microsoft.com/office/drawing/2014/main" id="{F0A789B0-F618-4107-9F74-FAE9A46A00F4}"/>
              </a:ext>
            </a:extLst>
          </p:cNvPr>
          <p:cNvSpPr/>
          <p:nvPr/>
        </p:nvSpPr>
        <p:spPr>
          <a:xfrm>
            <a:off x="6084168" y="2174542"/>
            <a:ext cx="3059832" cy="1477328"/>
          </a:xfrm>
          <a:prstGeom prst="rect">
            <a:avLst/>
          </a:prstGeom>
          <a:solidFill>
            <a:schemeClr val="accent2">
              <a:lumMod val="20000"/>
              <a:lumOff val="80000"/>
            </a:schemeClr>
          </a:solidFill>
          <a:ln>
            <a:solidFill>
              <a:schemeClr val="tx1"/>
            </a:solidFill>
          </a:ln>
        </p:spPr>
        <p:txBody>
          <a:bodyPr wrap="square">
            <a:spAutoFit/>
          </a:bodyPr>
          <a:lstStyle/>
          <a:p>
            <a:r>
              <a:rPr lang="en-US" altLang="zh-CN" dirty="0">
                <a:latin typeface="Times New Roman" panose="02020603050405020304" pitchFamily="18" charset="0"/>
                <a:ea typeface="+mn-ea"/>
                <a:cs typeface="Times New Roman" panose="02020603050405020304" pitchFamily="18" charset="0"/>
              </a:rPr>
              <a:t>union </a:t>
            </a:r>
            <a:r>
              <a:rPr lang="en-US" altLang="zh-CN" dirty="0" err="1">
                <a:latin typeface="Times New Roman" panose="02020603050405020304" pitchFamily="18" charset="0"/>
                <a:ea typeface="+mn-ea"/>
                <a:cs typeface="Times New Roman" panose="02020603050405020304" pitchFamily="18" charset="0"/>
              </a:rPr>
              <a:t>lexval</a:t>
            </a:r>
            <a:r>
              <a:rPr lang="en-US" altLang="zh-CN" dirty="0">
                <a:latin typeface="Times New Roman" panose="02020603050405020304" pitchFamily="18" charset="0"/>
                <a:ea typeface="+mn-ea"/>
                <a:cs typeface="Times New Roman" panose="02020603050405020304" pitchFamily="18" charset="0"/>
              </a:rPr>
              <a:t> { //</a:t>
            </a:r>
            <a:r>
              <a:rPr lang="zh-CN" altLang="en-US" dirty="0">
                <a:latin typeface="Times New Roman" panose="02020603050405020304" pitchFamily="18" charset="0"/>
                <a:ea typeface="+mn-ea"/>
                <a:cs typeface="Times New Roman" panose="02020603050405020304" pitchFamily="18" charset="0"/>
              </a:rPr>
              <a:t>词法值类型</a:t>
            </a:r>
            <a:endParaRPr lang="en-US" altLang="zh-CN" dirty="0">
              <a:latin typeface="Times New Roman" panose="02020603050405020304" pitchFamily="18" charset="0"/>
              <a:ea typeface="+mn-ea"/>
              <a:cs typeface="Times New Roman" panose="02020603050405020304" pitchFamily="18" charset="0"/>
            </a:endParaRPr>
          </a:p>
          <a:p>
            <a:r>
              <a:rPr lang="en-US" altLang="zh-CN" dirty="0">
                <a:latin typeface="Times New Roman" panose="02020603050405020304" pitchFamily="18" charset="0"/>
                <a:ea typeface="+mn-ea"/>
                <a:cs typeface="Times New Roman" panose="02020603050405020304" pitchFamily="18" charset="0"/>
              </a:rPr>
              <a:t>int   </a:t>
            </a:r>
            <a:r>
              <a:rPr lang="en-US" altLang="zh-CN" dirty="0" err="1">
                <a:latin typeface="Times New Roman" panose="02020603050405020304" pitchFamily="18" charset="0"/>
                <a:ea typeface="+mn-ea"/>
                <a:cs typeface="Times New Roman" panose="02020603050405020304" pitchFamily="18" charset="0"/>
              </a:rPr>
              <a:t>int_lex</a:t>
            </a:r>
            <a:r>
              <a:rPr lang="en-US" altLang="zh-CN" dirty="0">
                <a:latin typeface="Times New Roman" panose="02020603050405020304" pitchFamily="18" charset="0"/>
                <a:ea typeface="+mn-ea"/>
                <a:cs typeface="Times New Roman" panose="02020603050405020304" pitchFamily="18" charset="0"/>
              </a:rPr>
              <a:t>; </a:t>
            </a:r>
          </a:p>
          <a:p>
            <a:r>
              <a:rPr lang="en-US" altLang="zh-CN" dirty="0">
                <a:latin typeface="Times New Roman" panose="02020603050405020304" pitchFamily="18" charset="0"/>
                <a:ea typeface="+mn-ea"/>
                <a:cs typeface="Times New Roman" panose="02020603050405020304" pitchFamily="18" charset="0"/>
              </a:rPr>
              <a:t>float  </a:t>
            </a:r>
            <a:r>
              <a:rPr lang="en-US" altLang="zh-CN" dirty="0" err="1">
                <a:latin typeface="Times New Roman" panose="02020603050405020304" pitchFamily="18" charset="0"/>
                <a:ea typeface="+mn-ea"/>
                <a:cs typeface="Times New Roman" panose="02020603050405020304" pitchFamily="18" charset="0"/>
              </a:rPr>
              <a:t>float_lex</a:t>
            </a:r>
            <a:r>
              <a:rPr lang="en-US" altLang="zh-CN" dirty="0">
                <a:latin typeface="Times New Roman" panose="02020603050405020304" pitchFamily="18" charset="0"/>
                <a:ea typeface="+mn-ea"/>
                <a:cs typeface="Times New Roman" panose="02020603050405020304" pitchFamily="18" charset="0"/>
              </a:rPr>
              <a:t>; </a:t>
            </a:r>
          </a:p>
          <a:p>
            <a:r>
              <a:rPr lang="en-US" altLang="zh-CN" dirty="0">
                <a:latin typeface="Times New Roman" panose="02020603050405020304" pitchFamily="18" charset="0"/>
                <a:ea typeface="+mn-ea"/>
                <a:cs typeface="Times New Roman" panose="02020603050405020304" pitchFamily="18" charset="0"/>
              </a:rPr>
              <a:t>char </a:t>
            </a:r>
            <a:r>
              <a:rPr lang="en-US" altLang="zh-CN" dirty="0" err="1">
                <a:latin typeface="Times New Roman" panose="02020603050405020304" pitchFamily="18" charset="0"/>
                <a:ea typeface="+mn-ea"/>
                <a:cs typeface="Times New Roman" panose="02020603050405020304" pitchFamily="18" charset="0"/>
              </a:rPr>
              <a:t>id_lex</a:t>
            </a:r>
            <a:r>
              <a:rPr lang="en-US" altLang="zh-CN" dirty="0">
                <a:latin typeface="Times New Roman" panose="02020603050405020304" pitchFamily="18" charset="0"/>
                <a:ea typeface="+mn-ea"/>
                <a:cs typeface="Times New Roman" panose="02020603050405020304" pitchFamily="18" charset="0"/>
              </a:rPr>
              <a:t>[17]; //char *</a:t>
            </a:r>
            <a:r>
              <a:rPr lang="en-US" altLang="zh-CN" dirty="0" err="1">
                <a:latin typeface="Times New Roman" panose="02020603050405020304" pitchFamily="18" charset="0"/>
                <a:ea typeface="+mn-ea"/>
                <a:cs typeface="Times New Roman" panose="02020603050405020304" pitchFamily="18" charset="0"/>
              </a:rPr>
              <a:t>id_lex</a:t>
            </a:r>
            <a:r>
              <a:rPr lang="en-US" altLang="zh-CN" dirty="0">
                <a:latin typeface="Times New Roman" panose="02020603050405020304" pitchFamily="18" charset="0"/>
                <a:ea typeface="+mn-ea"/>
                <a:cs typeface="Times New Roman" panose="02020603050405020304" pitchFamily="18" charset="0"/>
              </a:rPr>
              <a:t>;   </a:t>
            </a:r>
          </a:p>
          <a:p>
            <a:r>
              <a:rPr lang="en-US" altLang="zh-CN" dirty="0">
                <a:latin typeface="Times New Roman" panose="02020603050405020304" pitchFamily="18" charset="0"/>
                <a:ea typeface="+mn-ea"/>
                <a:cs typeface="Times New Roman" panose="02020603050405020304" pitchFamily="18" charset="0"/>
              </a:rPr>
              <a:t>}</a:t>
            </a:r>
          </a:p>
        </p:txBody>
      </p:sp>
    </p:spTree>
    <p:extLst>
      <p:ext uri="{BB962C8B-B14F-4D97-AF65-F5344CB8AC3E}">
        <p14:creationId xmlns:p14="http://schemas.microsoft.com/office/powerpoint/2010/main" val="4267684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down)">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xEl>
                                              <p:pRg st="3" end="3"/>
                                            </p:txEl>
                                          </p:spTgt>
                                        </p:tgtEl>
                                        <p:attrNameLst>
                                          <p:attrName>style.visibility</p:attrName>
                                        </p:attrNameLst>
                                      </p:cBhvr>
                                      <p:to>
                                        <p:strVal val="visible"/>
                                      </p:to>
                                    </p:set>
                                    <p:animEffect transition="in" filter="wipe(down)">
                                      <p:cBhvr>
                                        <p:cTn id="32" dur="500"/>
                                        <p:tgtEl>
                                          <p:spTgt spid="7">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7">
                                            <p:txEl>
                                              <p:pRg st="4" end="4"/>
                                            </p:txEl>
                                          </p:spTgt>
                                        </p:tgtEl>
                                        <p:attrNameLst>
                                          <p:attrName>style.visibility</p:attrName>
                                        </p:attrNameLst>
                                      </p:cBhvr>
                                      <p:to>
                                        <p:strVal val="visible"/>
                                      </p:to>
                                    </p:set>
                                    <p:animEffect transition="in" filter="wipe(down)">
                                      <p:cBhvr>
                                        <p:cTn id="37" dur="500"/>
                                        <p:tgtEl>
                                          <p:spTgt spid="7">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
                                            <p:txEl>
                                              <p:pRg st="5" end="5"/>
                                            </p:txEl>
                                          </p:spTgt>
                                        </p:tgtEl>
                                        <p:attrNameLst>
                                          <p:attrName>style.visibility</p:attrName>
                                        </p:attrNameLst>
                                      </p:cBhvr>
                                      <p:to>
                                        <p:strVal val="visible"/>
                                      </p:to>
                                    </p:set>
                                    <p:animEffect transition="in" filter="wipe(down)">
                                      <p:cBhvr>
                                        <p:cTn id="42" dur="500"/>
                                        <p:tgtEl>
                                          <p:spTgt spid="7">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animEffect transition="in" filter="wipe(down)">
                                      <p:cBhvr>
                                        <p:cTn id="47" dur="500"/>
                                        <p:tgtEl>
                                          <p:spTgt spid="7">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7">
                                            <p:txEl>
                                              <p:pRg st="7" end="7"/>
                                            </p:txEl>
                                          </p:spTgt>
                                        </p:tgtEl>
                                        <p:attrNameLst>
                                          <p:attrName>style.visibility</p:attrName>
                                        </p:attrNameLst>
                                      </p:cBhvr>
                                      <p:to>
                                        <p:strVal val="visible"/>
                                      </p:to>
                                    </p:set>
                                    <p:animEffect transition="in" filter="wipe(down)">
                                      <p:cBhvr>
                                        <p:cTn id="52" dur="500"/>
                                        <p:tgtEl>
                                          <p:spTgt spid="7">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7">
                                            <p:txEl>
                                              <p:pRg st="8" end="8"/>
                                            </p:txEl>
                                          </p:spTgt>
                                        </p:tgtEl>
                                        <p:attrNameLst>
                                          <p:attrName>style.visibility</p:attrName>
                                        </p:attrNameLst>
                                      </p:cBhvr>
                                      <p:to>
                                        <p:strVal val="visible"/>
                                      </p:to>
                                    </p:set>
                                    <p:animEffect transition="in" filter="wipe(down)">
                                      <p:cBhvr>
                                        <p:cTn id="5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8" grpId="0" animBg="1"/>
      <p:bldP spid="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4693" name="Rectangle 3"/>
              <p:cNvSpPr>
                <a:spLocks noGrp="1" noChangeArrowheads="1"/>
              </p:cNvSpPr>
              <p:nvPr>
                <p:ph idx="1"/>
              </p:nvPr>
            </p:nvSpPr>
            <p:spPr>
              <a:xfrm>
                <a:off x="467545" y="843558"/>
                <a:ext cx="5544616" cy="4176464"/>
              </a:xfrm>
              <a:noFill/>
            </p:spPr>
            <p:txBody>
              <a:bodyPr/>
              <a:lstStyle/>
              <a:p>
                <a:pPr marL="0" indent="0" eaLnBrk="1" hangingPunct="1">
                  <a:buNone/>
                </a:pPr>
                <a:r>
                  <a:rPr lang="en-US" altLang="zh-CN" sz="1800" b="1" dirty="0">
                    <a:latin typeface="Times New Roman" panose="02020603050405020304" pitchFamily="18" charset="0"/>
                  </a:rPr>
                  <a:t>F   </a:t>
                </a:r>
                <a:r>
                  <a:rPr lang="zh-CN" altLang="en-US" sz="1800" b="1" dirty="0">
                    <a:latin typeface="Times New Roman" panose="02020603050405020304" pitchFamily="18" charset="0"/>
                  </a:rPr>
                  <a:t>：</a:t>
                </a:r>
                <a:r>
                  <a:rPr lang="en-US" altLang="zh-CN" sz="1800" b="1" dirty="0">
                    <a:latin typeface="Times New Roman" panose="02020603050405020304" pitchFamily="18" charset="0"/>
                  </a:rPr>
                  <a:t>num   { </a:t>
                </a:r>
                <a:r>
                  <a:rPr lang="en-US" altLang="zh-CN" sz="1800" b="1" dirty="0">
                    <a:solidFill>
                      <a:srgbClr val="0000FF"/>
                    </a:solidFill>
                    <a:latin typeface="Times New Roman" panose="02020603050405020304" pitchFamily="18" charset="0"/>
                  </a:rPr>
                  <a:t>$$ = </a:t>
                </a:r>
                <a:r>
                  <a:rPr lang="en-US" altLang="zh-CN" sz="1800" b="1" dirty="0" err="1">
                    <a:latin typeface="Times New Roman" panose="02020603050405020304" pitchFamily="18" charset="0"/>
                  </a:rPr>
                  <a:t>MakeLeafNode</a:t>
                </a:r>
                <a:r>
                  <a:rPr lang="en-US" altLang="zh-CN" sz="1800" b="1" dirty="0">
                    <a:latin typeface="Times New Roman" panose="02020603050405020304" pitchFamily="18" charset="0"/>
                  </a:rPr>
                  <a:t>(NUM,</a:t>
                </a:r>
                <a:r>
                  <a:rPr lang="zh-CN" altLang="en-US" sz="1800" b="1" dirty="0">
                    <a:latin typeface="Times New Roman" panose="02020603050405020304" pitchFamily="18" charset="0"/>
                  </a:rPr>
                  <a:t> </a:t>
                </a:r>
                <a:r>
                  <a:rPr lang="en-US" altLang="zh-CN" sz="1800" b="1" dirty="0" err="1">
                    <a:latin typeface="Times New Roman" panose="02020603050405020304" pitchFamily="18" charset="0"/>
                  </a:rPr>
                  <a:t>lex_val</a:t>
                </a:r>
                <a:r>
                  <a:rPr lang="en-US" altLang="zh-CN" sz="1800" b="1" dirty="0">
                    <a:latin typeface="Times New Roman" panose="02020603050405020304" pitchFamily="18" charset="0"/>
                  </a:rPr>
                  <a:t>) }</a:t>
                </a:r>
              </a:p>
              <a:p>
                <a:pPr marL="0" indent="0" eaLnBrk="1" hangingPunct="1">
                  <a:buNone/>
                </a:pPr>
                <a:r>
                  <a:rPr lang="en-US" altLang="zh-CN" sz="1800" b="1" dirty="0">
                    <a:latin typeface="Times New Roman" panose="02020603050405020304" pitchFamily="18" charset="0"/>
                  </a:rPr>
                  <a:t> |</a:t>
                </a:r>
                <a14:m>
                  <m:oMath xmlns:m="http://schemas.openxmlformats.org/officeDocument/2006/math">
                    <m:r>
                      <a:rPr kumimoji="1" lang="en-US" altLang="zh-CN" sz="1800" b="1" smtClean="0">
                        <a:effectLst>
                          <a:outerShdw blurRad="38100" dist="38100" dir="2700000" algn="tl">
                            <a:srgbClr val="FFFFFF"/>
                          </a:outerShdw>
                        </a:effectLst>
                        <a:latin typeface="Cambria Math" panose="02040503050406030204" pitchFamily="18" charset="0"/>
                      </a:rPr>
                      <m:t> </m:t>
                    </m:r>
                  </m:oMath>
                </a14:m>
                <a:r>
                  <a:rPr lang="en-US" altLang="zh-CN" sz="1800" b="1" dirty="0">
                    <a:latin typeface="Times New Roman" panose="02020603050405020304" pitchFamily="18" charset="0"/>
                  </a:rPr>
                  <a:t>id { </a:t>
                </a:r>
                <a:r>
                  <a:rPr lang="zh-CN" altLang="en-US" sz="1800" b="1" dirty="0">
                    <a:solidFill>
                      <a:srgbClr val="0000FF"/>
                    </a:solidFill>
                    <a:latin typeface="Times New Roman" panose="02020603050405020304" pitchFamily="18" charset="0"/>
                  </a:rPr>
                  <a:t>语义动作</a:t>
                </a:r>
                <a:r>
                  <a:rPr lang="en-US" altLang="zh-CN" sz="1800" b="1" dirty="0">
                    <a:solidFill>
                      <a:srgbClr val="0000FF"/>
                    </a:solidFill>
                    <a:latin typeface="Times New Roman" panose="02020603050405020304" pitchFamily="18" charset="0"/>
                  </a:rPr>
                  <a:t>2 </a:t>
                </a:r>
                <a:r>
                  <a:rPr lang="en-US" altLang="zh-CN" sz="1800" b="1" dirty="0">
                    <a:latin typeface="Times New Roman" panose="02020603050405020304" pitchFamily="18" charset="0"/>
                  </a:rPr>
                  <a:t>}</a:t>
                </a:r>
              </a:p>
              <a:p>
                <a:pPr marL="0" indent="0" eaLnBrk="1" hangingPunct="1">
                  <a:buNone/>
                </a:pPr>
                <a:r>
                  <a:rPr lang="en-US" altLang="zh-CN" sz="1800" b="1" dirty="0">
                    <a:latin typeface="Times New Roman" panose="02020603050405020304" pitchFamily="18" charset="0"/>
                  </a:rPr>
                  <a:t>T  :  T*F  { star = </a:t>
                </a:r>
                <a:r>
                  <a:rPr lang="en-US" altLang="zh-CN" sz="1800" b="1" dirty="0" err="1">
                    <a:latin typeface="Times New Roman" panose="02020603050405020304" pitchFamily="18" charset="0"/>
                  </a:rPr>
                  <a:t>MakeLeafNode</a:t>
                </a:r>
                <a:r>
                  <a:rPr lang="en-US" altLang="zh-CN" sz="1800" b="1" dirty="0">
                    <a:latin typeface="Times New Roman" panose="02020603050405020304" pitchFamily="18" charset="0"/>
                  </a:rPr>
                  <a:t>(STAR,</a:t>
                </a:r>
                <a:r>
                  <a:rPr lang="zh-CN" altLang="en-US" sz="1800" b="1" dirty="0">
                    <a:latin typeface="Times New Roman" panose="02020603050405020304" pitchFamily="18" charset="0"/>
                  </a:rPr>
                  <a:t> </a:t>
                </a:r>
                <a:r>
                  <a:rPr lang="en-US" altLang="zh-CN" sz="1800" b="1" dirty="0" err="1">
                    <a:latin typeface="Times New Roman" panose="02020603050405020304" pitchFamily="18" charset="0"/>
                  </a:rPr>
                  <a:t>lex_val</a:t>
                </a:r>
                <a:r>
                  <a:rPr lang="en-US" altLang="zh-CN" sz="1800" b="1" dirty="0">
                    <a:latin typeface="Times New Roman" panose="02020603050405020304" pitchFamily="18" charset="0"/>
                  </a:rPr>
                  <a:t>) ; </a:t>
                </a:r>
              </a:p>
              <a:p>
                <a:pPr marL="0" indent="0" eaLnBrk="1" hangingPunct="1">
                  <a:buNone/>
                </a:pPr>
                <a:r>
                  <a:rPr lang="en-US" altLang="zh-CN" sz="1800" b="1" dirty="0">
                    <a:latin typeface="Times New Roman" panose="02020603050405020304" pitchFamily="18" charset="0"/>
                  </a:rPr>
                  <a:t>                    child[0] = </a:t>
                </a:r>
                <a:r>
                  <a:rPr lang="en-US" altLang="zh-CN" sz="1800" b="1" dirty="0">
                    <a:solidFill>
                      <a:srgbClr val="0000FF"/>
                    </a:solidFill>
                    <a:latin typeface="Times New Roman" panose="02020603050405020304" pitchFamily="18" charset="0"/>
                  </a:rPr>
                  <a:t>$1</a:t>
                </a:r>
                <a:r>
                  <a:rPr lang="en-US" altLang="zh-CN" sz="1800" b="1" dirty="0">
                    <a:latin typeface="Times New Roman" panose="02020603050405020304" pitchFamily="18" charset="0"/>
                  </a:rPr>
                  <a:t>; child[1] = </a:t>
                </a:r>
                <a:r>
                  <a:rPr lang="en-US" altLang="zh-CN" sz="1800" b="1" dirty="0">
                    <a:solidFill>
                      <a:srgbClr val="0000FF"/>
                    </a:solidFill>
                    <a:latin typeface="Times New Roman" panose="02020603050405020304" pitchFamily="18" charset="0"/>
                  </a:rPr>
                  <a:t>star</a:t>
                </a:r>
                <a:r>
                  <a:rPr lang="en-US" altLang="zh-CN" sz="1800" b="1" dirty="0">
                    <a:latin typeface="Times New Roman" panose="02020603050405020304" pitchFamily="18" charset="0"/>
                  </a:rPr>
                  <a:t>;</a:t>
                </a:r>
              </a:p>
              <a:p>
                <a:pPr marL="0" indent="0" eaLnBrk="1" hangingPunct="1">
                  <a:buNone/>
                </a:pPr>
                <a:r>
                  <a:rPr lang="en-US" altLang="zh-CN" sz="1800" b="1" dirty="0">
                    <a:latin typeface="Times New Roman" panose="02020603050405020304" pitchFamily="18" charset="0"/>
                  </a:rPr>
                  <a:t>                    child[3] = </a:t>
                </a:r>
                <a:r>
                  <a:rPr lang="en-US" altLang="zh-CN" sz="1800" b="1" dirty="0">
                    <a:solidFill>
                      <a:srgbClr val="0000FF"/>
                    </a:solidFill>
                    <a:latin typeface="Times New Roman" panose="02020603050405020304" pitchFamily="18" charset="0"/>
                  </a:rPr>
                  <a:t>$3</a:t>
                </a:r>
              </a:p>
              <a:p>
                <a:pPr marL="0" indent="0" eaLnBrk="1" hangingPunct="1">
                  <a:buNone/>
                </a:pPr>
                <a:r>
                  <a:rPr lang="en-US" altLang="zh-CN" sz="1800" b="1" dirty="0">
                    <a:solidFill>
                      <a:srgbClr val="0000FF"/>
                    </a:solidFill>
                    <a:latin typeface="Times New Roman" panose="02020603050405020304" pitchFamily="18" charset="0"/>
                  </a:rPr>
                  <a:t>                     $$ = </a:t>
                </a:r>
                <a:r>
                  <a:rPr lang="en-US" altLang="zh-CN" sz="1800" b="1" dirty="0" err="1">
                    <a:latin typeface="Times New Roman" panose="02020603050405020304" pitchFamily="18" charset="0"/>
                    <a:cs typeface="Times New Roman" panose="02020603050405020304" pitchFamily="18" charset="0"/>
                  </a:rPr>
                  <a:t>MakeNode</a:t>
                </a:r>
                <a:r>
                  <a:rPr lang="en-US" altLang="zh-CN" sz="1800" b="1" dirty="0">
                    <a:latin typeface="Times New Roman" panose="02020603050405020304" pitchFamily="18" charset="0"/>
                    <a:cs typeface="Times New Roman" panose="02020603050405020304" pitchFamily="18" charset="0"/>
                  </a:rPr>
                  <a:t>(child, 3) </a:t>
                </a:r>
                <a:r>
                  <a:rPr lang="en-US" altLang="zh-CN" sz="1800" b="1" dirty="0">
                    <a:latin typeface="Times New Roman" panose="02020603050405020304" pitchFamily="18" charset="0"/>
                  </a:rPr>
                  <a:t>}</a:t>
                </a:r>
              </a:p>
              <a:p>
                <a:pPr marL="0" indent="0" eaLnBrk="1" hangingPunct="1">
                  <a:buNone/>
                </a:pPr>
                <a:r>
                  <a:rPr lang="en-US" altLang="zh-CN" sz="1800" b="1" dirty="0">
                    <a:latin typeface="Times New Roman" panose="02020603050405020304" pitchFamily="18" charset="0"/>
                  </a:rPr>
                  <a:t> | F { </a:t>
                </a:r>
                <a:r>
                  <a:rPr lang="en-US" altLang="zh-CN" sz="1800" b="1" dirty="0">
                    <a:solidFill>
                      <a:srgbClr val="0000FF"/>
                    </a:solidFill>
                    <a:latin typeface="Times New Roman" panose="02020603050405020304" pitchFamily="18" charset="0"/>
                  </a:rPr>
                  <a:t>$$ = $1;</a:t>
                </a:r>
                <a:r>
                  <a:rPr lang="en-US" altLang="zh-CN" sz="1800" b="1" dirty="0">
                    <a:latin typeface="Times New Roman" panose="02020603050405020304" pitchFamily="18" charset="0"/>
                  </a:rPr>
                  <a:t>}</a:t>
                </a:r>
              </a:p>
              <a:p>
                <a:pPr marL="0" indent="0" eaLnBrk="1" hangingPunct="1">
                  <a:buNone/>
                </a:pPr>
                <a:r>
                  <a:rPr lang="zh-CN" altLang="en-US" sz="1800" b="1" dirty="0">
                    <a:latin typeface="Times New Roman" panose="02020603050405020304" pitchFamily="18" charset="0"/>
                  </a:rPr>
                  <a:t>自定义函数</a:t>
                </a:r>
                <a:r>
                  <a:rPr lang="en-US" altLang="zh-CN" sz="1800" b="1" dirty="0">
                    <a:latin typeface="Times New Roman" panose="02020603050405020304" pitchFamily="18" charset="0"/>
                  </a:rPr>
                  <a:t>:</a:t>
                </a:r>
              </a:p>
              <a:p>
                <a:pPr marL="0" indent="0" eaLnBrk="1" hangingPunct="1">
                  <a:buNone/>
                </a:pPr>
                <a:r>
                  <a:rPr lang="en-US" altLang="zh-CN" sz="1800" b="1" dirty="0">
                    <a:latin typeface="Times New Roman" panose="02020603050405020304" pitchFamily="18" charset="0"/>
                  </a:rPr>
                  <a:t>/*</a:t>
                </a:r>
                <a:r>
                  <a:rPr lang="zh-CN" altLang="en-US" sz="1800" b="1" dirty="0">
                    <a:latin typeface="Times New Roman" panose="02020603050405020304" pitchFamily="18" charset="0"/>
                  </a:rPr>
                  <a:t>生成叶节点函数。参数：编号和词法值</a:t>
                </a:r>
                <a:r>
                  <a:rPr lang="en-US" altLang="zh-CN" sz="1800" b="1" dirty="0">
                    <a:latin typeface="Times New Roman" panose="02020603050405020304" pitchFamily="18" charset="0"/>
                  </a:rPr>
                  <a:t>*/</a:t>
                </a:r>
              </a:p>
              <a:p>
                <a:pPr marL="0" indent="0" eaLnBrk="1" hangingPunct="1">
                  <a:spcBef>
                    <a:spcPts val="0"/>
                  </a:spcBef>
                  <a:buNone/>
                </a:pPr>
                <a:r>
                  <a:rPr lang="en-US" altLang="zh-CN" sz="1800" b="1" dirty="0">
                    <a:latin typeface="Times New Roman" panose="02020603050405020304" pitchFamily="18" charset="0"/>
                  </a:rPr>
                  <a:t>node* </a:t>
                </a:r>
                <a:r>
                  <a:rPr lang="en-US" altLang="zh-CN" sz="1800" b="1" dirty="0" err="1">
                    <a:latin typeface="Times New Roman" panose="02020603050405020304" pitchFamily="18" charset="0"/>
                  </a:rPr>
                  <a:t>MakeLeafNode</a:t>
                </a:r>
                <a:r>
                  <a:rPr lang="en-US" altLang="zh-CN" sz="1800" b="1" dirty="0">
                    <a:latin typeface="Times New Roman" panose="02020603050405020304" pitchFamily="18" charset="0"/>
                  </a:rPr>
                  <a:t> ( int token, </a:t>
                </a:r>
              </a:p>
              <a:p>
                <a:pPr marL="0" indent="0" eaLnBrk="1" hangingPunct="1">
                  <a:spcBef>
                    <a:spcPts val="0"/>
                  </a:spcBef>
                  <a:buNone/>
                </a:pPr>
                <a:r>
                  <a:rPr lang="en-US" altLang="zh-CN" sz="1800" b="1" dirty="0">
                    <a:latin typeface="Times New Roman" panose="02020603050405020304" pitchFamily="18" charset="0"/>
                  </a:rPr>
                  <a:t>                                         union </a:t>
                </a:r>
                <a:r>
                  <a:rPr lang="en-US" altLang="zh-CN" sz="1600" b="1" dirty="0" err="1">
                    <a:latin typeface="Times New Roman" panose="02020603050405020304" pitchFamily="18" charset="0"/>
                    <a:cs typeface="Times New Roman" panose="02020603050405020304" pitchFamily="18" charset="0"/>
                  </a:rPr>
                  <a:t>lexval</a:t>
                </a:r>
                <a:r>
                  <a:rPr lang="en-US" altLang="zh-CN" sz="1600" b="1" dirty="0">
                    <a:latin typeface="Times New Roman" panose="02020603050405020304" pitchFamily="18" charset="0"/>
                    <a:cs typeface="Times New Roman" panose="02020603050405020304" pitchFamily="18" charset="0"/>
                  </a:rPr>
                  <a:t> </a:t>
                </a:r>
                <a:r>
                  <a:rPr lang="en-US" altLang="zh-CN" sz="1600" b="1" dirty="0" err="1">
                    <a:latin typeface="Times New Roman" panose="02020603050405020304" pitchFamily="18" charset="0"/>
                    <a:cs typeface="Times New Roman" panose="02020603050405020304" pitchFamily="18" charset="0"/>
                  </a:rPr>
                  <a:t>lex_val</a:t>
                </a:r>
                <a:r>
                  <a:rPr lang="zh-CN" altLang="en-US" sz="1600" b="1" dirty="0">
                    <a:latin typeface="Times New Roman" panose="02020603050405020304" pitchFamily="18" charset="0"/>
                    <a:cs typeface="Times New Roman" panose="02020603050405020304" pitchFamily="18" charset="0"/>
                  </a:rPr>
                  <a:t>）</a:t>
                </a:r>
                <a:endParaRPr lang="en-US" altLang="zh-CN" sz="1600" b="1" dirty="0">
                  <a:latin typeface="Times New Roman" panose="02020603050405020304" pitchFamily="18" charset="0"/>
                  <a:cs typeface="Times New Roman" panose="02020603050405020304" pitchFamily="18" charset="0"/>
                </a:endParaRPr>
              </a:p>
              <a:p>
                <a:pPr marL="0" indent="0" eaLnBrk="1" hangingPunct="1">
                  <a:spcBef>
                    <a:spcPts val="0"/>
                  </a:spcBef>
                  <a:buNone/>
                </a:pPr>
                <a:r>
                  <a:rPr lang="en-US" altLang="zh-CN" sz="1800" b="1" dirty="0">
                    <a:latin typeface="Times New Roman" panose="02020603050405020304" pitchFamily="18" charset="0"/>
                    <a:cs typeface="Times New Roman" panose="02020603050405020304" pitchFamily="18" charset="0"/>
                  </a:rPr>
                  <a:t>/*</a:t>
                </a:r>
                <a:r>
                  <a:rPr lang="zh-CN" altLang="en-US" sz="1800" b="1" dirty="0">
                    <a:latin typeface="Times New Roman" panose="02020603050405020304" pitchFamily="18" charset="0"/>
                    <a:cs typeface="Times New Roman" panose="02020603050405020304" pitchFamily="18" charset="0"/>
                  </a:rPr>
                  <a:t>生成中间节点函数，参数：归约产生式，孩子数</a:t>
                </a:r>
                <a:r>
                  <a:rPr lang="en-US" altLang="zh-CN" sz="1800" b="1" dirty="0">
                    <a:latin typeface="Times New Roman" panose="02020603050405020304" pitchFamily="18" charset="0"/>
                    <a:cs typeface="Times New Roman" panose="02020603050405020304" pitchFamily="18" charset="0"/>
                  </a:rPr>
                  <a:t>*/</a:t>
                </a:r>
              </a:p>
              <a:p>
                <a:pPr marL="0" indent="0" eaLnBrk="1" hangingPunct="1">
                  <a:spcBef>
                    <a:spcPts val="0"/>
                  </a:spcBef>
                  <a:buNone/>
                </a:pPr>
                <a:r>
                  <a:rPr lang="en-US" altLang="zh-CN" sz="1800" b="1" dirty="0">
                    <a:latin typeface="Times New Roman" panose="02020603050405020304" pitchFamily="18" charset="0"/>
                    <a:cs typeface="Times New Roman" panose="02020603050405020304" pitchFamily="18" charset="0"/>
                  </a:rPr>
                  <a:t>node * </a:t>
                </a:r>
                <a:r>
                  <a:rPr lang="en-US" altLang="zh-CN" sz="1800" b="1" dirty="0" err="1">
                    <a:latin typeface="Times New Roman" panose="02020603050405020304" pitchFamily="18" charset="0"/>
                    <a:cs typeface="Times New Roman" panose="02020603050405020304" pitchFamily="18" charset="0"/>
                  </a:rPr>
                  <a:t>MakeNode</a:t>
                </a:r>
                <a:r>
                  <a:rPr lang="en-US" altLang="zh-CN" sz="1800" b="1" dirty="0">
                    <a:latin typeface="Times New Roman" panose="02020603050405020304" pitchFamily="18" charset="0"/>
                    <a:cs typeface="Times New Roman" panose="02020603050405020304" pitchFamily="18" charset="0"/>
                  </a:rPr>
                  <a:t> (</a:t>
                </a:r>
                <a:r>
                  <a:rPr lang="zh-CN" altLang="en-US" sz="1600" b="1" dirty="0">
                    <a:latin typeface="Times New Roman" panose="02020603050405020304" pitchFamily="18" charset="0"/>
                    <a:cs typeface="Times New Roman" panose="02020603050405020304" pitchFamily="18" charset="0"/>
                  </a:rPr>
                  <a:t>struct </a:t>
                </a:r>
                <a:r>
                  <a:rPr lang="en-US" altLang="zh-CN" sz="1600" b="1" dirty="0">
                    <a:latin typeface="Times New Roman" panose="02020603050405020304" pitchFamily="18" charset="0"/>
                    <a:cs typeface="Times New Roman" panose="02020603050405020304" pitchFamily="18" charset="0"/>
                  </a:rPr>
                  <a:t>node</a:t>
                </a:r>
                <a:r>
                  <a:rPr lang="zh-CN" altLang="en-US" sz="1600" b="1" dirty="0">
                    <a:latin typeface="Times New Roman" panose="02020603050405020304" pitchFamily="18" charset="0"/>
                    <a:cs typeface="Times New Roman" panose="02020603050405020304" pitchFamily="18" charset="0"/>
                  </a:rPr>
                  <a:t> *ch</a:t>
                </a:r>
                <a:r>
                  <a:rPr lang="en-US" altLang="zh-CN" sz="1600" b="1" dirty="0" err="1">
                    <a:latin typeface="Times New Roman" panose="02020603050405020304" pitchFamily="18" charset="0"/>
                    <a:cs typeface="Times New Roman" panose="02020603050405020304" pitchFamily="18" charset="0"/>
                  </a:rPr>
                  <a:t>ild</a:t>
                </a:r>
                <a:r>
                  <a:rPr lang="en-US" altLang="zh-CN" sz="1600" b="1" dirty="0">
                    <a:latin typeface="Times New Roman" panose="02020603050405020304" pitchFamily="18" charset="0"/>
                    <a:cs typeface="Times New Roman" panose="02020603050405020304" pitchFamily="18" charset="0"/>
                  </a:rPr>
                  <a:t>, int c )</a:t>
                </a:r>
                <a:endParaRPr lang="en-US" altLang="zh-CN" sz="1800" b="1" dirty="0">
                  <a:latin typeface="Times New Roman" panose="02020603050405020304" pitchFamily="18" charset="0"/>
                  <a:cs typeface="Times New Roman" panose="02020603050405020304" pitchFamily="18" charset="0"/>
                </a:endParaRPr>
              </a:p>
              <a:p>
                <a:pPr marL="0" indent="0" eaLnBrk="1" hangingPunct="1">
                  <a:buNone/>
                </a:pPr>
                <a:endParaRPr lang="en-US" altLang="zh-CN" sz="1600" dirty="0">
                  <a:latin typeface="Times New Roman" panose="02020603050405020304" pitchFamily="18" charset="0"/>
                  <a:cs typeface="Times New Roman" panose="02020603050405020304" pitchFamily="18" charset="0"/>
                </a:endParaRPr>
              </a:p>
            </p:txBody>
          </p:sp>
        </mc:Choice>
        <mc:Fallback xmlns="">
          <p:sp>
            <p:nvSpPr>
              <p:cNvPr id="114693" name="Rectangle 3"/>
              <p:cNvSpPr>
                <a:spLocks noGrp="1" noRot="1" noChangeAspect="1" noMove="1" noResize="1" noEditPoints="1" noAdjustHandles="1" noChangeArrowheads="1" noChangeShapeType="1" noTextEdit="1"/>
              </p:cNvSpPr>
              <p:nvPr>
                <p:ph idx="1"/>
              </p:nvPr>
            </p:nvSpPr>
            <p:spPr>
              <a:xfrm>
                <a:off x="467545" y="843558"/>
                <a:ext cx="5544616" cy="4176464"/>
              </a:xfrm>
              <a:blipFill>
                <a:blip r:embed="rId3"/>
                <a:stretch>
                  <a:fillRect l="-990" t="-876" b="-438"/>
                </a:stretch>
              </a:blipFill>
            </p:spPr>
            <p:txBody>
              <a:bodyPr/>
              <a:lstStyle/>
              <a:p>
                <a:r>
                  <a:rPr lang="zh-CN" altLang="en-US">
                    <a:noFill/>
                  </a:rPr>
                  <a:t> </a:t>
                </a:r>
              </a:p>
            </p:txBody>
          </p:sp>
        </mc:Fallback>
      </mc:AlternateContent>
      <p:sp>
        <p:nvSpPr>
          <p:cNvPr id="114692" name="Rectangle 2"/>
          <p:cNvSpPr>
            <a:spLocks noGrp="1" noChangeArrowheads="1"/>
          </p:cNvSpPr>
          <p:nvPr>
            <p:ph type="title"/>
          </p:nvPr>
        </p:nvSpPr>
        <p:spPr>
          <a:noFill/>
        </p:spPr>
        <p:txBody>
          <a:bodyPr anchor="ctr"/>
          <a:lstStyle/>
          <a:p>
            <a:pPr eaLnBrk="1" hangingPunct="1"/>
            <a:r>
              <a:rPr lang="zh-CN" altLang="en-US" dirty="0"/>
              <a:t>实验一 实验指导</a:t>
            </a:r>
            <a:endParaRPr lang="en-US" altLang="zh-CN" sz="3000" dirty="0">
              <a:latin typeface="Times New Roman" panose="02020603050405020304" pitchFamily="18" charset="0"/>
            </a:endParaRPr>
          </a:p>
        </p:txBody>
      </p:sp>
      <p:sp>
        <p:nvSpPr>
          <p:cNvPr id="114691" name="灯片编号占位符 5"/>
          <p:cNvSpPr>
            <a:spLocks noGrp="1"/>
          </p:cNvSpPr>
          <p:nvPr>
            <p:ph type="sldNum" sz="quarter" idx="12"/>
          </p:nvPr>
        </p:nvSpPr>
        <p:spPr>
          <a:noFill/>
        </p:spPr>
        <p:txBody>
          <a:bodyPr anchor="t"/>
          <a:lstStyle>
            <a:lvl1pPr>
              <a:spcBef>
                <a:spcPct val="20000"/>
              </a:spcBef>
              <a:buClr>
                <a:schemeClr val="folHlink"/>
              </a:buClr>
              <a:buSzPct val="60000"/>
              <a:buFont typeface="Wingdings" panose="05000000000000000000" pitchFamily="2" charset="2"/>
              <a:buChar char="n"/>
              <a:defRPr sz="2400" b="1">
                <a:solidFill>
                  <a:schemeClr val="tx1"/>
                </a:solidFill>
                <a:latin typeface="Tahoma" panose="020B0604030504040204" pitchFamily="34" charset="0"/>
                <a:ea typeface="楷体_GB2312" panose="02010609030101010101" pitchFamily="49" charset="-122"/>
              </a:defRPr>
            </a:lvl1pPr>
            <a:lvl2pPr marL="557213" indent="-214313">
              <a:spcBef>
                <a:spcPct val="20000"/>
              </a:spcBef>
              <a:buClr>
                <a:schemeClr val="hlink"/>
              </a:buClr>
              <a:buSzPct val="55000"/>
              <a:buFont typeface="Wingdings" panose="05000000000000000000" pitchFamily="2" charset="2"/>
              <a:buChar char="n"/>
              <a:defRPr sz="2100" b="1">
                <a:solidFill>
                  <a:schemeClr val="tx1"/>
                </a:solidFill>
                <a:latin typeface="Tahoma" panose="020B0604030504040204" pitchFamily="34" charset="0"/>
                <a:ea typeface="楷体_GB2312" panose="02010609030101010101" pitchFamily="49" charset="-122"/>
              </a:defRPr>
            </a:lvl2pPr>
            <a:lvl3pPr marL="857250" indent="-171450">
              <a:spcBef>
                <a:spcPct val="20000"/>
              </a:spcBef>
              <a:buClr>
                <a:schemeClr val="folHlink"/>
              </a:buClr>
              <a:buSzPct val="50000"/>
              <a:buFont typeface="Wingdings" panose="05000000000000000000" pitchFamily="2" charset="2"/>
              <a:buChar char="n"/>
              <a:defRPr sz="1800" b="1">
                <a:solidFill>
                  <a:schemeClr val="tx1"/>
                </a:solidFill>
                <a:latin typeface="Tahoma" panose="020B0604030504040204" pitchFamily="34" charset="0"/>
                <a:ea typeface="楷体_GB2312" panose="02010609030101010101" pitchFamily="49" charset="-122"/>
              </a:defRPr>
            </a:lvl3pPr>
            <a:lvl4pPr marL="1200150" indent="-171450">
              <a:spcBef>
                <a:spcPct val="20000"/>
              </a:spcBef>
              <a:buClr>
                <a:schemeClr val="accent2"/>
              </a:buClr>
              <a:buSzPct val="55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4pPr>
            <a:lvl5pPr marL="1543050" indent="-171450">
              <a:spcBef>
                <a:spcPct val="20000"/>
              </a:spcBef>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Tahoma" panose="020B0604030504040204" pitchFamily="34" charset="0"/>
                <a:ea typeface="楷体_GB2312" panose="02010609030101010101" pitchFamily="49" charset="-122"/>
              </a:defRPr>
            </a:lvl9pPr>
          </a:lstStyle>
          <a:p>
            <a:pPr>
              <a:spcBef>
                <a:spcPct val="0"/>
              </a:spcBef>
              <a:buClrTx/>
              <a:buSzTx/>
              <a:buFontTx/>
              <a:buNone/>
            </a:pPr>
            <a:fld id="{2797CC92-6AD7-4361-B059-7D189C3CF7D7}" type="slidenum">
              <a:rPr lang="en-US" altLang="zh-CN" sz="1050" b="0">
                <a:latin typeface="Arial" panose="020B0604020202020204" pitchFamily="34" charset="0"/>
                <a:ea typeface="宋体" panose="02010600030101010101" pitchFamily="2" charset="-122"/>
              </a:rPr>
              <a:pPr>
                <a:spcBef>
                  <a:spcPct val="0"/>
                </a:spcBef>
                <a:buClrTx/>
                <a:buSzTx/>
                <a:buFontTx/>
                <a:buNone/>
              </a:pPr>
              <a:t>59</a:t>
            </a:fld>
            <a:endParaRPr lang="en-US" altLang="zh-CN" sz="1050" b="0">
              <a:latin typeface="Arial" panose="020B0604020202020204" pitchFamily="34" charset="0"/>
              <a:ea typeface="宋体" panose="02010600030101010101" pitchFamily="2" charset="-122"/>
            </a:endParaRPr>
          </a:p>
        </p:txBody>
      </p:sp>
      <p:graphicFrame>
        <p:nvGraphicFramePr>
          <p:cNvPr id="6" name="Object 5">
            <a:extLst>
              <a:ext uri="{FF2B5EF4-FFF2-40B4-BE49-F238E27FC236}">
                <a16:creationId xmlns:a16="http://schemas.microsoft.com/office/drawing/2014/main" id="{DED6EF83-C99D-4974-BD55-5CCA69AF4459}"/>
              </a:ext>
            </a:extLst>
          </p:cNvPr>
          <p:cNvGraphicFramePr>
            <a:graphicFrameLocks noChangeAspect="1"/>
          </p:cNvGraphicFramePr>
          <p:nvPr>
            <p:extLst>
              <p:ext uri="{D42A27DB-BD31-4B8C-83A1-F6EECF244321}">
                <p14:modId xmlns:p14="http://schemas.microsoft.com/office/powerpoint/2010/main" val="1277040681"/>
              </p:ext>
            </p:extLst>
          </p:nvPr>
        </p:nvGraphicFramePr>
        <p:xfrm>
          <a:off x="5580112" y="1143000"/>
          <a:ext cx="3440113" cy="2857500"/>
        </p:xfrm>
        <a:graphic>
          <a:graphicData uri="http://schemas.openxmlformats.org/presentationml/2006/ole">
            <mc:AlternateContent xmlns:mc="http://schemas.openxmlformats.org/markup-compatibility/2006">
              <mc:Choice xmlns:v="urn:schemas-microsoft-com:vml" Requires="v">
                <p:oleObj spid="_x0000_s4300" name="Visio" r:id="rId4" imgW="2142978" imgH="1709604" progId="Visio.Drawing.11">
                  <p:embed/>
                </p:oleObj>
              </mc:Choice>
              <mc:Fallback>
                <p:oleObj name="Visio" r:id="rId4" imgW="2142978" imgH="1709604" progId="Visio.Drawing.11">
                  <p:embed/>
                  <p:pic>
                    <p:nvPicPr>
                      <p:cNvPr id="6" name="Object 5">
                        <a:extLst>
                          <a:ext uri="{FF2B5EF4-FFF2-40B4-BE49-F238E27FC236}">
                            <a16:creationId xmlns:a16="http://schemas.microsoft.com/office/drawing/2014/main" id="{DED6EF83-C99D-4974-BD55-5CCA69AF4459}"/>
                          </a:ext>
                        </a:extLst>
                      </p:cNvPr>
                      <p:cNvPicPr>
                        <a:picLocks noChangeAspect="1" noChangeArrowheads="1"/>
                      </p:cNvPicPr>
                      <p:nvPr/>
                    </p:nvPicPr>
                    <p:blipFill>
                      <a:blip r:embed="rId5"/>
                      <a:srcRect/>
                      <a:stretch>
                        <a:fillRect/>
                      </a:stretch>
                    </p:blipFill>
                    <p:spPr bwMode="auto">
                      <a:xfrm>
                        <a:off x="5580112" y="1143000"/>
                        <a:ext cx="3440113" cy="2857500"/>
                      </a:xfrm>
                      <a:prstGeom prst="rect">
                        <a:avLst/>
                      </a:prstGeom>
                      <a:solidFill>
                        <a:schemeClr val="accent2">
                          <a:lumMod val="20000"/>
                          <a:lumOff val="80000"/>
                        </a:schemeClr>
                      </a:solidFill>
                      <a:ln>
                        <a:solidFill>
                          <a:schemeClr val="tx1"/>
                        </a:solidFill>
                      </a:ln>
                      <a:extLst/>
                    </p:spPr>
                  </p:pic>
                </p:oleObj>
              </mc:Fallback>
            </mc:AlternateContent>
          </a:graphicData>
        </a:graphic>
      </p:graphicFrame>
    </p:spTree>
    <p:extLst>
      <p:ext uri="{BB962C8B-B14F-4D97-AF65-F5344CB8AC3E}">
        <p14:creationId xmlns:p14="http://schemas.microsoft.com/office/powerpoint/2010/main" val="162076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4693">
                                            <p:txEl>
                                              <p:pRg st="0" end="0"/>
                                            </p:txEl>
                                          </p:spTgt>
                                        </p:tgtEl>
                                        <p:attrNameLst>
                                          <p:attrName>style.visibility</p:attrName>
                                        </p:attrNameLst>
                                      </p:cBhvr>
                                      <p:to>
                                        <p:strVal val="visible"/>
                                      </p:to>
                                    </p:set>
                                    <p:animEffect transition="in" filter="wipe(down)">
                                      <p:cBhvr>
                                        <p:cTn id="7" dur="500"/>
                                        <p:tgtEl>
                                          <p:spTgt spid="1146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4693">
                                            <p:txEl>
                                              <p:pRg st="1" end="1"/>
                                            </p:txEl>
                                          </p:spTgt>
                                        </p:tgtEl>
                                        <p:attrNameLst>
                                          <p:attrName>style.visibility</p:attrName>
                                        </p:attrNameLst>
                                      </p:cBhvr>
                                      <p:to>
                                        <p:strVal val="visible"/>
                                      </p:to>
                                    </p:set>
                                    <p:animEffect transition="in" filter="wipe(down)">
                                      <p:cBhvr>
                                        <p:cTn id="12" dur="500"/>
                                        <p:tgtEl>
                                          <p:spTgt spid="11469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4693">
                                            <p:txEl>
                                              <p:pRg st="2" end="2"/>
                                            </p:txEl>
                                          </p:spTgt>
                                        </p:tgtEl>
                                        <p:attrNameLst>
                                          <p:attrName>style.visibility</p:attrName>
                                        </p:attrNameLst>
                                      </p:cBhvr>
                                      <p:to>
                                        <p:strVal val="visible"/>
                                      </p:to>
                                    </p:set>
                                    <p:animEffect transition="in" filter="wipe(down)">
                                      <p:cBhvr>
                                        <p:cTn id="17" dur="500"/>
                                        <p:tgtEl>
                                          <p:spTgt spid="11469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14693">
                                            <p:txEl>
                                              <p:pRg st="3" end="3"/>
                                            </p:txEl>
                                          </p:spTgt>
                                        </p:tgtEl>
                                        <p:attrNameLst>
                                          <p:attrName>style.visibility</p:attrName>
                                        </p:attrNameLst>
                                      </p:cBhvr>
                                      <p:to>
                                        <p:strVal val="visible"/>
                                      </p:to>
                                    </p:set>
                                    <p:animEffect transition="in" filter="wipe(down)">
                                      <p:cBhvr>
                                        <p:cTn id="22" dur="500"/>
                                        <p:tgtEl>
                                          <p:spTgt spid="11469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14693">
                                            <p:txEl>
                                              <p:pRg st="4" end="4"/>
                                            </p:txEl>
                                          </p:spTgt>
                                        </p:tgtEl>
                                        <p:attrNameLst>
                                          <p:attrName>style.visibility</p:attrName>
                                        </p:attrNameLst>
                                      </p:cBhvr>
                                      <p:to>
                                        <p:strVal val="visible"/>
                                      </p:to>
                                    </p:set>
                                    <p:animEffect transition="in" filter="wipe(down)">
                                      <p:cBhvr>
                                        <p:cTn id="27" dur="500"/>
                                        <p:tgtEl>
                                          <p:spTgt spid="11469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4693">
                                            <p:txEl>
                                              <p:pRg st="5" end="5"/>
                                            </p:txEl>
                                          </p:spTgt>
                                        </p:tgtEl>
                                        <p:attrNameLst>
                                          <p:attrName>style.visibility</p:attrName>
                                        </p:attrNameLst>
                                      </p:cBhvr>
                                      <p:to>
                                        <p:strVal val="visible"/>
                                      </p:to>
                                    </p:set>
                                    <p:animEffect transition="in" filter="wipe(down)">
                                      <p:cBhvr>
                                        <p:cTn id="32" dur="500"/>
                                        <p:tgtEl>
                                          <p:spTgt spid="11469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14693">
                                            <p:txEl>
                                              <p:pRg st="6" end="6"/>
                                            </p:txEl>
                                          </p:spTgt>
                                        </p:tgtEl>
                                        <p:attrNameLst>
                                          <p:attrName>style.visibility</p:attrName>
                                        </p:attrNameLst>
                                      </p:cBhvr>
                                      <p:to>
                                        <p:strVal val="visible"/>
                                      </p:to>
                                    </p:set>
                                    <p:animEffect transition="in" filter="wipe(down)">
                                      <p:cBhvr>
                                        <p:cTn id="37" dur="500"/>
                                        <p:tgtEl>
                                          <p:spTgt spid="11469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14693">
                                            <p:txEl>
                                              <p:pRg st="7" end="7"/>
                                            </p:txEl>
                                          </p:spTgt>
                                        </p:tgtEl>
                                        <p:attrNameLst>
                                          <p:attrName>style.visibility</p:attrName>
                                        </p:attrNameLst>
                                      </p:cBhvr>
                                      <p:to>
                                        <p:strVal val="visible"/>
                                      </p:to>
                                    </p:set>
                                    <p:animEffect transition="in" filter="wipe(down)">
                                      <p:cBhvr>
                                        <p:cTn id="42" dur="500"/>
                                        <p:tgtEl>
                                          <p:spTgt spid="11469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114693">
                                            <p:txEl>
                                              <p:pRg st="8" end="8"/>
                                            </p:txEl>
                                          </p:spTgt>
                                        </p:tgtEl>
                                        <p:attrNameLst>
                                          <p:attrName>style.visibility</p:attrName>
                                        </p:attrNameLst>
                                      </p:cBhvr>
                                      <p:to>
                                        <p:strVal val="visible"/>
                                      </p:to>
                                    </p:set>
                                    <p:animEffect transition="in" filter="wipe(down)">
                                      <p:cBhvr>
                                        <p:cTn id="47" dur="500"/>
                                        <p:tgtEl>
                                          <p:spTgt spid="114693">
                                            <p:txEl>
                                              <p:pRg st="8" end="8"/>
                                            </p:txEl>
                                          </p:spTgt>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14693">
                                            <p:txEl>
                                              <p:pRg st="9" end="9"/>
                                            </p:txEl>
                                          </p:spTgt>
                                        </p:tgtEl>
                                        <p:attrNameLst>
                                          <p:attrName>style.visibility</p:attrName>
                                        </p:attrNameLst>
                                      </p:cBhvr>
                                      <p:to>
                                        <p:strVal val="visible"/>
                                      </p:to>
                                    </p:set>
                                    <p:animEffect transition="in" filter="wipe(down)">
                                      <p:cBhvr>
                                        <p:cTn id="50" dur="500"/>
                                        <p:tgtEl>
                                          <p:spTgt spid="11469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14693">
                                            <p:txEl>
                                              <p:pRg st="10" end="10"/>
                                            </p:txEl>
                                          </p:spTgt>
                                        </p:tgtEl>
                                        <p:attrNameLst>
                                          <p:attrName>style.visibility</p:attrName>
                                        </p:attrNameLst>
                                      </p:cBhvr>
                                      <p:to>
                                        <p:strVal val="visible"/>
                                      </p:to>
                                    </p:set>
                                    <p:animEffect transition="in" filter="wipe(down)">
                                      <p:cBhvr>
                                        <p:cTn id="55" dur="500"/>
                                        <p:tgtEl>
                                          <p:spTgt spid="114693">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114693">
                                            <p:txEl>
                                              <p:pRg st="11" end="11"/>
                                            </p:txEl>
                                          </p:spTgt>
                                        </p:tgtEl>
                                        <p:attrNameLst>
                                          <p:attrName>style.visibility</p:attrName>
                                        </p:attrNameLst>
                                      </p:cBhvr>
                                      <p:to>
                                        <p:strVal val="visible"/>
                                      </p:to>
                                    </p:set>
                                    <p:animEffect transition="in" filter="wipe(down)">
                                      <p:cBhvr>
                                        <p:cTn id="60" dur="500"/>
                                        <p:tgtEl>
                                          <p:spTgt spid="114693">
                                            <p:txEl>
                                              <p:pRg st="11" end="11"/>
                                            </p:txEl>
                                          </p:spTgt>
                                        </p:tgtEl>
                                      </p:cBhvr>
                                    </p:animEffect>
                                  </p:childTnLst>
                                </p:cTn>
                              </p:par>
                              <p:par>
                                <p:cTn id="61" presetID="22" presetClass="entr" presetSubtype="4" fill="hold" grpId="0" nodeType="withEffect">
                                  <p:stCondLst>
                                    <p:cond delay="0"/>
                                  </p:stCondLst>
                                  <p:childTnLst>
                                    <p:set>
                                      <p:cBhvr>
                                        <p:cTn id="62" dur="1" fill="hold">
                                          <p:stCondLst>
                                            <p:cond delay="0"/>
                                          </p:stCondLst>
                                        </p:cTn>
                                        <p:tgtEl>
                                          <p:spTgt spid="114693">
                                            <p:txEl>
                                              <p:pRg st="12" end="12"/>
                                            </p:txEl>
                                          </p:spTgt>
                                        </p:tgtEl>
                                        <p:attrNameLst>
                                          <p:attrName>style.visibility</p:attrName>
                                        </p:attrNameLst>
                                      </p:cBhvr>
                                      <p:to>
                                        <p:strVal val="visible"/>
                                      </p:to>
                                    </p:set>
                                    <p:animEffect transition="in" filter="wipe(down)">
                                      <p:cBhvr>
                                        <p:cTn id="63" dur="500"/>
                                        <p:tgtEl>
                                          <p:spTgt spid="11469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3" grpId="0" uiExpand="1"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F2D6556C-509E-4B49-9496-99F88156CA76}"/>
              </a:ext>
            </a:extLst>
          </p:cNvPr>
          <p:cNvSpPr>
            <a:spLocks noGrp="1"/>
          </p:cNvSpPr>
          <p:nvPr>
            <p:ph idx="1"/>
          </p:nvPr>
        </p:nvSpPr>
        <p:spPr/>
        <p:txBody>
          <a:bodyPr/>
          <a:lstStyle/>
          <a:p>
            <a:r>
              <a:rPr lang="zh-CN" altLang="en-US" dirty="0"/>
              <a:t>词法、语法和语义现象</a:t>
            </a:r>
            <a:endParaRPr lang="en-US" altLang="zh-CN" dirty="0"/>
          </a:p>
          <a:p>
            <a:pPr lvl="1"/>
            <a:r>
              <a:rPr lang="zh-CN" altLang="en-US" dirty="0"/>
              <a:t>词法：词法构成规则</a:t>
            </a:r>
            <a:endParaRPr lang="en-US" altLang="zh-CN" dirty="0"/>
          </a:p>
          <a:p>
            <a:pPr lvl="1"/>
            <a:r>
              <a:rPr lang="zh-CN" altLang="en-US" dirty="0"/>
              <a:t>语法：语法的构成规则</a:t>
            </a:r>
            <a:endParaRPr lang="en-US" altLang="zh-CN" dirty="0"/>
          </a:p>
          <a:p>
            <a:pPr lvl="1"/>
            <a:r>
              <a:rPr lang="en-US" altLang="zh-CN" dirty="0"/>
              <a:t> </a:t>
            </a:r>
            <a:r>
              <a:rPr lang="zh-CN" altLang="en-US" dirty="0"/>
              <a:t>语义：词法规则和语法规则之外的语义规则</a:t>
            </a:r>
            <a:endParaRPr lang="en-US" altLang="zh-CN" dirty="0"/>
          </a:p>
          <a:p>
            <a:r>
              <a:rPr lang="zh-CN" altLang="en-US" dirty="0"/>
              <a:t>短语、直接短语最左直接短语</a:t>
            </a:r>
          </a:p>
        </p:txBody>
      </p:sp>
      <p:sp>
        <p:nvSpPr>
          <p:cNvPr id="3" name="标题 2">
            <a:extLst>
              <a:ext uri="{FF2B5EF4-FFF2-40B4-BE49-F238E27FC236}">
                <a16:creationId xmlns:a16="http://schemas.microsoft.com/office/drawing/2014/main" id="{23260FAF-AC56-47C7-85BE-7D9934F2FA25}"/>
              </a:ext>
            </a:extLst>
          </p:cNvPr>
          <p:cNvSpPr>
            <a:spLocks noGrp="1"/>
          </p:cNvSpPr>
          <p:nvPr>
            <p:ph type="title"/>
          </p:nvPr>
        </p:nvSpPr>
        <p:spPr/>
        <p:txBody>
          <a:bodyPr/>
          <a:lstStyle/>
          <a:p>
            <a:r>
              <a:rPr lang="zh-CN" altLang="en-US" dirty="0"/>
              <a:t>第</a:t>
            </a:r>
            <a:r>
              <a:rPr lang="en-US" altLang="zh-CN" dirty="0"/>
              <a:t>1</a:t>
            </a:r>
            <a:r>
              <a:rPr lang="zh-CN" altLang="en-US" dirty="0"/>
              <a:t>次作业总结</a:t>
            </a:r>
          </a:p>
        </p:txBody>
      </p:sp>
      <p:sp>
        <p:nvSpPr>
          <p:cNvPr id="4" name="灯片编号占位符 3">
            <a:extLst>
              <a:ext uri="{FF2B5EF4-FFF2-40B4-BE49-F238E27FC236}">
                <a16:creationId xmlns:a16="http://schemas.microsoft.com/office/drawing/2014/main" id="{5A490C72-126B-40B4-8D47-C16AF1BF224D}"/>
              </a:ext>
            </a:extLst>
          </p:cNvPr>
          <p:cNvSpPr>
            <a:spLocks noGrp="1"/>
          </p:cNvSpPr>
          <p:nvPr>
            <p:ph type="sldNum" sz="quarter" idx="12"/>
          </p:nvPr>
        </p:nvSpPr>
        <p:spPr/>
        <p:txBody>
          <a:bodyPr/>
          <a:lstStyle/>
          <a:p>
            <a:pPr>
              <a:defRPr/>
            </a:pPr>
            <a:fld id="{76D20AB1-C80E-44EB-B890-88EEF3B3DC08}" type="slidenum">
              <a:rPr lang="zh-CN" altLang="en-US" smtClean="0"/>
              <a:pPr>
                <a:defRPr/>
              </a:pPr>
              <a:t>60</a:t>
            </a:fld>
            <a:endParaRPr lang="en-US" altLang="zh-CN"/>
          </a:p>
        </p:txBody>
      </p:sp>
    </p:spTree>
    <p:extLst>
      <p:ext uri="{BB962C8B-B14F-4D97-AF65-F5344CB8AC3E}">
        <p14:creationId xmlns:p14="http://schemas.microsoft.com/office/powerpoint/2010/main" val="35944281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3" descr="G:\QQ截图201607142012副本.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5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p:cNvSpPr txBox="1">
            <a:spLocks noChangeArrowheads="1"/>
          </p:cNvSpPr>
          <p:nvPr/>
        </p:nvSpPr>
        <p:spPr>
          <a:xfrm>
            <a:off x="5148263" y="1714500"/>
            <a:ext cx="2952750" cy="939800"/>
          </a:xfrm>
          <a:prstGeom prst="rect">
            <a:avLst/>
          </a:prstGeom>
        </p:spPr>
        <p:txBody>
          <a:bodyPr anchor="ctr"/>
          <a:lstStyle/>
          <a:p>
            <a:pPr fontAlgn="auto">
              <a:spcAft>
                <a:spcPts val="0"/>
              </a:spcAft>
              <a:defRPr/>
            </a:pPr>
            <a:r>
              <a:rPr lang="zh-CN" altLang="en-US" sz="3500" spc="600" dirty="0">
                <a:solidFill>
                  <a:schemeClr val="bg1"/>
                </a:solidFill>
                <a:latin typeface="微软雅黑" pitchFamily="34" charset="-122"/>
                <a:ea typeface="微软雅黑" pitchFamily="34" charset="-122"/>
                <a:cs typeface="+mj-cs"/>
              </a:rPr>
              <a:t>结束</a:t>
            </a:r>
            <a:endParaRPr lang="en-US" altLang="zh-CN" sz="3500" spc="600" dirty="0">
              <a:solidFill>
                <a:schemeClr val="bg1"/>
              </a:solidFill>
              <a:latin typeface="微软雅黑" pitchFamily="34" charset="-122"/>
              <a:ea typeface="微软雅黑" pitchFamily="34" charset="-122"/>
              <a:cs typeface="+mj-cs"/>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2.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4.xml><?xml version="1.0" encoding="utf-8"?>
<a:theme xmlns:a="http://schemas.openxmlformats.org/drawingml/2006/main" name="3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5.xml><?xml version="1.0" encoding="utf-8"?>
<a:theme xmlns:a="http://schemas.openxmlformats.org/drawingml/2006/main" name="4_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lnDef>
      <a:spPr bwMode="auto">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5578</TotalTime>
  <Pages>0</Pages>
  <Words>8306</Words>
  <Characters>0</Characters>
  <Application>Microsoft Office PowerPoint</Application>
  <DocSecurity>0</DocSecurity>
  <PresentationFormat>全屏显示(16:9)</PresentationFormat>
  <Lines>0</Lines>
  <Paragraphs>2108</Paragraphs>
  <Slides>61</Slides>
  <Notes>47</Notes>
  <HiddenSlides>0</HiddenSlides>
  <MMClips>0</MMClips>
  <ScaleCrop>false</ScaleCrop>
  <HeadingPairs>
    <vt:vector size="8" baseType="variant">
      <vt:variant>
        <vt:lpstr>已用的字体</vt:lpstr>
      </vt:variant>
      <vt:variant>
        <vt:i4>16</vt:i4>
      </vt:variant>
      <vt:variant>
        <vt:lpstr>主题</vt:lpstr>
      </vt:variant>
      <vt:variant>
        <vt:i4>5</vt:i4>
      </vt:variant>
      <vt:variant>
        <vt:lpstr>嵌入 OLE 服务器</vt:lpstr>
      </vt:variant>
      <vt:variant>
        <vt:i4>1</vt:i4>
      </vt:variant>
      <vt:variant>
        <vt:lpstr>幻灯片标题</vt:lpstr>
      </vt:variant>
      <vt:variant>
        <vt:i4>61</vt:i4>
      </vt:variant>
    </vt:vector>
  </HeadingPairs>
  <TitlesOfParts>
    <vt:vector size="83" baseType="lpstr">
      <vt:lpstr>Microsoft Yahei</vt:lpstr>
      <vt:lpstr>Monotype Sorts</vt:lpstr>
      <vt:lpstr>黑体</vt:lpstr>
      <vt:lpstr>华文楷体</vt:lpstr>
      <vt:lpstr>楷体</vt:lpstr>
      <vt:lpstr>楷体_GB2312</vt:lpstr>
      <vt:lpstr>宋体</vt:lpstr>
      <vt:lpstr>微软雅黑</vt:lpstr>
      <vt:lpstr>Arial</vt:lpstr>
      <vt:lpstr>Calibri</vt:lpstr>
      <vt:lpstr>Cambria Math</vt:lpstr>
      <vt:lpstr>Candara</vt:lpstr>
      <vt:lpstr>Symbol</vt:lpstr>
      <vt:lpstr>Tahoma</vt:lpstr>
      <vt:lpstr>Times New Roman</vt:lpstr>
      <vt:lpstr>Wingdings</vt:lpstr>
      <vt:lpstr>自定义设计方案</vt:lpstr>
      <vt:lpstr>1_波形</vt:lpstr>
      <vt:lpstr>2_波形</vt:lpstr>
      <vt:lpstr>3_波形</vt:lpstr>
      <vt:lpstr>4_波形</vt:lpstr>
      <vt:lpstr>Visio</vt:lpstr>
      <vt:lpstr>4.4.2 SLR 分析</vt:lpstr>
      <vt:lpstr>SLR 分析</vt:lpstr>
      <vt:lpstr>例：LR(0) 分析过程中的冲突</vt:lpstr>
      <vt:lpstr>表达式文法的SLR分析表</vt:lpstr>
      <vt:lpstr>表达式文法的SLR分析表</vt:lpstr>
      <vt:lpstr>例</vt:lpstr>
      <vt:lpstr>SLR 分析表构造算法</vt:lpstr>
      <vt:lpstr>SLR 分析中的冲突</vt:lpstr>
      <vt:lpstr>4.4.3 LR(1)分析</vt:lpstr>
      <vt:lpstr>LR(1)分析法的提出</vt:lpstr>
      <vt:lpstr>例：LR(1)自动机</vt:lpstr>
      <vt:lpstr>规范LR(1)项目</vt:lpstr>
      <vt:lpstr>LR(1)项目展望符的确定</vt:lpstr>
      <vt:lpstr>赋值语句文法的 LR(1)分析表</vt:lpstr>
      <vt:lpstr>例：LR(1)自动机</vt:lpstr>
      <vt:lpstr>例：LR(1)自动机</vt:lpstr>
      <vt:lpstr>例：LR(1)自动机</vt:lpstr>
      <vt:lpstr>LR分析法与LL(1)分析法</vt:lpstr>
      <vt:lpstr>LR分析表构造算法——LR(1)项目集闭包</vt:lpstr>
      <vt:lpstr>LR分析表构造算法——GOTO 函数</vt:lpstr>
      <vt:lpstr>为文法G' 构造LR(1)项集族</vt:lpstr>
      <vt:lpstr>LR(1)自动机的形式化定义</vt:lpstr>
      <vt:lpstr>LR分析表构造算法</vt:lpstr>
      <vt:lpstr>PowerPoint 演示文稿</vt:lpstr>
      <vt:lpstr>4.4.4 LALR分析</vt:lpstr>
      <vt:lpstr>LALR ( lookahead-LR )分析的基本思想</vt:lpstr>
      <vt:lpstr>例：合并同心项集</vt:lpstr>
      <vt:lpstr>例：合并同心项集</vt:lpstr>
      <vt:lpstr>合并同心项集时产生归约-归约冲突的例子</vt:lpstr>
      <vt:lpstr>合并同心项集后，虽然不产生冲突，但可能会 推迟错误的发现</vt:lpstr>
      <vt:lpstr>LALR(1)的特点</vt:lpstr>
      <vt:lpstr>LALR(1)的特点</vt:lpstr>
      <vt:lpstr>LALR(1)的特点</vt:lpstr>
      <vt:lpstr>4.4.5 二义性文法的LR分析</vt:lpstr>
      <vt:lpstr>二义性算术表达式文法的LR(0)分析器</vt:lpstr>
      <vt:lpstr>二义性算术表达式文法的SLR分析表</vt:lpstr>
      <vt:lpstr>例：二义性if 语句文法的LR分析</vt:lpstr>
      <vt:lpstr>S  i Si S e Sa</vt:lpstr>
      <vt:lpstr>PowerPoint 演示文稿</vt:lpstr>
      <vt:lpstr>二义性文法的使用</vt:lpstr>
      <vt:lpstr>4.4.6 LR分析中的错误处理</vt:lpstr>
      <vt:lpstr>恐慌模式错误恢复</vt:lpstr>
      <vt:lpstr>短语层次错误恢复</vt:lpstr>
      <vt:lpstr>例：算数表达式文法的LR分析器</vt:lpstr>
      <vt:lpstr>带有错误处理子程序的算术表达式文法LR分析表</vt:lpstr>
      <vt:lpstr>LR分析的基本步骤</vt:lpstr>
      <vt:lpstr>PowerPoint 演示文稿</vt:lpstr>
      <vt:lpstr>4.6 语法分析程序的自动生成工具Yacc </vt:lpstr>
      <vt:lpstr>4.6 语法分析程序的自动生成工具Yacc </vt:lpstr>
      <vt:lpstr>4.6 语法分析程序的自动生成工具Yacc </vt:lpstr>
      <vt:lpstr>用Yacc和Lex合建编译程序</vt:lpstr>
      <vt:lpstr>语法分析小结</vt:lpstr>
      <vt:lpstr>语法分析小结</vt:lpstr>
      <vt:lpstr>语法分析小结</vt:lpstr>
      <vt:lpstr>语法分析小结</vt:lpstr>
      <vt:lpstr>第04次作业   第4章自底向上的语法分析</vt:lpstr>
      <vt:lpstr>实验一 验收</vt:lpstr>
      <vt:lpstr>实验一 实验指导</vt:lpstr>
      <vt:lpstr>实验一 实验指导</vt:lpstr>
      <vt:lpstr>第1次作业总结</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Microsoft Office 用户</dc:creator>
  <cp:keywords/>
  <dc:description/>
  <cp:lastModifiedBy>Shanlili</cp:lastModifiedBy>
  <cp:revision>508</cp:revision>
  <cp:lastPrinted>2020-01-09T09:16:51Z</cp:lastPrinted>
  <dcterms:created xsi:type="dcterms:W3CDTF">2016-10-12T06:42:57Z</dcterms:created>
  <dcterms:modified xsi:type="dcterms:W3CDTF">2024-03-05T08:39:37Z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5</vt:r8>
  </property>
  <property fmtid="{D5CDD505-2E9C-101B-9397-08002B2CF9AE}" pid="3" name="KSOProductBuildVer">
    <vt:lpwstr>2052-10.1.0.5975</vt:lpwstr>
  </property>
</Properties>
</file>