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wav" ContentType="audio/x-wav"/>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3.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4.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7" r:id="rId1"/>
    <p:sldMasterId id="2147487464" r:id="rId2"/>
    <p:sldMasterId id="2147487643" r:id="rId3"/>
    <p:sldMasterId id="2147488612" r:id="rId4"/>
    <p:sldMasterId id="2147488615" r:id="rId5"/>
  </p:sldMasterIdLst>
  <p:notesMasterIdLst>
    <p:notesMasterId r:id="rId79"/>
  </p:notesMasterIdLst>
  <p:handoutMasterIdLst>
    <p:handoutMasterId r:id="rId80"/>
  </p:handoutMasterIdLst>
  <p:sldIdLst>
    <p:sldId id="1114" r:id="rId6"/>
    <p:sldId id="805" r:id="rId7"/>
    <p:sldId id="2653" r:id="rId8"/>
    <p:sldId id="582" r:id="rId9"/>
    <p:sldId id="1027" r:id="rId10"/>
    <p:sldId id="1115" r:id="rId11"/>
    <p:sldId id="583" r:id="rId12"/>
    <p:sldId id="585" r:id="rId13"/>
    <p:sldId id="939" r:id="rId14"/>
    <p:sldId id="893" r:id="rId15"/>
    <p:sldId id="512" r:id="rId16"/>
    <p:sldId id="597" r:id="rId17"/>
    <p:sldId id="2092" r:id="rId18"/>
    <p:sldId id="2091" r:id="rId19"/>
    <p:sldId id="1098" r:id="rId20"/>
    <p:sldId id="1099" r:id="rId21"/>
    <p:sldId id="2093" r:id="rId22"/>
    <p:sldId id="2651" r:id="rId23"/>
    <p:sldId id="2094" r:id="rId24"/>
    <p:sldId id="2100" r:id="rId25"/>
    <p:sldId id="899" r:id="rId26"/>
    <p:sldId id="2652" r:id="rId27"/>
    <p:sldId id="933" r:id="rId28"/>
    <p:sldId id="1069" r:id="rId29"/>
    <p:sldId id="941" r:id="rId30"/>
    <p:sldId id="491" r:id="rId31"/>
    <p:sldId id="942" r:id="rId32"/>
    <p:sldId id="1120" r:id="rId33"/>
    <p:sldId id="1119" r:id="rId34"/>
    <p:sldId id="1089" r:id="rId35"/>
    <p:sldId id="1116" r:id="rId36"/>
    <p:sldId id="903" r:id="rId37"/>
    <p:sldId id="945" r:id="rId38"/>
    <p:sldId id="836" r:id="rId39"/>
    <p:sldId id="1029" r:id="rId40"/>
    <p:sldId id="1081" r:id="rId41"/>
    <p:sldId id="830" r:id="rId42"/>
    <p:sldId id="2655" r:id="rId43"/>
    <p:sldId id="1019" r:id="rId44"/>
    <p:sldId id="948" r:id="rId45"/>
    <p:sldId id="1118" r:id="rId46"/>
    <p:sldId id="2656" r:id="rId47"/>
    <p:sldId id="2673" r:id="rId48"/>
    <p:sldId id="1086" r:id="rId49"/>
    <p:sldId id="949" r:id="rId50"/>
    <p:sldId id="611" r:id="rId51"/>
    <p:sldId id="850" r:id="rId52"/>
    <p:sldId id="2671" r:id="rId53"/>
    <p:sldId id="951" r:id="rId54"/>
    <p:sldId id="952" r:id="rId55"/>
    <p:sldId id="839" r:id="rId56"/>
    <p:sldId id="1113" r:id="rId57"/>
    <p:sldId id="841" r:id="rId58"/>
    <p:sldId id="842" r:id="rId59"/>
    <p:sldId id="843" r:id="rId60"/>
    <p:sldId id="844" r:id="rId61"/>
    <p:sldId id="845" r:id="rId62"/>
    <p:sldId id="1104" r:id="rId63"/>
    <p:sldId id="954" r:id="rId64"/>
    <p:sldId id="956" r:id="rId65"/>
    <p:sldId id="957" r:id="rId66"/>
    <p:sldId id="369" r:id="rId67"/>
    <p:sldId id="370" r:id="rId68"/>
    <p:sldId id="1355" r:id="rId69"/>
    <p:sldId id="1107" r:id="rId70"/>
    <p:sldId id="1108" r:id="rId71"/>
    <p:sldId id="1109" r:id="rId72"/>
    <p:sldId id="1110" r:id="rId73"/>
    <p:sldId id="2674" r:id="rId74"/>
    <p:sldId id="2121" r:id="rId75"/>
    <p:sldId id="2587" r:id="rId76"/>
    <p:sldId id="2675" r:id="rId77"/>
    <p:sldId id="1117" r:id="rId78"/>
  </p:sldIdLst>
  <p:sldSz cx="9144000" cy="5143500" type="screen16x9"/>
  <p:notesSz cx="6875463" cy="9656763"/>
  <p:defaultTextStyle>
    <a:defPPr>
      <a:defRPr lang="en-US"/>
    </a:defPPr>
    <a:lvl1pPr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3333FF"/>
    <a:srgbClr val="B5CEED"/>
    <a:srgbClr val="FF6600"/>
    <a:srgbClr val="008000"/>
    <a:srgbClr val="FF00FF"/>
    <a:srgbClr val="FFCCCC"/>
    <a:srgbClr val="00AB7E"/>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58298" autoAdjust="0"/>
  </p:normalViewPr>
  <p:slideViewPr>
    <p:cSldViewPr>
      <p:cViewPr varScale="1">
        <p:scale>
          <a:sx n="55" d="100"/>
          <a:sy n="55" d="100"/>
        </p:scale>
        <p:origin x="1709" y="38"/>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17904"/>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tableStyles" Target="tableStyles.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notesMaster" Target="notesMasters/notesMaster1.xml"/><Relationship Id="rId5" Type="http://schemas.openxmlformats.org/officeDocument/2006/relationships/slideMaster" Target="slideMasters/slideMaster5.xml"/><Relationship Id="rId61" Type="http://schemas.openxmlformats.org/officeDocument/2006/relationships/slide" Target="slides/slide56.xml"/><Relationship Id="rId82" Type="http://schemas.openxmlformats.org/officeDocument/2006/relationships/viewProps" Target="viewProps.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slide" Target="slides/slide72.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handoutMaster" Target="handoutMasters/handoutMaster1.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slideMaster" Target="slideMasters/slideMaster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7074" name="Rectangle 2">
            <a:extLst>
              <a:ext uri="{FF2B5EF4-FFF2-40B4-BE49-F238E27FC236}">
                <a16:creationId xmlns:a16="http://schemas.microsoft.com/office/drawing/2014/main" id="{F4570764-E4EE-4EEB-B529-28787E62E391}"/>
              </a:ext>
            </a:extLst>
          </p:cNvPr>
          <p:cNvSpPr>
            <a:spLocks noGrp="1" noChangeArrowheads="1"/>
          </p:cNvSpPr>
          <p:nvPr>
            <p:ph type="hdr" sz="quarter"/>
          </p:nvPr>
        </p:nvSpPr>
        <p:spPr bwMode="auto">
          <a:xfrm>
            <a:off x="0" y="0"/>
            <a:ext cx="2980067" cy="482607"/>
          </a:xfrm>
          <a:prstGeom prst="rect">
            <a:avLst/>
          </a:prstGeom>
          <a:noFill/>
          <a:ln>
            <a:noFill/>
          </a:ln>
          <a:effectLst/>
        </p:spPr>
        <p:txBody>
          <a:bodyPr vert="horz" wrap="square" lIns="88087" tIns="44044" rIns="88087" bIns="44044" numCol="1" anchor="t" anchorCtr="0" compatLnSpc="1">
            <a:prstTxWarp prst="textNoShape">
              <a:avLst/>
            </a:prstTxWarp>
          </a:bodyPr>
          <a:lstStyle>
            <a:lvl1pPr>
              <a:defRPr sz="1200"/>
            </a:lvl1pPr>
          </a:lstStyle>
          <a:p>
            <a:pPr>
              <a:defRPr/>
            </a:pPr>
            <a:endParaRPr lang="zh-CN" altLang="en-US"/>
          </a:p>
        </p:txBody>
      </p:sp>
      <p:sp>
        <p:nvSpPr>
          <p:cNvPr id="387075" name="Rectangle 3">
            <a:extLst>
              <a:ext uri="{FF2B5EF4-FFF2-40B4-BE49-F238E27FC236}">
                <a16:creationId xmlns:a16="http://schemas.microsoft.com/office/drawing/2014/main" id="{584131ED-DA70-4CFB-A39D-A78EC55EF229}"/>
              </a:ext>
            </a:extLst>
          </p:cNvPr>
          <p:cNvSpPr>
            <a:spLocks noGrp="1" noChangeArrowheads="1"/>
          </p:cNvSpPr>
          <p:nvPr>
            <p:ph type="dt" sz="quarter" idx="1"/>
          </p:nvPr>
        </p:nvSpPr>
        <p:spPr bwMode="auto">
          <a:xfrm>
            <a:off x="3893782" y="0"/>
            <a:ext cx="2980067" cy="482607"/>
          </a:xfrm>
          <a:prstGeom prst="rect">
            <a:avLst/>
          </a:prstGeom>
          <a:noFill/>
          <a:ln>
            <a:noFill/>
          </a:ln>
          <a:effectLst/>
        </p:spPr>
        <p:txBody>
          <a:bodyPr vert="horz" wrap="square" lIns="88087" tIns="44044" rIns="88087" bIns="44044" numCol="1" anchor="t" anchorCtr="0" compatLnSpc="1">
            <a:prstTxWarp prst="textNoShape">
              <a:avLst/>
            </a:prstTxWarp>
          </a:bodyPr>
          <a:lstStyle>
            <a:lvl1pPr algn="r">
              <a:defRPr sz="1200"/>
            </a:lvl1pPr>
          </a:lstStyle>
          <a:p>
            <a:pPr>
              <a:defRPr/>
            </a:pPr>
            <a:fld id="{302F7B31-8570-4E27-AC6B-75C4032C9534}" type="datetimeFigureOut">
              <a:rPr lang="zh-CN" altLang="en-US"/>
              <a:pPr>
                <a:defRPr/>
              </a:pPr>
              <a:t>2024/3/5</a:t>
            </a:fld>
            <a:endParaRPr lang="en-US" altLang="zh-CN"/>
          </a:p>
        </p:txBody>
      </p:sp>
      <p:sp>
        <p:nvSpPr>
          <p:cNvPr id="387076" name="Rectangle 4">
            <a:extLst>
              <a:ext uri="{FF2B5EF4-FFF2-40B4-BE49-F238E27FC236}">
                <a16:creationId xmlns:a16="http://schemas.microsoft.com/office/drawing/2014/main" id="{CF3667D7-66E3-41F8-AF62-CAA95F451373}"/>
              </a:ext>
            </a:extLst>
          </p:cNvPr>
          <p:cNvSpPr>
            <a:spLocks noGrp="1" noChangeArrowheads="1"/>
          </p:cNvSpPr>
          <p:nvPr>
            <p:ph type="ftr" sz="quarter" idx="2"/>
          </p:nvPr>
        </p:nvSpPr>
        <p:spPr bwMode="auto">
          <a:xfrm>
            <a:off x="0" y="9172615"/>
            <a:ext cx="2980067" cy="482606"/>
          </a:xfrm>
          <a:prstGeom prst="rect">
            <a:avLst/>
          </a:prstGeom>
          <a:noFill/>
          <a:ln>
            <a:noFill/>
          </a:ln>
          <a:effectLst/>
        </p:spPr>
        <p:txBody>
          <a:bodyPr vert="horz" wrap="square" lIns="88087" tIns="44044" rIns="88087" bIns="44044" numCol="1" anchor="b" anchorCtr="0" compatLnSpc="1">
            <a:prstTxWarp prst="textNoShape">
              <a:avLst/>
            </a:prstTxWarp>
          </a:bodyPr>
          <a:lstStyle>
            <a:lvl1pPr>
              <a:defRPr sz="1200"/>
            </a:lvl1pPr>
          </a:lstStyle>
          <a:p>
            <a:pPr>
              <a:defRPr/>
            </a:pPr>
            <a:endParaRPr lang="en-US" altLang="zh-CN"/>
          </a:p>
        </p:txBody>
      </p:sp>
      <p:sp>
        <p:nvSpPr>
          <p:cNvPr id="387077" name="Rectangle 5">
            <a:extLst>
              <a:ext uri="{FF2B5EF4-FFF2-40B4-BE49-F238E27FC236}">
                <a16:creationId xmlns:a16="http://schemas.microsoft.com/office/drawing/2014/main" id="{C210F2F3-CCBD-40DC-9D5D-597DBB98253E}"/>
              </a:ext>
            </a:extLst>
          </p:cNvPr>
          <p:cNvSpPr>
            <a:spLocks noGrp="1" noChangeArrowheads="1"/>
          </p:cNvSpPr>
          <p:nvPr>
            <p:ph type="sldNum" sz="quarter" idx="3"/>
          </p:nvPr>
        </p:nvSpPr>
        <p:spPr bwMode="auto">
          <a:xfrm>
            <a:off x="3893782" y="9172615"/>
            <a:ext cx="2980067" cy="482606"/>
          </a:xfrm>
          <a:prstGeom prst="rect">
            <a:avLst/>
          </a:prstGeom>
          <a:noFill/>
          <a:ln>
            <a:noFill/>
          </a:ln>
          <a:effectLst/>
        </p:spPr>
        <p:txBody>
          <a:bodyPr vert="horz" wrap="square" lIns="88087" tIns="44044" rIns="88087" bIns="44044" numCol="1" anchor="b" anchorCtr="0" compatLnSpc="1">
            <a:prstTxWarp prst="textNoShape">
              <a:avLst/>
            </a:prstTxWarp>
          </a:bodyPr>
          <a:lstStyle>
            <a:lvl1pPr algn="r">
              <a:defRPr sz="1200"/>
            </a:lvl1pPr>
          </a:lstStyle>
          <a:p>
            <a:pPr>
              <a:defRPr/>
            </a:pPr>
            <a:fld id="{A829A3BA-9744-4413-96DA-CBDCF59F66C1}" type="slidenum">
              <a:rPr lang="zh-CN" altLang="en-US"/>
              <a:pPr>
                <a:defRPr/>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682" name="Rectangle 2">
            <a:extLst>
              <a:ext uri="{FF2B5EF4-FFF2-40B4-BE49-F238E27FC236}">
                <a16:creationId xmlns:a16="http://schemas.microsoft.com/office/drawing/2014/main" id="{A85DCF22-2B0C-43BA-B006-D4E93B3B0D49}"/>
              </a:ext>
            </a:extLst>
          </p:cNvPr>
          <p:cNvSpPr>
            <a:spLocks noGrp="1" noChangeArrowheads="1"/>
          </p:cNvSpPr>
          <p:nvPr>
            <p:ph type="hdr" sz="quarter"/>
          </p:nvPr>
        </p:nvSpPr>
        <p:spPr bwMode="auto">
          <a:xfrm>
            <a:off x="0" y="0"/>
            <a:ext cx="2980067" cy="482607"/>
          </a:xfrm>
          <a:prstGeom prst="rect">
            <a:avLst/>
          </a:prstGeom>
          <a:noFill/>
          <a:ln>
            <a:noFill/>
          </a:ln>
        </p:spPr>
        <p:txBody>
          <a:bodyPr vert="horz" wrap="square" lIns="95415" tIns="47708" rIns="95415" bIns="47708" numCol="1" anchor="t" anchorCtr="0" compatLnSpc="1">
            <a:prstTxWarp prst="textNoShape">
              <a:avLst/>
            </a:prstTxWarp>
          </a:bodyPr>
          <a:lstStyle>
            <a:lvl1pPr defTabSz="952431" eaLnBrk="1" hangingPunct="1">
              <a:defRPr sz="1300"/>
            </a:lvl1pPr>
          </a:lstStyle>
          <a:p>
            <a:pPr>
              <a:defRPr/>
            </a:pPr>
            <a:endParaRPr lang="zh-CN" altLang="en-US"/>
          </a:p>
        </p:txBody>
      </p:sp>
      <p:sp>
        <p:nvSpPr>
          <p:cNvPr id="327683" name="Rectangle 3">
            <a:extLst>
              <a:ext uri="{FF2B5EF4-FFF2-40B4-BE49-F238E27FC236}">
                <a16:creationId xmlns:a16="http://schemas.microsoft.com/office/drawing/2014/main" id="{A0669977-AC39-4071-8BF2-F9C61E23A2C3}"/>
              </a:ext>
            </a:extLst>
          </p:cNvPr>
          <p:cNvSpPr>
            <a:spLocks noGrp="1" noChangeArrowheads="1"/>
          </p:cNvSpPr>
          <p:nvPr>
            <p:ph type="dt" idx="1"/>
          </p:nvPr>
        </p:nvSpPr>
        <p:spPr bwMode="auto">
          <a:xfrm>
            <a:off x="3895397" y="0"/>
            <a:ext cx="2980067" cy="482607"/>
          </a:xfrm>
          <a:prstGeom prst="rect">
            <a:avLst/>
          </a:prstGeom>
          <a:noFill/>
          <a:ln>
            <a:noFill/>
          </a:ln>
        </p:spPr>
        <p:txBody>
          <a:bodyPr vert="horz" wrap="square" lIns="95415" tIns="47708" rIns="95415" bIns="47708" numCol="1" anchor="t" anchorCtr="0" compatLnSpc="1">
            <a:prstTxWarp prst="textNoShape">
              <a:avLst/>
            </a:prstTxWarp>
          </a:bodyPr>
          <a:lstStyle>
            <a:lvl1pPr algn="r" defTabSz="952431" eaLnBrk="1" hangingPunct="1">
              <a:defRPr sz="1300"/>
            </a:lvl1pPr>
          </a:lstStyle>
          <a:p>
            <a:pPr>
              <a:defRPr/>
            </a:pPr>
            <a:endParaRPr lang="en-US" altLang="zh-CN"/>
          </a:p>
        </p:txBody>
      </p:sp>
      <p:sp>
        <p:nvSpPr>
          <p:cNvPr id="12292" name="Rectangle 4">
            <a:extLst>
              <a:ext uri="{FF2B5EF4-FFF2-40B4-BE49-F238E27FC236}">
                <a16:creationId xmlns:a16="http://schemas.microsoft.com/office/drawing/2014/main" id="{4F72961B-5E2A-4843-B3A3-32F69C71EF4C}"/>
              </a:ext>
            </a:extLst>
          </p:cNvPr>
          <p:cNvSpPr>
            <a:spLocks noGrp="1" noRot="1" noChangeAspect="1" noChangeArrowheads="1" noTextEdit="1"/>
          </p:cNvSpPr>
          <p:nvPr>
            <p:ph type="sldImg" idx="2"/>
          </p:nvPr>
        </p:nvSpPr>
        <p:spPr bwMode="auto">
          <a:xfrm>
            <a:off x="219075" y="723900"/>
            <a:ext cx="6438900" cy="36210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685" name="Rectangle 5">
            <a:extLst>
              <a:ext uri="{FF2B5EF4-FFF2-40B4-BE49-F238E27FC236}">
                <a16:creationId xmlns:a16="http://schemas.microsoft.com/office/drawing/2014/main" id="{71609BB0-04FF-49AE-BF3F-F3FE93F15517}"/>
              </a:ext>
            </a:extLst>
          </p:cNvPr>
          <p:cNvSpPr>
            <a:spLocks noGrp="1" noChangeArrowheads="1"/>
          </p:cNvSpPr>
          <p:nvPr>
            <p:ph type="body" sz="quarter" idx="3"/>
          </p:nvPr>
        </p:nvSpPr>
        <p:spPr bwMode="auto">
          <a:xfrm>
            <a:off x="916944" y="4587079"/>
            <a:ext cx="5041576" cy="4345003"/>
          </a:xfrm>
          <a:prstGeom prst="rect">
            <a:avLst/>
          </a:prstGeom>
          <a:noFill/>
          <a:ln>
            <a:noFill/>
          </a:ln>
        </p:spPr>
        <p:txBody>
          <a:bodyPr vert="horz" wrap="square" lIns="95415" tIns="47708" rIns="95415" bIns="47708"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327686" name="Rectangle 6">
            <a:extLst>
              <a:ext uri="{FF2B5EF4-FFF2-40B4-BE49-F238E27FC236}">
                <a16:creationId xmlns:a16="http://schemas.microsoft.com/office/drawing/2014/main" id="{E2BD20D3-EEC5-402F-92AB-389C10B010FE}"/>
              </a:ext>
            </a:extLst>
          </p:cNvPr>
          <p:cNvSpPr>
            <a:spLocks noGrp="1" noChangeArrowheads="1"/>
          </p:cNvSpPr>
          <p:nvPr>
            <p:ph type="ftr" sz="quarter" idx="4"/>
          </p:nvPr>
        </p:nvSpPr>
        <p:spPr bwMode="auto">
          <a:xfrm>
            <a:off x="0" y="9174156"/>
            <a:ext cx="2980067" cy="482607"/>
          </a:xfrm>
          <a:prstGeom prst="rect">
            <a:avLst/>
          </a:prstGeom>
          <a:noFill/>
          <a:ln>
            <a:noFill/>
          </a:ln>
        </p:spPr>
        <p:txBody>
          <a:bodyPr vert="horz" wrap="square" lIns="95415" tIns="47708" rIns="95415" bIns="47708" numCol="1" anchor="b" anchorCtr="0" compatLnSpc="1">
            <a:prstTxWarp prst="textNoShape">
              <a:avLst/>
            </a:prstTxWarp>
          </a:bodyPr>
          <a:lstStyle>
            <a:lvl1pPr defTabSz="952431" eaLnBrk="1" hangingPunct="1">
              <a:defRPr sz="1300"/>
            </a:lvl1pPr>
          </a:lstStyle>
          <a:p>
            <a:pPr>
              <a:defRPr/>
            </a:pPr>
            <a:endParaRPr lang="en-US" altLang="zh-CN"/>
          </a:p>
        </p:txBody>
      </p:sp>
      <p:sp>
        <p:nvSpPr>
          <p:cNvPr id="327687" name="Rectangle 7">
            <a:extLst>
              <a:ext uri="{FF2B5EF4-FFF2-40B4-BE49-F238E27FC236}">
                <a16:creationId xmlns:a16="http://schemas.microsoft.com/office/drawing/2014/main" id="{4A795A87-6051-4F82-A6D1-6A6D5068E9CA}"/>
              </a:ext>
            </a:extLst>
          </p:cNvPr>
          <p:cNvSpPr>
            <a:spLocks noGrp="1" noChangeArrowheads="1"/>
          </p:cNvSpPr>
          <p:nvPr>
            <p:ph type="sldNum" sz="quarter" idx="5"/>
          </p:nvPr>
        </p:nvSpPr>
        <p:spPr bwMode="auto">
          <a:xfrm>
            <a:off x="3895397" y="9174156"/>
            <a:ext cx="2980067" cy="482607"/>
          </a:xfrm>
          <a:prstGeom prst="rect">
            <a:avLst/>
          </a:prstGeom>
          <a:noFill/>
          <a:ln>
            <a:noFill/>
          </a:ln>
        </p:spPr>
        <p:txBody>
          <a:bodyPr vert="horz" wrap="square" lIns="95415" tIns="47708" rIns="95415" bIns="47708" numCol="1" anchor="b" anchorCtr="0" compatLnSpc="1">
            <a:prstTxWarp prst="textNoShape">
              <a:avLst/>
            </a:prstTxWarp>
          </a:bodyPr>
          <a:lstStyle>
            <a:lvl1pPr algn="r" defTabSz="952431" eaLnBrk="1" hangingPunct="1">
              <a:defRPr sz="1300"/>
            </a:lvl1pPr>
          </a:lstStyle>
          <a:p>
            <a:pPr>
              <a:defRPr/>
            </a:pPr>
            <a:fld id="{27A40216-6006-43D5-9101-E5761534D214}"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8F2882AB-092C-4DED-8286-A1B63B90C91F}"/>
              </a:ext>
            </a:extLst>
          </p:cNvPr>
          <p:cNvSpPr>
            <a:spLocks noGrp="1" noRot="1" noChangeAspect="1" noTextEdit="1"/>
          </p:cNvSpPr>
          <p:nvPr>
            <p:ph type="sldImg"/>
          </p:nvPr>
        </p:nvSpPr>
        <p:spPr>
          <a:ln/>
        </p:spPr>
      </p:sp>
      <p:sp>
        <p:nvSpPr>
          <p:cNvPr id="15363" name="备注占位符 2">
            <a:extLst>
              <a:ext uri="{FF2B5EF4-FFF2-40B4-BE49-F238E27FC236}">
                <a16:creationId xmlns:a16="http://schemas.microsoft.com/office/drawing/2014/main" id="{98C56BCC-F0DD-4B62-BF10-3CDD808225F2}"/>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5364" name="灯片编号占位符 3">
            <a:extLst>
              <a:ext uri="{FF2B5EF4-FFF2-40B4-BE49-F238E27FC236}">
                <a16:creationId xmlns:a16="http://schemas.microsoft.com/office/drawing/2014/main" id="{42998BA8-43A9-4E62-8BF4-C954FBDB875C}"/>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Tahoma" panose="020B0604030504040204" pitchFamily="34" charset="0"/>
                <a:ea typeface="宋体" panose="02010600030101010101" pitchFamily="2" charset="-122"/>
              </a:defRPr>
            </a:lvl1pPr>
            <a:lvl2pPr marL="741363" indent="-284163" defTabSz="949325">
              <a:defRPr>
                <a:solidFill>
                  <a:schemeClr val="tx1"/>
                </a:solidFill>
                <a:latin typeface="Tahoma" panose="020B0604030504040204" pitchFamily="34" charset="0"/>
                <a:ea typeface="宋体" panose="02010600030101010101" pitchFamily="2" charset="-122"/>
              </a:defRPr>
            </a:lvl2pPr>
            <a:lvl3pPr marL="1141413" indent="-227013" defTabSz="949325">
              <a:defRPr>
                <a:solidFill>
                  <a:schemeClr val="tx1"/>
                </a:solidFill>
                <a:latin typeface="Tahoma" panose="020B0604030504040204" pitchFamily="34" charset="0"/>
                <a:ea typeface="宋体" panose="02010600030101010101" pitchFamily="2" charset="-122"/>
              </a:defRPr>
            </a:lvl3pPr>
            <a:lvl4pPr marL="1598613" indent="-227013" defTabSz="949325">
              <a:defRPr>
                <a:solidFill>
                  <a:schemeClr val="tx1"/>
                </a:solidFill>
                <a:latin typeface="Tahoma" panose="020B0604030504040204" pitchFamily="34" charset="0"/>
                <a:ea typeface="宋体" panose="02010600030101010101" pitchFamily="2" charset="-122"/>
              </a:defRPr>
            </a:lvl4pPr>
            <a:lvl5pPr marL="2055813" indent="-227013" defTabSz="949325">
              <a:defRPr>
                <a:solidFill>
                  <a:schemeClr val="tx1"/>
                </a:solidFill>
                <a:latin typeface="Tahoma" panose="020B0604030504040204" pitchFamily="34" charset="0"/>
                <a:ea typeface="宋体" panose="02010600030101010101" pitchFamily="2" charset="-122"/>
              </a:defRPr>
            </a:lvl5pPr>
            <a:lvl6pPr marL="25130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2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4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6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41DC4CFE-5AB9-453E-9DF7-5118B6C2BF8A}" type="slidenum">
              <a:rPr lang="zh-CN" altLang="en-US" smtClean="0">
                <a:solidFill>
                  <a:srgbClr val="000000"/>
                </a:solidFill>
                <a:latin typeface="Arial" panose="020B0604020202020204" pitchFamily="34" charset="0"/>
                <a:ea typeface="楷体_GB2312"/>
                <a:cs typeface="楷体_GB2312"/>
              </a:rPr>
              <a:pPr/>
              <a:t>1</a:t>
            </a:fld>
            <a:endParaRPr lang="zh-CN" altLang="en-US">
              <a:solidFill>
                <a:srgbClr val="000000"/>
              </a:solidFill>
              <a:latin typeface="Arial" panose="020B0604020202020204" pitchFamily="34" charset="0"/>
              <a:ea typeface="楷体_GB2312"/>
              <a:cs typeface="楷体_GB231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a:extLst>
              <a:ext uri="{FF2B5EF4-FFF2-40B4-BE49-F238E27FC236}">
                <a16:creationId xmlns:a16="http://schemas.microsoft.com/office/drawing/2014/main" id="{BC7EF716-22C7-4E3B-928E-4FF8EE2AA2F5}"/>
              </a:ext>
            </a:extLst>
          </p:cNvPr>
          <p:cNvSpPr>
            <a:spLocks noGrp="1" noRot="1" noChangeAspect="1" noTextEdit="1"/>
          </p:cNvSpPr>
          <p:nvPr>
            <p:ph type="sldImg"/>
          </p:nvPr>
        </p:nvSpPr>
        <p:spPr>
          <a:ln/>
        </p:spPr>
      </p:sp>
      <p:sp>
        <p:nvSpPr>
          <p:cNvPr id="39939" name="备注占位符 2">
            <a:extLst>
              <a:ext uri="{FF2B5EF4-FFF2-40B4-BE49-F238E27FC236}">
                <a16:creationId xmlns:a16="http://schemas.microsoft.com/office/drawing/2014/main" id="{0F0C1510-8ECD-4983-9011-308A79EE763C}"/>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39940" name="灯片编号占位符 3">
            <a:extLst>
              <a:ext uri="{FF2B5EF4-FFF2-40B4-BE49-F238E27FC236}">
                <a16:creationId xmlns:a16="http://schemas.microsoft.com/office/drawing/2014/main" id="{2E765DDD-9E3C-477F-BD99-F3115F0CA0F8}"/>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Tahoma" panose="020B0604030504040204" pitchFamily="34" charset="0"/>
                <a:ea typeface="宋体" panose="02010600030101010101" pitchFamily="2" charset="-122"/>
              </a:defRPr>
            </a:lvl1pPr>
            <a:lvl2pPr marL="741363" indent="-284163" defTabSz="949325">
              <a:defRPr>
                <a:solidFill>
                  <a:schemeClr val="tx1"/>
                </a:solidFill>
                <a:latin typeface="Tahoma" panose="020B0604030504040204" pitchFamily="34" charset="0"/>
                <a:ea typeface="宋体" panose="02010600030101010101" pitchFamily="2" charset="-122"/>
              </a:defRPr>
            </a:lvl2pPr>
            <a:lvl3pPr marL="1141413" indent="-227013" defTabSz="949325">
              <a:defRPr>
                <a:solidFill>
                  <a:schemeClr val="tx1"/>
                </a:solidFill>
                <a:latin typeface="Tahoma" panose="020B0604030504040204" pitchFamily="34" charset="0"/>
                <a:ea typeface="宋体" panose="02010600030101010101" pitchFamily="2" charset="-122"/>
              </a:defRPr>
            </a:lvl3pPr>
            <a:lvl4pPr marL="1598613" indent="-227013" defTabSz="949325">
              <a:defRPr>
                <a:solidFill>
                  <a:schemeClr val="tx1"/>
                </a:solidFill>
                <a:latin typeface="Tahoma" panose="020B0604030504040204" pitchFamily="34" charset="0"/>
                <a:ea typeface="宋体" panose="02010600030101010101" pitchFamily="2" charset="-122"/>
              </a:defRPr>
            </a:lvl4pPr>
            <a:lvl5pPr marL="2055813" indent="-227013" defTabSz="949325">
              <a:defRPr>
                <a:solidFill>
                  <a:schemeClr val="tx1"/>
                </a:solidFill>
                <a:latin typeface="Tahoma" panose="020B0604030504040204" pitchFamily="34" charset="0"/>
                <a:ea typeface="宋体" panose="02010600030101010101" pitchFamily="2" charset="-122"/>
              </a:defRPr>
            </a:lvl5pPr>
            <a:lvl6pPr marL="25130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2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4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6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E1C55B98-EE30-48B2-9C6B-48F899C0E654}" type="slidenum">
              <a:rPr lang="zh-CN" altLang="en-US" smtClean="0"/>
              <a:pPr/>
              <a:t>2</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a:extLst>
              <a:ext uri="{FF2B5EF4-FFF2-40B4-BE49-F238E27FC236}">
                <a16:creationId xmlns:a16="http://schemas.microsoft.com/office/drawing/2014/main" id="{BC7EF716-22C7-4E3B-928E-4FF8EE2AA2F5}"/>
              </a:ext>
            </a:extLst>
          </p:cNvPr>
          <p:cNvSpPr>
            <a:spLocks noGrp="1" noRot="1" noChangeAspect="1" noTextEdit="1"/>
          </p:cNvSpPr>
          <p:nvPr>
            <p:ph type="sldImg"/>
          </p:nvPr>
        </p:nvSpPr>
        <p:spPr>
          <a:ln/>
        </p:spPr>
      </p:sp>
      <p:sp>
        <p:nvSpPr>
          <p:cNvPr id="39939" name="备注占位符 2">
            <a:extLst>
              <a:ext uri="{FF2B5EF4-FFF2-40B4-BE49-F238E27FC236}">
                <a16:creationId xmlns:a16="http://schemas.microsoft.com/office/drawing/2014/main" id="{0F0C1510-8ECD-4983-9011-308A79EE763C}"/>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39940" name="灯片编号占位符 3">
            <a:extLst>
              <a:ext uri="{FF2B5EF4-FFF2-40B4-BE49-F238E27FC236}">
                <a16:creationId xmlns:a16="http://schemas.microsoft.com/office/drawing/2014/main" id="{2E765DDD-9E3C-477F-BD99-F3115F0CA0F8}"/>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Tahoma" panose="020B0604030504040204" pitchFamily="34" charset="0"/>
                <a:ea typeface="宋体" panose="02010600030101010101" pitchFamily="2" charset="-122"/>
              </a:defRPr>
            </a:lvl1pPr>
            <a:lvl2pPr marL="741363" indent="-284163" defTabSz="949325">
              <a:defRPr>
                <a:solidFill>
                  <a:schemeClr val="tx1"/>
                </a:solidFill>
                <a:latin typeface="Tahoma" panose="020B0604030504040204" pitchFamily="34" charset="0"/>
                <a:ea typeface="宋体" panose="02010600030101010101" pitchFamily="2" charset="-122"/>
              </a:defRPr>
            </a:lvl2pPr>
            <a:lvl3pPr marL="1141413" indent="-227013" defTabSz="949325">
              <a:defRPr>
                <a:solidFill>
                  <a:schemeClr val="tx1"/>
                </a:solidFill>
                <a:latin typeface="Tahoma" panose="020B0604030504040204" pitchFamily="34" charset="0"/>
                <a:ea typeface="宋体" panose="02010600030101010101" pitchFamily="2" charset="-122"/>
              </a:defRPr>
            </a:lvl3pPr>
            <a:lvl4pPr marL="1598613" indent="-227013" defTabSz="949325">
              <a:defRPr>
                <a:solidFill>
                  <a:schemeClr val="tx1"/>
                </a:solidFill>
                <a:latin typeface="Tahoma" panose="020B0604030504040204" pitchFamily="34" charset="0"/>
                <a:ea typeface="宋体" panose="02010600030101010101" pitchFamily="2" charset="-122"/>
              </a:defRPr>
            </a:lvl4pPr>
            <a:lvl5pPr marL="2055813" indent="-227013" defTabSz="949325">
              <a:defRPr>
                <a:solidFill>
                  <a:schemeClr val="tx1"/>
                </a:solidFill>
                <a:latin typeface="Tahoma" panose="020B0604030504040204" pitchFamily="34" charset="0"/>
                <a:ea typeface="宋体" panose="02010600030101010101" pitchFamily="2" charset="-122"/>
              </a:defRPr>
            </a:lvl5pPr>
            <a:lvl6pPr marL="25130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2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4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6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E1C55B98-EE30-48B2-9C6B-48F899C0E654}" type="slidenum">
              <a:rPr lang="zh-CN" altLang="en-US" smtClean="0"/>
              <a:pPr/>
              <a:t>3</a:t>
            </a:fld>
            <a:endParaRPr lang="en-US" altLang="zh-CN"/>
          </a:p>
        </p:txBody>
      </p:sp>
    </p:spTree>
    <p:extLst>
      <p:ext uri="{BB962C8B-B14F-4D97-AF65-F5344CB8AC3E}">
        <p14:creationId xmlns:p14="http://schemas.microsoft.com/office/powerpoint/2010/main" val="32310047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6F1178C5-3170-46E0-8014-F8954CE6A1B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Tahoma" panose="020B0604030504040204" pitchFamily="34" charset="0"/>
                <a:ea typeface="宋体" panose="02010600030101010101" pitchFamily="2" charset="-122"/>
              </a:defRPr>
            </a:lvl1pPr>
            <a:lvl2pPr marL="741363" indent="-284163" defTabSz="949325">
              <a:defRPr>
                <a:solidFill>
                  <a:schemeClr val="tx1"/>
                </a:solidFill>
                <a:latin typeface="Tahoma" panose="020B0604030504040204" pitchFamily="34" charset="0"/>
                <a:ea typeface="宋体" panose="02010600030101010101" pitchFamily="2" charset="-122"/>
              </a:defRPr>
            </a:lvl2pPr>
            <a:lvl3pPr marL="1141413" indent="-227013" defTabSz="949325">
              <a:defRPr>
                <a:solidFill>
                  <a:schemeClr val="tx1"/>
                </a:solidFill>
                <a:latin typeface="Tahoma" panose="020B0604030504040204" pitchFamily="34" charset="0"/>
                <a:ea typeface="宋体" panose="02010600030101010101" pitchFamily="2" charset="-122"/>
              </a:defRPr>
            </a:lvl3pPr>
            <a:lvl4pPr marL="1598613" indent="-227013" defTabSz="949325">
              <a:defRPr>
                <a:solidFill>
                  <a:schemeClr val="tx1"/>
                </a:solidFill>
                <a:latin typeface="Tahoma" panose="020B0604030504040204" pitchFamily="34" charset="0"/>
                <a:ea typeface="宋体" panose="02010600030101010101" pitchFamily="2" charset="-122"/>
              </a:defRPr>
            </a:lvl4pPr>
            <a:lvl5pPr marL="2055813" indent="-227013" defTabSz="949325">
              <a:defRPr>
                <a:solidFill>
                  <a:schemeClr val="tx1"/>
                </a:solidFill>
                <a:latin typeface="Tahoma" panose="020B0604030504040204" pitchFamily="34" charset="0"/>
                <a:ea typeface="宋体" panose="02010600030101010101" pitchFamily="2" charset="-122"/>
              </a:defRPr>
            </a:lvl5pPr>
            <a:lvl6pPr marL="25130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2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4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6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08F0CA79-DE94-4263-AACE-C0314E4DE846}" type="slidenum">
              <a:rPr lang="zh-CN" altLang="en-US" smtClean="0"/>
              <a:pPr/>
              <a:t>4</a:t>
            </a:fld>
            <a:endParaRPr lang="en-US" altLang="zh-CN"/>
          </a:p>
        </p:txBody>
      </p:sp>
      <p:sp>
        <p:nvSpPr>
          <p:cNvPr id="41987" name="Rectangle 2">
            <a:extLst>
              <a:ext uri="{FF2B5EF4-FFF2-40B4-BE49-F238E27FC236}">
                <a16:creationId xmlns:a16="http://schemas.microsoft.com/office/drawing/2014/main" id="{6D16BA56-6DE3-400C-97B5-F0CFE35B7A23}"/>
              </a:ext>
            </a:extLst>
          </p:cNvPr>
          <p:cNvSpPr>
            <a:spLocks noGrp="1" noRot="1" noChangeAspect="1" noChangeArrowheads="1" noTextEdit="1"/>
          </p:cNvSpPr>
          <p:nvPr>
            <p:ph type="sldImg"/>
          </p:nvPr>
        </p:nvSpPr>
        <p:spPr>
          <a:ln/>
        </p:spPr>
      </p:sp>
      <p:sp>
        <p:nvSpPr>
          <p:cNvPr id="41988" name="Rectangle 3">
            <a:extLst>
              <a:ext uri="{FF2B5EF4-FFF2-40B4-BE49-F238E27FC236}">
                <a16:creationId xmlns:a16="http://schemas.microsoft.com/office/drawing/2014/main" id="{62E111F0-3A8B-47F1-BF76-E8C2571FBAE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a:extLst>
              <a:ext uri="{FF2B5EF4-FFF2-40B4-BE49-F238E27FC236}">
                <a16:creationId xmlns:a16="http://schemas.microsoft.com/office/drawing/2014/main" id="{BD52376B-03C0-40B9-AE3C-E379CD71C063}"/>
              </a:ext>
            </a:extLst>
          </p:cNvPr>
          <p:cNvSpPr>
            <a:spLocks noGrp="1" noRot="1" noChangeAspect="1" noTextEdit="1"/>
          </p:cNvSpPr>
          <p:nvPr>
            <p:ph type="sldImg"/>
          </p:nvPr>
        </p:nvSpPr>
        <p:spPr>
          <a:ln/>
        </p:spPr>
      </p:sp>
      <p:sp>
        <p:nvSpPr>
          <p:cNvPr id="45059" name="备注占位符 2">
            <a:extLst>
              <a:ext uri="{FF2B5EF4-FFF2-40B4-BE49-F238E27FC236}">
                <a16:creationId xmlns:a16="http://schemas.microsoft.com/office/drawing/2014/main" id="{10FF963E-8E2A-401A-A03F-36427CF96988}"/>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45060" name="灯片编号占位符 3">
            <a:extLst>
              <a:ext uri="{FF2B5EF4-FFF2-40B4-BE49-F238E27FC236}">
                <a16:creationId xmlns:a16="http://schemas.microsoft.com/office/drawing/2014/main" id="{E507746A-2132-4168-8D48-7580DE2646EB}"/>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Tahoma" panose="020B0604030504040204" pitchFamily="34" charset="0"/>
                <a:ea typeface="宋体" panose="02010600030101010101" pitchFamily="2" charset="-122"/>
              </a:defRPr>
            </a:lvl1pPr>
            <a:lvl2pPr marL="741363" indent="-284163" defTabSz="949325">
              <a:defRPr>
                <a:solidFill>
                  <a:schemeClr val="tx1"/>
                </a:solidFill>
                <a:latin typeface="Tahoma" panose="020B0604030504040204" pitchFamily="34" charset="0"/>
                <a:ea typeface="宋体" panose="02010600030101010101" pitchFamily="2" charset="-122"/>
              </a:defRPr>
            </a:lvl2pPr>
            <a:lvl3pPr marL="1141413" indent="-227013" defTabSz="949325">
              <a:defRPr>
                <a:solidFill>
                  <a:schemeClr val="tx1"/>
                </a:solidFill>
                <a:latin typeface="Tahoma" panose="020B0604030504040204" pitchFamily="34" charset="0"/>
                <a:ea typeface="宋体" panose="02010600030101010101" pitchFamily="2" charset="-122"/>
              </a:defRPr>
            </a:lvl3pPr>
            <a:lvl4pPr marL="1598613" indent="-227013" defTabSz="949325">
              <a:defRPr>
                <a:solidFill>
                  <a:schemeClr val="tx1"/>
                </a:solidFill>
                <a:latin typeface="Tahoma" panose="020B0604030504040204" pitchFamily="34" charset="0"/>
                <a:ea typeface="宋体" panose="02010600030101010101" pitchFamily="2" charset="-122"/>
              </a:defRPr>
            </a:lvl4pPr>
            <a:lvl5pPr marL="2055813" indent="-227013" defTabSz="949325">
              <a:defRPr>
                <a:solidFill>
                  <a:schemeClr val="tx1"/>
                </a:solidFill>
                <a:latin typeface="Tahoma" panose="020B0604030504040204" pitchFamily="34" charset="0"/>
                <a:ea typeface="宋体" panose="02010600030101010101" pitchFamily="2" charset="-122"/>
              </a:defRPr>
            </a:lvl5pPr>
            <a:lvl6pPr marL="25130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2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4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6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68C9261E-7836-4750-8A13-E7A96F31348C}" type="slidenum">
              <a:rPr lang="zh-CN" altLang="en-US" smtClean="0">
                <a:solidFill>
                  <a:srgbClr val="000000"/>
                </a:solidFill>
                <a:latin typeface="Arial" panose="020B0604020202020204" pitchFamily="34" charset="0"/>
              </a:rPr>
              <a:pPr/>
              <a:t>6</a:t>
            </a:fld>
            <a:endParaRPr lang="en-US" altLang="zh-CN">
              <a:solidFill>
                <a:srgbClr val="000000"/>
              </a:solidFill>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D7046E95-8C42-4CAA-A63D-3F7268BCFDD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Tahoma" panose="020B0604030504040204" pitchFamily="34" charset="0"/>
                <a:ea typeface="宋体" panose="02010600030101010101" pitchFamily="2" charset="-122"/>
              </a:defRPr>
            </a:lvl1pPr>
            <a:lvl2pPr marL="741363" indent="-284163" defTabSz="949325">
              <a:defRPr>
                <a:solidFill>
                  <a:schemeClr val="tx1"/>
                </a:solidFill>
                <a:latin typeface="Tahoma" panose="020B0604030504040204" pitchFamily="34" charset="0"/>
                <a:ea typeface="宋体" panose="02010600030101010101" pitchFamily="2" charset="-122"/>
              </a:defRPr>
            </a:lvl2pPr>
            <a:lvl3pPr marL="1141413" indent="-227013" defTabSz="949325">
              <a:defRPr>
                <a:solidFill>
                  <a:schemeClr val="tx1"/>
                </a:solidFill>
                <a:latin typeface="Tahoma" panose="020B0604030504040204" pitchFamily="34" charset="0"/>
                <a:ea typeface="宋体" panose="02010600030101010101" pitchFamily="2" charset="-122"/>
              </a:defRPr>
            </a:lvl3pPr>
            <a:lvl4pPr marL="1598613" indent="-227013" defTabSz="949325">
              <a:defRPr>
                <a:solidFill>
                  <a:schemeClr val="tx1"/>
                </a:solidFill>
                <a:latin typeface="Tahoma" panose="020B0604030504040204" pitchFamily="34" charset="0"/>
                <a:ea typeface="宋体" panose="02010600030101010101" pitchFamily="2" charset="-122"/>
              </a:defRPr>
            </a:lvl4pPr>
            <a:lvl5pPr marL="2055813" indent="-227013" defTabSz="949325">
              <a:defRPr>
                <a:solidFill>
                  <a:schemeClr val="tx1"/>
                </a:solidFill>
                <a:latin typeface="Tahoma" panose="020B0604030504040204" pitchFamily="34" charset="0"/>
                <a:ea typeface="宋体" panose="02010600030101010101" pitchFamily="2" charset="-122"/>
              </a:defRPr>
            </a:lvl5pPr>
            <a:lvl6pPr marL="25130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2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4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6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F76B5DFB-BE17-40F8-8EE0-906EF521697B}" type="slidenum">
              <a:rPr lang="zh-CN" altLang="en-US" smtClean="0"/>
              <a:pPr/>
              <a:t>7</a:t>
            </a:fld>
            <a:endParaRPr lang="en-US" altLang="zh-CN"/>
          </a:p>
        </p:txBody>
      </p:sp>
      <p:sp>
        <p:nvSpPr>
          <p:cNvPr id="47107" name="Rectangle 2">
            <a:extLst>
              <a:ext uri="{FF2B5EF4-FFF2-40B4-BE49-F238E27FC236}">
                <a16:creationId xmlns:a16="http://schemas.microsoft.com/office/drawing/2014/main" id="{935DB4EF-FCEE-4869-9DB2-8AD74AC36B75}"/>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D2D0EF52-3496-4BA7-BB57-6D3EF164DA7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幻灯片图像占位符 1">
            <a:extLst>
              <a:ext uri="{FF2B5EF4-FFF2-40B4-BE49-F238E27FC236}">
                <a16:creationId xmlns:a16="http://schemas.microsoft.com/office/drawing/2014/main" id="{09EC5671-FE34-47A6-AC7D-EE5FD46EBDE9}"/>
              </a:ext>
            </a:extLst>
          </p:cNvPr>
          <p:cNvSpPr>
            <a:spLocks noGrp="1" noRot="1" noChangeAspect="1" noTextEdit="1"/>
          </p:cNvSpPr>
          <p:nvPr>
            <p:ph type="sldImg"/>
          </p:nvPr>
        </p:nvSpPr>
        <p:spPr>
          <a:ln/>
        </p:spPr>
      </p:sp>
      <p:sp>
        <p:nvSpPr>
          <p:cNvPr id="49155" name="备注占位符 2">
            <a:extLst>
              <a:ext uri="{FF2B5EF4-FFF2-40B4-BE49-F238E27FC236}">
                <a16:creationId xmlns:a16="http://schemas.microsoft.com/office/drawing/2014/main" id="{73A12D86-BCAE-435B-ADCA-980371253B19}"/>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49156" name="灯片编号占位符 3">
            <a:extLst>
              <a:ext uri="{FF2B5EF4-FFF2-40B4-BE49-F238E27FC236}">
                <a16:creationId xmlns:a16="http://schemas.microsoft.com/office/drawing/2014/main" id="{A36C8FF5-DA8D-4B0C-893D-E03743A24979}"/>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Tahoma" panose="020B0604030504040204" pitchFamily="34" charset="0"/>
                <a:ea typeface="宋体" panose="02010600030101010101" pitchFamily="2" charset="-122"/>
              </a:defRPr>
            </a:lvl1pPr>
            <a:lvl2pPr marL="741363" indent="-284163" defTabSz="949325">
              <a:defRPr>
                <a:solidFill>
                  <a:schemeClr val="tx1"/>
                </a:solidFill>
                <a:latin typeface="Tahoma" panose="020B0604030504040204" pitchFamily="34" charset="0"/>
                <a:ea typeface="宋体" panose="02010600030101010101" pitchFamily="2" charset="-122"/>
              </a:defRPr>
            </a:lvl2pPr>
            <a:lvl3pPr marL="1141413" indent="-227013" defTabSz="949325">
              <a:defRPr>
                <a:solidFill>
                  <a:schemeClr val="tx1"/>
                </a:solidFill>
                <a:latin typeface="Tahoma" panose="020B0604030504040204" pitchFamily="34" charset="0"/>
                <a:ea typeface="宋体" panose="02010600030101010101" pitchFamily="2" charset="-122"/>
              </a:defRPr>
            </a:lvl3pPr>
            <a:lvl4pPr marL="1598613" indent="-227013" defTabSz="949325">
              <a:defRPr>
                <a:solidFill>
                  <a:schemeClr val="tx1"/>
                </a:solidFill>
                <a:latin typeface="Tahoma" panose="020B0604030504040204" pitchFamily="34" charset="0"/>
                <a:ea typeface="宋体" panose="02010600030101010101" pitchFamily="2" charset="-122"/>
              </a:defRPr>
            </a:lvl4pPr>
            <a:lvl5pPr marL="2055813" indent="-227013" defTabSz="949325">
              <a:defRPr>
                <a:solidFill>
                  <a:schemeClr val="tx1"/>
                </a:solidFill>
                <a:latin typeface="Tahoma" panose="020B0604030504040204" pitchFamily="34" charset="0"/>
                <a:ea typeface="宋体" panose="02010600030101010101" pitchFamily="2" charset="-122"/>
              </a:defRPr>
            </a:lvl5pPr>
            <a:lvl6pPr marL="25130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2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4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6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4CA25D7F-A2A4-4FE2-B75E-94FEF95547AD}" type="slidenum">
              <a:rPr lang="zh-CN" altLang="en-US" smtClean="0"/>
              <a:pPr/>
              <a:t>8</a:t>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幻灯片图像占位符 1">
            <a:extLst>
              <a:ext uri="{FF2B5EF4-FFF2-40B4-BE49-F238E27FC236}">
                <a16:creationId xmlns:a16="http://schemas.microsoft.com/office/drawing/2014/main" id="{76561FD2-1244-420E-BF1F-1CB3719318D2}"/>
              </a:ext>
            </a:extLst>
          </p:cNvPr>
          <p:cNvSpPr>
            <a:spLocks noGrp="1" noRot="1" noChangeAspect="1" noTextEdit="1"/>
          </p:cNvSpPr>
          <p:nvPr>
            <p:ph type="sldImg"/>
          </p:nvPr>
        </p:nvSpPr>
        <p:spPr>
          <a:ln/>
        </p:spPr>
      </p:sp>
      <p:sp>
        <p:nvSpPr>
          <p:cNvPr id="51203" name="备注占位符 2">
            <a:extLst>
              <a:ext uri="{FF2B5EF4-FFF2-40B4-BE49-F238E27FC236}">
                <a16:creationId xmlns:a16="http://schemas.microsoft.com/office/drawing/2014/main" id="{E39FEAF0-A7B8-422D-A00A-1EEC2AE1FE26}"/>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51204" name="灯片编号占位符 3">
            <a:extLst>
              <a:ext uri="{FF2B5EF4-FFF2-40B4-BE49-F238E27FC236}">
                <a16:creationId xmlns:a16="http://schemas.microsoft.com/office/drawing/2014/main" id="{212D7CE6-A7CB-42D3-A6A2-9B1E9D852196}"/>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Tahoma" panose="020B0604030504040204" pitchFamily="34" charset="0"/>
                <a:ea typeface="宋体" panose="02010600030101010101" pitchFamily="2" charset="-122"/>
              </a:defRPr>
            </a:lvl1pPr>
            <a:lvl2pPr marL="741363" indent="-284163" defTabSz="949325">
              <a:defRPr>
                <a:solidFill>
                  <a:schemeClr val="tx1"/>
                </a:solidFill>
                <a:latin typeface="Tahoma" panose="020B0604030504040204" pitchFamily="34" charset="0"/>
                <a:ea typeface="宋体" panose="02010600030101010101" pitchFamily="2" charset="-122"/>
              </a:defRPr>
            </a:lvl2pPr>
            <a:lvl3pPr marL="1141413" indent="-227013" defTabSz="949325">
              <a:defRPr>
                <a:solidFill>
                  <a:schemeClr val="tx1"/>
                </a:solidFill>
                <a:latin typeface="Tahoma" panose="020B0604030504040204" pitchFamily="34" charset="0"/>
                <a:ea typeface="宋体" panose="02010600030101010101" pitchFamily="2" charset="-122"/>
              </a:defRPr>
            </a:lvl3pPr>
            <a:lvl4pPr marL="1598613" indent="-227013" defTabSz="949325">
              <a:defRPr>
                <a:solidFill>
                  <a:schemeClr val="tx1"/>
                </a:solidFill>
                <a:latin typeface="Tahoma" panose="020B0604030504040204" pitchFamily="34" charset="0"/>
                <a:ea typeface="宋体" panose="02010600030101010101" pitchFamily="2" charset="-122"/>
              </a:defRPr>
            </a:lvl4pPr>
            <a:lvl5pPr marL="2055813" indent="-227013" defTabSz="949325">
              <a:defRPr>
                <a:solidFill>
                  <a:schemeClr val="tx1"/>
                </a:solidFill>
                <a:latin typeface="Tahoma" panose="020B0604030504040204" pitchFamily="34" charset="0"/>
                <a:ea typeface="宋体" panose="02010600030101010101" pitchFamily="2" charset="-122"/>
              </a:defRPr>
            </a:lvl5pPr>
            <a:lvl6pPr marL="25130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2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4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6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E73E42AC-4E05-416F-ABFF-700ADA91766C}" type="slidenum">
              <a:rPr lang="zh-CN" altLang="en-US" smtClean="0"/>
              <a:pPr/>
              <a:t>9</a:t>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B7E132D1-3F13-41F5-BFE8-B9C0117F511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Tahoma" panose="020B0604030504040204" pitchFamily="34" charset="0"/>
                <a:ea typeface="宋体" panose="02010600030101010101" pitchFamily="2" charset="-122"/>
              </a:defRPr>
            </a:lvl1pPr>
            <a:lvl2pPr marL="741363" indent="-284163" defTabSz="949325">
              <a:defRPr>
                <a:solidFill>
                  <a:schemeClr val="tx1"/>
                </a:solidFill>
                <a:latin typeface="Tahoma" panose="020B0604030504040204" pitchFamily="34" charset="0"/>
                <a:ea typeface="宋体" panose="02010600030101010101" pitchFamily="2" charset="-122"/>
              </a:defRPr>
            </a:lvl2pPr>
            <a:lvl3pPr marL="1141413" indent="-227013" defTabSz="949325">
              <a:defRPr>
                <a:solidFill>
                  <a:schemeClr val="tx1"/>
                </a:solidFill>
                <a:latin typeface="Tahoma" panose="020B0604030504040204" pitchFamily="34" charset="0"/>
                <a:ea typeface="宋体" panose="02010600030101010101" pitchFamily="2" charset="-122"/>
              </a:defRPr>
            </a:lvl3pPr>
            <a:lvl4pPr marL="1598613" indent="-227013" defTabSz="949325">
              <a:defRPr>
                <a:solidFill>
                  <a:schemeClr val="tx1"/>
                </a:solidFill>
                <a:latin typeface="Tahoma" panose="020B0604030504040204" pitchFamily="34" charset="0"/>
                <a:ea typeface="宋体" panose="02010600030101010101" pitchFamily="2" charset="-122"/>
              </a:defRPr>
            </a:lvl4pPr>
            <a:lvl5pPr marL="2055813" indent="-227013" defTabSz="949325">
              <a:defRPr>
                <a:solidFill>
                  <a:schemeClr val="tx1"/>
                </a:solidFill>
                <a:latin typeface="Tahoma" panose="020B0604030504040204" pitchFamily="34" charset="0"/>
                <a:ea typeface="宋体" panose="02010600030101010101" pitchFamily="2" charset="-122"/>
              </a:defRPr>
            </a:lvl5pPr>
            <a:lvl6pPr marL="25130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2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4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6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2336AA53-5149-4C77-AE89-4780EA67D386}" type="slidenum">
              <a:rPr lang="zh-CN" altLang="en-US" smtClean="0"/>
              <a:pPr/>
              <a:t>10</a:t>
            </a:fld>
            <a:endParaRPr lang="en-US" altLang="zh-CN"/>
          </a:p>
        </p:txBody>
      </p:sp>
      <p:sp>
        <p:nvSpPr>
          <p:cNvPr id="53251" name="Rectangle 2">
            <a:extLst>
              <a:ext uri="{FF2B5EF4-FFF2-40B4-BE49-F238E27FC236}">
                <a16:creationId xmlns:a16="http://schemas.microsoft.com/office/drawing/2014/main" id="{DEDB0E3C-F7FB-4732-88F4-2092C8138421}"/>
              </a:ext>
            </a:extLst>
          </p:cNvPr>
          <p:cNvSpPr>
            <a:spLocks noGrp="1" noRot="1" noChangeAspect="1" noChangeArrowheads="1" noTextEdit="1"/>
          </p:cNvSpPr>
          <p:nvPr>
            <p:ph type="sldImg"/>
          </p:nvPr>
        </p:nvSpPr>
        <p:spPr>
          <a:ln/>
        </p:spPr>
      </p:sp>
      <p:sp>
        <p:nvSpPr>
          <p:cNvPr id="53252" name="Rectangle 3">
            <a:extLst>
              <a:ext uri="{FF2B5EF4-FFF2-40B4-BE49-F238E27FC236}">
                <a16:creationId xmlns:a16="http://schemas.microsoft.com/office/drawing/2014/main" id="{5EEAB4C4-4297-4CAE-BDF4-83FD537A36F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latin typeface="楷体_GB2312"/>
              <a:ea typeface="楷体_GB2312"/>
              <a:cs typeface="楷体_GB231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3E32719F-0019-42F2-941A-75430BCCFF9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Tahoma" panose="020B0604030504040204" pitchFamily="34" charset="0"/>
                <a:ea typeface="宋体" panose="02010600030101010101" pitchFamily="2" charset="-122"/>
              </a:defRPr>
            </a:lvl1pPr>
            <a:lvl2pPr marL="741363" indent="-284163" defTabSz="949325">
              <a:defRPr>
                <a:solidFill>
                  <a:schemeClr val="tx1"/>
                </a:solidFill>
                <a:latin typeface="Tahoma" panose="020B0604030504040204" pitchFamily="34" charset="0"/>
                <a:ea typeface="宋体" panose="02010600030101010101" pitchFamily="2" charset="-122"/>
              </a:defRPr>
            </a:lvl2pPr>
            <a:lvl3pPr marL="1141413" indent="-227013" defTabSz="949325">
              <a:defRPr>
                <a:solidFill>
                  <a:schemeClr val="tx1"/>
                </a:solidFill>
                <a:latin typeface="Tahoma" panose="020B0604030504040204" pitchFamily="34" charset="0"/>
                <a:ea typeface="宋体" panose="02010600030101010101" pitchFamily="2" charset="-122"/>
              </a:defRPr>
            </a:lvl3pPr>
            <a:lvl4pPr marL="1598613" indent="-227013" defTabSz="949325">
              <a:defRPr>
                <a:solidFill>
                  <a:schemeClr val="tx1"/>
                </a:solidFill>
                <a:latin typeface="Tahoma" panose="020B0604030504040204" pitchFamily="34" charset="0"/>
                <a:ea typeface="宋体" panose="02010600030101010101" pitchFamily="2" charset="-122"/>
              </a:defRPr>
            </a:lvl4pPr>
            <a:lvl5pPr marL="2055813" indent="-227013" defTabSz="949325">
              <a:defRPr>
                <a:solidFill>
                  <a:schemeClr val="tx1"/>
                </a:solidFill>
                <a:latin typeface="Tahoma" panose="020B0604030504040204" pitchFamily="34" charset="0"/>
                <a:ea typeface="宋体" panose="02010600030101010101" pitchFamily="2" charset="-122"/>
              </a:defRPr>
            </a:lvl5pPr>
            <a:lvl6pPr marL="25130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2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4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6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EB63A6A0-6498-492C-9466-1090DCC27A3B}" type="slidenum">
              <a:rPr lang="zh-CN" altLang="en-US" smtClean="0"/>
              <a:pPr/>
              <a:t>11</a:t>
            </a:fld>
            <a:endParaRPr lang="en-US" altLang="zh-CN"/>
          </a:p>
        </p:txBody>
      </p:sp>
      <p:sp>
        <p:nvSpPr>
          <p:cNvPr id="55299" name="Rectangle 2">
            <a:extLst>
              <a:ext uri="{FF2B5EF4-FFF2-40B4-BE49-F238E27FC236}">
                <a16:creationId xmlns:a16="http://schemas.microsoft.com/office/drawing/2014/main" id="{76681FD5-1333-430C-A83B-2FDC0D4E0429}"/>
              </a:ext>
            </a:extLst>
          </p:cNvPr>
          <p:cNvSpPr>
            <a:spLocks noGrp="1" noRot="1" noChangeAspect="1" noChangeArrowheads="1" noTextEdit="1"/>
          </p:cNvSpPr>
          <p:nvPr>
            <p:ph type="sldImg"/>
          </p:nvPr>
        </p:nvSpPr>
        <p:spPr>
          <a:ln/>
        </p:spPr>
      </p:sp>
      <p:sp>
        <p:nvSpPr>
          <p:cNvPr id="55300" name="Rectangle 3">
            <a:extLst>
              <a:ext uri="{FF2B5EF4-FFF2-40B4-BE49-F238E27FC236}">
                <a16:creationId xmlns:a16="http://schemas.microsoft.com/office/drawing/2014/main" id="{6581C682-0393-47CF-972C-B80FC8D2865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dirty="0">
              <a:solidFill>
                <a:srgbClr val="333333"/>
              </a:solidFill>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2A5E6A99-B728-484C-83D4-7ADC869B42F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Tahoma" panose="020B0604030504040204" pitchFamily="34" charset="0"/>
                <a:ea typeface="宋体" panose="02010600030101010101" pitchFamily="2" charset="-122"/>
              </a:defRPr>
            </a:lvl1pPr>
            <a:lvl2pPr marL="741363" indent="-284163" defTabSz="949325">
              <a:defRPr>
                <a:solidFill>
                  <a:schemeClr val="tx1"/>
                </a:solidFill>
                <a:latin typeface="Tahoma" panose="020B0604030504040204" pitchFamily="34" charset="0"/>
                <a:ea typeface="宋体" panose="02010600030101010101" pitchFamily="2" charset="-122"/>
              </a:defRPr>
            </a:lvl2pPr>
            <a:lvl3pPr marL="1141413" indent="-227013" defTabSz="949325">
              <a:defRPr>
                <a:solidFill>
                  <a:schemeClr val="tx1"/>
                </a:solidFill>
                <a:latin typeface="Tahoma" panose="020B0604030504040204" pitchFamily="34" charset="0"/>
                <a:ea typeface="宋体" panose="02010600030101010101" pitchFamily="2" charset="-122"/>
              </a:defRPr>
            </a:lvl3pPr>
            <a:lvl4pPr marL="1598613" indent="-227013" defTabSz="949325">
              <a:defRPr>
                <a:solidFill>
                  <a:schemeClr val="tx1"/>
                </a:solidFill>
                <a:latin typeface="Tahoma" panose="020B0604030504040204" pitchFamily="34" charset="0"/>
                <a:ea typeface="宋体" panose="02010600030101010101" pitchFamily="2" charset="-122"/>
              </a:defRPr>
            </a:lvl4pPr>
            <a:lvl5pPr marL="2055813" indent="-227013" defTabSz="949325">
              <a:defRPr>
                <a:solidFill>
                  <a:schemeClr val="tx1"/>
                </a:solidFill>
                <a:latin typeface="Tahoma" panose="020B0604030504040204" pitchFamily="34" charset="0"/>
                <a:ea typeface="宋体" panose="02010600030101010101" pitchFamily="2" charset="-122"/>
              </a:defRPr>
            </a:lvl5pPr>
            <a:lvl6pPr marL="25130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2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4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6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E97E2FA6-F9DF-4EB4-9B26-19219CB3F73B}" type="slidenum">
              <a:rPr lang="zh-CN" altLang="en-US" smtClean="0"/>
              <a:pPr/>
              <a:t>12</a:t>
            </a:fld>
            <a:endParaRPr lang="en-US" altLang="zh-CN"/>
          </a:p>
        </p:txBody>
      </p:sp>
      <p:sp>
        <p:nvSpPr>
          <p:cNvPr id="57347" name="Rectangle 2">
            <a:extLst>
              <a:ext uri="{FF2B5EF4-FFF2-40B4-BE49-F238E27FC236}">
                <a16:creationId xmlns:a16="http://schemas.microsoft.com/office/drawing/2014/main" id="{B4F281AF-E0EE-4E8B-BB48-74C8F0AC1261}"/>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12FE0531-5976-41EC-8E82-ECC3A9DA878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dirty="0">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幻灯片图像占位符 1"/>
          <p:cNvSpPr>
            <a:spLocks noGrp="1" noRot="1" noChangeAspect="1" noTextEdit="1"/>
          </p:cNvSpPr>
          <p:nvPr>
            <p:ph type="sldImg"/>
          </p:nvPr>
        </p:nvSpPr>
        <p:spPr>
          <a:ln/>
        </p:spPr>
      </p:sp>
      <p:sp>
        <p:nvSpPr>
          <p:cNvPr id="1433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434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600">
                <a:solidFill>
                  <a:schemeClr val="tx1"/>
                </a:solidFill>
                <a:latin typeface="Tahoma" panose="020B0604030504040204" pitchFamily="34" charset="0"/>
                <a:ea typeface="宋体" panose="02010600030101010101" pitchFamily="2" charset="-122"/>
              </a:defRPr>
            </a:lvl1pPr>
            <a:lvl2pPr marL="742950" indent="-285750">
              <a:defRPr sz="2600">
                <a:solidFill>
                  <a:schemeClr val="tx1"/>
                </a:solidFill>
                <a:latin typeface="Tahoma" panose="020B0604030504040204" pitchFamily="34" charset="0"/>
                <a:ea typeface="宋体" panose="02010600030101010101" pitchFamily="2" charset="-122"/>
              </a:defRPr>
            </a:lvl2pPr>
            <a:lvl3pPr marL="1143000" indent="-228600">
              <a:defRPr sz="2600">
                <a:solidFill>
                  <a:schemeClr val="tx1"/>
                </a:solidFill>
                <a:latin typeface="Tahoma" panose="020B0604030504040204" pitchFamily="34" charset="0"/>
                <a:ea typeface="宋体" panose="02010600030101010101" pitchFamily="2" charset="-122"/>
              </a:defRPr>
            </a:lvl3pPr>
            <a:lvl4pPr marL="1600200" indent="-228600">
              <a:defRPr sz="2600">
                <a:solidFill>
                  <a:schemeClr val="tx1"/>
                </a:solidFill>
                <a:latin typeface="Tahoma" panose="020B0604030504040204" pitchFamily="34" charset="0"/>
                <a:ea typeface="宋体" panose="02010600030101010101" pitchFamily="2" charset="-122"/>
              </a:defRPr>
            </a:lvl4pPr>
            <a:lvl5pPr marL="2057400" indent="-228600">
              <a:defRPr sz="2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ahoma" panose="020B0604030504040204" pitchFamily="34" charset="0"/>
                <a:ea typeface="宋体" panose="02010600030101010101" pitchFamily="2" charset="-122"/>
              </a:defRPr>
            </a:lvl9pPr>
          </a:lstStyle>
          <a:p>
            <a:fld id="{5A71A9F7-053A-4B19-ABB2-E6EE0C0D7F06}" type="slidenum">
              <a:rPr lang="en-US" altLang="zh-CN" sz="1200" smtClean="0">
                <a:latin typeface="Times New Roman" panose="02020603050405020304" pitchFamily="18" charset="0"/>
              </a:rPr>
              <a:pPr/>
              <a:t>13</a:t>
            </a:fld>
            <a:endParaRPr lang="en-US" altLang="zh-CN" sz="1200">
              <a:latin typeface="Times New Roman" panose="02020603050405020304" pitchFamily="18" charset="0"/>
            </a:endParaRPr>
          </a:p>
        </p:txBody>
      </p:sp>
    </p:spTree>
    <p:extLst>
      <p:ext uri="{BB962C8B-B14F-4D97-AF65-F5344CB8AC3E}">
        <p14:creationId xmlns:p14="http://schemas.microsoft.com/office/powerpoint/2010/main" val="40506494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幻灯片图像占位符 1"/>
          <p:cNvSpPr>
            <a:spLocks noGrp="1" noRot="1" noChangeAspect="1" noTextEdit="1"/>
          </p:cNvSpPr>
          <p:nvPr>
            <p:ph type="sldImg"/>
          </p:nvPr>
        </p:nvSpPr>
        <p:spPr>
          <a:ln/>
        </p:spPr>
      </p:sp>
      <p:sp>
        <p:nvSpPr>
          <p:cNvPr id="1433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434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600">
                <a:solidFill>
                  <a:schemeClr val="tx1"/>
                </a:solidFill>
                <a:latin typeface="Tahoma" panose="020B0604030504040204" pitchFamily="34" charset="0"/>
                <a:ea typeface="宋体" panose="02010600030101010101" pitchFamily="2" charset="-122"/>
              </a:defRPr>
            </a:lvl1pPr>
            <a:lvl2pPr marL="742950" indent="-285750">
              <a:defRPr sz="2600">
                <a:solidFill>
                  <a:schemeClr val="tx1"/>
                </a:solidFill>
                <a:latin typeface="Tahoma" panose="020B0604030504040204" pitchFamily="34" charset="0"/>
                <a:ea typeface="宋体" panose="02010600030101010101" pitchFamily="2" charset="-122"/>
              </a:defRPr>
            </a:lvl2pPr>
            <a:lvl3pPr marL="1143000" indent="-228600">
              <a:defRPr sz="2600">
                <a:solidFill>
                  <a:schemeClr val="tx1"/>
                </a:solidFill>
                <a:latin typeface="Tahoma" panose="020B0604030504040204" pitchFamily="34" charset="0"/>
                <a:ea typeface="宋体" panose="02010600030101010101" pitchFamily="2" charset="-122"/>
              </a:defRPr>
            </a:lvl3pPr>
            <a:lvl4pPr marL="1600200" indent="-228600">
              <a:defRPr sz="2600">
                <a:solidFill>
                  <a:schemeClr val="tx1"/>
                </a:solidFill>
                <a:latin typeface="Tahoma" panose="020B0604030504040204" pitchFamily="34" charset="0"/>
                <a:ea typeface="宋体" panose="02010600030101010101" pitchFamily="2" charset="-122"/>
              </a:defRPr>
            </a:lvl4pPr>
            <a:lvl5pPr marL="2057400" indent="-228600">
              <a:defRPr sz="2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ahoma" panose="020B0604030504040204" pitchFamily="34" charset="0"/>
                <a:ea typeface="宋体" panose="02010600030101010101" pitchFamily="2" charset="-122"/>
              </a:defRPr>
            </a:lvl9pPr>
          </a:lstStyle>
          <a:p>
            <a:fld id="{5A71A9F7-053A-4B19-ABB2-E6EE0C0D7F06}" type="slidenum">
              <a:rPr lang="en-US" altLang="zh-CN" sz="1200" smtClean="0">
                <a:latin typeface="Times New Roman" panose="02020603050405020304" pitchFamily="18" charset="0"/>
              </a:rPr>
              <a:pPr/>
              <a:t>14</a:t>
            </a:fld>
            <a:endParaRPr lang="en-US" altLang="zh-CN" sz="1200">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幻灯片图像占位符 1">
            <a:extLst>
              <a:ext uri="{FF2B5EF4-FFF2-40B4-BE49-F238E27FC236}">
                <a16:creationId xmlns:a16="http://schemas.microsoft.com/office/drawing/2014/main" id="{8E37AD25-14F3-4DFC-BF1B-9B7A89E3C3F2}"/>
              </a:ext>
            </a:extLst>
          </p:cNvPr>
          <p:cNvSpPr>
            <a:spLocks noGrp="1" noRot="1" noChangeAspect="1" noTextEdit="1"/>
          </p:cNvSpPr>
          <p:nvPr>
            <p:ph type="sldImg"/>
          </p:nvPr>
        </p:nvSpPr>
        <p:spPr>
          <a:ln/>
        </p:spPr>
      </p:sp>
      <p:sp>
        <p:nvSpPr>
          <p:cNvPr id="61443" name="备注占位符 2">
            <a:extLst>
              <a:ext uri="{FF2B5EF4-FFF2-40B4-BE49-F238E27FC236}">
                <a16:creationId xmlns:a16="http://schemas.microsoft.com/office/drawing/2014/main" id="{912D5B56-254E-4AD2-A801-09DC564EEC76}"/>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latin typeface="Arial" panose="020B0604020202020204" pitchFamily="34" charset="0"/>
            </a:endParaRPr>
          </a:p>
        </p:txBody>
      </p:sp>
      <p:sp>
        <p:nvSpPr>
          <p:cNvPr id="61444" name="灯片编号占位符 3">
            <a:extLst>
              <a:ext uri="{FF2B5EF4-FFF2-40B4-BE49-F238E27FC236}">
                <a16:creationId xmlns:a16="http://schemas.microsoft.com/office/drawing/2014/main" id="{DCDB3B00-2B92-4433-9042-A6B66280C592}"/>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a:solidFill>
                  <a:schemeClr val="tx1"/>
                </a:solidFill>
                <a:latin typeface="Tahoma" panose="020B0604030504040204" pitchFamily="34" charset="0"/>
                <a:ea typeface="宋体" panose="02010600030101010101" pitchFamily="2" charset="-122"/>
              </a:defRPr>
            </a:lvl1pPr>
            <a:lvl2pPr marL="741363" indent="-284163" defTabSz="950913">
              <a:defRPr>
                <a:solidFill>
                  <a:schemeClr val="tx1"/>
                </a:solidFill>
                <a:latin typeface="Tahoma" panose="020B0604030504040204" pitchFamily="34" charset="0"/>
                <a:ea typeface="宋体" panose="02010600030101010101" pitchFamily="2" charset="-122"/>
              </a:defRPr>
            </a:lvl2pPr>
            <a:lvl3pPr marL="1141413" indent="-227013" defTabSz="950913">
              <a:defRPr>
                <a:solidFill>
                  <a:schemeClr val="tx1"/>
                </a:solidFill>
                <a:latin typeface="Tahoma" panose="020B0604030504040204" pitchFamily="34" charset="0"/>
                <a:ea typeface="宋体" panose="02010600030101010101" pitchFamily="2" charset="-122"/>
              </a:defRPr>
            </a:lvl3pPr>
            <a:lvl4pPr marL="1598613" indent="-227013" defTabSz="950913">
              <a:defRPr>
                <a:solidFill>
                  <a:schemeClr val="tx1"/>
                </a:solidFill>
                <a:latin typeface="Tahoma" panose="020B0604030504040204" pitchFamily="34" charset="0"/>
                <a:ea typeface="宋体" panose="02010600030101010101" pitchFamily="2" charset="-122"/>
              </a:defRPr>
            </a:lvl4pPr>
            <a:lvl5pPr marL="2055813" indent="-227013" defTabSz="950913">
              <a:defRPr>
                <a:solidFill>
                  <a:schemeClr val="tx1"/>
                </a:solidFill>
                <a:latin typeface="Tahoma" panose="020B0604030504040204" pitchFamily="34" charset="0"/>
                <a:ea typeface="宋体" panose="02010600030101010101" pitchFamily="2" charset="-122"/>
              </a:defRPr>
            </a:lvl5pPr>
            <a:lvl6pPr marL="2513013" indent="-227013"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213" indent="-227013"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413" indent="-227013"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613" indent="-227013"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7FC9B240-326C-44A0-953D-3C73641B5DBF}" type="slidenum">
              <a:rPr lang="zh-CN" altLang="en-US" smtClean="0">
                <a:solidFill>
                  <a:srgbClr val="000000"/>
                </a:solidFill>
              </a:rPr>
              <a:pPr/>
              <a:t>15</a:t>
            </a:fld>
            <a:endParaRPr lang="en-US" altLang="zh-CN">
              <a:solidFill>
                <a:srgbClr val="000000"/>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幻灯片图像占位符 1">
            <a:extLst>
              <a:ext uri="{FF2B5EF4-FFF2-40B4-BE49-F238E27FC236}">
                <a16:creationId xmlns:a16="http://schemas.microsoft.com/office/drawing/2014/main" id="{C5DEF515-0610-43EA-81A3-8E7D4B1549E1}"/>
              </a:ext>
            </a:extLst>
          </p:cNvPr>
          <p:cNvSpPr>
            <a:spLocks noGrp="1" noRot="1" noChangeAspect="1" noTextEdit="1"/>
          </p:cNvSpPr>
          <p:nvPr>
            <p:ph type="sldImg"/>
          </p:nvPr>
        </p:nvSpPr>
        <p:spPr>
          <a:ln/>
        </p:spPr>
      </p:sp>
      <p:sp>
        <p:nvSpPr>
          <p:cNvPr id="63491" name="备注占位符 2">
            <a:extLst>
              <a:ext uri="{FF2B5EF4-FFF2-40B4-BE49-F238E27FC236}">
                <a16:creationId xmlns:a16="http://schemas.microsoft.com/office/drawing/2014/main" id="{4D301AE5-34B3-425B-B132-036DA2835FF5}"/>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latin typeface="Arial" panose="020B0604020202020204" pitchFamily="34" charset="0"/>
            </a:endParaRPr>
          </a:p>
        </p:txBody>
      </p:sp>
      <p:sp>
        <p:nvSpPr>
          <p:cNvPr id="63492" name="灯片编号占位符 3">
            <a:extLst>
              <a:ext uri="{FF2B5EF4-FFF2-40B4-BE49-F238E27FC236}">
                <a16:creationId xmlns:a16="http://schemas.microsoft.com/office/drawing/2014/main" id="{CCC33E8F-1F63-48ED-B870-54AB6307EAA8}"/>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a:solidFill>
                  <a:schemeClr val="tx1"/>
                </a:solidFill>
                <a:latin typeface="Tahoma" panose="020B0604030504040204" pitchFamily="34" charset="0"/>
                <a:ea typeface="宋体" panose="02010600030101010101" pitchFamily="2" charset="-122"/>
              </a:defRPr>
            </a:lvl1pPr>
            <a:lvl2pPr marL="741363" indent="-284163" defTabSz="950913">
              <a:defRPr>
                <a:solidFill>
                  <a:schemeClr val="tx1"/>
                </a:solidFill>
                <a:latin typeface="Tahoma" panose="020B0604030504040204" pitchFamily="34" charset="0"/>
                <a:ea typeface="宋体" panose="02010600030101010101" pitchFamily="2" charset="-122"/>
              </a:defRPr>
            </a:lvl2pPr>
            <a:lvl3pPr marL="1141413" indent="-227013" defTabSz="950913">
              <a:defRPr>
                <a:solidFill>
                  <a:schemeClr val="tx1"/>
                </a:solidFill>
                <a:latin typeface="Tahoma" panose="020B0604030504040204" pitchFamily="34" charset="0"/>
                <a:ea typeface="宋体" panose="02010600030101010101" pitchFamily="2" charset="-122"/>
              </a:defRPr>
            </a:lvl3pPr>
            <a:lvl4pPr marL="1598613" indent="-227013" defTabSz="950913">
              <a:defRPr>
                <a:solidFill>
                  <a:schemeClr val="tx1"/>
                </a:solidFill>
                <a:latin typeface="Tahoma" panose="020B0604030504040204" pitchFamily="34" charset="0"/>
                <a:ea typeface="宋体" panose="02010600030101010101" pitchFamily="2" charset="-122"/>
              </a:defRPr>
            </a:lvl4pPr>
            <a:lvl5pPr marL="2055813" indent="-227013" defTabSz="950913">
              <a:defRPr>
                <a:solidFill>
                  <a:schemeClr val="tx1"/>
                </a:solidFill>
                <a:latin typeface="Tahoma" panose="020B0604030504040204" pitchFamily="34" charset="0"/>
                <a:ea typeface="宋体" panose="02010600030101010101" pitchFamily="2" charset="-122"/>
              </a:defRPr>
            </a:lvl5pPr>
            <a:lvl6pPr marL="2513013" indent="-227013"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213" indent="-227013"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413" indent="-227013"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613" indent="-227013"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DD11E1D0-D7B6-40C6-83AC-842C9803C9F6}" type="slidenum">
              <a:rPr lang="zh-CN" altLang="en-US" smtClean="0">
                <a:solidFill>
                  <a:srgbClr val="000000"/>
                </a:solidFill>
              </a:rPr>
              <a:pPr/>
              <a:t>16</a:t>
            </a:fld>
            <a:endParaRPr lang="en-US" altLang="zh-CN">
              <a:solidFill>
                <a:srgbClr val="000000"/>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幻灯片图像占位符 1">
            <a:extLst>
              <a:ext uri="{FF2B5EF4-FFF2-40B4-BE49-F238E27FC236}">
                <a16:creationId xmlns:a16="http://schemas.microsoft.com/office/drawing/2014/main" id="{C5DEF515-0610-43EA-81A3-8E7D4B1549E1}"/>
              </a:ext>
            </a:extLst>
          </p:cNvPr>
          <p:cNvSpPr>
            <a:spLocks noGrp="1" noRot="1" noChangeAspect="1" noTextEdit="1"/>
          </p:cNvSpPr>
          <p:nvPr>
            <p:ph type="sldImg"/>
          </p:nvPr>
        </p:nvSpPr>
        <p:spPr>
          <a:ln/>
        </p:spPr>
      </p:sp>
      <p:sp>
        <p:nvSpPr>
          <p:cNvPr id="63491" name="备注占位符 2">
            <a:extLst>
              <a:ext uri="{FF2B5EF4-FFF2-40B4-BE49-F238E27FC236}">
                <a16:creationId xmlns:a16="http://schemas.microsoft.com/office/drawing/2014/main" id="{4D301AE5-34B3-425B-B132-036DA2835FF5}"/>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latin typeface="Arial" panose="020B0604020202020204" pitchFamily="34" charset="0"/>
            </a:endParaRPr>
          </a:p>
        </p:txBody>
      </p:sp>
      <p:sp>
        <p:nvSpPr>
          <p:cNvPr id="63492" name="灯片编号占位符 3">
            <a:extLst>
              <a:ext uri="{FF2B5EF4-FFF2-40B4-BE49-F238E27FC236}">
                <a16:creationId xmlns:a16="http://schemas.microsoft.com/office/drawing/2014/main" id="{CCC33E8F-1F63-48ED-B870-54AB6307EAA8}"/>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a:solidFill>
                  <a:schemeClr val="tx1"/>
                </a:solidFill>
                <a:latin typeface="Tahoma" panose="020B0604030504040204" pitchFamily="34" charset="0"/>
                <a:ea typeface="宋体" panose="02010600030101010101" pitchFamily="2" charset="-122"/>
              </a:defRPr>
            </a:lvl1pPr>
            <a:lvl2pPr marL="741363" indent="-284163" defTabSz="950913">
              <a:defRPr>
                <a:solidFill>
                  <a:schemeClr val="tx1"/>
                </a:solidFill>
                <a:latin typeface="Tahoma" panose="020B0604030504040204" pitchFamily="34" charset="0"/>
                <a:ea typeface="宋体" panose="02010600030101010101" pitchFamily="2" charset="-122"/>
              </a:defRPr>
            </a:lvl2pPr>
            <a:lvl3pPr marL="1141413" indent="-227013" defTabSz="950913">
              <a:defRPr>
                <a:solidFill>
                  <a:schemeClr val="tx1"/>
                </a:solidFill>
                <a:latin typeface="Tahoma" panose="020B0604030504040204" pitchFamily="34" charset="0"/>
                <a:ea typeface="宋体" panose="02010600030101010101" pitchFamily="2" charset="-122"/>
              </a:defRPr>
            </a:lvl3pPr>
            <a:lvl4pPr marL="1598613" indent="-227013" defTabSz="950913">
              <a:defRPr>
                <a:solidFill>
                  <a:schemeClr val="tx1"/>
                </a:solidFill>
                <a:latin typeface="Tahoma" panose="020B0604030504040204" pitchFamily="34" charset="0"/>
                <a:ea typeface="宋体" panose="02010600030101010101" pitchFamily="2" charset="-122"/>
              </a:defRPr>
            </a:lvl4pPr>
            <a:lvl5pPr marL="2055813" indent="-227013" defTabSz="950913">
              <a:defRPr>
                <a:solidFill>
                  <a:schemeClr val="tx1"/>
                </a:solidFill>
                <a:latin typeface="Tahoma" panose="020B0604030504040204" pitchFamily="34" charset="0"/>
                <a:ea typeface="宋体" panose="02010600030101010101" pitchFamily="2" charset="-122"/>
              </a:defRPr>
            </a:lvl5pPr>
            <a:lvl6pPr marL="2513013" indent="-227013"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213" indent="-227013"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413" indent="-227013"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613" indent="-227013"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DD11E1D0-D7B6-40C6-83AC-842C9803C9F6}" type="slidenum">
              <a:rPr lang="zh-CN" altLang="en-US" smtClean="0">
                <a:solidFill>
                  <a:srgbClr val="000000"/>
                </a:solidFill>
              </a:rPr>
              <a:pPr/>
              <a:t>17</a:t>
            </a:fld>
            <a:endParaRPr lang="en-US" altLang="zh-CN">
              <a:solidFill>
                <a:srgbClr val="000000"/>
              </a:solidFill>
            </a:endParaRPr>
          </a:p>
        </p:txBody>
      </p:sp>
    </p:spTree>
    <p:extLst>
      <p:ext uri="{BB962C8B-B14F-4D97-AF65-F5344CB8AC3E}">
        <p14:creationId xmlns:p14="http://schemas.microsoft.com/office/powerpoint/2010/main" val="19478716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p:cNvSpPr>
            <a:spLocks noGrp="1" noRot="1" noChangeAspect="1" noTextEdit="1"/>
          </p:cNvSpPr>
          <p:nvPr>
            <p:ph type="sldImg"/>
          </p:nvPr>
        </p:nvSpPr>
        <p:spPr>
          <a:ln/>
        </p:spPr>
      </p:sp>
      <p:sp>
        <p:nvSpPr>
          <p:cNvPr id="2048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2048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600">
                <a:solidFill>
                  <a:schemeClr val="tx1"/>
                </a:solidFill>
                <a:latin typeface="Tahoma" panose="020B0604030504040204" pitchFamily="34" charset="0"/>
                <a:ea typeface="宋体" panose="02010600030101010101" pitchFamily="2" charset="-122"/>
              </a:defRPr>
            </a:lvl1pPr>
            <a:lvl2pPr marL="742950" indent="-285750">
              <a:defRPr sz="2600">
                <a:solidFill>
                  <a:schemeClr val="tx1"/>
                </a:solidFill>
                <a:latin typeface="Tahoma" panose="020B0604030504040204" pitchFamily="34" charset="0"/>
                <a:ea typeface="宋体" panose="02010600030101010101" pitchFamily="2" charset="-122"/>
              </a:defRPr>
            </a:lvl2pPr>
            <a:lvl3pPr marL="1143000" indent="-228600">
              <a:defRPr sz="2600">
                <a:solidFill>
                  <a:schemeClr val="tx1"/>
                </a:solidFill>
                <a:latin typeface="Tahoma" panose="020B0604030504040204" pitchFamily="34" charset="0"/>
                <a:ea typeface="宋体" panose="02010600030101010101" pitchFamily="2" charset="-122"/>
              </a:defRPr>
            </a:lvl3pPr>
            <a:lvl4pPr marL="1600200" indent="-228600">
              <a:defRPr sz="2600">
                <a:solidFill>
                  <a:schemeClr val="tx1"/>
                </a:solidFill>
                <a:latin typeface="Tahoma" panose="020B0604030504040204" pitchFamily="34" charset="0"/>
                <a:ea typeface="宋体" panose="02010600030101010101" pitchFamily="2" charset="-122"/>
              </a:defRPr>
            </a:lvl4pPr>
            <a:lvl5pPr marL="2057400" indent="-228600">
              <a:defRPr sz="2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ahoma" panose="020B0604030504040204" pitchFamily="34" charset="0"/>
                <a:ea typeface="宋体" panose="02010600030101010101" pitchFamily="2" charset="-122"/>
              </a:defRPr>
            </a:lvl9pPr>
          </a:lstStyle>
          <a:p>
            <a:fld id="{698DFE5B-C80B-40C7-823F-513329E3DF63}" type="slidenum">
              <a:rPr lang="en-US" altLang="zh-CN" sz="1200" smtClean="0">
                <a:latin typeface="Times New Roman" panose="02020603050405020304" pitchFamily="18" charset="0"/>
              </a:rPr>
              <a:pPr/>
              <a:t>18</a:t>
            </a:fld>
            <a:endParaRPr lang="en-US" altLang="zh-CN" sz="1200">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56DB9E6-024D-4E83-BE1E-4E4E2E8FA44D}" type="slidenum">
              <a:rPr lang="en-US" altLang="zh-CN" smtClean="0"/>
              <a:pPr>
                <a:defRPr/>
              </a:pPr>
              <a:t>19</a:t>
            </a:fld>
            <a:endParaRPr lang="en-US" altLang="zh-CN"/>
          </a:p>
        </p:txBody>
      </p:sp>
    </p:spTree>
    <p:extLst>
      <p:ext uri="{BB962C8B-B14F-4D97-AF65-F5344CB8AC3E}">
        <p14:creationId xmlns:p14="http://schemas.microsoft.com/office/powerpoint/2010/main" val="29678774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56DB9E6-024D-4E83-BE1E-4E4E2E8FA44D}" type="slidenum">
              <a:rPr lang="en-US" altLang="zh-CN" smtClean="0"/>
              <a:pPr>
                <a:defRPr/>
              </a:pPr>
              <a:t>20</a:t>
            </a:fld>
            <a:endParaRPr lang="en-US" altLang="zh-CN"/>
          </a:p>
        </p:txBody>
      </p:sp>
    </p:spTree>
    <p:extLst>
      <p:ext uri="{BB962C8B-B14F-4D97-AF65-F5344CB8AC3E}">
        <p14:creationId xmlns:p14="http://schemas.microsoft.com/office/powerpoint/2010/main" val="24773379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幻灯片图像占位符 1">
            <a:extLst>
              <a:ext uri="{FF2B5EF4-FFF2-40B4-BE49-F238E27FC236}">
                <a16:creationId xmlns:a16="http://schemas.microsoft.com/office/drawing/2014/main" id="{B37AD477-C61A-4925-A731-667953484630}"/>
              </a:ext>
            </a:extLst>
          </p:cNvPr>
          <p:cNvSpPr>
            <a:spLocks noGrp="1" noRot="1" noChangeAspect="1" noTextEdit="1"/>
          </p:cNvSpPr>
          <p:nvPr>
            <p:ph type="sldImg"/>
          </p:nvPr>
        </p:nvSpPr>
        <p:spPr>
          <a:ln/>
        </p:spPr>
      </p:sp>
      <p:sp>
        <p:nvSpPr>
          <p:cNvPr id="65539" name="备注占位符 2">
            <a:extLst>
              <a:ext uri="{FF2B5EF4-FFF2-40B4-BE49-F238E27FC236}">
                <a16:creationId xmlns:a16="http://schemas.microsoft.com/office/drawing/2014/main" id="{538E5DFE-1DF3-4644-83A0-301D81ED50B4}"/>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65540" name="灯片编号占位符 3">
            <a:extLst>
              <a:ext uri="{FF2B5EF4-FFF2-40B4-BE49-F238E27FC236}">
                <a16:creationId xmlns:a16="http://schemas.microsoft.com/office/drawing/2014/main" id="{75D39607-DAEB-4613-8A34-BBCA9B104CE6}"/>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a:solidFill>
                  <a:schemeClr val="tx1"/>
                </a:solidFill>
                <a:latin typeface="Tahoma" panose="020B0604030504040204" pitchFamily="34" charset="0"/>
                <a:ea typeface="宋体" panose="02010600030101010101" pitchFamily="2" charset="-122"/>
              </a:defRPr>
            </a:lvl1pPr>
            <a:lvl2pPr marL="741363" indent="-284163" defTabSz="950913">
              <a:defRPr>
                <a:solidFill>
                  <a:schemeClr val="tx1"/>
                </a:solidFill>
                <a:latin typeface="Tahoma" panose="020B0604030504040204" pitchFamily="34" charset="0"/>
                <a:ea typeface="宋体" panose="02010600030101010101" pitchFamily="2" charset="-122"/>
              </a:defRPr>
            </a:lvl2pPr>
            <a:lvl3pPr marL="1141413" indent="-227013" defTabSz="950913">
              <a:defRPr>
                <a:solidFill>
                  <a:schemeClr val="tx1"/>
                </a:solidFill>
                <a:latin typeface="Tahoma" panose="020B0604030504040204" pitchFamily="34" charset="0"/>
                <a:ea typeface="宋体" panose="02010600030101010101" pitchFamily="2" charset="-122"/>
              </a:defRPr>
            </a:lvl3pPr>
            <a:lvl4pPr marL="1598613" indent="-227013" defTabSz="950913">
              <a:defRPr>
                <a:solidFill>
                  <a:schemeClr val="tx1"/>
                </a:solidFill>
                <a:latin typeface="Tahoma" panose="020B0604030504040204" pitchFamily="34" charset="0"/>
                <a:ea typeface="宋体" panose="02010600030101010101" pitchFamily="2" charset="-122"/>
              </a:defRPr>
            </a:lvl4pPr>
            <a:lvl5pPr marL="2055813" indent="-227013" defTabSz="950913">
              <a:defRPr>
                <a:solidFill>
                  <a:schemeClr val="tx1"/>
                </a:solidFill>
                <a:latin typeface="Tahoma" panose="020B0604030504040204" pitchFamily="34" charset="0"/>
                <a:ea typeface="宋体" panose="02010600030101010101" pitchFamily="2" charset="-122"/>
              </a:defRPr>
            </a:lvl5pPr>
            <a:lvl6pPr marL="2513013" indent="-227013"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213" indent="-227013"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413" indent="-227013"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613" indent="-227013"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078D5CDC-E666-48CA-AFE9-14C342157CE8}" type="slidenum">
              <a:rPr lang="zh-CN" altLang="en-US" smtClean="0"/>
              <a:pPr/>
              <a:t>21</a:t>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幻灯片图像占位符 1">
            <a:extLst>
              <a:ext uri="{FF2B5EF4-FFF2-40B4-BE49-F238E27FC236}">
                <a16:creationId xmlns:a16="http://schemas.microsoft.com/office/drawing/2014/main" id="{B37AD477-C61A-4925-A731-667953484630}"/>
              </a:ext>
            </a:extLst>
          </p:cNvPr>
          <p:cNvSpPr>
            <a:spLocks noGrp="1" noRot="1" noChangeAspect="1" noTextEdit="1"/>
          </p:cNvSpPr>
          <p:nvPr>
            <p:ph type="sldImg"/>
          </p:nvPr>
        </p:nvSpPr>
        <p:spPr>
          <a:ln/>
        </p:spPr>
      </p:sp>
      <p:sp>
        <p:nvSpPr>
          <p:cNvPr id="65539" name="备注占位符 2">
            <a:extLst>
              <a:ext uri="{FF2B5EF4-FFF2-40B4-BE49-F238E27FC236}">
                <a16:creationId xmlns:a16="http://schemas.microsoft.com/office/drawing/2014/main" id="{538E5DFE-1DF3-4644-83A0-301D81ED50B4}"/>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65540" name="灯片编号占位符 3">
            <a:extLst>
              <a:ext uri="{FF2B5EF4-FFF2-40B4-BE49-F238E27FC236}">
                <a16:creationId xmlns:a16="http://schemas.microsoft.com/office/drawing/2014/main" id="{75D39607-DAEB-4613-8A34-BBCA9B104CE6}"/>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a:solidFill>
                  <a:schemeClr val="tx1"/>
                </a:solidFill>
                <a:latin typeface="Tahoma" panose="020B0604030504040204" pitchFamily="34" charset="0"/>
                <a:ea typeface="宋体" panose="02010600030101010101" pitchFamily="2" charset="-122"/>
              </a:defRPr>
            </a:lvl1pPr>
            <a:lvl2pPr marL="741363" indent="-284163" defTabSz="950913">
              <a:defRPr>
                <a:solidFill>
                  <a:schemeClr val="tx1"/>
                </a:solidFill>
                <a:latin typeface="Tahoma" panose="020B0604030504040204" pitchFamily="34" charset="0"/>
                <a:ea typeface="宋体" panose="02010600030101010101" pitchFamily="2" charset="-122"/>
              </a:defRPr>
            </a:lvl2pPr>
            <a:lvl3pPr marL="1141413" indent="-227013" defTabSz="950913">
              <a:defRPr>
                <a:solidFill>
                  <a:schemeClr val="tx1"/>
                </a:solidFill>
                <a:latin typeface="Tahoma" panose="020B0604030504040204" pitchFamily="34" charset="0"/>
                <a:ea typeface="宋体" panose="02010600030101010101" pitchFamily="2" charset="-122"/>
              </a:defRPr>
            </a:lvl3pPr>
            <a:lvl4pPr marL="1598613" indent="-227013" defTabSz="950913">
              <a:defRPr>
                <a:solidFill>
                  <a:schemeClr val="tx1"/>
                </a:solidFill>
                <a:latin typeface="Tahoma" panose="020B0604030504040204" pitchFamily="34" charset="0"/>
                <a:ea typeface="宋体" panose="02010600030101010101" pitchFamily="2" charset="-122"/>
              </a:defRPr>
            </a:lvl4pPr>
            <a:lvl5pPr marL="2055813" indent="-227013" defTabSz="950913">
              <a:defRPr>
                <a:solidFill>
                  <a:schemeClr val="tx1"/>
                </a:solidFill>
                <a:latin typeface="Tahoma" panose="020B0604030504040204" pitchFamily="34" charset="0"/>
                <a:ea typeface="宋体" panose="02010600030101010101" pitchFamily="2" charset="-122"/>
              </a:defRPr>
            </a:lvl5pPr>
            <a:lvl6pPr marL="2513013" indent="-227013"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213" indent="-227013"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413" indent="-227013"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613" indent="-227013"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078D5CDC-E666-48CA-AFE9-14C342157CE8}" type="slidenum">
              <a:rPr lang="zh-CN" altLang="en-US" smtClean="0"/>
              <a:pPr/>
              <a:t>22</a:t>
            </a:fld>
            <a:endParaRPr lang="en-US" altLang="zh-CN"/>
          </a:p>
        </p:txBody>
      </p:sp>
    </p:spTree>
    <p:extLst>
      <p:ext uri="{BB962C8B-B14F-4D97-AF65-F5344CB8AC3E}">
        <p14:creationId xmlns:p14="http://schemas.microsoft.com/office/powerpoint/2010/main" val="6037947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幻灯片图像占位符 1">
            <a:extLst>
              <a:ext uri="{FF2B5EF4-FFF2-40B4-BE49-F238E27FC236}">
                <a16:creationId xmlns:a16="http://schemas.microsoft.com/office/drawing/2014/main" id="{6A7A22A0-2CBA-4400-962A-79C6DBF1F83A}"/>
              </a:ext>
            </a:extLst>
          </p:cNvPr>
          <p:cNvSpPr>
            <a:spLocks noGrp="1" noRot="1" noChangeAspect="1" noTextEdit="1"/>
          </p:cNvSpPr>
          <p:nvPr>
            <p:ph type="sldImg"/>
          </p:nvPr>
        </p:nvSpPr>
        <p:spPr>
          <a:ln/>
        </p:spPr>
      </p:sp>
      <p:sp>
        <p:nvSpPr>
          <p:cNvPr id="67587" name="备注占位符 2">
            <a:extLst>
              <a:ext uri="{FF2B5EF4-FFF2-40B4-BE49-F238E27FC236}">
                <a16:creationId xmlns:a16="http://schemas.microsoft.com/office/drawing/2014/main" id="{E52A8238-1739-4D90-81C0-61C050BB59B7}"/>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67588" name="灯片编号占位符 3">
            <a:extLst>
              <a:ext uri="{FF2B5EF4-FFF2-40B4-BE49-F238E27FC236}">
                <a16:creationId xmlns:a16="http://schemas.microsoft.com/office/drawing/2014/main" id="{F685C7AA-AA4C-46C4-AD48-161DAD9D9DF8}"/>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a:solidFill>
                  <a:schemeClr val="tx1"/>
                </a:solidFill>
                <a:latin typeface="Tahoma" panose="020B0604030504040204" pitchFamily="34" charset="0"/>
                <a:ea typeface="宋体" panose="02010600030101010101" pitchFamily="2" charset="-122"/>
              </a:defRPr>
            </a:lvl1pPr>
            <a:lvl2pPr marL="741363" indent="-284163" defTabSz="950913">
              <a:defRPr>
                <a:solidFill>
                  <a:schemeClr val="tx1"/>
                </a:solidFill>
                <a:latin typeface="Tahoma" panose="020B0604030504040204" pitchFamily="34" charset="0"/>
                <a:ea typeface="宋体" panose="02010600030101010101" pitchFamily="2" charset="-122"/>
              </a:defRPr>
            </a:lvl2pPr>
            <a:lvl3pPr marL="1141413" indent="-227013" defTabSz="950913">
              <a:defRPr>
                <a:solidFill>
                  <a:schemeClr val="tx1"/>
                </a:solidFill>
                <a:latin typeface="Tahoma" panose="020B0604030504040204" pitchFamily="34" charset="0"/>
                <a:ea typeface="宋体" panose="02010600030101010101" pitchFamily="2" charset="-122"/>
              </a:defRPr>
            </a:lvl3pPr>
            <a:lvl4pPr marL="1598613" indent="-227013" defTabSz="950913">
              <a:defRPr>
                <a:solidFill>
                  <a:schemeClr val="tx1"/>
                </a:solidFill>
                <a:latin typeface="Tahoma" panose="020B0604030504040204" pitchFamily="34" charset="0"/>
                <a:ea typeface="宋体" panose="02010600030101010101" pitchFamily="2" charset="-122"/>
              </a:defRPr>
            </a:lvl4pPr>
            <a:lvl5pPr marL="2055813" indent="-227013" defTabSz="950913">
              <a:defRPr>
                <a:solidFill>
                  <a:schemeClr val="tx1"/>
                </a:solidFill>
                <a:latin typeface="Tahoma" panose="020B0604030504040204" pitchFamily="34" charset="0"/>
                <a:ea typeface="宋体" panose="02010600030101010101" pitchFamily="2" charset="-122"/>
              </a:defRPr>
            </a:lvl5pPr>
            <a:lvl6pPr marL="2513013" indent="-227013"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213" indent="-227013"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413" indent="-227013"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613" indent="-227013"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B686A485-958D-4CC3-AA51-2A020EA09436}" type="slidenum">
              <a:rPr lang="zh-CN" altLang="en-US" smtClean="0"/>
              <a:pPr/>
              <a:t>23</a:t>
            </a:fld>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幻灯片图像占位符 1">
            <a:extLst>
              <a:ext uri="{FF2B5EF4-FFF2-40B4-BE49-F238E27FC236}">
                <a16:creationId xmlns:a16="http://schemas.microsoft.com/office/drawing/2014/main" id="{8E427AB1-C185-45D7-AE07-BCFDDA13D265}"/>
              </a:ext>
            </a:extLst>
          </p:cNvPr>
          <p:cNvSpPr>
            <a:spLocks noGrp="1" noRot="1" noChangeAspect="1" noTextEdit="1"/>
          </p:cNvSpPr>
          <p:nvPr>
            <p:ph type="sldImg"/>
          </p:nvPr>
        </p:nvSpPr>
        <p:spPr>
          <a:ln/>
        </p:spPr>
      </p:sp>
      <p:sp>
        <p:nvSpPr>
          <p:cNvPr id="69635" name="备注占位符 2">
            <a:extLst>
              <a:ext uri="{FF2B5EF4-FFF2-40B4-BE49-F238E27FC236}">
                <a16:creationId xmlns:a16="http://schemas.microsoft.com/office/drawing/2014/main" id="{1F53F699-8C9A-4D8C-860D-3158153381AB}"/>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69636" name="灯片编号占位符 3">
            <a:extLst>
              <a:ext uri="{FF2B5EF4-FFF2-40B4-BE49-F238E27FC236}">
                <a16:creationId xmlns:a16="http://schemas.microsoft.com/office/drawing/2014/main" id="{4B647820-068A-4E8E-A720-C3E6CB00C17E}"/>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a:solidFill>
                  <a:schemeClr val="tx1"/>
                </a:solidFill>
                <a:latin typeface="Tahoma" panose="020B0604030504040204" pitchFamily="34" charset="0"/>
                <a:ea typeface="宋体" panose="02010600030101010101" pitchFamily="2" charset="-122"/>
              </a:defRPr>
            </a:lvl1pPr>
            <a:lvl2pPr marL="741363" indent="-284163" defTabSz="950913">
              <a:defRPr>
                <a:solidFill>
                  <a:schemeClr val="tx1"/>
                </a:solidFill>
                <a:latin typeface="Tahoma" panose="020B0604030504040204" pitchFamily="34" charset="0"/>
                <a:ea typeface="宋体" panose="02010600030101010101" pitchFamily="2" charset="-122"/>
              </a:defRPr>
            </a:lvl2pPr>
            <a:lvl3pPr marL="1141413" indent="-227013" defTabSz="950913">
              <a:defRPr>
                <a:solidFill>
                  <a:schemeClr val="tx1"/>
                </a:solidFill>
                <a:latin typeface="Tahoma" panose="020B0604030504040204" pitchFamily="34" charset="0"/>
                <a:ea typeface="宋体" panose="02010600030101010101" pitchFamily="2" charset="-122"/>
              </a:defRPr>
            </a:lvl3pPr>
            <a:lvl4pPr marL="1598613" indent="-227013" defTabSz="950913">
              <a:defRPr>
                <a:solidFill>
                  <a:schemeClr val="tx1"/>
                </a:solidFill>
                <a:latin typeface="Tahoma" panose="020B0604030504040204" pitchFamily="34" charset="0"/>
                <a:ea typeface="宋体" panose="02010600030101010101" pitchFamily="2" charset="-122"/>
              </a:defRPr>
            </a:lvl4pPr>
            <a:lvl5pPr marL="2055813" indent="-227013" defTabSz="950913">
              <a:defRPr>
                <a:solidFill>
                  <a:schemeClr val="tx1"/>
                </a:solidFill>
                <a:latin typeface="Tahoma" panose="020B0604030504040204" pitchFamily="34" charset="0"/>
                <a:ea typeface="宋体" panose="02010600030101010101" pitchFamily="2" charset="-122"/>
              </a:defRPr>
            </a:lvl5pPr>
            <a:lvl6pPr marL="2513013" indent="-227013"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213" indent="-227013"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413" indent="-227013"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613" indent="-227013"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3F8B4EF7-C9D1-4A17-879B-E33D51F97E2E}" type="slidenum">
              <a:rPr lang="zh-CN" altLang="en-US" smtClean="0"/>
              <a:pPr/>
              <a:t>24</a:t>
            </a:fld>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幻灯片图像占位符 1">
            <a:extLst>
              <a:ext uri="{FF2B5EF4-FFF2-40B4-BE49-F238E27FC236}">
                <a16:creationId xmlns:a16="http://schemas.microsoft.com/office/drawing/2014/main" id="{0460ACA7-F1C9-4CD1-8F6F-E2F76F2AEA29}"/>
              </a:ext>
            </a:extLst>
          </p:cNvPr>
          <p:cNvSpPr>
            <a:spLocks noGrp="1" noRot="1" noChangeAspect="1" noTextEdit="1"/>
          </p:cNvSpPr>
          <p:nvPr>
            <p:ph type="sldImg"/>
          </p:nvPr>
        </p:nvSpPr>
        <p:spPr>
          <a:ln/>
        </p:spPr>
      </p:sp>
      <p:sp>
        <p:nvSpPr>
          <p:cNvPr id="71683" name="备注占位符 2">
            <a:extLst>
              <a:ext uri="{FF2B5EF4-FFF2-40B4-BE49-F238E27FC236}">
                <a16:creationId xmlns:a16="http://schemas.microsoft.com/office/drawing/2014/main" id="{C4D4AA23-277B-42D2-8B6E-B2ADF6DB65F0}"/>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lvl="1"/>
            <a:endParaRPr lang="zh-CN" altLang="en-US" dirty="0">
              <a:latin typeface="Arial" panose="020B0604020202020204" pitchFamily="34" charset="0"/>
            </a:endParaRPr>
          </a:p>
        </p:txBody>
      </p:sp>
      <p:sp>
        <p:nvSpPr>
          <p:cNvPr id="71684" name="灯片编号占位符 3">
            <a:extLst>
              <a:ext uri="{FF2B5EF4-FFF2-40B4-BE49-F238E27FC236}">
                <a16:creationId xmlns:a16="http://schemas.microsoft.com/office/drawing/2014/main" id="{C5F21931-EFDA-40B0-8407-D4A259DF2779}"/>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Tahoma" panose="020B0604030504040204" pitchFamily="34" charset="0"/>
                <a:ea typeface="宋体" panose="02010600030101010101" pitchFamily="2" charset="-122"/>
              </a:defRPr>
            </a:lvl1pPr>
            <a:lvl2pPr marL="741363" indent="-284163" defTabSz="949325">
              <a:defRPr>
                <a:solidFill>
                  <a:schemeClr val="tx1"/>
                </a:solidFill>
                <a:latin typeface="Tahoma" panose="020B0604030504040204" pitchFamily="34" charset="0"/>
                <a:ea typeface="宋体" panose="02010600030101010101" pitchFamily="2" charset="-122"/>
              </a:defRPr>
            </a:lvl2pPr>
            <a:lvl3pPr marL="1141413" indent="-227013" defTabSz="949325">
              <a:defRPr>
                <a:solidFill>
                  <a:schemeClr val="tx1"/>
                </a:solidFill>
                <a:latin typeface="Tahoma" panose="020B0604030504040204" pitchFamily="34" charset="0"/>
                <a:ea typeface="宋体" panose="02010600030101010101" pitchFamily="2" charset="-122"/>
              </a:defRPr>
            </a:lvl3pPr>
            <a:lvl4pPr marL="1598613" indent="-227013" defTabSz="949325">
              <a:defRPr>
                <a:solidFill>
                  <a:schemeClr val="tx1"/>
                </a:solidFill>
                <a:latin typeface="Tahoma" panose="020B0604030504040204" pitchFamily="34" charset="0"/>
                <a:ea typeface="宋体" panose="02010600030101010101" pitchFamily="2" charset="-122"/>
              </a:defRPr>
            </a:lvl4pPr>
            <a:lvl5pPr marL="2055813" indent="-227013" defTabSz="949325">
              <a:defRPr>
                <a:solidFill>
                  <a:schemeClr val="tx1"/>
                </a:solidFill>
                <a:latin typeface="Tahoma" panose="020B0604030504040204" pitchFamily="34" charset="0"/>
                <a:ea typeface="宋体" panose="02010600030101010101" pitchFamily="2" charset="-122"/>
              </a:defRPr>
            </a:lvl5pPr>
            <a:lvl6pPr marL="25130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2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4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6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9EBBD134-5BCE-4D9D-820D-52BA1E17FA7F}" type="slidenum">
              <a:rPr lang="zh-CN" altLang="en-US" smtClean="0"/>
              <a:pPr/>
              <a:t>25</a:t>
            </a:fld>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幻灯片图像占位符 1">
            <a:extLst>
              <a:ext uri="{FF2B5EF4-FFF2-40B4-BE49-F238E27FC236}">
                <a16:creationId xmlns:a16="http://schemas.microsoft.com/office/drawing/2014/main" id="{0431995E-D108-44D8-8DA5-5A3B380107EC}"/>
              </a:ext>
            </a:extLst>
          </p:cNvPr>
          <p:cNvSpPr>
            <a:spLocks noGrp="1" noRot="1" noChangeAspect="1" noTextEdit="1"/>
          </p:cNvSpPr>
          <p:nvPr>
            <p:ph type="sldImg"/>
          </p:nvPr>
        </p:nvSpPr>
        <p:spPr>
          <a:ln/>
        </p:spPr>
      </p:sp>
      <p:sp>
        <p:nvSpPr>
          <p:cNvPr id="73731" name="备注占位符 2">
            <a:extLst>
              <a:ext uri="{FF2B5EF4-FFF2-40B4-BE49-F238E27FC236}">
                <a16:creationId xmlns:a16="http://schemas.microsoft.com/office/drawing/2014/main" id="{D5325C84-34DF-4CFD-9C92-10B6815AF58E}"/>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73732" name="灯片编号占位符 3">
            <a:extLst>
              <a:ext uri="{FF2B5EF4-FFF2-40B4-BE49-F238E27FC236}">
                <a16:creationId xmlns:a16="http://schemas.microsoft.com/office/drawing/2014/main" id="{24756BA7-2A12-420E-954A-642FE30908D2}"/>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Tahoma" panose="020B0604030504040204" pitchFamily="34" charset="0"/>
                <a:ea typeface="宋体" panose="02010600030101010101" pitchFamily="2" charset="-122"/>
              </a:defRPr>
            </a:lvl1pPr>
            <a:lvl2pPr marL="741363" indent="-284163" defTabSz="949325">
              <a:defRPr>
                <a:solidFill>
                  <a:schemeClr val="tx1"/>
                </a:solidFill>
                <a:latin typeface="Tahoma" panose="020B0604030504040204" pitchFamily="34" charset="0"/>
                <a:ea typeface="宋体" panose="02010600030101010101" pitchFamily="2" charset="-122"/>
              </a:defRPr>
            </a:lvl2pPr>
            <a:lvl3pPr marL="1141413" indent="-227013" defTabSz="949325">
              <a:defRPr>
                <a:solidFill>
                  <a:schemeClr val="tx1"/>
                </a:solidFill>
                <a:latin typeface="Tahoma" panose="020B0604030504040204" pitchFamily="34" charset="0"/>
                <a:ea typeface="宋体" panose="02010600030101010101" pitchFamily="2" charset="-122"/>
              </a:defRPr>
            </a:lvl3pPr>
            <a:lvl4pPr marL="1598613" indent="-227013" defTabSz="949325">
              <a:defRPr>
                <a:solidFill>
                  <a:schemeClr val="tx1"/>
                </a:solidFill>
                <a:latin typeface="Tahoma" panose="020B0604030504040204" pitchFamily="34" charset="0"/>
                <a:ea typeface="宋体" panose="02010600030101010101" pitchFamily="2" charset="-122"/>
              </a:defRPr>
            </a:lvl4pPr>
            <a:lvl5pPr marL="2055813" indent="-227013" defTabSz="949325">
              <a:defRPr>
                <a:solidFill>
                  <a:schemeClr val="tx1"/>
                </a:solidFill>
                <a:latin typeface="Tahoma" panose="020B0604030504040204" pitchFamily="34" charset="0"/>
                <a:ea typeface="宋体" panose="02010600030101010101" pitchFamily="2" charset="-122"/>
              </a:defRPr>
            </a:lvl5pPr>
            <a:lvl6pPr marL="25130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2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4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6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FA2D3EEB-D535-4D2F-9B77-D21ECCEF96A6}" type="slidenum">
              <a:rPr lang="zh-CN" altLang="en-US" smtClean="0"/>
              <a:pPr/>
              <a:t>26</a:t>
            </a:fld>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27A40216-6006-43D5-9101-E5761534D214}" type="slidenum">
              <a:rPr lang="zh-CN" altLang="en-US" smtClean="0"/>
              <a:pPr>
                <a:defRPr/>
              </a:pPr>
              <a:t>27</a:t>
            </a:fld>
            <a:endParaRPr lang="en-US" altLang="zh-CN"/>
          </a:p>
        </p:txBody>
      </p:sp>
    </p:spTree>
    <p:extLst>
      <p:ext uri="{BB962C8B-B14F-4D97-AF65-F5344CB8AC3E}">
        <p14:creationId xmlns:p14="http://schemas.microsoft.com/office/powerpoint/2010/main" val="39717591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幻灯片图像占位符 1">
            <a:extLst>
              <a:ext uri="{FF2B5EF4-FFF2-40B4-BE49-F238E27FC236}">
                <a16:creationId xmlns:a16="http://schemas.microsoft.com/office/drawing/2014/main" id="{51AA9901-A42E-4FC0-B14D-5706D9316AF9}"/>
              </a:ext>
            </a:extLst>
          </p:cNvPr>
          <p:cNvSpPr>
            <a:spLocks noGrp="1" noRot="1" noChangeAspect="1" noTextEdit="1"/>
          </p:cNvSpPr>
          <p:nvPr>
            <p:ph type="sldImg"/>
          </p:nvPr>
        </p:nvSpPr>
        <p:spPr>
          <a:ln/>
        </p:spPr>
      </p:sp>
      <p:sp>
        <p:nvSpPr>
          <p:cNvPr id="76803" name="备注占位符 2">
            <a:extLst>
              <a:ext uri="{FF2B5EF4-FFF2-40B4-BE49-F238E27FC236}">
                <a16:creationId xmlns:a16="http://schemas.microsoft.com/office/drawing/2014/main" id="{77F026CF-B639-4F14-81D4-358F1403C99A}"/>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latin typeface="楷体" panose="02010609060101010101" pitchFamily="49" charset="-122"/>
              <a:ea typeface="楷体" panose="02010609060101010101" pitchFamily="49" charset="-122"/>
            </a:endParaRPr>
          </a:p>
        </p:txBody>
      </p:sp>
      <p:sp>
        <p:nvSpPr>
          <p:cNvPr id="76804" name="灯片编号占位符 3">
            <a:extLst>
              <a:ext uri="{FF2B5EF4-FFF2-40B4-BE49-F238E27FC236}">
                <a16:creationId xmlns:a16="http://schemas.microsoft.com/office/drawing/2014/main" id="{47E0ABAA-FCB3-4B7B-AC45-36CE29D125BA}"/>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Tahoma" panose="020B0604030504040204" pitchFamily="34" charset="0"/>
                <a:ea typeface="宋体" panose="02010600030101010101" pitchFamily="2" charset="-122"/>
              </a:defRPr>
            </a:lvl1pPr>
            <a:lvl2pPr marL="741363" indent="-284163" defTabSz="949325">
              <a:defRPr>
                <a:solidFill>
                  <a:schemeClr val="tx1"/>
                </a:solidFill>
                <a:latin typeface="Tahoma" panose="020B0604030504040204" pitchFamily="34" charset="0"/>
                <a:ea typeface="宋体" panose="02010600030101010101" pitchFamily="2" charset="-122"/>
              </a:defRPr>
            </a:lvl2pPr>
            <a:lvl3pPr marL="1141413" indent="-227013" defTabSz="949325">
              <a:defRPr>
                <a:solidFill>
                  <a:schemeClr val="tx1"/>
                </a:solidFill>
                <a:latin typeface="Tahoma" panose="020B0604030504040204" pitchFamily="34" charset="0"/>
                <a:ea typeface="宋体" panose="02010600030101010101" pitchFamily="2" charset="-122"/>
              </a:defRPr>
            </a:lvl3pPr>
            <a:lvl4pPr marL="1598613" indent="-227013" defTabSz="949325">
              <a:defRPr>
                <a:solidFill>
                  <a:schemeClr val="tx1"/>
                </a:solidFill>
                <a:latin typeface="Tahoma" panose="020B0604030504040204" pitchFamily="34" charset="0"/>
                <a:ea typeface="宋体" panose="02010600030101010101" pitchFamily="2" charset="-122"/>
              </a:defRPr>
            </a:lvl4pPr>
            <a:lvl5pPr marL="2055813" indent="-227013" defTabSz="949325">
              <a:defRPr>
                <a:solidFill>
                  <a:schemeClr val="tx1"/>
                </a:solidFill>
                <a:latin typeface="Tahoma" panose="020B0604030504040204" pitchFamily="34" charset="0"/>
                <a:ea typeface="宋体" panose="02010600030101010101" pitchFamily="2" charset="-122"/>
              </a:defRPr>
            </a:lvl5pPr>
            <a:lvl6pPr marL="25130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2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4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6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48ABE72E-F5EF-4F6C-9F01-431A1E75D3F0}" type="slidenum">
              <a:rPr lang="zh-CN" altLang="en-US" smtClean="0"/>
              <a:pPr/>
              <a:t>28</a:t>
            </a:fld>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幻灯片图像占位符 1">
            <a:extLst>
              <a:ext uri="{FF2B5EF4-FFF2-40B4-BE49-F238E27FC236}">
                <a16:creationId xmlns:a16="http://schemas.microsoft.com/office/drawing/2014/main" id="{EB0DC0E8-44E1-42F2-86B1-7583962D5E88}"/>
              </a:ext>
            </a:extLst>
          </p:cNvPr>
          <p:cNvSpPr>
            <a:spLocks noGrp="1" noRot="1" noChangeAspect="1" noTextEdit="1"/>
          </p:cNvSpPr>
          <p:nvPr>
            <p:ph type="sldImg"/>
          </p:nvPr>
        </p:nvSpPr>
        <p:spPr>
          <a:ln/>
        </p:spPr>
      </p:sp>
      <p:sp>
        <p:nvSpPr>
          <p:cNvPr id="78851" name="备注占位符 2">
            <a:extLst>
              <a:ext uri="{FF2B5EF4-FFF2-40B4-BE49-F238E27FC236}">
                <a16:creationId xmlns:a16="http://schemas.microsoft.com/office/drawing/2014/main" id="{7D049695-4F0C-4511-A3FA-4C6B58FBC20B}"/>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78852" name="灯片编号占位符 3">
            <a:extLst>
              <a:ext uri="{FF2B5EF4-FFF2-40B4-BE49-F238E27FC236}">
                <a16:creationId xmlns:a16="http://schemas.microsoft.com/office/drawing/2014/main" id="{8CE87D26-6372-47AA-9818-F116A94A70EE}"/>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Tahoma" panose="020B0604030504040204" pitchFamily="34" charset="0"/>
                <a:ea typeface="宋体" panose="02010600030101010101" pitchFamily="2" charset="-122"/>
              </a:defRPr>
            </a:lvl1pPr>
            <a:lvl2pPr marL="741363" indent="-284163" defTabSz="949325">
              <a:defRPr>
                <a:solidFill>
                  <a:schemeClr val="tx1"/>
                </a:solidFill>
                <a:latin typeface="Tahoma" panose="020B0604030504040204" pitchFamily="34" charset="0"/>
                <a:ea typeface="宋体" panose="02010600030101010101" pitchFamily="2" charset="-122"/>
              </a:defRPr>
            </a:lvl2pPr>
            <a:lvl3pPr marL="1141413" indent="-227013" defTabSz="949325">
              <a:defRPr>
                <a:solidFill>
                  <a:schemeClr val="tx1"/>
                </a:solidFill>
                <a:latin typeface="Tahoma" panose="020B0604030504040204" pitchFamily="34" charset="0"/>
                <a:ea typeface="宋体" panose="02010600030101010101" pitchFamily="2" charset="-122"/>
              </a:defRPr>
            </a:lvl3pPr>
            <a:lvl4pPr marL="1598613" indent="-227013" defTabSz="949325">
              <a:defRPr>
                <a:solidFill>
                  <a:schemeClr val="tx1"/>
                </a:solidFill>
                <a:latin typeface="Tahoma" panose="020B0604030504040204" pitchFamily="34" charset="0"/>
                <a:ea typeface="宋体" panose="02010600030101010101" pitchFamily="2" charset="-122"/>
              </a:defRPr>
            </a:lvl4pPr>
            <a:lvl5pPr marL="2055813" indent="-227013" defTabSz="949325">
              <a:defRPr>
                <a:solidFill>
                  <a:schemeClr val="tx1"/>
                </a:solidFill>
                <a:latin typeface="Tahoma" panose="020B0604030504040204" pitchFamily="34" charset="0"/>
                <a:ea typeface="宋体" panose="02010600030101010101" pitchFamily="2" charset="-122"/>
              </a:defRPr>
            </a:lvl5pPr>
            <a:lvl6pPr marL="25130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2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4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6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1D00230B-7EF5-43A5-9578-525B5AC89554}" type="slidenum">
              <a:rPr lang="zh-CN" altLang="en-US" smtClean="0"/>
              <a:pPr/>
              <a:t>29</a:t>
            </a:fld>
            <a:endParaRPr lang="en-US"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幻灯片图像占位符 1">
            <a:extLst>
              <a:ext uri="{FF2B5EF4-FFF2-40B4-BE49-F238E27FC236}">
                <a16:creationId xmlns:a16="http://schemas.microsoft.com/office/drawing/2014/main" id="{FB91C3C4-3A3B-4BA0-BB00-F4B2FBEE4FC3}"/>
              </a:ext>
            </a:extLst>
          </p:cNvPr>
          <p:cNvSpPr>
            <a:spLocks noGrp="1" noRot="1" noChangeAspect="1" noTextEdit="1"/>
          </p:cNvSpPr>
          <p:nvPr>
            <p:ph type="sldImg"/>
          </p:nvPr>
        </p:nvSpPr>
        <p:spPr>
          <a:ln/>
        </p:spPr>
      </p:sp>
      <p:sp>
        <p:nvSpPr>
          <p:cNvPr id="81923" name="备注占位符 2">
            <a:extLst>
              <a:ext uri="{FF2B5EF4-FFF2-40B4-BE49-F238E27FC236}">
                <a16:creationId xmlns:a16="http://schemas.microsoft.com/office/drawing/2014/main" id="{96B6327F-7EDC-4F37-B831-1735BE205325}"/>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81924" name="灯片编号占位符 3">
            <a:extLst>
              <a:ext uri="{FF2B5EF4-FFF2-40B4-BE49-F238E27FC236}">
                <a16:creationId xmlns:a16="http://schemas.microsoft.com/office/drawing/2014/main" id="{B3E1A6B5-894D-4748-9C90-AF078877691B}"/>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Tahoma" panose="020B0604030504040204" pitchFamily="34" charset="0"/>
                <a:ea typeface="宋体" panose="02010600030101010101" pitchFamily="2" charset="-122"/>
              </a:defRPr>
            </a:lvl1pPr>
            <a:lvl2pPr marL="741363" indent="-284163" defTabSz="949325">
              <a:defRPr>
                <a:solidFill>
                  <a:schemeClr val="tx1"/>
                </a:solidFill>
                <a:latin typeface="Tahoma" panose="020B0604030504040204" pitchFamily="34" charset="0"/>
                <a:ea typeface="宋体" panose="02010600030101010101" pitchFamily="2" charset="-122"/>
              </a:defRPr>
            </a:lvl2pPr>
            <a:lvl3pPr marL="1141413" indent="-227013" defTabSz="949325">
              <a:defRPr>
                <a:solidFill>
                  <a:schemeClr val="tx1"/>
                </a:solidFill>
                <a:latin typeface="Tahoma" panose="020B0604030504040204" pitchFamily="34" charset="0"/>
                <a:ea typeface="宋体" panose="02010600030101010101" pitchFamily="2" charset="-122"/>
              </a:defRPr>
            </a:lvl3pPr>
            <a:lvl4pPr marL="1598613" indent="-227013" defTabSz="949325">
              <a:defRPr>
                <a:solidFill>
                  <a:schemeClr val="tx1"/>
                </a:solidFill>
                <a:latin typeface="Tahoma" panose="020B0604030504040204" pitchFamily="34" charset="0"/>
                <a:ea typeface="宋体" panose="02010600030101010101" pitchFamily="2" charset="-122"/>
              </a:defRPr>
            </a:lvl4pPr>
            <a:lvl5pPr marL="2055813" indent="-227013" defTabSz="949325">
              <a:defRPr>
                <a:solidFill>
                  <a:schemeClr val="tx1"/>
                </a:solidFill>
                <a:latin typeface="Tahoma" panose="020B0604030504040204" pitchFamily="34" charset="0"/>
                <a:ea typeface="宋体" panose="02010600030101010101" pitchFamily="2" charset="-122"/>
              </a:defRPr>
            </a:lvl5pPr>
            <a:lvl6pPr marL="25130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2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4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6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91D0D378-7454-49EF-8E5A-C6BA88CC0665}" type="slidenum">
              <a:rPr lang="zh-CN" altLang="en-US" smtClean="0">
                <a:solidFill>
                  <a:srgbClr val="000000"/>
                </a:solidFill>
              </a:rPr>
              <a:pPr/>
              <a:t>31</a:t>
            </a:fld>
            <a:endParaRPr lang="en-US" altLang="zh-CN">
              <a:solidFill>
                <a:srgbClr val="000000"/>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9EAA8867-D79F-4268-9A83-11171FFDAF3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Tahoma" panose="020B0604030504040204" pitchFamily="34" charset="0"/>
                <a:ea typeface="宋体" panose="02010600030101010101" pitchFamily="2" charset="-122"/>
              </a:defRPr>
            </a:lvl1pPr>
            <a:lvl2pPr marL="741363" indent="-284163" defTabSz="949325">
              <a:defRPr>
                <a:solidFill>
                  <a:schemeClr val="tx1"/>
                </a:solidFill>
                <a:latin typeface="Tahoma" panose="020B0604030504040204" pitchFamily="34" charset="0"/>
                <a:ea typeface="宋体" panose="02010600030101010101" pitchFamily="2" charset="-122"/>
              </a:defRPr>
            </a:lvl2pPr>
            <a:lvl3pPr marL="1141413" indent="-227013" defTabSz="949325">
              <a:defRPr>
                <a:solidFill>
                  <a:schemeClr val="tx1"/>
                </a:solidFill>
                <a:latin typeface="Tahoma" panose="020B0604030504040204" pitchFamily="34" charset="0"/>
                <a:ea typeface="宋体" panose="02010600030101010101" pitchFamily="2" charset="-122"/>
              </a:defRPr>
            </a:lvl3pPr>
            <a:lvl4pPr marL="1598613" indent="-227013" defTabSz="949325">
              <a:defRPr>
                <a:solidFill>
                  <a:schemeClr val="tx1"/>
                </a:solidFill>
                <a:latin typeface="Tahoma" panose="020B0604030504040204" pitchFamily="34" charset="0"/>
                <a:ea typeface="宋体" panose="02010600030101010101" pitchFamily="2" charset="-122"/>
              </a:defRPr>
            </a:lvl4pPr>
            <a:lvl5pPr marL="2055813" indent="-227013" defTabSz="949325">
              <a:defRPr>
                <a:solidFill>
                  <a:schemeClr val="tx1"/>
                </a:solidFill>
                <a:latin typeface="Tahoma" panose="020B0604030504040204" pitchFamily="34" charset="0"/>
                <a:ea typeface="宋体" panose="02010600030101010101" pitchFamily="2" charset="-122"/>
              </a:defRPr>
            </a:lvl5pPr>
            <a:lvl6pPr marL="25130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2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4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6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24815CAC-A729-4621-BAD2-50ECE619FCAD}" type="slidenum">
              <a:rPr lang="zh-CN" altLang="en-US" smtClean="0">
                <a:solidFill>
                  <a:srgbClr val="000000"/>
                </a:solidFill>
              </a:rPr>
              <a:pPr/>
              <a:t>32</a:t>
            </a:fld>
            <a:endParaRPr lang="en-US" altLang="zh-CN">
              <a:solidFill>
                <a:srgbClr val="000000"/>
              </a:solidFill>
            </a:endParaRPr>
          </a:p>
        </p:txBody>
      </p:sp>
      <p:sp>
        <p:nvSpPr>
          <p:cNvPr id="83971" name="Rectangle 2">
            <a:extLst>
              <a:ext uri="{FF2B5EF4-FFF2-40B4-BE49-F238E27FC236}">
                <a16:creationId xmlns:a16="http://schemas.microsoft.com/office/drawing/2014/main" id="{F6AC1E31-9C1E-4B6C-BA49-0A7740DA3717}"/>
              </a:ext>
            </a:extLst>
          </p:cNvPr>
          <p:cNvSpPr>
            <a:spLocks noGrp="1" noRot="1" noChangeAspect="1" noChangeArrowheads="1" noTextEdit="1"/>
          </p:cNvSpPr>
          <p:nvPr>
            <p:ph type="sldImg"/>
          </p:nvPr>
        </p:nvSpPr>
        <p:spPr>
          <a:ln/>
        </p:spPr>
      </p:sp>
      <p:sp>
        <p:nvSpPr>
          <p:cNvPr id="83972" name="Rectangle 3">
            <a:extLst>
              <a:ext uri="{FF2B5EF4-FFF2-40B4-BE49-F238E27FC236}">
                <a16:creationId xmlns:a16="http://schemas.microsoft.com/office/drawing/2014/main" id="{83F43BE2-A961-4C99-9DFC-ECC1EA87A94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300" dirty="0">
              <a:latin typeface="Times New Roman" panose="02020603050405020304" pitchFamily="18" charset="0"/>
              <a:cs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52A3F35F-2723-48D7-9FDB-CA52FEC1C97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Tahoma" panose="020B0604030504040204" pitchFamily="34" charset="0"/>
                <a:ea typeface="宋体" panose="02010600030101010101" pitchFamily="2" charset="-122"/>
              </a:defRPr>
            </a:lvl1pPr>
            <a:lvl2pPr marL="741363" indent="-284163" defTabSz="949325">
              <a:defRPr>
                <a:solidFill>
                  <a:schemeClr val="tx1"/>
                </a:solidFill>
                <a:latin typeface="Tahoma" panose="020B0604030504040204" pitchFamily="34" charset="0"/>
                <a:ea typeface="宋体" panose="02010600030101010101" pitchFamily="2" charset="-122"/>
              </a:defRPr>
            </a:lvl2pPr>
            <a:lvl3pPr marL="1141413" indent="-227013" defTabSz="949325">
              <a:defRPr>
                <a:solidFill>
                  <a:schemeClr val="tx1"/>
                </a:solidFill>
                <a:latin typeface="Tahoma" panose="020B0604030504040204" pitchFamily="34" charset="0"/>
                <a:ea typeface="宋体" panose="02010600030101010101" pitchFamily="2" charset="-122"/>
              </a:defRPr>
            </a:lvl3pPr>
            <a:lvl4pPr marL="1598613" indent="-227013" defTabSz="949325">
              <a:defRPr>
                <a:solidFill>
                  <a:schemeClr val="tx1"/>
                </a:solidFill>
                <a:latin typeface="Tahoma" panose="020B0604030504040204" pitchFamily="34" charset="0"/>
                <a:ea typeface="宋体" panose="02010600030101010101" pitchFamily="2" charset="-122"/>
              </a:defRPr>
            </a:lvl4pPr>
            <a:lvl5pPr marL="2055813" indent="-227013" defTabSz="949325">
              <a:defRPr>
                <a:solidFill>
                  <a:schemeClr val="tx1"/>
                </a:solidFill>
                <a:latin typeface="Tahoma" panose="020B0604030504040204" pitchFamily="34" charset="0"/>
                <a:ea typeface="宋体" panose="02010600030101010101" pitchFamily="2" charset="-122"/>
              </a:defRPr>
            </a:lvl5pPr>
            <a:lvl6pPr marL="25130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2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4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6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C60D0BFF-D948-41A8-ABD4-99302DE41FAF}" type="slidenum">
              <a:rPr lang="zh-CN" altLang="en-US" smtClean="0"/>
              <a:pPr/>
              <a:t>33</a:t>
            </a:fld>
            <a:endParaRPr lang="en-US" altLang="zh-CN"/>
          </a:p>
        </p:txBody>
      </p:sp>
      <p:sp>
        <p:nvSpPr>
          <p:cNvPr id="86019" name="Rectangle 2">
            <a:extLst>
              <a:ext uri="{FF2B5EF4-FFF2-40B4-BE49-F238E27FC236}">
                <a16:creationId xmlns:a16="http://schemas.microsoft.com/office/drawing/2014/main" id="{AC111AA2-8712-4A5B-A00B-719B65CBAF14}"/>
              </a:ext>
            </a:extLst>
          </p:cNvPr>
          <p:cNvSpPr>
            <a:spLocks noGrp="1" noRot="1" noChangeAspect="1" noChangeArrowheads="1" noTextEdit="1"/>
          </p:cNvSpPr>
          <p:nvPr>
            <p:ph type="sldImg"/>
          </p:nvPr>
        </p:nvSpPr>
        <p:spPr>
          <a:ln/>
        </p:spPr>
      </p:sp>
      <p:sp>
        <p:nvSpPr>
          <p:cNvPr id="86020" name="Rectangle 3">
            <a:extLst>
              <a:ext uri="{FF2B5EF4-FFF2-40B4-BE49-F238E27FC236}">
                <a16:creationId xmlns:a16="http://schemas.microsoft.com/office/drawing/2014/main" id="{A3F9DABC-2B7E-41C8-A3D1-777AAFC7CF3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latin typeface="Arial" panose="020B0604020202020204"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幻灯片图像占位符 1">
            <a:extLst>
              <a:ext uri="{FF2B5EF4-FFF2-40B4-BE49-F238E27FC236}">
                <a16:creationId xmlns:a16="http://schemas.microsoft.com/office/drawing/2014/main" id="{9DE092E1-0267-4B3C-B449-91D634640292}"/>
              </a:ext>
            </a:extLst>
          </p:cNvPr>
          <p:cNvSpPr>
            <a:spLocks noGrp="1" noRot="1" noChangeAspect="1" noTextEdit="1"/>
          </p:cNvSpPr>
          <p:nvPr>
            <p:ph type="sldImg"/>
          </p:nvPr>
        </p:nvSpPr>
        <p:spPr>
          <a:ln/>
        </p:spPr>
      </p:sp>
      <p:sp>
        <p:nvSpPr>
          <p:cNvPr id="88067" name="备注占位符 2">
            <a:extLst>
              <a:ext uri="{FF2B5EF4-FFF2-40B4-BE49-F238E27FC236}">
                <a16:creationId xmlns:a16="http://schemas.microsoft.com/office/drawing/2014/main" id="{34BD2352-42A1-4BB6-B54D-FA2F95DC43BC}"/>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88068" name="灯片编号占位符 3">
            <a:extLst>
              <a:ext uri="{FF2B5EF4-FFF2-40B4-BE49-F238E27FC236}">
                <a16:creationId xmlns:a16="http://schemas.microsoft.com/office/drawing/2014/main" id="{11AA74B4-549A-4036-A602-74A13ED2F10B}"/>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Tahoma" panose="020B0604030504040204" pitchFamily="34" charset="0"/>
                <a:ea typeface="宋体" panose="02010600030101010101" pitchFamily="2" charset="-122"/>
              </a:defRPr>
            </a:lvl1pPr>
            <a:lvl2pPr marL="741363" indent="-284163" defTabSz="949325">
              <a:defRPr>
                <a:solidFill>
                  <a:schemeClr val="tx1"/>
                </a:solidFill>
                <a:latin typeface="Tahoma" panose="020B0604030504040204" pitchFamily="34" charset="0"/>
                <a:ea typeface="宋体" panose="02010600030101010101" pitchFamily="2" charset="-122"/>
              </a:defRPr>
            </a:lvl2pPr>
            <a:lvl3pPr marL="1141413" indent="-227013" defTabSz="949325">
              <a:defRPr>
                <a:solidFill>
                  <a:schemeClr val="tx1"/>
                </a:solidFill>
                <a:latin typeface="Tahoma" panose="020B0604030504040204" pitchFamily="34" charset="0"/>
                <a:ea typeface="宋体" panose="02010600030101010101" pitchFamily="2" charset="-122"/>
              </a:defRPr>
            </a:lvl3pPr>
            <a:lvl4pPr marL="1598613" indent="-227013" defTabSz="949325">
              <a:defRPr>
                <a:solidFill>
                  <a:schemeClr val="tx1"/>
                </a:solidFill>
                <a:latin typeface="Tahoma" panose="020B0604030504040204" pitchFamily="34" charset="0"/>
                <a:ea typeface="宋体" panose="02010600030101010101" pitchFamily="2" charset="-122"/>
              </a:defRPr>
            </a:lvl4pPr>
            <a:lvl5pPr marL="2055813" indent="-227013" defTabSz="949325">
              <a:defRPr>
                <a:solidFill>
                  <a:schemeClr val="tx1"/>
                </a:solidFill>
                <a:latin typeface="Tahoma" panose="020B0604030504040204" pitchFamily="34" charset="0"/>
                <a:ea typeface="宋体" panose="02010600030101010101" pitchFamily="2" charset="-122"/>
              </a:defRPr>
            </a:lvl5pPr>
            <a:lvl6pPr marL="25130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2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4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6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8B0B90F9-D69C-4143-BC37-9080E1029814}" type="slidenum">
              <a:rPr lang="zh-CN" altLang="en-US" smtClean="0"/>
              <a:pPr/>
              <a:t>34</a:t>
            </a:fld>
            <a:endParaRPr lang="en-US"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2A3DB7F0-8DC8-478E-A2BD-74ECB659D54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2500">
              <a:defRPr>
                <a:solidFill>
                  <a:schemeClr val="tx1"/>
                </a:solidFill>
                <a:latin typeface="Tahoma" panose="020B0604030504040204" pitchFamily="34" charset="0"/>
                <a:ea typeface="宋体" panose="02010600030101010101" pitchFamily="2" charset="-122"/>
              </a:defRPr>
            </a:lvl1pPr>
            <a:lvl2pPr marL="741363" indent="-284163" defTabSz="952500">
              <a:defRPr>
                <a:solidFill>
                  <a:schemeClr val="tx1"/>
                </a:solidFill>
                <a:latin typeface="Tahoma" panose="020B0604030504040204" pitchFamily="34" charset="0"/>
                <a:ea typeface="宋体" panose="02010600030101010101" pitchFamily="2" charset="-122"/>
              </a:defRPr>
            </a:lvl2pPr>
            <a:lvl3pPr marL="1141413" indent="-227013" defTabSz="952500">
              <a:defRPr>
                <a:solidFill>
                  <a:schemeClr val="tx1"/>
                </a:solidFill>
                <a:latin typeface="Tahoma" panose="020B0604030504040204" pitchFamily="34" charset="0"/>
                <a:ea typeface="宋体" panose="02010600030101010101" pitchFamily="2" charset="-122"/>
              </a:defRPr>
            </a:lvl3pPr>
            <a:lvl4pPr marL="1598613" indent="-227013" defTabSz="952500">
              <a:defRPr>
                <a:solidFill>
                  <a:schemeClr val="tx1"/>
                </a:solidFill>
                <a:latin typeface="Tahoma" panose="020B0604030504040204" pitchFamily="34" charset="0"/>
                <a:ea typeface="宋体" panose="02010600030101010101" pitchFamily="2" charset="-122"/>
              </a:defRPr>
            </a:lvl4pPr>
            <a:lvl5pPr marL="2055813" indent="-227013" defTabSz="952500">
              <a:defRPr>
                <a:solidFill>
                  <a:schemeClr val="tx1"/>
                </a:solidFill>
                <a:latin typeface="Tahoma" panose="020B0604030504040204" pitchFamily="34" charset="0"/>
                <a:ea typeface="宋体" panose="02010600030101010101" pitchFamily="2" charset="-122"/>
              </a:defRPr>
            </a:lvl5pPr>
            <a:lvl6pPr marL="2513013" indent="-227013" defTabSz="9525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213" indent="-227013" defTabSz="9525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413" indent="-227013" defTabSz="9525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613" indent="-227013" defTabSz="9525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EAEC9CCD-BAB4-4CD5-869F-73270D3CCD46}" type="slidenum">
              <a:rPr lang="zh-CN" altLang="en-US" smtClean="0"/>
              <a:pPr/>
              <a:t>35</a:t>
            </a:fld>
            <a:endParaRPr lang="en-US" altLang="zh-CN"/>
          </a:p>
        </p:txBody>
      </p:sp>
      <p:sp>
        <p:nvSpPr>
          <p:cNvPr id="90115" name="Rectangle 2">
            <a:extLst>
              <a:ext uri="{FF2B5EF4-FFF2-40B4-BE49-F238E27FC236}">
                <a16:creationId xmlns:a16="http://schemas.microsoft.com/office/drawing/2014/main" id="{EA108053-0878-4FD4-8E9F-A8C77273DB93}"/>
              </a:ext>
            </a:extLst>
          </p:cNvPr>
          <p:cNvSpPr>
            <a:spLocks noGrp="1" noRot="1" noChangeAspect="1" noChangeArrowheads="1" noTextEdit="1"/>
          </p:cNvSpPr>
          <p:nvPr>
            <p:ph type="sldImg"/>
          </p:nvPr>
        </p:nvSpPr>
        <p:spPr>
          <a:ln/>
        </p:spPr>
      </p:sp>
      <p:sp>
        <p:nvSpPr>
          <p:cNvPr id="90116" name="Rectangle 3">
            <a:extLst>
              <a:ext uri="{FF2B5EF4-FFF2-40B4-BE49-F238E27FC236}">
                <a16:creationId xmlns:a16="http://schemas.microsoft.com/office/drawing/2014/main" id="{0513E017-5690-4E99-AC90-9F1C86A22EE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latin typeface="Arial" panose="020B0604020202020204"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幻灯片图像占位符 1">
            <a:extLst>
              <a:ext uri="{FF2B5EF4-FFF2-40B4-BE49-F238E27FC236}">
                <a16:creationId xmlns:a16="http://schemas.microsoft.com/office/drawing/2014/main" id="{55E31FE2-BB5A-4FDB-870C-F45E227F5EC9}"/>
              </a:ext>
            </a:extLst>
          </p:cNvPr>
          <p:cNvSpPr>
            <a:spLocks noGrp="1" noRot="1" noChangeAspect="1" noTextEdit="1"/>
          </p:cNvSpPr>
          <p:nvPr>
            <p:ph type="sldImg"/>
          </p:nvPr>
        </p:nvSpPr>
        <p:spPr>
          <a:ln/>
        </p:spPr>
      </p:sp>
      <p:sp>
        <p:nvSpPr>
          <p:cNvPr id="67587" name="备注占位符 2">
            <a:extLst>
              <a:ext uri="{FF2B5EF4-FFF2-40B4-BE49-F238E27FC236}">
                <a16:creationId xmlns:a16="http://schemas.microsoft.com/office/drawing/2014/main" id="{01DD63C0-F9C7-404E-999D-D954647DBC9C}"/>
              </a:ext>
            </a:extLst>
          </p:cNvPr>
          <p:cNvSpPr>
            <a:spLocks noGrp="1"/>
          </p:cNvSpPr>
          <p:nvPr>
            <p:ph type="body" idx="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ltLang="zh-CN" dirty="0">
              <a:latin typeface="楷体" panose="02010609060101010101" pitchFamily="49" charset="-122"/>
              <a:cs typeface="Times New Roman" panose="02020603050405020304" pitchFamily="18" charset="0"/>
            </a:endParaRPr>
          </a:p>
        </p:txBody>
      </p:sp>
      <p:sp>
        <p:nvSpPr>
          <p:cNvPr id="92164" name="灯片编号占位符 3">
            <a:extLst>
              <a:ext uri="{FF2B5EF4-FFF2-40B4-BE49-F238E27FC236}">
                <a16:creationId xmlns:a16="http://schemas.microsoft.com/office/drawing/2014/main" id="{E76724C8-2482-4C5F-A8E2-104973DA5D0B}"/>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Tahoma" panose="020B0604030504040204" pitchFamily="34" charset="0"/>
                <a:ea typeface="宋体" panose="02010600030101010101" pitchFamily="2" charset="-122"/>
              </a:defRPr>
            </a:lvl1pPr>
            <a:lvl2pPr marL="741363" indent="-284163" defTabSz="949325">
              <a:defRPr>
                <a:solidFill>
                  <a:schemeClr val="tx1"/>
                </a:solidFill>
                <a:latin typeface="Tahoma" panose="020B0604030504040204" pitchFamily="34" charset="0"/>
                <a:ea typeface="宋体" panose="02010600030101010101" pitchFamily="2" charset="-122"/>
              </a:defRPr>
            </a:lvl2pPr>
            <a:lvl3pPr marL="1141413" indent="-227013" defTabSz="949325">
              <a:defRPr>
                <a:solidFill>
                  <a:schemeClr val="tx1"/>
                </a:solidFill>
                <a:latin typeface="Tahoma" panose="020B0604030504040204" pitchFamily="34" charset="0"/>
                <a:ea typeface="宋体" panose="02010600030101010101" pitchFamily="2" charset="-122"/>
              </a:defRPr>
            </a:lvl3pPr>
            <a:lvl4pPr marL="1598613" indent="-227013" defTabSz="949325">
              <a:defRPr>
                <a:solidFill>
                  <a:schemeClr val="tx1"/>
                </a:solidFill>
                <a:latin typeface="Tahoma" panose="020B0604030504040204" pitchFamily="34" charset="0"/>
                <a:ea typeface="宋体" panose="02010600030101010101" pitchFamily="2" charset="-122"/>
              </a:defRPr>
            </a:lvl4pPr>
            <a:lvl5pPr marL="2055813" indent="-227013" defTabSz="949325">
              <a:defRPr>
                <a:solidFill>
                  <a:schemeClr val="tx1"/>
                </a:solidFill>
                <a:latin typeface="Tahoma" panose="020B0604030504040204" pitchFamily="34" charset="0"/>
                <a:ea typeface="宋体" panose="02010600030101010101" pitchFamily="2" charset="-122"/>
              </a:defRPr>
            </a:lvl5pPr>
            <a:lvl6pPr marL="25130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2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4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6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3898FF01-2EF9-4BE5-B091-DD11420397D1}" type="slidenum">
              <a:rPr lang="zh-CN" altLang="en-US" smtClean="0">
                <a:solidFill>
                  <a:srgbClr val="000000"/>
                </a:solidFill>
              </a:rPr>
              <a:pPr/>
              <a:t>36</a:t>
            </a:fld>
            <a:endParaRPr lang="en-US" altLang="zh-CN">
              <a:solidFill>
                <a:srgbClr val="000000"/>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幻灯片图像占位符 1">
            <a:extLst>
              <a:ext uri="{FF2B5EF4-FFF2-40B4-BE49-F238E27FC236}">
                <a16:creationId xmlns:a16="http://schemas.microsoft.com/office/drawing/2014/main" id="{38D86792-76EB-42B9-8A3F-EE15814E8D68}"/>
              </a:ext>
            </a:extLst>
          </p:cNvPr>
          <p:cNvSpPr>
            <a:spLocks noGrp="1" noRot="1" noChangeAspect="1" noTextEdit="1"/>
          </p:cNvSpPr>
          <p:nvPr>
            <p:ph type="sldImg"/>
          </p:nvPr>
        </p:nvSpPr>
        <p:spPr>
          <a:ln/>
        </p:spPr>
      </p:sp>
      <p:sp>
        <p:nvSpPr>
          <p:cNvPr id="94211" name="备注占位符 2">
            <a:extLst>
              <a:ext uri="{FF2B5EF4-FFF2-40B4-BE49-F238E27FC236}">
                <a16:creationId xmlns:a16="http://schemas.microsoft.com/office/drawing/2014/main" id="{8871726B-F244-4087-8A12-35CDAFB4E0C9}"/>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sz="2800" dirty="0">
              <a:latin typeface="Arial" panose="020B0604020202020204" pitchFamily="34" charset="0"/>
              <a:cs typeface="Times New Roman" panose="02020603050405020304" pitchFamily="18" charset="0"/>
            </a:endParaRPr>
          </a:p>
        </p:txBody>
      </p:sp>
      <p:sp>
        <p:nvSpPr>
          <p:cNvPr id="94212" name="灯片编号占位符 3">
            <a:extLst>
              <a:ext uri="{FF2B5EF4-FFF2-40B4-BE49-F238E27FC236}">
                <a16:creationId xmlns:a16="http://schemas.microsoft.com/office/drawing/2014/main" id="{F1B41633-0289-405B-ABDA-CABAAAACFA21}"/>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Tahoma" panose="020B0604030504040204" pitchFamily="34" charset="0"/>
                <a:ea typeface="宋体" panose="02010600030101010101" pitchFamily="2" charset="-122"/>
              </a:defRPr>
            </a:lvl1pPr>
            <a:lvl2pPr marL="741363" indent="-284163" defTabSz="949325">
              <a:defRPr>
                <a:solidFill>
                  <a:schemeClr val="tx1"/>
                </a:solidFill>
                <a:latin typeface="Tahoma" panose="020B0604030504040204" pitchFamily="34" charset="0"/>
                <a:ea typeface="宋体" panose="02010600030101010101" pitchFamily="2" charset="-122"/>
              </a:defRPr>
            </a:lvl2pPr>
            <a:lvl3pPr marL="1141413" indent="-227013" defTabSz="949325">
              <a:defRPr>
                <a:solidFill>
                  <a:schemeClr val="tx1"/>
                </a:solidFill>
                <a:latin typeface="Tahoma" panose="020B0604030504040204" pitchFamily="34" charset="0"/>
                <a:ea typeface="宋体" panose="02010600030101010101" pitchFamily="2" charset="-122"/>
              </a:defRPr>
            </a:lvl3pPr>
            <a:lvl4pPr marL="1598613" indent="-227013" defTabSz="949325">
              <a:defRPr>
                <a:solidFill>
                  <a:schemeClr val="tx1"/>
                </a:solidFill>
                <a:latin typeface="Tahoma" panose="020B0604030504040204" pitchFamily="34" charset="0"/>
                <a:ea typeface="宋体" panose="02010600030101010101" pitchFamily="2" charset="-122"/>
              </a:defRPr>
            </a:lvl4pPr>
            <a:lvl5pPr marL="2055813" indent="-227013" defTabSz="949325">
              <a:defRPr>
                <a:solidFill>
                  <a:schemeClr val="tx1"/>
                </a:solidFill>
                <a:latin typeface="Tahoma" panose="020B0604030504040204" pitchFamily="34" charset="0"/>
                <a:ea typeface="宋体" panose="02010600030101010101" pitchFamily="2" charset="-122"/>
              </a:defRPr>
            </a:lvl5pPr>
            <a:lvl6pPr marL="25130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2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4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6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00E7C1DE-7080-4928-B1F9-8CDCC4A6FD3A}" type="slidenum">
              <a:rPr lang="zh-CN" altLang="en-US" smtClean="0"/>
              <a:pPr/>
              <a:t>37</a:t>
            </a:fld>
            <a:endParaRPr lang="en-US"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幻灯片图像占位符 1">
            <a:extLst>
              <a:ext uri="{FF2B5EF4-FFF2-40B4-BE49-F238E27FC236}">
                <a16:creationId xmlns:a16="http://schemas.microsoft.com/office/drawing/2014/main" id="{38D86792-76EB-42B9-8A3F-EE15814E8D68}"/>
              </a:ext>
            </a:extLst>
          </p:cNvPr>
          <p:cNvSpPr>
            <a:spLocks noGrp="1" noRot="1" noChangeAspect="1" noTextEdit="1"/>
          </p:cNvSpPr>
          <p:nvPr>
            <p:ph type="sldImg"/>
          </p:nvPr>
        </p:nvSpPr>
        <p:spPr>
          <a:ln/>
        </p:spPr>
      </p:sp>
      <p:sp>
        <p:nvSpPr>
          <p:cNvPr id="94211" name="备注占位符 2">
            <a:extLst>
              <a:ext uri="{FF2B5EF4-FFF2-40B4-BE49-F238E27FC236}">
                <a16:creationId xmlns:a16="http://schemas.microsoft.com/office/drawing/2014/main" id="{8871726B-F244-4087-8A12-35CDAFB4E0C9}"/>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sz="2800" dirty="0">
              <a:latin typeface="Arial" panose="020B0604020202020204" pitchFamily="34" charset="0"/>
              <a:cs typeface="Times New Roman" panose="02020603050405020304" pitchFamily="18" charset="0"/>
            </a:endParaRPr>
          </a:p>
        </p:txBody>
      </p:sp>
      <p:sp>
        <p:nvSpPr>
          <p:cNvPr id="94212" name="灯片编号占位符 3">
            <a:extLst>
              <a:ext uri="{FF2B5EF4-FFF2-40B4-BE49-F238E27FC236}">
                <a16:creationId xmlns:a16="http://schemas.microsoft.com/office/drawing/2014/main" id="{F1B41633-0289-405B-ABDA-CABAAAACFA21}"/>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Tahoma" panose="020B0604030504040204" pitchFamily="34" charset="0"/>
                <a:ea typeface="宋体" panose="02010600030101010101" pitchFamily="2" charset="-122"/>
              </a:defRPr>
            </a:lvl1pPr>
            <a:lvl2pPr marL="741363" indent="-284163" defTabSz="949325">
              <a:defRPr>
                <a:solidFill>
                  <a:schemeClr val="tx1"/>
                </a:solidFill>
                <a:latin typeface="Tahoma" panose="020B0604030504040204" pitchFamily="34" charset="0"/>
                <a:ea typeface="宋体" panose="02010600030101010101" pitchFamily="2" charset="-122"/>
              </a:defRPr>
            </a:lvl2pPr>
            <a:lvl3pPr marL="1141413" indent="-227013" defTabSz="949325">
              <a:defRPr>
                <a:solidFill>
                  <a:schemeClr val="tx1"/>
                </a:solidFill>
                <a:latin typeface="Tahoma" panose="020B0604030504040204" pitchFamily="34" charset="0"/>
                <a:ea typeface="宋体" panose="02010600030101010101" pitchFamily="2" charset="-122"/>
              </a:defRPr>
            </a:lvl3pPr>
            <a:lvl4pPr marL="1598613" indent="-227013" defTabSz="949325">
              <a:defRPr>
                <a:solidFill>
                  <a:schemeClr val="tx1"/>
                </a:solidFill>
                <a:latin typeface="Tahoma" panose="020B0604030504040204" pitchFamily="34" charset="0"/>
                <a:ea typeface="宋体" panose="02010600030101010101" pitchFamily="2" charset="-122"/>
              </a:defRPr>
            </a:lvl4pPr>
            <a:lvl5pPr marL="2055813" indent="-227013" defTabSz="949325">
              <a:defRPr>
                <a:solidFill>
                  <a:schemeClr val="tx1"/>
                </a:solidFill>
                <a:latin typeface="Tahoma" panose="020B0604030504040204" pitchFamily="34" charset="0"/>
                <a:ea typeface="宋体" panose="02010600030101010101" pitchFamily="2" charset="-122"/>
              </a:defRPr>
            </a:lvl5pPr>
            <a:lvl6pPr marL="25130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2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4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6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00E7C1DE-7080-4928-B1F9-8CDCC4A6FD3A}" type="slidenum">
              <a:rPr lang="zh-CN" altLang="en-US" smtClean="0"/>
              <a:pPr/>
              <a:t>38</a:t>
            </a:fld>
            <a:endParaRPr lang="en-US" altLang="zh-CN"/>
          </a:p>
        </p:txBody>
      </p:sp>
    </p:spTree>
    <p:extLst>
      <p:ext uri="{BB962C8B-B14F-4D97-AF65-F5344CB8AC3E}">
        <p14:creationId xmlns:p14="http://schemas.microsoft.com/office/powerpoint/2010/main" val="230118810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幻灯片图像占位符 1">
            <a:extLst>
              <a:ext uri="{FF2B5EF4-FFF2-40B4-BE49-F238E27FC236}">
                <a16:creationId xmlns:a16="http://schemas.microsoft.com/office/drawing/2014/main" id="{AEE3F1EA-5AD7-4E8C-9436-7B9D6C3A3A79}"/>
              </a:ext>
            </a:extLst>
          </p:cNvPr>
          <p:cNvSpPr>
            <a:spLocks noGrp="1" noRot="1" noChangeAspect="1" noTextEdit="1"/>
          </p:cNvSpPr>
          <p:nvPr>
            <p:ph type="sldImg"/>
          </p:nvPr>
        </p:nvSpPr>
        <p:spPr>
          <a:ln/>
        </p:spPr>
      </p:sp>
      <p:sp>
        <p:nvSpPr>
          <p:cNvPr id="96259" name="备注占位符 2">
            <a:extLst>
              <a:ext uri="{FF2B5EF4-FFF2-40B4-BE49-F238E27FC236}">
                <a16:creationId xmlns:a16="http://schemas.microsoft.com/office/drawing/2014/main" id="{5BAA81F2-713C-4654-A744-842E8965F7C6}"/>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a typeface="楷体_GB2312"/>
              <a:cs typeface="楷体_GB2312"/>
            </a:endParaRPr>
          </a:p>
        </p:txBody>
      </p:sp>
      <p:sp>
        <p:nvSpPr>
          <p:cNvPr id="96260" name="灯片编号占位符 3">
            <a:extLst>
              <a:ext uri="{FF2B5EF4-FFF2-40B4-BE49-F238E27FC236}">
                <a16:creationId xmlns:a16="http://schemas.microsoft.com/office/drawing/2014/main" id="{A057393D-87EA-4D11-B6E7-D14226687505}"/>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Tahoma" panose="020B0604030504040204" pitchFamily="34" charset="0"/>
                <a:ea typeface="宋体" panose="02010600030101010101" pitchFamily="2" charset="-122"/>
              </a:defRPr>
            </a:lvl1pPr>
            <a:lvl2pPr marL="741363" indent="-284163" defTabSz="949325">
              <a:defRPr>
                <a:solidFill>
                  <a:schemeClr val="tx1"/>
                </a:solidFill>
                <a:latin typeface="Tahoma" panose="020B0604030504040204" pitchFamily="34" charset="0"/>
                <a:ea typeface="宋体" panose="02010600030101010101" pitchFamily="2" charset="-122"/>
              </a:defRPr>
            </a:lvl2pPr>
            <a:lvl3pPr marL="1141413" indent="-227013" defTabSz="949325">
              <a:defRPr>
                <a:solidFill>
                  <a:schemeClr val="tx1"/>
                </a:solidFill>
                <a:latin typeface="Tahoma" panose="020B0604030504040204" pitchFamily="34" charset="0"/>
                <a:ea typeface="宋体" panose="02010600030101010101" pitchFamily="2" charset="-122"/>
              </a:defRPr>
            </a:lvl3pPr>
            <a:lvl4pPr marL="1598613" indent="-227013" defTabSz="949325">
              <a:defRPr>
                <a:solidFill>
                  <a:schemeClr val="tx1"/>
                </a:solidFill>
                <a:latin typeface="Tahoma" panose="020B0604030504040204" pitchFamily="34" charset="0"/>
                <a:ea typeface="宋体" panose="02010600030101010101" pitchFamily="2" charset="-122"/>
              </a:defRPr>
            </a:lvl4pPr>
            <a:lvl5pPr marL="2055813" indent="-227013" defTabSz="949325">
              <a:defRPr>
                <a:solidFill>
                  <a:schemeClr val="tx1"/>
                </a:solidFill>
                <a:latin typeface="Tahoma" panose="020B0604030504040204" pitchFamily="34" charset="0"/>
                <a:ea typeface="宋体" panose="02010600030101010101" pitchFamily="2" charset="-122"/>
              </a:defRPr>
            </a:lvl5pPr>
            <a:lvl6pPr marL="25130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2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4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6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03076D9A-B3C7-4AEE-936C-9F6EAF87B10B}" type="slidenum">
              <a:rPr lang="zh-CN" altLang="en-US" smtClean="0"/>
              <a:pPr/>
              <a:t>39</a:t>
            </a:fld>
            <a:endParaRPr lang="en-US"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幻灯片图像占位符 1">
            <a:extLst>
              <a:ext uri="{FF2B5EF4-FFF2-40B4-BE49-F238E27FC236}">
                <a16:creationId xmlns:a16="http://schemas.microsoft.com/office/drawing/2014/main" id="{3CAB6CD3-8328-4AF4-9221-67908D74A4F7}"/>
              </a:ext>
            </a:extLst>
          </p:cNvPr>
          <p:cNvSpPr>
            <a:spLocks noGrp="1" noRot="1" noChangeAspect="1" noTextEdit="1"/>
          </p:cNvSpPr>
          <p:nvPr>
            <p:ph type="sldImg"/>
          </p:nvPr>
        </p:nvSpPr>
        <p:spPr>
          <a:ln/>
        </p:spPr>
      </p:sp>
      <p:sp>
        <p:nvSpPr>
          <p:cNvPr id="98307" name="备注占位符 2">
            <a:extLst>
              <a:ext uri="{FF2B5EF4-FFF2-40B4-BE49-F238E27FC236}">
                <a16:creationId xmlns:a16="http://schemas.microsoft.com/office/drawing/2014/main" id="{998A9DE1-4E4C-4AF7-A229-06F3DF5F4930}"/>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98308" name="灯片编号占位符 3">
            <a:extLst>
              <a:ext uri="{FF2B5EF4-FFF2-40B4-BE49-F238E27FC236}">
                <a16:creationId xmlns:a16="http://schemas.microsoft.com/office/drawing/2014/main" id="{81AB6CC0-1571-4D5B-B836-78FE5ADC2F55}"/>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Tahoma" panose="020B0604030504040204" pitchFamily="34" charset="0"/>
                <a:ea typeface="宋体" panose="02010600030101010101" pitchFamily="2" charset="-122"/>
              </a:defRPr>
            </a:lvl1pPr>
            <a:lvl2pPr marL="741363" indent="-284163" defTabSz="949325">
              <a:defRPr>
                <a:solidFill>
                  <a:schemeClr val="tx1"/>
                </a:solidFill>
                <a:latin typeface="Tahoma" panose="020B0604030504040204" pitchFamily="34" charset="0"/>
                <a:ea typeface="宋体" panose="02010600030101010101" pitchFamily="2" charset="-122"/>
              </a:defRPr>
            </a:lvl2pPr>
            <a:lvl3pPr marL="1141413" indent="-227013" defTabSz="949325">
              <a:defRPr>
                <a:solidFill>
                  <a:schemeClr val="tx1"/>
                </a:solidFill>
                <a:latin typeface="Tahoma" panose="020B0604030504040204" pitchFamily="34" charset="0"/>
                <a:ea typeface="宋体" panose="02010600030101010101" pitchFamily="2" charset="-122"/>
              </a:defRPr>
            </a:lvl3pPr>
            <a:lvl4pPr marL="1598613" indent="-227013" defTabSz="949325">
              <a:defRPr>
                <a:solidFill>
                  <a:schemeClr val="tx1"/>
                </a:solidFill>
                <a:latin typeface="Tahoma" panose="020B0604030504040204" pitchFamily="34" charset="0"/>
                <a:ea typeface="宋体" panose="02010600030101010101" pitchFamily="2" charset="-122"/>
              </a:defRPr>
            </a:lvl4pPr>
            <a:lvl5pPr marL="2055813" indent="-227013" defTabSz="949325">
              <a:defRPr>
                <a:solidFill>
                  <a:schemeClr val="tx1"/>
                </a:solidFill>
                <a:latin typeface="Tahoma" panose="020B0604030504040204" pitchFamily="34" charset="0"/>
                <a:ea typeface="宋体" panose="02010600030101010101" pitchFamily="2" charset="-122"/>
              </a:defRPr>
            </a:lvl5pPr>
            <a:lvl6pPr marL="25130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2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4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6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66B7D6DC-0C80-4691-8E84-35EC76B75B3E}" type="slidenum">
              <a:rPr lang="zh-CN" altLang="en-US" smtClean="0"/>
              <a:pPr/>
              <a:t>40</a:t>
            </a:fld>
            <a:endParaRPr lang="en-US"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a:extLst>
              <a:ext uri="{FF2B5EF4-FFF2-40B4-BE49-F238E27FC236}">
                <a16:creationId xmlns:a16="http://schemas.microsoft.com/office/drawing/2014/main" id="{A2BFEE35-24E5-48F1-9924-DF2F65CD192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2500">
              <a:defRPr>
                <a:solidFill>
                  <a:schemeClr val="tx1"/>
                </a:solidFill>
                <a:latin typeface="Tahoma" panose="020B0604030504040204" pitchFamily="34" charset="0"/>
                <a:ea typeface="宋体" panose="02010600030101010101" pitchFamily="2" charset="-122"/>
              </a:defRPr>
            </a:lvl1pPr>
            <a:lvl2pPr marL="741363" indent="-284163" defTabSz="952500">
              <a:defRPr>
                <a:solidFill>
                  <a:schemeClr val="tx1"/>
                </a:solidFill>
                <a:latin typeface="Tahoma" panose="020B0604030504040204" pitchFamily="34" charset="0"/>
                <a:ea typeface="宋体" panose="02010600030101010101" pitchFamily="2" charset="-122"/>
              </a:defRPr>
            </a:lvl2pPr>
            <a:lvl3pPr marL="1141413" indent="-227013" defTabSz="952500">
              <a:defRPr>
                <a:solidFill>
                  <a:schemeClr val="tx1"/>
                </a:solidFill>
                <a:latin typeface="Tahoma" panose="020B0604030504040204" pitchFamily="34" charset="0"/>
                <a:ea typeface="宋体" panose="02010600030101010101" pitchFamily="2" charset="-122"/>
              </a:defRPr>
            </a:lvl3pPr>
            <a:lvl4pPr marL="1598613" indent="-227013" defTabSz="952500">
              <a:defRPr>
                <a:solidFill>
                  <a:schemeClr val="tx1"/>
                </a:solidFill>
                <a:latin typeface="Tahoma" panose="020B0604030504040204" pitchFamily="34" charset="0"/>
                <a:ea typeface="宋体" panose="02010600030101010101" pitchFamily="2" charset="-122"/>
              </a:defRPr>
            </a:lvl4pPr>
            <a:lvl5pPr marL="2055813" indent="-227013" defTabSz="952500">
              <a:defRPr>
                <a:solidFill>
                  <a:schemeClr val="tx1"/>
                </a:solidFill>
                <a:latin typeface="Tahoma" panose="020B0604030504040204" pitchFamily="34" charset="0"/>
                <a:ea typeface="宋体" panose="02010600030101010101" pitchFamily="2" charset="-122"/>
              </a:defRPr>
            </a:lvl5pPr>
            <a:lvl6pPr marL="2513013" indent="-227013" defTabSz="9525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213" indent="-227013" defTabSz="9525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413" indent="-227013" defTabSz="9525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613" indent="-227013" defTabSz="9525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28C34F63-A600-48B4-9CD0-78F0284C7611}" type="slidenum">
              <a:rPr lang="zh-CN" altLang="en-US" smtClean="0">
                <a:solidFill>
                  <a:srgbClr val="000000"/>
                </a:solidFill>
              </a:rPr>
              <a:pPr/>
              <a:t>41</a:t>
            </a:fld>
            <a:endParaRPr lang="en-US" altLang="zh-CN">
              <a:solidFill>
                <a:srgbClr val="000000"/>
              </a:solidFill>
            </a:endParaRPr>
          </a:p>
        </p:txBody>
      </p:sp>
      <p:sp>
        <p:nvSpPr>
          <p:cNvPr id="100355" name="Rectangle 2">
            <a:extLst>
              <a:ext uri="{FF2B5EF4-FFF2-40B4-BE49-F238E27FC236}">
                <a16:creationId xmlns:a16="http://schemas.microsoft.com/office/drawing/2014/main" id="{3A643F6C-36F4-40E1-B5A7-F3E20FBB6C18}"/>
              </a:ext>
            </a:extLst>
          </p:cNvPr>
          <p:cNvSpPr>
            <a:spLocks noGrp="1" noRot="1" noChangeAspect="1" noChangeArrowheads="1" noTextEdit="1"/>
          </p:cNvSpPr>
          <p:nvPr>
            <p:ph type="sldImg"/>
          </p:nvPr>
        </p:nvSpPr>
        <p:spPr>
          <a:ln/>
        </p:spPr>
      </p:sp>
      <p:sp>
        <p:nvSpPr>
          <p:cNvPr id="100356" name="Rectangle 3">
            <a:extLst>
              <a:ext uri="{FF2B5EF4-FFF2-40B4-BE49-F238E27FC236}">
                <a16:creationId xmlns:a16="http://schemas.microsoft.com/office/drawing/2014/main" id="{CD4862A9-CE98-40DB-95FA-43C2089C053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latin typeface="Arial" panose="020B0604020202020204" pitchFamily="34"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幻灯片图像占位符 1">
            <a:extLst>
              <a:ext uri="{FF2B5EF4-FFF2-40B4-BE49-F238E27FC236}">
                <a16:creationId xmlns:a16="http://schemas.microsoft.com/office/drawing/2014/main" id="{692CE191-0DCE-412E-8933-40F948D3B804}"/>
              </a:ext>
            </a:extLst>
          </p:cNvPr>
          <p:cNvSpPr>
            <a:spLocks noGrp="1" noRot="1" noChangeAspect="1" noTextEdit="1"/>
          </p:cNvSpPr>
          <p:nvPr>
            <p:ph type="sldImg"/>
          </p:nvPr>
        </p:nvSpPr>
        <p:spPr>
          <a:ln/>
        </p:spPr>
      </p:sp>
      <p:sp>
        <p:nvSpPr>
          <p:cNvPr id="102403" name="备注占位符 2">
            <a:extLst>
              <a:ext uri="{FF2B5EF4-FFF2-40B4-BE49-F238E27FC236}">
                <a16:creationId xmlns:a16="http://schemas.microsoft.com/office/drawing/2014/main" id="{3F637E6B-9FD4-4801-9107-57D66C2E0DF3}"/>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lvl="1"/>
            <a:endParaRPr lang="en-US" altLang="zh-CN" sz="1800" b="1" dirty="0">
              <a:latin typeface="Arial" panose="020B0604020202020204" pitchFamily="34" charset="0"/>
            </a:endParaRPr>
          </a:p>
        </p:txBody>
      </p:sp>
      <p:sp>
        <p:nvSpPr>
          <p:cNvPr id="102404" name="灯片编号占位符 3">
            <a:extLst>
              <a:ext uri="{FF2B5EF4-FFF2-40B4-BE49-F238E27FC236}">
                <a16:creationId xmlns:a16="http://schemas.microsoft.com/office/drawing/2014/main" id="{D55A2FBD-2BE7-4BA7-82C9-63F00C3160F9}"/>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Tahoma" panose="020B0604030504040204" pitchFamily="34" charset="0"/>
                <a:ea typeface="宋体" panose="02010600030101010101" pitchFamily="2" charset="-122"/>
              </a:defRPr>
            </a:lvl1pPr>
            <a:lvl2pPr marL="741363" indent="-284163" defTabSz="949325">
              <a:defRPr>
                <a:solidFill>
                  <a:schemeClr val="tx1"/>
                </a:solidFill>
                <a:latin typeface="Tahoma" panose="020B0604030504040204" pitchFamily="34" charset="0"/>
                <a:ea typeface="宋体" panose="02010600030101010101" pitchFamily="2" charset="-122"/>
              </a:defRPr>
            </a:lvl2pPr>
            <a:lvl3pPr marL="1141413" indent="-227013" defTabSz="949325">
              <a:defRPr>
                <a:solidFill>
                  <a:schemeClr val="tx1"/>
                </a:solidFill>
                <a:latin typeface="Tahoma" panose="020B0604030504040204" pitchFamily="34" charset="0"/>
                <a:ea typeface="宋体" panose="02010600030101010101" pitchFamily="2" charset="-122"/>
              </a:defRPr>
            </a:lvl3pPr>
            <a:lvl4pPr marL="1598613" indent="-227013" defTabSz="949325">
              <a:defRPr>
                <a:solidFill>
                  <a:schemeClr val="tx1"/>
                </a:solidFill>
                <a:latin typeface="Tahoma" panose="020B0604030504040204" pitchFamily="34" charset="0"/>
                <a:ea typeface="宋体" panose="02010600030101010101" pitchFamily="2" charset="-122"/>
              </a:defRPr>
            </a:lvl4pPr>
            <a:lvl5pPr marL="2055813" indent="-227013" defTabSz="949325">
              <a:defRPr>
                <a:solidFill>
                  <a:schemeClr val="tx1"/>
                </a:solidFill>
                <a:latin typeface="Tahoma" panose="020B0604030504040204" pitchFamily="34" charset="0"/>
                <a:ea typeface="宋体" panose="02010600030101010101" pitchFamily="2" charset="-122"/>
              </a:defRPr>
            </a:lvl5pPr>
            <a:lvl6pPr marL="25130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2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4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6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1795AC8C-ED61-491B-9790-5384D6CD1A3F}" type="slidenum">
              <a:rPr lang="zh-CN" altLang="en-US" smtClean="0"/>
              <a:pPr/>
              <a:t>42</a:t>
            </a:fld>
            <a:endParaRPr lang="en-US" altLang="zh-CN"/>
          </a:p>
        </p:txBody>
      </p:sp>
    </p:spTree>
    <p:extLst>
      <p:ext uri="{BB962C8B-B14F-4D97-AF65-F5344CB8AC3E}">
        <p14:creationId xmlns:p14="http://schemas.microsoft.com/office/powerpoint/2010/main" val="63356739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幻灯片图像占位符 1">
            <a:extLst>
              <a:ext uri="{FF2B5EF4-FFF2-40B4-BE49-F238E27FC236}">
                <a16:creationId xmlns:a16="http://schemas.microsoft.com/office/drawing/2014/main" id="{F204CAF8-8C68-4476-8153-D2B4268FE115}"/>
              </a:ext>
            </a:extLst>
          </p:cNvPr>
          <p:cNvSpPr>
            <a:spLocks noGrp="1" noRot="1" noChangeAspect="1" noTextEdit="1"/>
          </p:cNvSpPr>
          <p:nvPr>
            <p:ph type="sldImg"/>
          </p:nvPr>
        </p:nvSpPr>
        <p:spPr>
          <a:ln/>
        </p:spPr>
      </p:sp>
      <p:sp>
        <p:nvSpPr>
          <p:cNvPr id="106499" name="备注占位符 2">
            <a:extLst>
              <a:ext uri="{FF2B5EF4-FFF2-40B4-BE49-F238E27FC236}">
                <a16:creationId xmlns:a16="http://schemas.microsoft.com/office/drawing/2014/main" id="{4E851837-373A-4C16-A57D-0EF2ED4E532C}"/>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b="1" dirty="0">
              <a:latin typeface="Arial" panose="020B0604020202020204" pitchFamily="34" charset="0"/>
            </a:endParaRPr>
          </a:p>
        </p:txBody>
      </p:sp>
      <p:sp>
        <p:nvSpPr>
          <p:cNvPr id="106500" name="灯片编号占位符 3">
            <a:extLst>
              <a:ext uri="{FF2B5EF4-FFF2-40B4-BE49-F238E27FC236}">
                <a16:creationId xmlns:a16="http://schemas.microsoft.com/office/drawing/2014/main" id="{FB978D36-DDF7-4F41-B53B-207DC2AF800A}"/>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Tahoma" panose="020B0604030504040204" pitchFamily="34" charset="0"/>
                <a:ea typeface="宋体" panose="02010600030101010101" pitchFamily="2" charset="-122"/>
              </a:defRPr>
            </a:lvl1pPr>
            <a:lvl2pPr marL="741363" indent="-284163" defTabSz="949325">
              <a:defRPr>
                <a:solidFill>
                  <a:schemeClr val="tx1"/>
                </a:solidFill>
                <a:latin typeface="Tahoma" panose="020B0604030504040204" pitchFamily="34" charset="0"/>
                <a:ea typeface="宋体" panose="02010600030101010101" pitchFamily="2" charset="-122"/>
              </a:defRPr>
            </a:lvl2pPr>
            <a:lvl3pPr marL="1141413" indent="-227013" defTabSz="949325">
              <a:defRPr>
                <a:solidFill>
                  <a:schemeClr val="tx1"/>
                </a:solidFill>
                <a:latin typeface="Tahoma" panose="020B0604030504040204" pitchFamily="34" charset="0"/>
                <a:ea typeface="宋体" panose="02010600030101010101" pitchFamily="2" charset="-122"/>
              </a:defRPr>
            </a:lvl3pPr>
            <a:lvl4pPr marL="1598613" indent="-227013" defTabSz="949325">
              <a:defRPr>
                <a:solidFill>
                  <a:schemeClr val="tx1"/>
                </a:solidFill>
                <a:latin typeface="Tahoma" panose="020B0604030504040204" pitchFamily="34" charset="0"/>
                <a:ea typeface="宋体" panose="02010600030101010101" pitchFamily="2" charset="-122"/>
              </a:defRPr>
            </a:lvl4pPr>
            <a:lvl5pPr marL="2055813" indent="-227013" defTabSz="949325">
              <a:defRPr>
                <a:solidFill>
                  <a:schemeClr val="tx1"/>
                </a:solidFill>
                <a:latin typeface="Tahoma" panose="020B0604030504040204" pitchFamily="34" charset="0"/>
                <a:ea typeface="宋体" panose="02010600030101010101" pitchFamily="2" charset="-122"/>
              </a:defRPr>
            </a:lvl5pPr>
            <a:lvl6pPr marL="25130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2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4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6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66080302-128C-43D1-BBC8-3DF47AE2860E}" type="slidenum">
              <a:rPr lang="zh-CN" altLang="en-US" smtClean="0"/>
              <a:pPr/>
              <a:t>44</a:t>
            </a:fld>
            <a:endParaRPr lang="en-US"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幻灯片图像占位符 1">
            <a:extLst>
              <a:ext uri="{FF2B5EF4-FFF2-40B4-BE49-F238E27FC236}">
                <a16:creationId xmlns:a16="http://schemas.microsoft.com/office/drawing/2014/main" id="{01919BE2-485E-4D02-A73C-754D2BCDC625}"/>
              </a:ext>
            </a:extLst>
          </p:cNvPr>
          <p:cNvSpPr>
            <a:spLocks noGrp="1" noRot="1" noChangeAspect="1" noTextEdit="1"/>
          </p:cNvSpPr>
          <p:nvPr>
            <p:ph type="sldImg"/>
          </p:nvPr>
        </p:nvSpPr>
        <p:spPr>
          <a:ln/>
        </p:spPr>
      </p:sp>
      <p:sp>
        <p:nvSpPr>
          <p:cNvPr id="108547" name="备注占位符 2">
            <a:extLst>
              <a:ext uri="{FF2B5EF4-FFF2-40B4-BE49-F238E27FC236}">
                <a16:creationId xmlns:a16="http://schemas.microsoft.com/office/drawing/2014/main" id="{4A00F1D2-703D-4E53-B8A8-BF2574AC8C2C}"/>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108548" name="灯片编号占位符 3">
            <a:extLst>
              <a:ext uri="{FF2B5EF4-FFF2-40B4-BE49-F238E27FC236}">
                <a16:creationId xmlns:a16="http://schemas.microsoft.com/office/drawing/2014/main" id="{A149E440-CABF-44C1-8705-1BF7FDAFCC37}"/>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Tahoma" panose="020B0604030504040204" pitchFamily="34" charset="0"/>
                <a:ea typeface="宋体" panose="02010600030101010101" pitchFamily="2" charset="-122"/>
              </a:defRPr>
            </a:lvl1pPr>
            <a:lvl2pPr marL="741363" indent="-284163" defTabSz="949325">
              <a:defRPr>
                <a:solidFill>
                  <a:schemeClr val="tx1"/>
                </a:solidFill>
                <a:latin typeface="Tahoma" panose="020B0604030504040204" pitchFamily="34" charset="0"/>
                <a:ea typeface="宋体" panose="02010600030101010101" pitchFamily="2" charset="-122"/>
              </a:defRPr>
            </a:lvl2pPr>
            <a:lvl3pPr marL="1141413" indent="-227013" defTabSz="949325">
              <a:defRPr>
                <a:solidFill>
                  <a:schemeClr val="tx1"/>
                </a:solidFill>
                <a:latin typeface="Tahoma" panose="020B0604030504040204" pitchFamily="34" charset="0"/>
                <a:ea typeface="宋体" panose="02010600030101010101" pitchFamily="2" charset="-122"/>
              </a:defRPr>
            </a:lvl3pPr>
            <a:lvl4pPr marL="1598613" indent="-227013" defTabSz="949325">
              <a:defRPr>
                <a:solidFill>
                  <a:schemeClr val="tx1"/>
                </a:solidFill>
                <a:latin typeface="Tahoma" panose="020B0604030504040204" pitchFamily="34" charset="0"/>
                <a:ea typeface="宋体" panose="02010600030101010101" pitchFamily="2" charset="-122"/>
              </a:defRPr>
            </a:lvl4pPr>
            <a:lvl5pPr marL="2055813" indent="-227013" defTabSz="949325">
              <a:defRPr>
                <a:solidFill>
                  <a:schemeClr val="tx1"/>
                </a:solidFill>
                <a:latin typeface="Tahoma" panose="020B0604030504040204" pitchFamily="34" charset="0"/>
                <a:ea typeface="宋体" panose="02010600030101010101" pitchFamily="2" charset="-122"/>
              </a:defRPr>
            </a:lvl5pPr>
            <a:lvl6pPr marL="25130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2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4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6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6F944B4B-9F7A-4109-A5C0-2EAD61F82F27}" type="slidenum">
              <a:rPr lang="zh-CN" altLang="en-US" smtClean="0"/>
              <a:pPr/>
              <a:t>45</a:t>
            </a:fld>
            <a:endParaRPr lang="en-US"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a:extLst>
              <a:ext uri="{FF2B5EF4-FFF2-40B4-BE49-F238E27FC236}">
                <a16:creationId xmlns:a16="http://schemas.microsoft.com/office/drawing/2014/main" id="{48DA32B8-AD98-46A4-8948-C9AA89E5B57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Tahoma" panose="020B0604030504040204" pitchFamily="34" charset="0"/>
                <a:ea typeface="宋体" panose="02010600030101010101" pitchFamily="2" charset="-122"/>
              </a:defRPr>
            </a:lvl1pPr>
            <a:lvl2pPr marL="741363" indent="-284163" defTabSz="949325">
              <a:defRPr>
                <a:solidFill>
                  <a:schemeClr val="tx1"/>
                </a:solidFill>
                <a:latin typeface="Tahoma" panose="020B0604030504040204" pitchFamily="34" charset="0"/>
                <a:ea typeface="宋体" panose="02010600030101010101" pitchFamily="2" charset="-122"/>
              </a:defRPr>
            </a:lvl2pPr>
            <a:lvl3pPr marL="1141413" indent="-227013" defTabSz="949325">
              <a:defRPr>
                <a:solidFill>
                  <a:schemeClr val="tx1"/>
                </a:solidFill>
                <a:latin typeface="Tahoma" panose="020B0604030504040204" pitchFamily="34" charset="0"/>
                <a:ea typeface="宋体" panose="02010600030101010101" pitchFamily="2" charset="-122"/>
              </a:defRPr>
            </a:lvl3pPr>
            <a:lvl4pPr marL="1598613" indent="-227013" defTabSz="949325">
              <a:defRPr>
                <a:solidFill>
                  <a:schemeClr val="tx1"/>
                </a:solidFill>
                <a:latin typeface="Tahoma" panose="020B0604030504040204" pitchFamily="34" charset="0"/>
                <a:ea typeface="宋体" panose="02010600030101010101" pitchFamily="2" charset="-122"/>
              </a:defRPr>
            </a:lvl4pPr>
            <a:lvl5pPr marL="2055813" indent="-227013" defTabSz="949325">
              <a:defRPr>
                <a:solidFill>
                  <a:schemeClr val="tx1"/>
                </a:solidFill>
                <a:latin typeface="Tahoma" panose="020B0604030504040204" pitchFamily="34" charset="0"/>
                <a:ea typeface="宋体" panose="02010600030101010101" pitchFamily="2" charset="-122"/>
              </a:defRPr>
            </a:lvl5pPr>
            <a:lvl6pPr marL="25130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2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4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6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648AB59C-3772-4528-BD06-3987598F9920}" type="slidenum">
              <a:rPr lang="zh-CN" altLang="en-US" smtClean="0"/>
              <a:pPr/>
              <a:t>46</a:t>
            </a:fld>
            <a:endParaRPr lang="en-US" altLang="zh-CN"/>
          </a:p>
        </p:txBody>
      </p:sp>
      <p:sp>
        <p:nvSpPr>
          <p:cNvPr id="110595" name="Rectangle 2">
            <a:extLst>
              <a:ext uri="{FF2B5EF4-FFF2-40B4-BE49-F238E27FC236}">
                <a16:creationId xmlns:a16="http://schemas.microsoft.com/office/drawing/2014/main" id="{B87CEFE9-B02D-46A2-B37C-772069AC3AC5}"/>
              </a:ext>
            </a:extLst>
          </p:cNvPr>
          <p:cNvSpPr>
            <a:spLocks noGrp="1" noRot="1" noChangeAspect="1" noChangeArrowheads="1" noTextEdit="1"/>
          </p:cNvSpPr>
          <p:nvPr>
            <p:ph type="sldImg"/>
          </p:nvPr>
        </p:nvSpPr>
        <p:spPr>
          <a:ln/>
        </p:spPr>
      </p:sp>
      <p:sp>
        <p:nvSpPr>
          <p:cNvPr id="110596" name="Rectangle 3">
            <a:extLst>
              <a:ext uri="{FF2B5EF4-FFF2-40B4-BE49-F238E27FC236}">
                <a16:creationId xmlns:a16="http://schemas.microsoft.com/office/drawing/2014/main" id="{9F4FB25D-4A70-4D1C-85B3-57DC909B224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a:extLst>
              <a:ext uri="{FF2B5EF4-FFF2-40B4-BE49-F238E27FC236}">
                <a16:creationId xmlns:a16="http://schemas.microsoft.com/office/drawing/2014/main" id="{D5774A06-D4CE-4FD9-A091-F9A7407EACD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Tahoma" panose="020B0604030504040204" pitchFamily="34" charset="0"/>
                <a:ea typeface="宋体" panose="02010600030101010101" pitchFamily="2" charset="-122"/>
              </a:defRPr>
            </a:lvl1pPr>
            <a:lvl2pPr marL="741363" indent="-284163" defTabSz="949325">
              <a:defRPr>
                <a:solidFill>
                  <a:schemeClr val="tx1"/>
                </a:solidFill>
                <a:latin typeface="Tahoma" panose="020B0604030504040204" pitchFamily="34" charset="0"/>
                <a:ea typeface="宋体" panose="02010600030101010101" pitchFamily="2" charset="-122"/>
              </a:defRPr>
            </a:lvl2pPr>
            <a:lvl3pPr marL="1141413" indent="-227013" defTabSz="949325">
              <a:defRPr>
                <a:solidFill>
                  <a:schemeClr val="tx1"/>
                </a:solidFill>
                <a:latin typeface="Tahoma" panose="020B0604030504040204" pitchFamily="34" charset="0"/>
                <a:ea typeface="宋体" panose="02010600030101010101" pitchFamily="2" charset="-122"/>
              </a:defRPr>
            </a:lvl3pPr>
            <a:lvl4pPr marL="1598613" indent="-227013" defTabSz="949325">
              <a:defRPr>
                <a:solidFill>
                  <a:schemeClr val="tx1"/>
                </a:solidFill>
                <a:latin typeface="Tahoma" panose="020B0604030504040204" pitchFamily="34" charset="0"/>
                <a:ea typeface="宋体" panose="02010600030101010101" pitchFamily="2" charset="-122"/>
              </a:defRPr>
            </a:lvl4pPr>
            <a:lvl5pPr marL="2055813" indent="-227013" defTabSz="949325">
              <a:defRPr>
                <a:solidFill>
                  <a:schemeClr val="tx1"/>
                </a:solidFill>
                <a:latin typeface="Tahoma" panose="020B0604030504040204" pitchFamily="34" charset="0"/>
                <a:ea typeface="宋体" panose="02010600030101010101" pitchFamily="2" charset="-122"/>
              </a:defRPr>
            </a:lvl5pPr>
            <a:lvl6pPr marL="25130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2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4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6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DFCF1069-BC89-4788-AE93-2457C7FE3EC2}" type="slidenum">
              <a:rPr lang="zh-CN" altLang="en-US" smtClean="0"/>
              <a:pPr/>
              <a:t>47</a:t>
            </a:fld>
            <a:endParaRPr lang="en-US" altLang="zh-CN"/>
          </a:p>
        </p:txBody>
      </p:sp>
      <p:sp>
        <p:nvSpPr>
          <p:cNvPr id="112643" name="Rectangle 2">
            <a:extLst>
              <a:ext uri="{FF2B5EF4-FFF2-40B4-BE49-F238E27FC236}">
                <a16:creationId xmlns:a16="http://schemas.microsoft.com/office/drawing/2014/main" id="{FA878FEC-7CFA-40BE-8C7A-95B73F4C1FF4}"/>
              </a:ext>
            </a:extLst>
          </p:cNvPr>
          <p:cNvSpPr>
            <a:spLocks noGrp="1" noRot="1" noChangeAspect="1" noChangeArrowheads="1" noTextEdit="1"/>
          </p:cNvSpPr>
          <p:nvPr>
            <p:ph type="sldImg"/>
          </p:nvPr>
        </p:nvSpPr>
        <p:spPr>
          <a:xfrm>
            <a:off x="233363" y="730250"/>
            <a:ext cx="6415087" cy="3608388"/>
          </a:xfrm>
          <a:ln w="12700" cap="flat">
            <a:solidFill>
              <a:schemeClr val="tx1"/>
            </a:solidFill>
          </a:ln>
        </p:spPr>
      </p:sp>
      <p:sp>
        <p:nvSpPr>
          <p:cNvPr id="112644" name="Rectangle 3">
            <a:extLst>
              <a:ext uri="{FF2B5EF4-FFF2-40B4-BE49-F238E27FC236}">
                <a16:creationId xmlns:a16="http://schemas.microsoft.com/office/drawing/2014/main" id="{101C5475-76A8-4B07-9B43-1BAE47697BF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078" tIns="48038" rIns="96078" bIns="48038"/>
          <a:lstStyle/>
          <a:p>
            <a:pPr eaLnBrk="1" hangingPunct="1"/>
            <a:endParaRPr lang="en-US" altLang="zh-CN" dirty="0">
              <a:latin typeface="Arial" panose="020B0604020202020204" pitchFamily="34"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a:extLst>
              <a:ext uri="{FF2B5EF4-FFF2-40B4-BE49-F238E27FC236}">
                <a16:creationId xmlns:a16="http://schemas.microsoft.com/office/drawing/2014/main" id="{B28FB0B5-61BA-48FD-B685-9BB8C84E1F1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Tahoma" panose="020B0604030504040204" pitchFamily="34" charset="0"/>
                <a:ea typeface="宋体" panose="02010600030101010101" pitchFamily="2" charset="-122"/>
              </a:defRPr>
            </a:lvl1pPr>
            <a:lvl2pPr marL="741363" indent="-284163" defTabSz="949325">
              <a:defRPr>
                <a:solidFill>
                  <a:schemeClr val="tx1"/>
                </a:solidFill>
                <a:latin typeface="Tahoma" panose="020B0604030504040204" pitchFamily="34" charset="0"/>
                <a:ea typeface="宋体" panose="02010600030101010101" pitchFamily="2" charset="-122"/>
              </a:defRPr>
            </a:lvl2pPr>
            <a:lvl3pPr marL="1141413" indent="-227013" defTabSz="949325">
              <a:defRPr>
                <a:solidFill>
                  <a:schemeClr val="tx1"/>
                </a:solidFill>
                <a:latin typeface="Tahoma" panose="020B0604030504040204" pitchFamily="34" charset="0"/>
                <a:ea typeface="宋体" panose="02010600030101010101" pitchFamily="2" charset="-122"/>
              </a:defRPr>
            </a:lvl3pPr>
            <a:lvl4pPr marL="1598613" indent="-227013" defTabSz="949325">
              <a:defRPr>
                <a:solidFill>
                  <a:schemeClr val="tx1"/>
                </a:solidFill>
                <a:latin typeface="Tahoma" panose="020B0604030504040204" pitchFamily="34" charset="0"/>
                <a:ea typeface="宋体" panose="02010600030101010101" pitchFamily="2" charset="-122"/>
              </a:defRPr>
            </a:lvl4pPr>
            <a:lvl5pPr marL="2055813" indent="-227013" defTabSz="949325">
              <a:defRPr>
                <a:solidFill>
                  <a:schemeClr val="tx1"/>
                </a:solidFill>
                <a:latin typeface="Tahoma" panose="020B0604030504040204" pitchFamily="34" charset="0"/>
                <a:ea typeface="宋体" panose="02010600030101010101" pitchFamily="2" charset="-122"/>
              </a:defRPr>
            </a:lvl5pPr>
            <a:lvl6pPr marL="25130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2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4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6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FDBDCD45-2180-488E-BD8B-7E77F8002A4C}" type="slidenum">
              <a:rPr lang="zh-CN" altLang="en-US" smtClean="0"/>
              <a:pPr/>
              <a:t>49</a:t>
            </a:fld>
            <a:endParaRPr lang="en-US" altLang="zh-CN"/>
          </a:p>
        </p:txBody>
      </p:sp>
      <p:sp>
        <p:nvSpPr>
          <p:cNvPr id="114691" name="Rectangle 2">
            <a:extLst>
              <a:ext uri="{FF2B5EF4-FFF2-40B4-BE49-F238E27FC236}">
                <a16:creationId xmlns:a16="http://schemas.microsoft.com/office/drawing/2014/main" id="{04EEA8DD-CCA3-4C18-A96F-1BEE68D90DE5}"/>
              </a:ext>
            </a:extLst>
          </p:cNvPr>
          <p:cNvSpPr>
            <a:spLocks noGrp="1" noRot="1" noChangeAspect="1" noChangeArrowheads="1" noTextEdit="1"/>
          </p:cNvSpPr>
          <p:nvPr>
            <p:ph type="sldImg"/>
          </p:nvPr>
        </p:nvSpPr>
        <p:spPr>
          <a:ln/>
        </p:spPr>
      </p:sp>
      <p:sp>
        <p:nvSpPr>
          <p:cNvPr id="114692" name="Rectangle 3">
            <a:extLst>
              <a:ext uri="{FF2B5EF4-FFF2-40B4-BE49-F238E27FC236}">
                <a16:creationId xmlns:a16="http://schemas.microsoft.com/office/drawing/2014/main" id="{7EDCF689-6149-4720-B1F6-297D3834431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dirty="0">
              <a:latin typeface="楷体_GB2312"/>
              <a:ea typeface="楷体_GB2312"/>
              <a:cs typeface="楷体_GB2312"/>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幻灯片图像占位符 1">
            <a:extLst>
              <a:ext uri="{FF2B5EF4-FFF2-40B4-BE49-F238E27FC236}">
                <a16:creationId xmlns:a16="http://schemas.microsoft.com/office/drawing/2014/main" id="{51A1F393-FFDF-4315-A42D-FB6A56479CF9}"/>
              </a:ext>
            </a:extLst>
          </p:cNvPr>
          <p:cNvSpPr>
            <a:spLocks noGrp="1" noRot="1" noChangeAspect="1" noTextEdit="1"/>
          </p:cNvSpPr>
          <p:nvPr>
            <p:ph type="sldImg"/>
          </p:nvPr>
        </p:nvSpPr>
        <p:spPr>
          <a:ln/>
        </p:spPr>
      </p:sp>
      <p:sp>
        <p:nvSpPr>
          <p:cNvPr id="116739" name="备注占位符 2">
            <a:extLst>
              <a:ext uri="{FF2B5EF4-FFF2-40B4-BE49-F238E27FC236}">
                <a16:creationId xmlns:a16="http://schemas.microsoft.com/office/drawing/2014/main" id="{A55FD99B-DC01-432F-A715-8D4B027A8E05}"/>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116740" name="灯片编号占位符 3">
            <a:extLst>
              <a:ext uri="{FF2B5EF4-FFF2-40B4-BE49-F238E27FC236}">
                <a16:creationId xmlns:a16="http://schemas.microsoft.com/office/drawing/2014/main" id="{B3E7046C-C76A-4D6C-ACAD-72DDAE146913}"/>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Tahoma" panose="020B0604030504040204" pitchFamily="34" charset="0"/>
                <a:ea typeface="宋体" panose="02010600030101010101" pitchFamily="2" charset="-122"/>
              </a:defRPr>
            </a:lvl1pPr>
            <a:lvl2pPr marL="741363" indent="-284163" defTabSz="949325">
              <a:defRPr>
                <a:solidFill>
                  <a:schemeClr val="tx1"/>
                </a:solidFill>
                <a:latin typeface="Tahoma" panose="020B0604030504040204" pitchFamily="34" charset="0"/>
                <a:ea typeface="宋体" panose="02010600030101010101" pitchFamily="2" charset="-122"/>
              </a:defRPr>
            </a:lvl2pPr>
            <a:lvl3pPr marL="1141413" indent="-227013" defTabSz="949325">
              <a:defRPr>
                <a:solidFill>
                  <a:schemeClr val="tx1"/>
                </a:solidFill>
                <a:latin typeface="Tahoma" panose="020B0604030504040204" pitchFamily="34" charset="0"/>
                <a:ea typeface="宋体" panose="02010600030101010101" pitchFamily="2" charset="-122"/>
              </a:defRPr>
            </a:lvl3pPr>
            <a:lvl4pPr marL="1598613" indent="-227013" defTabSz="949325">
              <a:defRPr>
                <a:solidFill>
                  <a:schemeClr val="tx1"/>
                </a:solidFill>
                <a:latin typeface="Tahoma" panose="020B0604030504040204" pitchFamily="34" charset="0"/>
                <a:ea typeface="宋体" panose="02010600030101010101" pitchFamily="2" charset="-122"/>
              </a:defRPr>
            </a:lvl4pPr>
            <a:lvl5pPr marL="2055813" indent="-227013" defTabSz="949325">
              <a:defRPr>
                <a:solidFill>
                  <a:schemeClr val="tx1"/>
                </a:solidFill>
                <a:latin typeface="Tahoma" panose="020B0604030504040204" pitchFamily="34" charset="0"/>
                <a:ea typeface="宋体" panose="02010600030101010101" pitchFamily="2" charset="-122"/>
              </a:defRPr>
            </a:lvl5pPr>
            <a:lvl6pPr marL="25130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2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4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6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98B6B75D-B6CA-4D25-B80E-FAE8C08A876F}" type="slidenum">
              <a:rPr lang="zh-CN" altLang="en-US" smtClean="0"/>
              <a:pPr/>
              <a:t>50</a:t>
            </a:fld>
            <a:endParaRPr lang="en-US" altLang="zh-CN"/>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幻灯片图像占位符 1">
            <a:extLst>
              <a:ext uri="{FF2B5EF4-FFF2-40B4-BE49-F238E27FC236}">
                <a16:creationId xmlns:a16="http://schemas.microsoft.com/office/drawing/2014/main" id="{0EB30B2F-B16D-4BB1-8219-6148189B6C27}"/>
              </a:ext>
            </a:extLst>
          </p:cNvPr>
          <p:cNvSpPr>
            <a:spLocks noGrp="1" noRot="1" noChangeAspect="1" noTextEdit="1"/>
          </p:cNvSpPr>
          <p:nvPr>
            <p:ph type="sldImg"/>
          </p:nvPr>
        </p:nvSpPr>
        <p:spPr>
          <a:ln/>
        </p:spPr>
      </p:sp>
      <p:sp>
        <p:nvSpPr>
          <p:cNvPr id="118787" name="备注占位符 2">
            <a:extLst>
              <a:ext uri="{FF2B5EF4-FFF2-40B4-BE49-F238E27FC236}">
                <a16:creationId xmlns:a16="http://schemas.microsoft.com/office/drawing/2014/main" id="{B6E7CA10-C5CF-42E9-BF29-AC91B7953229}"/>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118788" name="灯片编号占位符 3">
            <a:extLst>
              <a:ext uri="{FF2B5EF4-FFF2-40B4-BE49-F238E27FC236}">
                <a16:creationId xmlns:a16="http://schemas.microsoft.com/office/drawing/2014/main" id="{F3E77C5A-57BE-4751-B40E-7A1489524C8E}"/>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a:solidFill>
                  <a:schemeClr val="tx1"/>
                </a:solidFill>
                <a:latin typeface="Tahoma" panose="020B0604030504040204" pitchFamily="34" charset="0"/>
                <a:ea typeface="宋体" panose="02010600030101010101" pitchFamily="2" charset="-122"/>
              </a:defRPr>
            </a:lvl1pPr>
            <a:lvl2pPr marL="741363" indent="-284163" defTabSz="950913">
              <a:defRPr>
                <a:solidFill>
                  <a:schemeClr val="tx1"/>
                </a:solidFill>
                <a:latin typeface="Tahoma" panose="020B0604030504040204" pitchFamily="34" charset="0"/>
                <a:ea typeface="宋体" panose="02010600030101010101" pitchFamily="2" charset="-122"/>
              </a:defRPr>
            </a:lvl2pPr>
            <a:lvl3pPr marL="1141413" indent="-227013" defTabSz="950913">
              <a:defRPr>
                <a:solidFill>
                  <a:schemeClr val="tx1"/>
                </a:solidFill>
                <a:latin typeface="Tahoma" panose="020B0604030504040204" pitchFamily="34" charset="0"/>
                <a:ea typeface="宋体" panose="02010600030101010101" pitchFamily="2" charset="-122"/>
              </a:defRPr>
            </a:lvl3pPr>
            <a:lvl4pPr marL="1598613" indent="-227013" defTabSz="950913">
              <a:defRPr>
                <a:solidFill>
                  <a:schemeClr val="tx1"/>
                </a:solidFill>
                <a:latin typeface="Tahoma" panose="020B0604030504040204" pitchFamily="34" charset="0"/>
                <a:ea typeface="宋体" panose="02010600030101010101" pitchFamily="2" charset="-122"/>
              </a:defRPr>
            </a:lvl4pPr>
            <a:lvl5pPr marL="2055813" indent="-227013" defTabSz="950913">
              <a:defRPr>
                <a:solidFill>
                  <a:schemeClr val="tx1"/>
                </a:solidFill>
                <a:latin typeface="Tahoma" panose="020B0604030504040204" pitchFamily="34" charset="0"/>
                <a:ea typeface="宋体" panose="02010600030101010101" pitchFamily="2" charset="-122"/>
              </a:defRPr>
            </a:lvl5pPr>
            <a:lvl6pPr marL="2513013" indent="-227013"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213" indent="-227013"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413" indent="-227013"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613" indent="-227013"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47DC7988-FC79-475F-96C5-793E48AD2A49}" type="slidenum">
              <a:rPr lang="zh-CN" altLang="en-US" smtClean="0"/>
              <a:pPr/>
              <a:t>51</a:t>
            </a:fld>
            <a:endParaRPr lang="en-US" altLang="zh-CN"/>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幻灯片图像占位符 1">
            <a:extLst>
              <a:ext uri="{FF2B5EF4-FFF2-40B4-BE49-F238E27FC236}">
                <a16:creationId xmlns:a16="http://schemas.microsoft.com/office/drawing/2014/main" id="{1416F9BB-1254-4A47-A45C-8D8D13DCD7FE}"/>
              </a:ext>
            </a:extLst>
          </p:cNvPr>
          <p:cNvSpPr>
            <a:spLocks noGrp="1" noRot="1" noChangeAspect="1" noTextEdit="1"/>
          </p:cNvSpPr>
          <p:nvPr>
            <p:ph type="sldImg"/>
          </p:nvPr>
        </p:nvSpPr>
        <p:spPr>
          <a:ln/>
        </p:spPr>
      </p:sp>
      <p:sp>
        <p:nvSpPr>
          <p:cNvPr id="120835" name="备注占位符 2">
            <a:extLst>
              <a:ext uri="{FF2B5EF4-FFF2-40B4-BE49-F238E27FC236}">
                <a16:creationId xmlns:a16="http://schemas.microsoft.com/office/drawing/2014/main" id="{88C5C86E-DAAD-460D-869C-267307369C42}"/>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dirty="0">
              <a:latin typeface="Arial" panose="020B0604020202020204" pitchFamily="34" charset="0"/>
            </a:endParaRPr>
          </a:p>
        </p:txBody>
      </p:sp>
      <p:sp>
        <p:nvSpPr>
          <p:cNvPr id="120836" name="灯片编号占位符 3">
            <a:extLst>
              <a:ext uri="{FF2B5EF4-FFF2-40B4-BE49-F238E27FC236}">
                <a16:creationId xmlns:a16="http://schemas.microsoft.com/office/drawing/2014/main" id="{69AF9147-1341-426D-9B79-EBE660348C6C}"/>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a:solidFill>
                  <a:schemeClr val="tx1"/>
                </a:solidFill>
                <a:latin typeface="Tahoma" panose="020B0604030504040204" pitchFamily="34" charset="0"/>
                <a:ea typeface="宋体" panose="02010600030101010101" pitchFamily="2" charset="-122"/>
              </a:defRPr>
            </a:lvl1pPr>
            <a:lvl2pPr marL="741363" indent="-284163" defTabSz="950913">
              <a:defRPr>
                <a:solidFill>
                  <a:schemeClr val="tx1"/>
                </a:solidFill>
                <a:latin typeface="Tahoma" panose="020B0604030504040204" pitchFamily="34" charset="0"/>
                <a:ea typeface="宋体" panose="02010600030101010101" pitchFamily="2" charset="-122"/>
              </a:defRPr>
            </a:lvl2pPr>
            <a:lvl3pPr marL="1141413" indent="-227013" defTabSz="950913">
              <a:defRPr>
                <a:solidFill>
                  <a:schemeClr val="tx1"/>
                </a:solidFill>
                <a:latin typeface="Tahoma" panose="020B0604030504040204" pitchFamily="34" charset="0"/>
                <a:ea typeface="宋体" panose="02010600030101010101" pitchFamily="2" charset="-122"/>
              </a:defRPr>
            </a:lvl3pPr>
            <a:lvl4pPr marL="1598613" indent="-227013" defTabSz="950913">
              <a:defRPr>
                <a:solidFill>
                  <a:schemeClr val="tx1"/>
                </a:solidFill>
                <a:latin typeface="Tahoma" panose="020B0604030504040204" pitchFamily="34" charset="0"/>
                <a:ea typeface="宋体" panose="02010600030101010101" pitchFamily="2" charset="-122"/>
              </a:defRPr>
            </a:lvl4pPr>
            <a:lvl5pPr marL="2055813" indent="-227013" defTabSz="950913">
              <a:defRPr>
                <a:solidFill>
                  <a:schemeClr val="tx1"/>
                </a:solidFill>
                <a:latin typeface="Tahoma" panose="020B0604030504040204" pitchFamily="34" charset="0"/>
                <a:ea typeface="宋体" panose="02010600030101010101" pitchFamily="2" charset="-122"/>
              </a:defRPr>
            </a:lvl5pPr>
            <a:lvl6pPr marL="2513013" indent="-227013"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213" indent="-227013"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413" indent="-227013"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613" indent="-227013"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F6ABFA6F-AC13-455A-BBE3-D4B295049E07}" type="slidenum">
              <a:rPr lang="zh-CN" altLang="en-US" smtClean="0">
                <a:solidFill>
                  <a:srgbClr val="000000"/>
                </a:solidFill>
              </a:rPr>
              <a:pPr/>
              <a:t>52</a:t>
            </a:fld>
            <a:endParaRPr lang="en-US" altLang="zh-CN">
              <a:solidFill>
                <a:srgbClr val="000000"/>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幻灯片图像占位符 1">
            <a:extLst>
              <a:ext uri="{FF2B5EF4-FFF2-40B4-BE49-F238E27FC236}">
                <a16:creationId xmlns:a16="http://schemas.microsoft.com/office/drawing/2014/main" id="{C439FB03-3920-4425-82A9-C9410A27C578}"/>
              </a:ext>
            </a:extLst>
          </p:cNvPr>
          <p:cNvSpPr>
            <a:spLocks noGrp="1" noRot="1" noChangeAspect="1" noTextEdit="1"/>
          </p:cNvSpPr>
          <p:nvPr>
            <p:ph type="sldImg"/>
          </p:nvPr>
        </p:nvSpPr>
        <p:spPr>
          <a:ln/>
        </p:spPr>
      </p:sp>
      <p:sp>
        <p:nvSpPr>
          <p:cNvPr id="122883" name="备注占位符 2">
            <a:extLst>
              <a:ext uri="{FF2B5EF4-FFF2-40B4-BE49-F238E27FC236}">
                <a16:creationId xmlns:a16="http://schemas.microsoft.com/office/drawing/2014/main" id="{9997C88E-E986-4A1F-8FDE-23566BD9F635}"/>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122884" name="灯片编号占位符 3">
            <a:extLst>
              <a:ext uri="{FF2B5EF4-FFF2-40B4-BE49-F238E27FC236}">
                <a16:creationId xmlns:a16="http://schemas.microsoft.com/office/drawing/2014/main" id="{3A6AE416-CB17-42F4-A314-6DBB28B1924A}"/>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a:solidFill>
                  <a:schemeClr val="tx1"/>
                </a:solidFill>
                <a:latin typeface="Tahoma" panose="020B0604030504040204" pitchFamily="34" charset="0"/>
                <a:ea typeface="宋体" panose="02010600030101010101" pitchFamily="2" charset="-122"/>
              </a:defRPr>
            </a:lvl1pPr>
            <a:lvl2pPr marL="741363" indent="-284163" defTabSz="950913">
              <a:defRPr>
                <a:solidFill>
                  <a:schemeClr val="tx1"/>
                </a:solidFill>
                <a:latin typeface="Tahoma" panose="020B0604030504040204" pitchFamily="34" charset="0"/>
                <a:ea typeface="宋体" panose="02010600030101010101" pitchFamily="2" charset="-122"/>
              </a:defRPr>
            </a:lvl2pPr>
            <a:lvl3pPr marL="1141413" indent="-227013" defTabSz="950913">
              <a:defRPr>
                <a:solidFill>
                  <a:schemeClr val="tx1"/>
                </a:solidFill>
                <a:latin typeface="Tahoma" panose="020B0604030504040204" pitchFamily="34" charset="0"/>
                <a:ea typeface="宋体" panose="02010600030101010101" pitchFamily="2" charset="-122"/>
              </a:defRPr>
            </a:lvl3pPr>
            <a:lvl4pPr marL="1598613" indent="-227013" defTabSz="950913">
              <a:defRPr>
                <a:solidFill>
                  <a:schemeClr val="tx1"/>
                </a:solidFill>
                <a:latin typeface="Tahoma" panose="020B0604030504040204" pitchFamily="34" charset="0"/>
                <a:ea typeface="宋体" panose="02010600030101010101" pitchFamily="2" charset="-122"/>
              </a:defRPr>
            </a:lvl4pPr>
            <a:lvl5pPr marL="2055813" indent="-227013" defTabSz="950913">
              <a:defRPr>
                <a:solidFill>
                  <a:schemeClr val="tx1"/>
                </a:solidFill>
                <a:latin typeface="Tahoma" panose="020B0604030504040204" pitchFamily="34" charset="0"/>
                <a:ea typeface="宋体" panose="02010600030101010101" pitchFamily="2" charset="-122"/>
              </a:defRPr>
            </a:lvl5pPr>
            <a:lvl6pPr marL="2513013" indent="-227013"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213" indent="-227013"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413" indent="-227013"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613" indent="-227013"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B9671FDD-6F7A-4A37-8FF0-204BF054216B}" type="slidenum">
              <a:rPr lang="zh-CN" altLang="en-US" smtClean="0"/>
              <a:pPr/>
              <a:t>53</a:t>
            </a:fld>
            <a:endParaRPr lang="en-US" altLang="zh-CN"/>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幻灯片图像占位符 1">
            <a:extLst>
              <a:ext uri="{FF2B5EF4-FFF2-40B4-BE49-F238E27FC236}">
                <a16:creationId xmlns:a16="http://schemas.microsoft.com/office/drawing/2014/main" id="{259CAD5C-206A-4CB1-8F66-9780556E6A37}"/>
              </a:ext>
            </a:extLst>
          </p:cNvPr>
          <p:cNvSpPr>
            <a:spLocks noGrp="1" noRot="1" noChangeAspect="1" noTextEdit="1"/>
          </p:cNvSpPr>
          <p:nvPr>
            <p:ph type="sldImg"/>
          </p:nvPr>
        </p:nvSpPr>
        <p:spPr>
          <a:ln/>
        </p:spPr>
      </p:sp>
      <p:sp>
        <p:nvSpPr>
          <p:cNvPr id="124931" name="备注占位符 2">
            <a:extLst>
              <a:ext uri="{FF2B5EF4-FFF2-40B4-BE49-F238E27FC236}">
                <a16:creationId xmlns:a16="http://schemas.microsoft.com/office/drawing/2014/main" id="{ED7F3847-4816-4C77-AD03-5D96B7DC7A7F}"/>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dirty="0">
              <a:latin typeface="Arial" panose="020B0604020202020204" pitchFamily="34" charset="0"/>
            </a:endParaRPr>
          </a:p>
        </p:txBody>
      </p:sp>
      <p:sp>
        <p:nvSpPr>
          <p:cNvPr id="124932" name="灯片编号占位符 3">
            <a:extLst>
              <a:ext uri="{FF2B5EF4-FFF2-40B4-BE49-F238E27FC236}">
                <a16:creationId xmlns:a16="http://schemas.microsoft.com/office/drawing/2014/main" id="{7E004489-BC56-4391-8F04-49511520DB35}"/>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a:solidFill>
                  <a:schemeClr val="tx1"/>
                </a:solidFill>
                <a:latin typeface="Tahoma" panose="020B0604030504040204" pitchFamily="34" charset="0"/>
                <a:ea typeface="宋体" panose="02010600030101010101" pitchFamily="2" charset="-122"/>
              </a:defRPr>
            </a:lvl1pPr>
            <a:lvl2pPr marL="742950" indent="-285750" defTabSz="950913">
              <a:defRPr>
                <a:solidFill>
                  <a:schemeClr val="tx1"/>
                </a:solidFill>
                <a:latin typeface="Tahoma" panose="020B0604030504040204" pitchFamily="34" charset="0"/>
                <a:ea typeface="宋体" panose="02010600030101010101" pitchFamily="2" charset="-122"/>
              </a:defRPr>
            </a:lvl2pPr>
            <a:lvl3pPr marL="1143000" indent="-228600" defTabSz="950913">
              <a:defRPr>
                <a:solidFill>
                  <a:schemeClr val="tx1"/>
                </a:solidFill>
                <a:latin typeface="Tahoma" panose="020B0604030504040204" pitchFamily="34" charset="0"/>
                <a:ea typeface="宋体" panose="02010600030101010101" pitchFamily="2" charset="-122"/>
              </a:defRPr>
            </a:lvl3pPr>
            <a:lvl4pPr marL="1600200" indent="-228600" defTabSz="950913">
              <a:defRPr>
                <a:solidFill>
                  <a:schemeClr val="tx1"/>
                </a:solidFill>
                <a:latin typeface="Tahoma" panose="020B0604030504040204" pitchFamily="34" charset="0"/>
                <a:ea typeface="宋体" panose="02010600030101010101" pitchFamily="2" charset="-122"/>
              </a:defRPr>
            </a:lvl4pPr>
            <a:lvl5pPr marL="2057400" indent="-228600" defTabSz="950913">
              <a:defRPr>
                <a:solidFill>
                  <a:schemeClr val="tx1"/>
                </a:solidFill>
                <a:latin typeface="Tahoma" panose="020B0604030504040204" pitchFamily="34" charset="0"/>
                <a:ea typeface="宋体" panose="02010600030101010101" pitchFamily="2" charset="-122"/>
              </a:defRPr>
            </a:lvl5pPr>
            <a:lvl6pPr marL="25146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C830CCE6-5A03-4644-875A-C268BC865AAF}" type="slidenum">
              <a:rPr lang="zh-CN" altLang="en-US" smtClean="0"/>
              <a:pPr/>
              <a:t>54</a:t>
            </a:fld>
            <a:endParaRPr lang="en-US" altLang="zh-CN"/>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幻灯片图像占位符 1">
            <a:extLst>
              <a:ext uri="{FF2B5EF4-FFF2-40B4-BE49-F238E27FC236}">
                <a16:creationId xmlns:a16="http://schemas.microsoft.com/office/drawing/2014/main" id="{AEE7DE40-DA3E-4C79-89DB-15BDFEA16963}"/>
              </a:ext>
            </a:extLst>
          </p:cNvPr>
          <p:cNvSpPr>
            <a:spLocks noGrp="1" noRot="1" noChangeAspect="1" noTextEdit="1"/>
          </p:cNvSpPr>
          <p:nvPr>
            <p:ph type="sldImg"/>
          </p:nvPr>
        </p:nvSpPr>
        <p:spPr>
          <a:ln/>
        </p:spPr>
      </p:sp>
      <p:sp>
        <p:nvSpPr>
          <p:cNvPr id="130051" name="备注占位符 2">
            <a:extLst>
              <a:ext uri="{FF2B5EF4-FFF2-40B4-BE49-F238E27FC236}">
                <a16:creationId xmlns:a16="http://schemas.microsoft.com/office/drawing/2014/main" id="{8E1C2109-B6BD-43AF-914D-928BF4B7F159}"/>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eaLnBrk="1" hangingPunct="1">
              <a:spcBef>
                <a:spcPct val="30000"/>
              </a:spcBef>
              <a:defRPr/>
            </a:pPr>
            <a:endParaRPr lang="zh-CN" altLang="en-US" dirty="0"/>
          </a:p>
        </p:txBody>
      </p:sp>
      <p:sp>
        <p:nvSpPr>
          <p:cNvPr id="130052" name="灯片编号占位符 3">
            <a:extLst>
              <a:ext uri="{FF2B5EF4-FFF2-40B4-BE49-F238E27FC236}">
                <a16:creationId xmlns:a16="http://schemas.microsoft.com/office/drawing/2014/main" id="{2ECC36E6-DDD8-487B-B5CB-4E9A874274C4}"/>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Tahoma" panose="020B0604030504040204" pitchFamily="34" charset="0"/>
                <a:ea typeface="宋体" panose="02010600030101010101" pitchFamily="2" charset="-122"/>
              </a:defRPr>
            </a:lvl1pPr>
            <a:lvl2pPr marL="741363" indent="-284163" defTabSz="949325">
              <a:defRPr>
                <a:solidFill>
                  <a:schemeClr val="tx1"/>
                </a:solidFill>
                <a:latin typeface="Tahoma" panose="020B0604030504040204" pitchFamily="34" charset="0"/>
                <a:ea typeface="宋体" panose="02010600030101010101" pitchFamily="2" charset="-122"/>
              </a:defRPr>
            </a:lvl2pPr>
            <a:lvl3pPr marL="1141413" indent="-227013" defTabSz="949325">
              <a:defRPr>
                <a:solidFill>
                  <a:schemeClr val="tx1"/>
                </a:solidFill>
                <a:latin typeface="Tahoma" panose="020B0604030504040204" pitchFamily="34" charset="0"/>
                <a:ea typeface="宋体" panose="02010600030101010101" pitchFamily="2" charset="-122"/>
              </a:defRPr>
            </a:lvl3pPr>
            <a:lvl4pPr marL="1598613" indent="-227013" defTabSz="949325">
              <a:defRPr>
                <a:solidFill>
                  <a:schemeClr val="tx1"/>
                </a:solidFill>
                <a:latin typeface="Tahoma" panose="020B0604030504040204" pitchFamily="34" charset="0"/>
                <a:ea typeface="宋体" panose="02010600030101010101" pitchFamily="2" charset="-122"/>
              </a:defRPr>
            </a:lvl4pPr>
            <a:lvl5pPr marL="2055813" indent="-227013" defTabSz="949325">
              <a:defRPr>
                <a:solidFill>
                  <a:schemeClr val="tx1"/>
                </a:solidFill>
                <a:latin typeface="Tahoma" panose="020B0604030504040204" pitchFamily="34" charset="0"/>
                <a:ea typeface="宋体" panose="02010600030101010101" pitchFamily="2" charset="-122"/>
              </a:defRPr>
            </a:lvl5pPr>
            <a:lvl6pPr marL="25130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2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4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6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60D9B80D-6706-47B0-9992-4992A31E26C8}" type="slidenum">
              <a:rPr lang="zh-CN" altLang="en-US" smtClean="0"/>
              <a:pPr/>
              <a:t>58</a:t>
            </a:fld>
            <a:endParaRPr lang="en-US" altLang="zh-CN"/>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a:extLst>
              <a:ext uri="{FF2B5EF4-FFF2-40B4-BE49-F238E27FC236}">
                <a16:creationId xmlns:a16="http://schemas.microsoft.com/office/drawing/2014/main" id="{B5515BFC-402F-45AE-ADAE-5513B694FB5A}"/>
              </a:ext>
            </a:extLst>
          </p:cNvPr>
          <p:cNvSpPr>
            <a:spLocks noGrp="1" noRot="1" noChangeAspect="1" noChangeArrowheads="1" noTextEdit="1"/>
          </p:cNvSpPr>
          <p:nvPr>
            <p:ph type="sldImg"/>
          </p:nvPr>
        </p:nvSpPr>
        <p:spPr>
          <a:ln/>
        </p:spPr>
      </p:sp>
      <p:sp>
        <p:nvSpPr>
          <p:cNvPr id="132099" name="Rectangle 3">
            <a:extLst>
              <a:ext uri="{FF2B5EF4-FFF2-40B4-BE49-F238E27FC236}">
                <a16:creationId xmlns:a16="http://schemas.microsoft.com/office/drawing/2014/main" id="{71D0D3D1-D553-4052-A15E-A584ED538CB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幻灯片图像占位符 1">
            <a:extLst>
              <a:ext uri="{FF2B5EF4-FFF2-40B4-BE49-F238E27FC236}">
                <a16:creationId xmlns:a16="http://schemas.microsoft.com/office/drawing/2014/main" id="{B80330AF-E5DB-4C52-8086-1F5F0B7CC836}"/>
              </a:ext>
            </a:extLst>
          </p:cNvPr>
          <p:cNvSpPr>
            <a:spLocks noGrp="1" noRot="1" noChangeAspect="1" noTextEdit="1"/>
          </p:cNvSpPr>
          <p:nvPr>
            <p:ph type="sldImg"/>
          </p:nvPr>
        </p:nvSpPr>
        <p:spPr>
          <a:ln/>
        </p:spPr>
      </p:sp>
      <p:sp>
        <p:nvSpPr>
          <p:cNvPr id="134147" name="备注占位符 2">
            <a:extLst>
              <a:ext uri="{FF2B5EF4-FFF2-40B4-BE49-F238E27FC236}">
                <a16:creationId xmlns:a16="http://schemas.microsoft.com/office/drawing/2014/main" id="{ED768F2C-F723-479E-936D-B486B8EBEEA0}"/>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34148" name="灯片编号占位符 3">
            <a:extLst>
              <a:ext uri="{FF2B5EF4-FFF2-40B4-BE49-F238E27FC236}">
                <a16:creationId xmlns:a16="http://schemas.microsoft.com/office/drawing/2014/main" id="{0D091F28-364F-4503-A2E3-AE158A85A701}"/>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a:solidFill>
                  <a:schemeClr val="tx1"/>
                </a:solidFill>
                <a:latin typeface="Tahoma" panose="020B0604030504040204" pitchFamily="34" charset="0"/>
                <a:ea typeface="宋体" panose="02010600030101010101" pitchFamily="2" charset="-122"/>
              </a:defRPr>
            </a:lvl1pPr>
            <a:lvl2pPr marL="741363" indent="-284163" defTabSz="950913">
              <a:defRPr>
                <a:solidFill>
                  <a:schemeClr val="tx1"/>
                </a:solidFill>
                <a:latin typeface="Tahoma" panose="020B0604030504040204" pitchFamily="34" charset="0"/>
                <a:ea typeface="宋体" panose="02010600030101010101" pitchFamily="2" charset="-122"/>
              </a:defRPr>
            </a:lvl2pPr>
            <a:lvl3pPr marL="1141413" indent="-227013" defTabSz="950913">
              <a:defRPr>
                <a:solidFill>
                  <a:schemeClr val="tx1"/>
                </a:solidFill>
                <a:latin typeface="Tahoma" panose="020B0604030504040204" pitchFamily="34" charset="0"/>
                <a:ea typeface="宋体" panose="02010600030101010101" pitchFamily="2" charset="-122"/>
              </a:defRPr>
            </a:lvl3pPr>
            <a:lvl4pPr marL="1598613" indent="-227013" defTabSz="950913">
              <a:defRPr>
                <a:solidFill>
                  <a:schemeClr val="tx1"/>
                </a:solidFill>
                <a:latin typeface="Tahoma" panose="020B0604030504040204" pitchFamily="34" charset="0"/>
                <a:ea typeface="宋体" panose="02010600030101010101" pitchFamily="2" charset="-122"/>
              </a:defRPr>
            </a:lvl4pPr>
            <a:lvl5pPr marL="2055813" indent="-227013" defTabSz="950913">
              <a:defRPr>
                <a:solidFill>
                  <a:schemeClr val="tx1"/>
                </a:solidFill>
                <a:latin typeface="Tahoma" panose="020B0604030504040204" pitchFamily="34" charset="0"/>
                <a:ea typeface="宋体" panose="02010600030101010101" pitchFamily="2" charset="-122"/>
              </a:defRPr>
            </a:lvl5pPr>
            <a:lvl6pPr marL="2513013" indent="-227013"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213" indent="-227013"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413" indent="-227013"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613" indent="-227013"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F893972D-EC1F-473B-A7FA-9391802DD348}" type="slidenum">
              <a:rPr lang="zh-CN" altLang="en-US" smtClean="0"/>
              <a:pPr/>
              <a:t>60</a:t>
            </a:fld>
            <a:endParaRPr lang="en-US" altLang="zh-CN"/>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a:extLst>
              <a:ext uri="{FF2B5EF4-FFF2-40B4-BE49-F238E27FC236}">
                <a16:creationId xmlns:a16="http://schemas.microsoft.com/office/drawing/2014/main" id="{258FA7CE-3E52-4FCD-971B-9986BE51293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2500">
              <a:defRPr>
                <a:solidFill>
                  <a:schemeClr val="tx1"/>
                </a:solidFill>
                <a:latin typeface="Tahoma" panose="020B0604030504040204" pitchFamily="34" charset="0"/>
                <a:ea typeface="宋体" panose="02010600030101010101" pitchFamily="2" charset="-122"/>
              </a:defRPr>
            </a:lvl1pPr>
            <a:lvl2pPr marL="741363" indent="-284163" defTabSz="952500">
              <a:defRPr>
                <a:solidFill>
                  <a:schemeClr val="tx1"/>
                </a:solidFill>
                <a:latin typeface="Tahoma" panose="020B0604030504040204" pitchFamily="34" charset="0"/>
                <a:ea typeface="宋体" panose="02010600030101010101" pitchFamily="2" charset="-122"/>
              </a:defRPr>
            </a:lvl2pPr>
            <a:lvl3pPr marL="1141413" indent="-227013" defTabSz="952500">
              <a:defRPr>
                <a:solidFill>
                  <a:schemeClr val="tx1"/>
                </a:solidFill>
                <a:latin typeface="Tahoma" panose="020B0604030504040204" pitchFamily="34" charset="0"/>
                <a:ea typeface="宋体" panose="02010600030101010101" pitchFamily="2" charset="-122"/>
              </a:defRPr>
            </a:lvl3pPr>
            <a:lvl4pPr marL="1598613" indent="-227013" defTabSz="952500">
              <a:defRPr>
                <a:solidFill>
                  <a:schemeClr val="tx1"/>
                </a:solidFill>
                <a:latin typeface="Tahoma" panose="020B0604030504040204" pitchFamily="34" charset="0"/>
                <a:ea typeface="宋体" panose="02010600030101010101" pitchFamily="2" charset="-122"/>
              </a:defRPr>
            </a:lvl4pPr>
            <a:lvl5pPr marL="2055813" indent="-227013" defTabSz="952500">
              <a:defRPr>
                <a:solidFill>
                  <a:schemeClr val="tx1"/>
                </a:solidFill>
                <a:latin typeface="Tahoma" panose="020B0604030504040204" pitchFamily="34" charset="0"/>
                <a:ea typeface="宋体" panose="02010600030101010101" pitchFamily="2" charset="-122"/>
              </a:defRPr>
            </a:lvl5pPr>
            <a:lvl6pPr marL="2513013" indent="-227013" defTabSz="9525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213" indent="-227013" defTabSz="9525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413" indent="-227013" defTabSz="9525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613" indent="-227013" defTabSz="9525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4F1CEE56-28C0-4B7A-A9B0-1092DBCA285A}" type="slidenum">
              <a:rPr lang="zh-CN" altLang="en-US" smtClean="0"/>
              <a:pPr/>
              <a:t>61</a:t>
            </a:fld>
            <a:endParaRPr lang="en-US" altLang="zh-CN"/>
          </a:p>
        </p:txBody>
      </p:sp>
      <p:sp>
        <p:nvSpPr>
          <p:cNvPr id="136195" name="Rectangle 2">
            <a:extLst>
              <a:ext uri="{FF2B5EF4-FFF2-40B4-BE49-F238E27FC236}">
                <a16:creationId xmlns:a16="http://schemas.microsoft.com/office/drawing/2014/main" id="{8D9C2446-8161-43CD-B41B-ECF34114F381}"/>
              </a:ext>
            </a:extLst>
          </p:cNvPr>
          <p:cNvSpPr>
            <a:spLocks noGrp="1" noRot="1" noChangeAspect="1" noChangeArrowheads="1" noTextEdit="1"/>
          </p:cNvSpPr>
          <p:nvPr>
            <p:ph type="sldImg"/>
          </p:nvPr>
        </p:nvSpPr>
        <p:spPr>
          <a:ln/>
        </p:spPr>
      </p:sp>
      <p:sp>
        <p:nvSpPr>
          <p:cNvPr id="136196" name="Rectangle 3">
            <a:extLst>
              <a:ext uri="{FF2B5EF4-FFF2-40B4-BE49-F238E27FC236}">
                <a16:creationId xmlns:a16="http://schemas.microsoft.com/office/drawing/2014/main" id="{33F7B6C2-B415-45DF-B9EC-0B82865B556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pPr>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5517">
              <a:spcBef>
                <a:spcPct val="30000"/>
              </a:spcBef>
              <a:defRPr sz="1100">
                <a:solidFill>
                  <a:schemeClr val="tx1"/>
                </a:solidFill>
                <a:latin typeface="Times New Roman" panose="02020603050405020304" pitchFamily="18" charset="0"/>
                <a:ea typeface="宋体" panose="02010600030101010101" pitchFamily="2" charset="-122"/>
              </a:defRPr>
            </a:lvl1pPr>
            <a:lvl2pPr marL="700466" indent="-269410" defTabSz="905517">
              <a:spcBef>
                <a:spcPct val="30000"/>
              </a:spcBef>
              <a:defRPr sz="1100">
                <a:solidFill>
                  <a:schemeClr val="tx1"/>
                </a:solidFill>
                <a:latin typeface="Times New Roman" panose="02020603050405020304" pitchFamily="18" charset="0"/>
                <a:ea typeface="宋体" panose="02010600030101010101" pitchFamily="2" charset="-122"/>
              </a:defRPr>
            </a:lvl2pPr>
            <a:lvl3pPr marL="1077640" indent="-215528" defTabSz="905517">
              <a:spcBef>
                <a:spcPct val="30000"/>
              </a:spcBef>
              <a:defRPr sz="1100">
                <a:solidFill>
                  <a:schemeClr val="tx1"/>
                </a:solidFill>
                <a:latin typeface="Times New Roman" panose="02020603050405020304" pitchFamily="18" charset="0"/>
                <a:ea typeface="宋体" panose="02010600030101010101" pitchFamily="2" charset="-122"/>
              </a:defRPr>
            </a:lvl3pPr>
            <a:lvl4pPr marL="1508697" indent="-215528" defTabSz="905517">
              <a:spcBef>
                <a:spcPct val="30000"/>
              </a:spcBef>
              <a:defRPr sz="1100">
                <a:solidFill>
                  <a:schemeClr val="tx1"/>
                </a:solidFill>
                <a:latin typeface="Times New Roman" panose="02020603050405020304" pitchFamily="18" charset="0"/>
                <a:ea typeface="宋体" panose="02010600030101010101" pitchFamily="2" charset="-122"/>
              </a:defRPr>
            </a:lvl4pPr>
            <a:lvl5pPr marL="1939753" indent="-215528" defTabSz="905517">
              <a:spcBef>
                <a:spcPct val="30000"/>
              </a:spcBef>
              <a:defRPr sz="1100">
                <a:solidFill>
                  <a:schemeClr val="tx1"/>
                </a:solidFill>
                <a:latin typeface="Times New Roman" panose="02020603050405020304" pitchFamily="18" charset="0"/>
                <a:ea typeface="宋体" panose="02010600030101010101" pitchFamily="2" charset="-122"/>
              </a:defRPr>
            </a:lvl5pPr>
            <a:lvl6pPr marL="2370809" indent="-215528" defTabSz="905517"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6pPr>
            <a:lvl7pPr marL="2801865" indent="-215528" defTabSz="905517"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7pPr>
            <a:lvl8pPr marL="3232921" indent="-215528" defTabSz="905517"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8pPr>
            <a:lvl9pPr marL="3663977" indent="-215528" defTabSz="905517"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9pPr>
          </a:lstStyle>
          <a:p>
            <a:pPr>
              <a:spcBef>
                <a:spcPct val="0"/>
              </a:spcBef>
            </a:pPr>
            <a:fld id="{1AEB0BA7-F3DA-4C48-8345-8CB9F319CFC3}" type="slidenum">
              <a:rPr lang="en-US" altLang="zh-CN" sz="1200"/>
              <a:pPr>
                <a:spcBef>
                  <a:spcPct val="0"/>
                </a:spcBef>
              </a:pPr>
              <a:t>62</a:t>
            </a:fld>
            <a:endParaRPr lang="en-US" altLang="zh-CN" sz="1200"/>
          </a:p>
        </p:txBody>
      </p:sp>
      <p:sp>
        <p:nvSpPr>
          <p:cNvPr id="177155" name="Rectangle 2"/>
          <p:cNvSpPr>
            <a:spLocks noGrp="1" noRot="1" noChangeAspect="1" noChangeArrowheads="1" noTextEdit="1"/>
          </p:cNvSpPr>
          <p:nvPr>
            <p:ph type="sldImg"/>
          </p:nvPr>
        </p:nvSpPr>
        <p:spPr>
          <a:ln/>
        </p:spPr>
      </p:sp>
      <p:sp>
        <p:nvSpPr>
          <p:cNvPr id="1771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dirty="0">
              <a:sym typeface="Symbol" panose="05050102010706020507" pitchFamily="18" charset="2"/>
            </a:endParaRPr>
          </a:p>
        </p:txBody>
      </p:sp>
    </p:spTree>
    <p:extLst>
      <p:ext uri="{BB962C8B-B14F-4D97-AF65-F5344CB8AC3E}">
        <p14:creationId xmlns:p14="http://schemas.microsoft.com/office/powerpoint/2010/main" val="414935173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5517">
              <a:spcBef>
                <a:spcPct val="30000"/>
              </a:spcBef>
              <a:defRPr sz="1100">
                <a:solidFill>
                  <a:schemeClr val="tx1"/>
                </a:solidFill>
                <a:latin typeface="Times New Roman" panose="02020603050405020304" pitchFamily="18" charset="0"/>
                <a:ea typeface="宋体" panose="02010600030101010101" pitchFamily="2" charset="-122"/>
              </a:defRPr>
            </a:lvl1pPr>
            <a:lvl2pPr marL="700466" indent="-269410" defTabSz="905517">
              <a:spcBef>
                <a:spcPct val="30000"/>
              </a:spcBef>
              <a:defRPr sz="1100">
                <a:solidFill>
                  <a:schemeClr val="tx1"/>
                </a:solidFill>
                <a:latin typeface="Times New Roman" panose="02020603050405020304" pitchFamily="18" charset="0"/>
                <a:ea typeface="宋体" panose="02010600030101010101" pitchFamily="2" charset="-122"/>
              </a:defRPr>
            </a:lvl2pPr>
            <a:lvl3pPr marL="1077640" indent="-215528" defTabSz="905517">
              <a:spcBef>
                <a:spcPct val="30000"/>
              </a:spcBef>
              <a:defRPr sz="1100">
                <a:solidFill>
                  <a:schemeClr val="tx1"/>
                </a:solidFill>
                <a:latin typeface="Times New Roman" panose="02020603050405020304" pitchFamily="18" charset="0"/>
                <a:ea typeface="宋体" panose="02010600030101010101" pitchFamily="2" charset="-122"/>
              </a:defRPr>
            </a:lvl3pPr>
            <a:lvl4pPr marL="1508697" indent="-215528" defTabSz="905517">
              <a:spcBef>
                <a:spcPct val="30000"/>
              </a:spcBef>
              <a:defRPr sz="1100">
                <a:solidFill>
                  <a:schemeClr val="tx1"/>
                </a:solidFill>
                <a:latin typeface="Times New Roman" panose="02020603050405020304" pitchFamily="18" charset="0"/>
                <a:ea typeface="宋体" panose="02010600030101010101" pitchFamily="2" charset="-122"/>
              </a:defRPr>
            </a:lvl4pPr>
            <a:lvl5pPr marL="1939753" indent="-215528" defTabSz="905517">
              <a:spcBef>
                <a:spcPct val="30000"/>
              </a:spcBef>
              <a:defRPr sz="1100">
                <a:solidFill>
                  <a:schemeClr val="tx1"/>
                </a:solidFill>
                <a:latin typeface="Times New Roman" panose="02020603050405020304" pitchFamily="18" charset="0"/>
                <a:ea typeface="宋体" panose="02010600030101010101" pitchFamily="2" charset="-122"/>
              </a:defRPr>
            </a:lvl5pPr>
            <a:lvl6pPr marL="2370809" indent="-215528" defTabSz="905517"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6pPr>
            <a:lvl7pPr marL="2801865" indent="-215528" defTabSz="905517"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7pPr>
            <a:lvl8pPr marL="3232921" indent="-215528" defTabSz="905517"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8pPr>
            <a:lvl9pPr marL="3663977" indent="-215528" defTabSz="905517"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9pPr>
          </a:lstStyle>
          <a:p>
            <a:pPr>
              <a:spcBef>
                <a:spcPct val="0"/>
              </a:spcBef>
            </a:pPr>
            <a:fld id="{1AEB0BA7-F3DA-4C48-8345-8CB9F319CFC3}" type="slidenum">
              <a:rPr lang="en-US" altLang="zh-CN" sz="1200"/>
              <a:pPr>
                <a:spcBef>
                  <a:spcPct val="0"/>
                </a:spcBef>
              </a:pPr>
              <a:t>63</a:t>
            </a:fld>
            <a:endParaRPr lang="en-US" altLang="zh-CN" sz="1200"/>
          </a:p>
        </p:txBody>
      </p:sp>
      <p:sp>
        <p:nvSpPr>
          <p:cNvPr id="177155" name="Rectangle 2"/>
          <p:cNvSpPr>
            <a:spLocks noGrp="1" noRot="1" noChangeAspect="1" noChangeArrowheads="1" noTextEdit="1"/>
          </p:cNvSpPr>
          <p:nvPr>
            <p:ph type="sldImg"/>
          </p:nvPr>
        </p:nvSpPr>
        <p:spPr>
          <a:ln/>
        </p:spPr>
      </p:sp>
      <p:sp>
        <p:nvSpPr>
          <p:cNvPr id="1771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Tree>
    <p:extLst>
      <p:ext uri="{BB962C8B-B14F-4D97-AF65-F5344CB8AC3E}">
        <p14:creationId xmlns:p14="http://schemas.microsoft.com/office/powerpoint/2010/main" val="188079026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27A40216-6006-43D5-9101-E5761534D214}" type="slidenum">
              <a:rPr lang="zh-CN" altLang="en-US" smtClean="0"/>
              <a:pPr>
                <a:defRPr/>
              </a:pPr>
              <a:t>64</a:t>
            </a:fld>
            <a:endParaRPr lang="en-US" altLang="zh-CN"/>
          </a:p>
        </p:txBody>
      </p:sp>
    </p:spTree>
    <p:extLst>
      <p:ext uri="{BB962C8B-B14F-4D97-AF65-F5344CB8AC3E}">
        <p14:creationId xmlns:p14="http://schemas.microsoft.com/office/powerpoint/2010/main" val="283714295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幻灯片图像占位符 1">
            <a:extLst>
              <a:ext uri="{FF2B5EF4-FFF2-40B4-BE49-F238E27FC236}">
                <a16:creationId xmlns:a16="http://schemas.microsoft.com/office/drawing/2014/main" id="{2574F336-8A7D-4FAE-B290-DA813925DCBC}"/>
              </a:ext>
            </a:extLst>
          </p:cNvPr>
          <p:cNvSpPr>
            <a:spLocks noGrp="1" noRot="1" noChangeAspect="1" noTextEdit="1"/>
          </p:cNvSpPr>
          <p:nvPr>
            <p:ph type="sldImg"/>
          </p:nvPr>
        </p:nvSpPr>
        <p:spPr>
          <a:ln/>
        </p:spPr>
      </p:sp>
      <p:sp>
        <p:nvSpPr>
          <p:cNvPr id="140291" name="备注占位符 2">
            <a:extLst>
              <a:ext uri="{FF2B5EF4-FFF2-40B4-BE49-F238E27FC236}">
                <a16:creationId xmlns:a16="http://schemas.microsoft.com/office/drawing/2014/main" id="{DBC77A11-7786-4756-A338-92DD51EAE8F8}"/>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0292" name="灯片编号占位符 3">
            <a:extLst>
              <a:ext uri="{FF2B5EF4-FFF2-40B4-BE49-F238E27FC236}">
                <a16:creationId xmlns:a16="http://schemas.microsoft.com/office/drawing/2014/main" id="{390DF8ED-1CF6-4AD9-B357-288EE1CCD602}"/>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a:solidFill>
                  <a:schemeClr val="tx1"/>
                </a:solidFill>
                <a:latin typeface="Tahoma" panose="020B0604030504040204" pitchFamily="34" charset="0"/>
                <a:ea typeface="宋体" panose="02010600030101010101" pitchFamily="2" charset="-122"/>
              </a:defRPr>
            </a:lvl1pPr>
            <a:lvl2pPr marL="741363" indent="-284163" defTabSz="950913">
              <a:defRPr>
                <a:solidFill>
                  <a:schemeClr val="tx1"/>
                </a:solidFill>
                <a:latin typeface="Tahoma" panose="020B0604030504040204" pitchFamily="34" charset="0"/>
                <a:ea typeface="宋体" panose="02010600030101010101" pitchFamily="2" charset="-122"/>
              </a:defRPr>
            </a:lvl2pPr>
            <a:lvl3pPr marL="1141413" indent="-227013" defTabSz="950913">
              <a:defRPr>
                <a:solidFill>
                  <a:schemeClr val="tx1"/>
                </a:solidFill>
                <a:latin typeface="Tahoma" panose="020B0604030504040204" pitchFamily="34" charset="0"/>
                <a:ea typeface="宋体" panose="02010600030101010101" pitchFamily="2" charset="-122"/>
              </a:defRPr>
            </a:lvl3pPr>
            <a:lvl4pPr marL="1598613" indent="-227013" defTabSz="950913">
              <a:defRPr>
                <a:solidFill>
                  <a:schemeClr val="tx1"/>
                </a:solidFill>
                <a:latin typeface="Tahoma" panose="020B0604030504040204" pitchFamily="34" charset="0"/>
                <a:ea typeface="宋体" panose="02010600030101010101" pitchFamily="2" charset="-122"/>
              </a:defRPr>
            </a:lvl4pPr>
            <a:lvl5pPr marL="2055813" indent="-227013" defTabSz="950913">
              <a:defRPr>
                <a:solidFill>
                  <a:schemeClr val="tx1"/>
                </a:solidFill>
                <a:latin typeface="Tahoma" panose="020B0604030504040204" pitchFamily="34" charset="0"/>
                <a:ea typeface="宋体" panose="02010600030101010101" pitchFamily="2" charset="-122"/>
              </a:defRPr>
            </a:lvl5pPr>
            <a:lvl6pPr marL="2513013" indent="-227013"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213" indent="-227013"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413" indent="-227013"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613" indent="-227013"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C9F1C105-F2EA-4B3E-AE48-24F8D9946393}" type="slidenum">
              <a:rPr lang="zh-CN" altLang="en-US" smtClean="0"/>
              <a:pPr/>
              <a:t>65</a:t>
            </a:fld>
            <a:endParaRPr lang="en-US" altLang="zh-CN"/>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幻灯片图像占位符 1">
            <a:extLst>
              <a:ext uri="{FF2B5EF4-FFF2-40B4-BE49-F238E27FC236}">
                <a16:creationId xmlns:a16="http://schemas.microsoft.com/office/drawing/2014/main" id="{57F360DD-B804-4775-A2CB-97EE6A3EB70E}"/>
              </a:ext>
            </a:extLst>
          </p:cNvPr>
          <p:cNvSpPr>
            <a:spLocks noGrp="1" noRot="1" noChangeAspect="1" noTextEdit="1"/>
          </p:cNvSpPr>
          <p:nvPr>
            <p:ph type="sldImg"/>
          </p:nvPr>
        </p:nvSpPr>
        <p:spPr>
          <a:ln/>
        </p:spPr>
      </p:sp>
      <p:sp>
        <p:nvSpPr>
          <p:cNvPr id="142339" name="备注占位符 2">
            <a:extLst>
              <a:ext uri="{FF2B5EF4-FFF2-40B4-BE49-F238E27FC236}">
                <a16:creationId xmlns:a16="http://schemas.microsoft.com/office/drawing/2014/main" id="{A7F6EDF4-E6A6-4634-89E7-DA721765BE32}"/>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lvl="1"/>
            <a:endParaRPr lang="zh-CN" altLang="en-US" dirty="0"/>
          </a:p>
        </p:txBody>
      </p:sp>
      <p:sp>
        <p:nvSpPr>
          <p:cNvPr id="142340" name="灯片编号占位符 3">
            <a:extLst>
              <a:ext uri="{FF2B5EF4-FFF2-40B4-BE49-F238E27FC236}">
                <a16:creationId xmlns:a16="http://schemas.microsoft.com/office/drawing/2014/main" id="{61D6F5D1-ECAE-41B8-ACFE-33234A49329D}"/>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a:solidFill>
                  <a:schemeClr val="tx1"/>
                </a:solidFill>
                <a:latin typeface="Tahoma" panose="020B0604030504040204" pitchFamily="34" charset="0"/>
                <a:ea typeface="宋体" panose="02010600030101010101" pitchFamily="2" charset="-122"/>
              </a:defRPr>
            </a:lvl1pPr>
            <a:lvl2pPr marL="741363" indent="-284163" defTabSz="950913">
              <a:defRPr>
                <a:solidFill>
                  <a:schemeClr val="tx1"/>
                </a:solidFill>
                <a:latin typeface="Tahoma" panose="020B0604030504040204" pitchFamily="34" charset="0"/>
                <a:ea typeface="宋体" panose="02010600030101010101" pitchFamily="2" charset="-122"/>
              </a:defRPr>
            </a:lvl2pPr>
            <a:lvl3pPr marL="1141413" indent="-227013" defTabSz="950913">
              <a:defRPr>
                <a:solidFill>
                  <a:schemeClr val="tx1"/>
                </a:solidFill>
                <a:latin typeface="Tahoma" panose="020B0604030504040204" pitchFamily="34" charset="0"/>
                <a:ea typeface="宋体" panose="02010600030101010101" pitchFamily="2" charset="-122"/>
              </a:defRPr>
            </a:lvl3pPr>
            <a:lvl4pPr marL="1598613" indent="-227013" defTabSz="950913">
              <a:defRPr>
                <a:solidFill>
                  <a:schemeClr val="tx1"/>
                </a:solidFill>
                <a:latin typeface="Tahoma" panose="020B0604030504040204" pitchFamily="34" charset="0"/>
                <a:ea typeface="宋体" panose="02010600030101010101" pitchFamily="2" charset="-122"/>
              </a:defRPr>
            </a:lvl4pPr>
            <a:lvl5pPr marL="2055813" indent="-227013" defTabSz="950913">
              <a:defRPr>
                <a:solidFill>
                  <a:schemeClr val="tx1"/>
                </a:solidFill>
                <a:latin typeface="Tahoma" panose="020B0604030504040204" pitchFamily="34" charset="0"/>
                <a:ea typeface="宋体" panose="02010600030101010101" pitchFamily="2" charset="-122"/>
              </a:defRPr>
            </a:lvl5pPr>
            <a:lvl6pPr marL="2513013" indent="-227013"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213" indent="-227013"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413" indent="-227013"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613" indent="-227013"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001DA480-84C7-4378-907E-627B5347B72A}" type="slidenum">
              <a:rPr lang="zh-CN" altLang="en-US" smtClean="0"/>
              <a:pPr/>
              <a:t>66</a:t>
            </a:fld>
            <a:endParaRPr lang="en-US" altLang="zh-CN"/>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幻灯片图像占位符 1">
            <a:extLst>
              <a:ext uri="{FF2B5EF4-FFF2-40B4-BE49-F238E27FC236}">
                <a16:creationId xmlns:a16="http://schemas.microsoft.com/office/drawing/2014/main" id="{46DC5015-62B9-4AB2-97CA-DD03E0840935}"/>
              </a:ext>
            </a:extLst>
          </p:cNvPr>
          <p:cNvSpPr>
            <a:spLocks noGrp="1" noRot="1" noChangeAspect="1" noTextEdit="1"/>
          </p:cNvSpPr>
          <p:nvPr>
            <p:ph type="sldImg"/>
          </p:nvPr>
        </p:nvSpPr>
        <p:spPr>
          <a:ln/>
        </p:spPr>
      </p:sp>
      <p:sp>
        <p:nvSpPr>
          <p:cNvPr id="140291" name="备注占位符 2">
            <a:extLst>
              <a:ext uri="{FF2B5EF4-FFF2-40B4-BE49-F238E27FC236}">
                <a16:creationId xmlns:a16="http://schemas.microsoft.com/office/drawing/2014/main" id="{26BD8A27-3148-4C94-B772-29EA973DC136}"/>
              </a:ext>
            </a:extLst>
          </p:cNvPr>
          <p:cNvSpPr>
            <a:spLocks noGrp="1"/>
          </p:cNvSpPr>
          <p:nvPr>
            <p:ph type="body" idx="1"/>
          </p:nvPr>
        </p:nvSpPr>
        <p:spPr/>
        <p:txBody>
          <a:bodyPr/>
          <a:lstStyle/>
          <a:p>
            <a:pPr>
              <a:defRPr/>
            </a:pPr>
            <a:endParaRPr lang="zh-CN" altLang="en-US" dirty="0"/>
          </a:p>
        </p:txBody>
      </p:sp>
      <p:sp>
        <p:nvSpPr>
          <p:cNvPr id="144388" name="灯片编号占位符 3">
            <a:extLst>
              <a:ext uri="{FF2B5EF4-FFF2-40B4-BE49-F238E27FC236}">
                <a16:creationId xmlns:a16="http://schemas.microsoft.com/office/drawing/2014/main" id="{8F3B84CF-947D-4091-9E93-D732074332FB}"/>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Tahoma" panose="020B0604030504040204" pitchFamily="34" charset="0"/>
                <a:ea typeface="宋体" panose="02010600030101010101" pitchFamily="2" charset="-122"/>
              </a:defRPr>
            </a:lvl1pPr>
            <a:lvl2pPr marL="741363" indent="-284163" defTabSz="949325">
              <a:defRPr>
                <a:solidFill>
                  <a:schemeClr val="tx1"/>
                </a:solidFill>
                <a:latin typeface="Tahoma" panose="020B0604030504040204" pitchFamily="34" charset="0"/>
                <a:ea typeface="宋体" panose="02010600030101010101" pitchFamily="2" charset="-122"/>
              </a:defRPr>
            </a:lvl2pPr>
            <a:lvl3pPr marL="1141413" indent="-227013" defTabSz="949325">
              <a:defRPr>
                <a:solidFill>
                  <a:schemeClr val="tx1"/>
                </a:solidFill>
                <a:latin typeface="Tahoma" panose="020B0604030504040204" pitchFamily="34" charset="0"/>
                <a:ea typeface="宋体" panose="02010600030101010101" pitchFamily="2" charset="-122"/>
              </a:defRPr>
            </a:lvl3pPr>
            <a:lvl4pPr marL="1598613" indent="-227013" defTabSz="949325">
              <a:defRPr>
                <a:solidFill>
                  <a:schemeClr val="tx1"/>
                </a:solidFill>
                <a:latin typeface="Tahoma" panose="020B0604030504040204" pitchFamily="34" charset="0"/>
                <a:ea typeface="宋体" panose="02010600030101010101" pitchFamily="2" charset="-122"/>
              </a:defRPr>
            </a:lvl4pPr>
            <a:lvl5pPr marL="2055813" indent="-227013" defTabSz="949325">
              <a:defRPr>
                <a:solidFill>
                  <a:schemeClr val="tx1"/>
                </a:solidFill>
                <a:latin typeface="Tahoma" panose="020B0604030504040204" pitchFamily="34" charset="0"/>
                <a:ea typeface="宋体" panose="02010600030101010101" pitchFamily="2" charset="-122"/>
              </a:defRPr>
            </a:lvl5pPr>
            <a:lvl6pPr marL="25130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2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4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613" indent="-227013" defTabSz="9493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343F2B4F-105A-42DD-BA69-AA1D6D65D972}" type="slidenum">
              <a:rPr lang="zh-CN" altLang="en-US" smtClean="0"/>
              <a:pPr/>
              <a:t>67</a:t>
            </a:fld>
            <a:endParaRPr lang="en-US" altLang="zh-CN"/>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幻灯片图像占位符 1">
            <a:extLst>
              <a:ext uri="{FF2B5EF4-FFF2-40B4-BE49-F238E27FC236}">
                <a16:creationId xmlns:a16="http://schemas.microsoft.com/office/drawing/2014/main" id="{3304FD59-C89E-44DD-8FA4-917E2293E194}"/>
              </a:ext>
            </a:extLst>
          </p:cNvPr>
          <p:cNvSpPr>
            <a:spLocks noGrp="1" noRot="1" noChangeAspect="1" noTextEdit="1"/>
          </p:cNvSpPr>
          <p:nvPr>
            <p:ph type="sldImg"/>
          </p:nvPr>
        </p:nvSpPr>
        <p:spPr>
          <a:ln/>
        </p:spPr>
      </p:sp>
      <p:sp>
        <p:nvSpPr>
          <p:cNvPr id="146435" name="备注占位符 2">
            <a:extLst>
              <a:ext uri="{FF2B5EF4-FFF2-40B4-BE49-F238E27FC236}">
                <a16:creationId xmlns:a16="http://schemas.microsoft.com/office/drawing/2014/main" id="{7F38F8C8-89F5-45A3-93BB-DC8A8E71FAF3}"/>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46436" name="灯片编号占位符 3">
            <a:extLst>
              <a:ext uri="{FF2B5EF4-FFF2-40B4-BE49-F238E27FC236}">
                <a16:creationId xmlns:a16="http://schemas.microsoft.com/office/drawing/2014/main" id="{DF657A25-5922-48A8-B1CE-F7D97930A732}"/>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a:solidFill>
                  <a:schemeClr val="tx1"/>
                </a:solidFill>
                <a:latin typeface="Tahoma" panose="020B0604030504040204" pitchFamily="34" charset="0"/>
                <a:ea typeface="宋体" panose="02010600030101010101" pitchFamily="2" charset="-122"/>
              </a:defRPr>
            </a:lvl1pPr>
            <a:lvl2pPr marL="741363" indent="-284163" defTabSz="950913">
              <a:defRPr>
                <a:solidFill>
                  <a:schemeClr val="tx1"/>
                </a:solidFill>
                <a:latin typeface="Tahoma" panose="020B0604030504040204" pitchFamily="34" charset="0"/>
                <a:ea typeface="宋体" panose="02010600030101010101" pitchFamily="2" charset="-122"/>
              </a:defRPr>
            </a:lvl2pPr>
            <a:lvl3pPr marL="1141413" indent="-227013" defTabSz="950913">
              <a:defRPr>
                <a:solidFill>
                  <a:schemeClr val="tx1"/>
                </a:solidFill>
                <a:latin typeface="Tahoma" panose="020B0604030504040204" pitchFamily="34" charset="0"/>
                <a:ea typeface="宋体" panose="02010600030101010101" pitchFamily="2" charset="-122"/>
              </a:defRPr>
            </a:lvl3pPr>
            <a:lvl4pPr marL="1598613" indent="-227013" defTabSz="950913">
              <a:defRPr>
                <a:solidFill>
                  <a:schemeClr val="tx1"/>
                </a:solidFill>
                <a:latin typeface="Tahoma" panose="020B0604030504040204" pitchFamily="34" charset="0"/>
                <a:ea typeface="宋体" panose="02010600030101010101" pitchFamily="2" charset="-122"/>
              </a:defRPr>
            </a:lvl4pPr>
            <a:lvl5pPr marL="2055813" indent="-227013" defTabSz="950913">
              <a:defRPr>
                <a:solidFill>
                  <a:schemeClr val="tx1"/>
                </a:solidFill>
                <a:latin typeface="Tahoma" panose="020B0604030504040204" pitchFamily="34" charset="0"/>
                <a:ea typeface="宋体" panose="02010600030101010101" pitchFamily="2" charset="-122"/>
              </a:defRPr>
            </a:lvl5pPr>
            <a:lvl6pPr marL="2513013" indent="-227013"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0213" indent="-227013"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7413" indent="-227013"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4613" indent="-227013"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B8B7771D-2A22-4A04-B28B-E50EFAE83203}" type="slidenum">
              <a:rPr lang="zh-CN" altLang="en-US" smtClean="0"/>
              <a:pPr/>
              <a:t>68</a:t>
            </a:fld>
            <a:endParaRPr lang="en-US" altLang="zh-CN"/>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56DB9E6-024D-4E83-BE1E-4E4E2E8FA44D}" type="slidenum">
              <a:rPr lang="en-US" altLang="zh-CN" smtClean="0"/>
              <a:pPr>
                <a:defRPr/>
              </a:pPr>
              <a:t>70</a:t>
            </a:fld>
            <a:endParaRPr lang="en-US" altLang="zh-CN"/>
          </a:p>
        </p:txBody>
      </p:sp>
    </p:spTree>
    <p:extLst>
      <p:ext uri="{BB962C8B-B14F-4D97-AF65-F5344CB8AC3E}">
        <p14:creationId xmlns:p14="http://schemas.microsoft.com/office/powerpoint/2010/main" val="10926155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a:extLst>
              <a:ext uri="{FF2B5EF4-FFF2-40B4-BE49-F238E27FC236}">
                <a16:creationId xmlns:a16="http://schemas.microsoft.com/office/drawing/2014/main" id="{FA40D061-82AD-4798-97C8-9C3FF418CB6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B0BA084D-CE4D-4C03-9675-6B7AA098156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49FB6562-5202-43CE-B046-A2C09682533D}"/>
              </a:ext>
            </a:extLst>
          </p:cNvPr>
          <p:cNvSpPr>
            <a:spLocks noGrp="1" noChangeArrowheads="1"/>
          </p:cNvSpPr>
          <p:nvPr>
            <p:ph type="sldNum" sz="quarter" idx="12"/>
          </p:nvPr>
        </p:nvSpPr>
        <p:spPr>
          <a:ln/>
        </p:spPr>
        <p:txBody>
          <a:bodyPr/>
          <a:lstStyle>
            <a:lvl1pPr>
              <a:defRPr/>
            </a:lvl1pPr>
          </a:lstStyle>
          <a:p>
            <a:pPr>
              <a:defRPr/>
            </a:pPr>
            <a:fld id="{C2CBB4EC-E121-4AD6-B8D9-A5869AF4FCF6}" type="slidenum">
              <a:rPr lang="zh-CN" altLang="en-US"/>
              <a:pPr>
                <a:defRPr/>
              </a:pPr>
              <a:t>‹#›</a:t>
            </a:fld>
            <a:endParaRPr lang="en-US" altLang="zh-CN"/>
          </a:p>
        </p:txBody>
      </p:sp>
    </p:spTree>
    <p:extLst>
      <p:ext uri="{BB962C8B-B14F-4D97-AF65-F5344CB8AC3E}">
        <p14:creationId xmlns:p14="http://schemas.microsoft.com/office/powerpoint/2010/main" val="9803701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F276A14E-593E-404E-A933-F974B8DEF58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485FDCF7-65E4-47F8-A623-0A4B8C6C48A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B0759E5F-150B-4428-B4E0-DA1D17C88E20}"/>
              </a:ext>
            </a:extLst>
          </p:cNvPr>
          <p:cNvSpPr>
            <a:spLocks noGrp="1" noChangeArrowheads="1"/>
          </p:cNvSpPr>
          <p:nvPr>
            <p:ph type="sldNum" sz="quarter" idx="12"/>
          </p:nvPr>
        </p:nvSpPr>
        <p:spPr>
          <a:ln/>
        </p:spPr>
        <p:txBody>
          <a:bodyPr/>
          <a:lstStyle>
            <a:lvl1pPr>
              <a:defRPr/>
            </a:lvl1pPr>
          </a:lstStyle>
          <a:p>
            <a:pPr>
              <a:defRPr/>
            </a:pPr>
            <a:fld id="{BAD0F655-871B-43B8-8DBD-80AA3B1CAD87}" type="slidenum">
              <a:rPr lang="zh-CN" altLang="en-US"/>
              <a:pPr>
                <a:defRPr/>
              </a:pPr>
              <a:t>‹#›</a:t>
            </a:fld>
            <a:endParaRPr lang="en-US" altLang="zh-CN"/>
          </a:p>
        </p:txBody>
      </p:sp>
    </p:spTree>
    <p:extLst>
      <p:ext uri="{BB962C8B-B14F-4D97-AF65-F5344CB8AC3E}">
        <p14:creationId xmlns:p14="http://schemas.microsoft.com/office/powerpoint/2010/main" val="10531976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CAFE169D-2B77-4CC7-A87E-F24F5C41688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5F790CA9-AC07-433E-B125-154EF7A2379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7ADAB3C2-B192-4061-88DC-A8418DE52946}"/>
              </a:ext>
            </a:extLst>
          </p:cNvPr>
          <p:cNvSpPr>
            <a:spLocks noGrp="1" noChangeArrowheads="1"/>
          </p:cNvSpPr>
          <p:nvPr>
            <p:ph type="sldNum" sz="quarter" idx="12"/>
          </p:nvPr>
        </p:nvSpPr>
        <p:spPr>
          <a:ln/>
        </p:spPr>
        <p:txBody>
          <a:bodyPr/>
          <a:lstStyle>
            <a:lvl1pPr>
              <a:defRPr/>
            </a:lvl1pPr>
          </a:lstStyle>
          <a:p>
            <a:pPr>
              <a:defRPr/>
            </a:pPr>
            <a:fld id="{E50582CA-8801-46D1-80A9-E79B5DF3579D}" type="slidenum">
              <a:rPr lang="zh-CN" altLang="en-US"/>
              <a:pPr>
                <a:defRPr/>
              </a:pPr>
              <a:t>‹#›</a:t>
            </a:fld>
            <a:endParaRPr lang="en-US" altLang="zh-CN"/>
          </a:p>
        </p:txBody>
      </p:sp>
    </p:spTree>
    <p:extLst>
      <p:ext uri="{BB962C8B-B14F-4D97-AF65-F5344CB8AC3E}">
        <p14:creationId xmlns:p14="http://schemas.microsoft.com/office/powerpoint/2010/main" val="5125116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6A139B5E-A937-48FA-8472-C8193AEE2E0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3E120DD9-BF9A-4F8C-9199-4985EFE4984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EB5169C2-8652-4BA0-BD98-3D7B0C0F4456}"/>
              </a:ext>
            </a:extLst>
          </p:cNvPr>
          <p:cNvSpPr>
            <a:spLocks noGrp="1" noChangeArrowheads="1"/>
          </p:cNvSpPr>
          <p:nvPr>
            <p:ph type="sldNum" sz="quarter" idx="12"/>
          </p:nvPr>
        </p:nvSpPr>
        <p:spPr>
          <a:ln/>
        </p:spPr>
        <p:txBody>
          <a:bodyPr/>
          <a:lstStyle>
            <a:lvl1pPr>
              <a:defRPr/>
            </a:lvl1pPr>
          </a:lstStyle>
          <a:p>
            <a:pPr>
              <a:defRPr/>
            </a:pPr>
            <a:fld id="{82E791EA-3ED0-4B24-AF62-863A31929343}" type="slidenum">
              <a:rPr lang="zh-CN" altLang="en-US"/>
              <a:pPr>
                <a:defRPr/>
              </a:pPr>
              <a:t>‹#›</a:t>
            </a:fld>
            <a:endParaRPr lang="en-US" altLang="zh-CN"/>
          </a:p>
        </p:txBody>
      </p:sp>
    </p:spTree>
    <p:extLst>
      <p:ext uri="{BB962C8B-B14F-4D97-AF65-F5344CB8AC3E}">
        <p14:creationId xmlns:p14="http://schemas.microsoft.com/office/powerpoint/2010/main" val="26305696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541F8883-3A34-4501-877B-6EDCE019F46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ABA6B81D-59D7-4DF4-A30E-5251AB38D95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B17307F5-C135-44C5-BAD2-6F3170C8F3FD}"/>
              </a:ext>
            </a:extLst>
          </p:cNvPr>
          <p:cNvSpPr>
            <a:spLocks noGrp="1" noChangeArrowheads="1"/>
          </p:cNvSpPr>
          <p:nvPr>
            <p:ph type="sldNum" sz="quarter" idx="12"/>
          </p:nvPr>
        </p:nvSpPr>
        <p:spPr>
          <a:ln/>
        </p:spPr>
        <p:txBody>
          <a:bodyPr/>
          <a:lstStyle>
            <a:lvl1pPr>
              <a:defRPr/>
            </a:lvl1pPr>
          </a:lstStyle>
          <a:p>
            <a:pPr>
              <a:defRPr/>
            </a:pPr>
            <a:fld id="{A24FAC38-0DB6-4E15-BBA3-B2A94D6B63B3}" type="slidenum">
              <a:rPr lang="zh-CN" altLang="en-US"/>
              <a:pPr>
                <a:defRPr/>
              </a:pPr>
              <a:t>‹#›</a:t>
            </a:fld>
            <a:endParaRPr lang="en-US" altLang="zh-CN"/>
          </a:p>
        </p:txBody>
      </p:sp>
    </p:spTree>
    <p:extLst>
      <p:ext uri="{BB962C8B-B14F-4D97-AF65-F5344CB8AC3E}">
        <p14:creationId xmlns:p14="http://schemas.microsoft.com/office/powerpoint/2010/main" val="41475707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821ABF64-E6E3-447B-ABE9-DD02B8FC462C}"/>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B1F9A902-BD51-4DF0-8F6F-58E2038A829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F7EA57E6-701E-4E3F-B60E-2111180F5F0B}"/>
              </a:ext>
            </a:extLst>
          </p:cNvPr>
          <p:cNvSpPr>
            <a:spLocks noGrp="1" noChangeArrowheads="1"/>
          </p:cNvSpPr>
          <p:nvPr>
            <p:ph type="sldNum" sz="quarter" idx="12"/>
          </p:nvPr>
        </p:nvSpPr>
        <p:spPr>
          <a:ln/>
        </p:spPr>
        <p:txBody>
          <a:bodyPr/>
          <a:lstStyle>
            <a:lvl1pPr>
              <a:defRPr/>
            </a:lvl1pPr>
          </a:lstStyle>
          <a:p>
            <a:pPr>
              <a:defRPr/>
            </a:pPr>
            <a:fld id="{57E62A5F-683F-499E-9231-3A124FCBFA17}" type="slidenum">
              <a:rPr lang="zh-CN" altLang="en-US"/>
              <a:pPr>
                <a:defRPr/>
              </a:pPr>
              <a:t>‹#›</a:t>
            </a:fld>
            <a:endParaRPr lang="en-US" altLang="zh-CN"/>
          </a:p>
        </p:txBody>
      </p:sp>
    </p:spTree>
    <p:extLst>
      <p:ext uri="{BB962C8B-B14F-4D97-AF65-F5344CB8AC3E}">
        <p14:creationId xmlns:p14="http://schemas.microsoft.com/office/powerpoint/2010/main" val="31226199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984DAA28-1A7F-481E-88F2-B359DF49819C}"/>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0E47DF62-B89E-40EE-9CE3-3D1BF8453DC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05EBFA7E-C62A-45B8-9E87-D46D26EABC75}"/>
              </a:ext>
            </a:extLst>
          </p:cNvPr>
          <p:cNvSpPr>
            <a:spLocks noGrp="1" noChangeArrowheads="1"/>
          </p:cNvSpPr>
          <p:nvPr>
            <p:ph type="sldNum" sz="quarter" idx="12"/>
          </p:nvPr>
        </p:nvSpPr>
        <p:spPr>
          <a:ln/>
        </p:spPr>
        <p:txBody>
          <a:bodyPr/>
          <a:lstStyle>
            <a:lvl1pPr>
              <a:defRPr/>
            </a:lvl1pPr>
          </a:lstStyle>
          <a:p>
            <a:pPr>
              <a:defRPr/>
            </a:pPr>
            <a:fld id="{61071028-B46A-49A0-9E56-CBFCACBF1F28}" type="slidenum">
              <a:rPr lang="zh-CN" altLang="en-US"/>
              <a:pPr>
                <a:defRPr/>
              </a:pPr>
              <a:t>‹#›</a:t>
            </a:fld>
            <a:endParaRPr lang="en-US" altLang="zh-CN"/>
          </a:p>
        </p:txBody>
      </p:sp>
    </p:spTree>
    <p:extLst>
      <p:ext uri="{BB962C8B-B14F-4D97-AF65-F5344CB8AC3E}">
        <p14:creationId xmlns:p14="http://schemas.microsoft.com/office/powerpoint/2010/main" val="35143226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59C5B747-0EA2-4E8C-BB39-7C65AF388ED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2650AA3F-4FEA-47F5-8FB0-2C1863FF433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636316E9-07A3-4EE3-9F9E-6E6AF471BC33}"/>
              </a:ext>
            </a:extLst>
          </p:cNvPr>
          <p:cNvSpPr>
            <a:spLocks noGrp="1" noChangeArrowheads="1"/>
          </p:cNvSpPr>
          <p:nvPr>
            <p:ph type="sldNum" sz="quarter" idx="12"/>
          </p:nvPr>
        </p:nvSpPr>
        <p:spPr>
          <a:ln/>
        </p:spPr>
        <p:txBody>
          <a:bodyPr/>
          <a:lstStyle>
            <a:lvl1pPr>
              <a:defRPr/>
            </a:lvl1pPr>
          </a:lstStyle>
          <a:p>
            <a:pPr>
              <a:defRPr/>
            </a:pPr>
            <a:fld id="{5B6480AC-86F2-423E-8E9A-DBF3FC47B508}" type="slidenum">
              <a:rPr lang="zh-CN" altLang="en-US"/>
              <a:pPr>
                <a:defRPr/>
              </a:pPr>
              <a:t>‹#›</a:t>
            </a:fld>
            <a:endParaRPr lang="en-US" altLang="zh-CN"/>
          </a:p>
        </p:txBody>
      </p:sp>
    </p:spTree>
    <p:extLst>
      <p:ext uri="{BB962C8B-B14F-4D97-AF65-F5344CB8AC3E}">
        <p14:creationId xmlns:p14="http://schemas.microsoft.com/office/powerpoint/2010/main" val="19705039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774CB998-ADC0-4EF6-BE0F-0E8022C6F85D}"/>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16C0E30E-3A45-434F-A527-79AFF74273C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E241BF97-48E8-4A1C-A54E-C6523958E566}"/>
              </a:ext>
            </a:extLst>
          </p:cNvPr>
          <p:cNvSpPr>
            <a:spLocks noGrp="1" noChangeArrowheads="1"/>
          </p:cNvSpPr>
          <p:nvPr>
            <p:ph type="sldNum" sz="quarter" idx="12"/>
          </p:nvPr>
        </p:nvSpPr>
        <p:spPr>
          <a:ln/>
        </p:spPr>
        <p:txBody>
          <a:bodyPr/>
          <a:lstStyle>
            <a:lvl1pPr>
              <a:defRPr/>
            </a:lvl1pPr>
          </a:lstStyle>
          <a:p>
            <a:pPr>
              <a:defRPr/>
            </a:pPr>
            <a:fld id="{9807D558-364C-465A-8A21-C5FEE2BB5E22}" type="slidenum">
              <a:rPr lang="zh-CN" altLang="en-US"/>
              <a:pPr>
                <a:defRPr/>
              </a:pPr>
              <a:t>‹#›</a:t>
            </a:fld>
            <a:endParaRPr lang="en-US" altLang="zh-CN"/>
          </a:p>
        </p:txBody>
      </p:sp>
    </p:spTree>
    <p:extLst>
      <p:ext uri="{BB962C8B-B14F-4D97-AF65-F5344CB8AC3E}">
        <p14:creationId xmlns:p14="http://schemas.microsoft.com/office/powerpoint/2010/main" val="16524981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B989018A-4A65-427F-A992-E6D9277610E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575B3503-9EE6-48DF-861B-96F66977935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4D5DCFC8-3D0C-48D2-9493-F9486AF8F88F}"/>
              </a:ext>
            </a:extLst>
          </p:cNvPr>
          <p:cNvSpPr>
            <a:spLocks noGrp="1" noChangeArrowheads="1"/>
          </p:cNvSpPr>
          <p:nvPr>
            <p:ph type="sldNum" sz="quarter" idx="12"/>
          </p:nvPr>
        </p:nvSpPr>
        <p:spPr>
          <a:ln/>
        </p:spPr>
        <p:txBody>
          <a:bodyPr/>
          <a:lstStyle>
            <a:lvl1pPr>
              <a:defRPr/>
            </a:lvl1pPr>
          </a:lstStyle>
          <a:p>
            <a:pPr>
              <a:defRPr/>
            </a:pPr>
            <a:fld id="{93493BB5-62D2-4B34-90B2-7D0C6736ABF4}" type="slidenum">
              <a:rPr lang="zh-CN" altLang="en-US"/>
              <a:pPr>
                <a:defRPr/>
              </a:pPr>
              <a:t>‹#›</a:t>
            </a:fld>
            <a:endParaRPr lang="en-US" altLang="zh-CN"/>
          </a:p>
        </p:txBody>
      </p:sp>
    </p:spTree>
    <p:extLst>
      <p:ext uri="{BB962C8B-B14F-4D97-AF65-F5344CB8AC3E}">
        <p14:creationId xmlns:p14="http://schemas.microsoft.com/office/powerpoint/2010/main" val="5117680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05979"/>
            <a:ext cx="6019800" cy="4388644"/>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EF19631F-9D60-4886-A7D5-32D5044330F1}"/>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2DFCCB2A-720B-4AD8-A8FA-3CBDBBB6243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4DBF9520-4471-4303-BBCC-DEACDDE76921}"/>
              </a:ext>
            </a:extLst>
          </p:cNvPr>
          <p:cNvSpPr>
            <a:spLocks noGrp="1" noChangeArrowheads="1"/>
          </p:cNvSpPr>
          <p:nvPr>
            <p:ph type="sldNum" sz="quarter" idx="12"/>
          </p:nvPr>
        </p:nvSpPr>
        <p:spPr>
          <a:ln/>
        </p:spPr>
        <p:txBody>
          <a:bodyPr/>
          <a:lstStyle>
            <a:lvl1pPr>
              <a:defRPr/>
            </a:lvl1pPr>
          </a:lstStyle>
          <a:p>
            <a:pPr>
              <a:defRPr/>
            </a:pPr>
            <a:fld id="{5DDC955F-C10A-4532-B2CE-55FAA8B8ED61}" type="slidenum">
              <a:rPr lang="zh-CN" altLang="en-US"/>
              <a:pPr>
                <a:defRPr/>
              </a:pPr>
              <a:t>‹#›</a:t>
            </a:fld>
            <a:endParaRPr lang="en-US" altLang="zh-CN"/>
          </a:p>
        </p:txBody>
      </p:sp>
    </p:spTree>
    <p:extLst>
      <p:ext uri="{BB962C8B-B14F-4D97-AF65-F5344CB8AC3E}">
        <p14:creationId xmlns:p14="http://schemas.microsoft.com/office/powerpoint/2010/main" val="32344719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200151"/>
            <a:ext cx="7772400" cy="1335081"/>
          </a:xfrm>
        </p:spPr>
        <p:txBody>
          <a:bodyPr anchor="b">
            <a:normAutofit/>
          </a:bodyPr>
          <a:lstStyle>
            <a:lvl1pPr>
              <a:defRPr sz="4400">
                <a:solidFill>
                  <a:srgbClr val="FFFFFF"/>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371600" y="2667001"/>
            <a:ext cx="6400800" cy="11049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a:extLst>
              <a:ext uri="{FF2B5EF4-FFF2-40B4-BE49-F238E27FC236}">
                <a16:creationId xmlns:a16="http://schemas.microsoft.com/office/drawing/2014/main" id="{EFCB5336-399B-4C8C-B5D3-A8F42014E116}"/>
              </a:ext>
            </a:extLst>
          </p:cNvPr>
          <p:cNvSpPr>
            <a:spLocks noGrp="1"/>
          </p:cNvSpPr>
          <p:nvPr>
            <p:ph type="dt" sz="half" idx="10"/>
          </p:nvPr>
        </p:nvSpPr>
        <p:spPr/>
        <p:txBody>
          <a:bodyPr/>
          <a:lstStyle>
            <a:lvl1pPr>
              <a:defRPr/>
            </a:lvl1pPr>
          </a:lstStyle>
          <a:p>
            <a:pPr>
              <a:defRPr/>
            </a:pPr>
            <a:endParaRPr lang="en-US" altLang="zh-CN"/>
          </a:p>
        </p:txBody>
      </p:sp>
      <p:sp>
        <p:nvSpPr>
          <p:cNvPr id="5" name="Footer Placeholder 4">
            <a:extLst>
              <a:ext uri="{FF2B5EF4-FFF2-40B4-BE49-F238E27FC236}">
                <a16:creationId xmlns:a16="http://schemas.microsoft.com/office/drawing/2014/main" id="{087D0363-7BAA-4C3D-A896-3F4D89C9CD0E}"/>
              </a:ext>
            </a:extLst>
          </p:cNvPr>
          <p:cNvSpPr>
            <a:spLocks noGrp="1"/>
          </p:cNvSpPr>
          <p:nvPr>
            <p:ph type="ftr" sz="quarter" idx="11"/>
          </p:nvPr>
        </p:nvSpPr>
        <p:spPr/>
        <p:txBody>
          <a:bodyPr/>
          <a:lstStyle>
            <a:lvl1pPr>
              <a:defRPr/>
            </a:lvl1pPr>
          </a:lstStyle>
          <a:p>
            <a:pPr>
              <a:defRPr/>
            </a:pPr>
            <a:endParaRPr lang="en-US" altLang="zh-CN"/>
          </a:p>
        </p:txBody>
      </p:sp>
      <p:sp>
        <p:nvSpPr>
          <p:cNvPr id="6" name="Slide Number Placeholder 5">
            <a:extLst>
              <a:ext uri="{FF2B5EF4-FFF2-40B4-BE49-F238E27FC236}">
                <a16:creationId xmlns:a16="http://schemas.microsoft.com/office/drawing/2014/main" id="{D99B91F6-D2BC-4627-8A81-34C6FC3231B5}"/>
              </a:ext>
            </a:extLst>
          </p:cNvPr>
          <p:cNvSpPr>
            <a:spLocks noGrp="1"/>
          </p:cNvSpPr>
          <p:nvPr>
            <p:ph type="sldNum" sz="quarter" idx="12"/>
          </p:nvPr>
        </p:nvSpPr>
        <p:spPr/>
        <p:txBody>
          <a:bodyPr/>
          <a:lstStyle>
            <a:lvl1pPr>
              <a:defRPr/>
            </a:lvl1pPr>
          </a:lstStyle>
          <a:p>
            <a:pPr>
              <a:defRPr/>
            </a:pPr>
            <a:fld id="{D343F422-A3AF-42B0-A1DA-0A9B4980E1DE}" type="slidenum">
              <a:rPr lang="zh-CN" altLang="en-US"/>
              <a:pPr>
                <a:defRPr/>
              </a:pPr>
              <a:t>‹#›</a:t>
            </a:fld>
            <a:endParaRPr lang="en-US" altLang="zh-CN"/>
          </a:p>
        </p:txBody>
      </p:sp>
    </p:spTree>
    <p:extLst>
      <p:ext uri="{BB962C8B-B14F-4D97-AF65-F5344CB8AC3E}">
        <p14:creationId xmlns:p14="http://schemas.microsoft.com/office/powerpoint/2010/main" val="26966380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Title 6"/>
          <p:cNvSpPr>
            <a:spLocks noGrp="1"/>
          </p:cNvSpPr>
          <p:nvPr>
            <p:ph type="title"/>
          </p:nvPr>
        </p:nvSpPr>
        <p:spPr/>
        <p:txBody>
          <a:bodyPr/>
          <a:lstStyle/>
          <a:p>
            <a:r>
              <a:rPr lang="zh-CN" altLang="en-US"/>
              <a:t>单击此处编辑母版标题样式</a:t>
            </a:r>
            <a:endParaRPr lang="en-US"/>
          </a:p>
        </p:txBody>
      </p:sp>
      <p:sp>
        <p:nvSpPr>
          <p:cNvPr id="4" name="Date Placeholder 3">
            <a:extLst>
              <a:ext uri="{FF2B5EF4-FFF2-40B4-BE49-F238E27FC236}">
                <a16:creationId xmlns:a16="http://schemas.microsoft.com/office/drawing/2014/main" id="{47C4930D-A61B-4965-9EE9-9E76C4062D8C}"/>
              </a:ext>
            </a:extLst>
          </p:cNvPr>
          <p:cNvSpPr>
            <a:spLocks noGrp="1"/>
          </p:cNvSpPr>
          <p:nvPr>
            <p:ph type="dt" sz="half" idx="10"/>
          </p:nvPr>
        </p:nvSpPr>
        <p:spPr/>
        <p:txBody>
          <a:bodyPr/>
          <a:lstStyle>
            <a:lvl1pPr>
              <a:defRPr/>
            </a:lvl1pPr>
          </a:lstStyle>
          <a:p>
            <a:pPr>
              <a:defRPr/>
            </a:pPr>
            <a:endParaRPr lang="en-US" altLang="zh-CN"/>
          </a:p>
        </p:txBody>
      </p:sp>
      <p:sp>
        <p:nvSpPr>
          <p:cNvPr id="5" name="Footer Placeholder 4">
            <a:extLst>
              <a:ext uri="{FF2B5EF4-FFF2-40B4-BE49-F238E27FC236}">
                <a16:creationId xmlns:a16="http://schemas.microsoft.com/office/drawing/2014/main" id="{08150D68-66FE-495F-AAA3-6317AF933846}"/>
              </a:ext>
            </a:extLst>
          </p:cNvPr>
          <p:cNvSpPr>
            <a:spLocks noGrp="1"/>
          </p:cNvSpPr>
          <p:nvPr>
            <p:ph type="ftr" sz="quarter" idx="11"/>
          </p:nvPr>
        </p:nvSpPr>
        <p:spPr/>
        <p:txBody>
          <a:bodyPr/>
          <a:lstStyle>
            <a:lvl1pPr>
              <a:defRPr/>
            </a:lvl1pPr>
          </a:lstStyle>
          <a:p>
            <a:pPr>
              <a:defRPr/>
            </a:pPr>
            <a:endParaRPr lang="en-US" altLang="zh-CN"/>
          </a:p>
        </p:txBody>
      </p:sp>
      <p:sp>
        <p:nvSpPr>
          <p:cNvPr id="6" name="Slide Number Placeholder 5">
            <a:extLst>
              <a:ext uri="{FF2B5EF4-FFF2-40B4-BE49-F238E27FC236}">
                <a16:creationId xmlns:a16="http://schemas.microsoft.com/office/drawing/2014/main" id="{7CBE520C-D07D-4514-9C04-A3FFA77C5B6D}"/>
              </a:ext>
            </a:extLst>
          </p:cNvPr>
          <p:cNvSpPr>
            <a:spLocks noGrp="1"/>
          </p:cNvSpPr>
          <p:nvPr>
            <p:ph type="sldNum" sz="quarter" idx="12"/>
          </p:nvPr>
        </p:nvSpPr>
        <p:spPr/>
        <p:txBody>
          <a:bodyPr/>
          <a:lstStyle>
            <a:lvl1pPr>
              <a:defRPr/>
            </a:lvl1pPr>
          </a:lstStyle>
          <a:p>
            <a:pPr>
              <a:defRPr/>
            </a:pPr>
            <a:fld id="{ECB9F97E-05A3-4C5B-A0AF-D3DCCEFE8E8E}" type="slidenum">
              <a:rPr lang="zh-CN" altLang="en-US"/>
              <a:pPr>
                <a:defRPr/>
              </a:pPr>
              <a:t>‹#›</a:t>
            </a:fld>
            <a:endParaRPr lang="en-US" altLang="zh-CN"/>
          </a:p>
        </p:txBody>
      </p:sp>
    </p:spTree>
    <p:extLst>
      <p:ext uri="{BB962C8B-B14F-4D97-AF65-F5344CB8AC3E}">
        <p14:creationId xmlns:p14="http://schemas.microsoft.com/office/powerpoint/2010/main" val="15187538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9" y="160735"/>
            <a:ext cx="7793037" cy="1096565"/>
          </a:xfrm>
        </p:spPr>
        <p:txBody>
          <a:bodyPr/>
          <a:lstStyle/>
          <a:p>
            <a:r>
              <a:rPr lang="zh-CN" altLang="en-US"/>
              <a:t>单击此处编辑母版标题样式</a:t>
            </a:r>
          </a:p>
        </p:txBody>
      </p:sp>
      <p:sp>
        <p:nvSpPr>
          <p:cNvPr id="3" name="内容占位符 2"/>
          <p:cNvSpPr>
            <a:spLocks noGrp="1"/>
          </p:cNvSpPr>
          <p:nvPr>
            <p:ph sz="half" idx="1"/>
          </p:nvPr>
        </p:nvSpPr>
        <p:spPr>
          <a:xfrm>
            <a:off x="1182688" y="1513285"/>
            <a:ext cx="3810000" cy="30861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5145088" y="1513285"/>
            <a:ext cx="3810000" cy="1485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5145088" y="3113485"/>
            <a:ext cx="3810000" cy="1485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Date Placeholder 3">
            <a:extLst>
              <a:ext uri="{FF2B5EF4-FFF2-40B4-BE49-F238E27FC236}">
                <a16:creationId xmlns:a16="http://schemas.microsoft.com/office/drawing/2014/main" id="{2FFE1DA8-6F1C-4D8C-B560-359AE110D480}"/>
              </a:ext>
            </a:extLst>
          </p:cNvPr>
          <p:cNvSpPr>
            <a:spLocks noGrp="1"/>
          </p:cNvSpPr>
          <p:nvPr>
            <p:ph type="dt" sz="half" idx="10"/>
          </p:nvPr>
        </p:nvSpPr>
        <p:spPr/>
        <p:txBody>
          <a:bodyPr/>
          <a:lstStyle>
            <a:lvl1pPr>
              <a:defRPr/>
            </a:lvl1pPr>
          </a:lstStyle>
          <a:p>
            <a:pPr>
              <a:defRPr/>
            </a:pPr>
            <a:endParaRPr lang="en-US" altLang="zh-CN"/>
          </a:p>
        </p:txBody>
      </p:sp>
      <p:sp>
        <p:nvSpPr>
          <p:cNvPr id="7" name="Footer Placeholder 4">
            <a:extLst>
              <a:ext uri="{FF2B5EF4-FFF2-40B4-BE49-F238E27FC236}">
                <a16:creationId xmlns:a16="http://schemas.microsoft.com/office/drawing/2014/main" id="{E8576B6F-61D6-42E1-B932-D459A688792F}"/>
              </a:ext>
            </a:extLst>
          </p:cNvPr>
          <p:cNvSpPr>
            <a:spLocks noGrp="1"/>
          </p:cNvSpPr>
          <p:nvPr>
            <p:ph type="ftr" sz="quarter" idx="11"/>
          </p:nvPr>
        </p:nvSpPr>
        <p:spPr/>
        <p:txBody>
          <a:bodyPr/>
          <a:lstStyle>
            <a:lvl1pPr>
              <a:defRPr/>
            </a:lvl1pPr>
          </a:lstStyle>
          <a:p>
            <a:pPr>
              <a:defRPr/>
            </a:pPr>
            <a:endParaRPr lang="en-US" altLang="zh-CN"/>
          </a:p>
        </p:txBody>
      </p:sp>
      <p:sp>
        <p:nvSpPr>
          <p:cNvPr id="8" name="Slide Number Placeholder 5">
            <a:extLst>
              <a:ext uri="{FF2B5EF4-FFF2-40B4-BE49-F238E27FC236}">
                <a16:creationId xmlns:a16="http://schemas.microsoft.com/office/drawing/2014/main" id="{DEA8DAA1-28DE-46A7-8EF0-1B56FA0B1CE2}"/>
              </a:ext>
            </a:extLst>
          </p:cNvPr>
          <p:cNvSpPr>
            <a:spLocks noGrp="1"/>
          </p:cNvSpPr>
          <p:nvPr>
            <p:ph type="sldNum" sz="quarter" idx="12"/>
          </p:nvPr>
        </p:nvSpPr>
        <p:spPr/>
        <p:txBody>
          <a:bodyPr/>
          <a:lstStyle>
            <a:lvl1pPr>
              <a:defRPr/>
            </a:lvl1pPr>
          </a:lstStyle>
          <a:p>
            <a:pPr>
              <a:defRPr/>
            </a:pPr>
            <a:fld id="{9D0F0358-4754-4A4C-A934-09201E657DBD}" type="slidenum">
              <a:rPr lang="zh-CN" altLang="en-US"/>
              <a:pPr>
                <a:defRPr/>
              </a:pPr>
              <a:t>‹#›</a:t>
            </a:fld>
            <a:endParaRPr lang="en-US" altLang="zh-CN"/>
          </a:p>
        </p:txBody>
      </p:sp>
    </p:spTree>
    <p:extLst>
      <p:ext uri="{BB962C8B-B14F-4D97-AF65-F5344CB8AC3E}">
        <p14:creationId xmlns:p14="http://schemas.microsoft.com/office/powerpoint/2010/main" val="35225488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9" y="160735"/>
            <a:ext cx="7793037" cy="1096565"/>
          </a:xfrm>
        </p:spPr>
        <p:txBody>
          <a:bodyPr/>
          <a:lstStyle/>
          <a:p>
            <a:r>
              <a:rPr lang="zh-CN" altLang="en-US"/>
              <a:t>单击此处编辑母版标题样式</a:t>
            </a:r>
          </a:p>
        </p:txBody>
      </p:sp>
      <p:sp>
        <p:nvSpPr>
          <p:cNvPr id="3" name="文本占位符 2"/>
          <p:cNvSpPr>
            <a:spLocks noGrp="1"/>
          </p:cNvSpPr>
          <p:nvPr>
            <p:ph type="body" sz="half" idx="1"/>
          </p:nvPr>
        </p:nvSpPr>
        <p:spPr>
          <a:xfrm>
            <a:off x="1182688" y="1513285"/>
            <a:ext cx="3810000" cy="30861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5145088" y="1513285"/>
            <a:ext cx="3810000" cy="1485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5145088" y="3113485"/>
            <a:ext cx="3810000" cy="1485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Date Placeholder 3">
            <a:extLst>
              <a:ext uri="{FF2B5EF4-FFF2-40B4-BE49-F238E27FC236}">
                <a16:creationId xmlns:a16="http://schemas.microsoft.com/office/drawing/2014/main" id="{19564EEA-59CA-4476-B6F3-6FD39F771503}"/>
              </a:ext>
            </a:extLst>
          </p:cNvPr>
          <p:cNvSpPr>
            <a:spLocks noGrp="1"/>
          </p:cNvSpPr>
          <p:nvPr>
            <p:ph type="dt" sz="half" idx="10"/>
          </p:nvPr>
        </p:nvSpPr>
        <p:spPr/>
        <p:txBody>
          <a:bodyPr/>
          <a:lstStyle>
            <a:lvl1pPr>
              <a:defRPr/>
            </a:lvl1pPr>
          </a:lstStyle>
          <a:p>
            <a:pPr>
              <a:defRPr/>
            </a:pPr>
            <a:endParaRPr lang="en-US" altLang="zh-CN"/>
          </a:p>
        </p:txBody>
      </p:sp>
      <p:sp>
        <p:nvSpPr>
          <p:cNvPr id="7" name="Footer Placeholder 4">
            <a:extLst>
              <a:ext uri="{FF2B5EF4-FFF2-40B4-BE49-F238E27FC236}">
                <a16:creationId xmlns:a16="http://schemas.microsoft.com/office/drawing/2014/main" id="{D6640C13-371F-4E0B-AE1B-6E9571B70D7E}"/>
              </a:ext>
            </a:extLst>
          </p:cNvPr>
          <p:cNvSpPr>
            <a:spLocks noGrp="1"/>
          </p:cNvSpPr>
          <p:nvPr>
            <p:ph type="ftr" sz="quarter" idx="11"/>
          </p:nvPr>
        </p:nvSpPr>
        <p:spPr/>
        <p:txBody>
          <a:bodyPr/>
          <a:lstStyle>
            <a:lvl1pPr>
              <a:defRPr/>
            </a:lvl1pPr>
          </a:lstStyle>
          <a:p>
            <a:pPr>
              <a:defRPr/>
            </a:pPr>
            <a:endParaRPr lang="en-US" altLang="zh-CN"/>
          </a:p>
        </p:txBody>
      </p:sp>
      <p:sp>
        <p:nvSpPr>
          <p:cNvPr id="8" name="Slide Number Placeholder 5">
            <a:extLst>
              <a:ext uri="{FF2B5EF4-FFF2-40B4-BE49-F238E27FC236}">
                <a16:creationId xmlns:a16="http://schemas.microsoft.com/office/drawing/2014/main" id="{7BDAAA62-9183-41F3-967E-149AA9EE998A}"/>
              </a:ext>
            </a:extLst>
          </p:cNvPr>
          <p:cNvSpPr>
            <a:spLocks noGrp="1"/>
          </p:cNvSpPr>
          <p:nvPr>
            <p:ph type="sldNum" sz="quarter" idx="12"/>
          </p:nvPr>
        </p:nvSpPr>
        <p:spPr/>
        <p:txBody>
          <a:bodyPr/>
          <a:lstStyle>
            <a:lvl1pPr>
              <a:defRPr/>
            </a:lvl1pPr>
          </a:lstStyle>
          <a:p>
            <a:pPr>
              <a:defRPr/>
            </a:pPr>
            <a:fld id="{BEB92E98-8E04-485F-A4BE-D7BF2081EA2B}" type="slidenum">
              <a:rPr lang="zh-CN" altLang="en-US"/>
              <a:pPr>
                <a:defRPr/>
              </a:pPr>
              <a:t>‹#›</a:t>
            </a:fld>
            <a:endParaRPr lang="en-US" altLang="zh-CN"/>
          </a:p>
        </p:txBody>
      </p:sp>
    </p:spTree>
    <p:extLst>
      <p:ext uri="{BB962C8B-B14F-4D97-AF65-F5344CB8AC3E}">
        <p14:creationId xmlns:p14="http://schemas.microsoft.com/office/powerpoint/2010/main" val="25532708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13"/>
          <p:cNvSpPr>
            <a:spLocks noGrp="1" noChangeArrowheads="1"/>
          </p:cNvSpPr>
          <p:nvPr>
            <p:ph type="sldNum" sz="quarter" idx="12"/>
          </p:nvPr>
        </p:nvSpPr>
        <p:spPr>
          <a:ln/>
        </p:spPr>
        <p:txBody>
          <a:bodyPr/>
          <a:lstStyle>
            <a:lvl1pPr>
              <a:defRPr/>
            </a:lvl1pPr>
          </a:lstStyle>
          <a:p>
            <a:pPr>
              <a:defRPr/>
            </a:pPr>
            <a:fld id="{C803C068-57FF-465D-8480-AC7264A8A534}" type="slidenum">
              <a:rPr lang="zh-CN" altLang="en-US"/>
              <a:pPr>
                <a:defRPr/>
              </a:pPr>
              <a:t>‹#›</a:t>
            </a:fld>
            <a:endParaRPr lang="en-US" altLang="zh-CN"/>
          </a:p>
        </p:txBody>
      </p:sp>
    </p:spTree>
    <p:extLst>
      <p:ext uri="{BB962C8B-B14F-4D97-AF65-F5344CB8AC3E}">
        <p14:creationId xmlns:p14="http://schemas.microsoft.com/office/powerpoint/2010/main" val="40523258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200152"/>
            <a:ext cx="7772400" cy="1335081"/>
          </a:xfrm>
        </p:spPr>
        <p:txBody>
          <a:bodyPr anchor="b">
            <a:normAutofit/>
          </a:bodyPr>
          <a:lstStyle>
            <a:lvl1pPr>
              <a:defRPr sz="4400">
                <a:solidFill>
                  <a:srgbClr val="FFFFFF"/>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371600" y="2667001"/>
            <a:ext cx="6400800" cy="11049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a:extLst>
              <a:ext uri="{FF2B5EF4-FFF2-40B4-BE49-F238E27FC236}">
                <a16:creationId xmlns:a16="http://schemas.microsoft.com/office/drawing/2014/main" id="{98202998-FB1D-4506-AA14-4F66F1A9401E}"/>
              </a:ext>
            </a:extLst>
          </p:cNvPr>
          <p:cNvSpPr>
            <a:spLocks noGrp="1"/>
          </p:cNvSpPr>
          <p:nvPr>
            <p:ph type="dt" sz="half" idx="10"/>
          </p:nvPr>
        </p:nvSpPr>
        <p:spPr/>
        <p:txBody>
          <a:bodyPr rtlCol="0"/>
          <a:lstStyle>
            <a:lvl1pPr>
              <a:defRPr>
                <a:ea typeface="楷体_GB2312"/>
              </a:defRPr>
            </a:lvl1pPr>
          </a:lstStyle>
          <a:p>
            <a:pPr>
              <a:defRPr/>
            </a:pPr>
            <a:endParaRPr lang="en-US" altLang="zh-CN"/>
          </a:p>
        </p:txBody>
      </p:sp>
      <p:sp>
        <p:nvSpPr>
          <p:cNvPr id="5" name="Footer Placeholder 4">
            <a:extLst>
              <a:ext uri="{FF2B5EF4-FFF2-40B4-BE49-F238E27FC236}">
                <a16:creationId xmlns:a16="http://schemas.microsoft.com/office/drawing/2014/main" id="{51D5105A-1B90-4FF5-AAF7-1E551A528F67}"/>
              </a:ext>
            </a:extLst>
          </p:cNvPr>
          <p:cNvSpPr>
            <a:spLocks noGrp="1"/>
          </p:cNvSpPr>
          <p:nvPr>
            <p:ph type="ftr" sz="quarter" idx="11"/>
          </p:nvPr>
        </p:nvSpPr>
        <p:spPr/>
        <p:txBody>
          <a:bodyPr rtlCol="0"/>
          <a:lstStyle>
            <a:lvl1pPr>
              <a:defRPr>
                <a:ea typeface="楷体_GB2312"/>
              </a:defRPr>
            </a:lvl1pPr>
          </a:lstStyle>
          <a:p>
            <a:pPr>
              <a:defRPr/>
            </a:pPr>
            <a:endParaRPr lang="en-US" altLang="zh-CN"/>
          </a:p>
        </p:txBody>
      </p:sp>
      <p:sp>
        <p:nvSpPr>
          <p:cNvPr id="6" name="Slide Number Placeholder 5">
            <a:extLst>
              <a:ext uri="{FF2B5EF4-FFF2-40B4-BE49-F238E27FC236}">
                <a16:creationId xmlns:a16="http://schemas.microsoft.com/office/drawing/2014/main" id="{87AEDAFC-7893-4A04-8CD0-D5BF008942BD}"/>
              </a:ext>
            </a:extLst>
          </p:cNvPr>
          <p:cNvSpPr>
            <a:spLocks noGrp="1"/>
          </p:cNvSpPr>
          <p:nvPr>
            <p:ph type="sldNum" sz="quarter" idx="12"/>
          </p:nvPr>
        </p:nvSpPr>
        <p:spPr/>
        <p:txBody>
          <a:bodyPr/>
          <a:lstStyle>
            <a:lvl1pPr>
              <a:defRPr>
                <a:ea typeface="楷体_GB2312"/>
                <a:cs typeface="楷体_GB2312"/>
              </a:defRPr>
            </a:lvl1pPr>
          </a:lstStyle>
          <a:p>
            <a:pPr>
              <a:defRPr/>
            </a:pPr>
            <a:fld id="{64009E69-71E8-456A-969D-D19625B3D992}" type="slidenum">
              <a:rPr lang="zh-CN" altLang="en-US"/>
              <a:pPr>
                <a:defRPr/>
              </a:pPr>
              <a:t>‹#›</a:t>
            </a:fld>
            <a:endParaRPr lang="en-US" altLang="zh-CN"/>
          </a:p>
        </p:txBody>
      </p:sp>
    </p:spTree>
    <p:extLst>
      <p:ext uri="{BB962C8B-B14F-4D97-AF65-F5344CB8AC3E}">
        <p14:creationId xmlns:p14="http://schemas.microsoft.com/office/powerpoint/2010/main" val="24341976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grpSp>
        <p:nvGrpSpPr>
          <p:cNvPr id="4" name="组合 5">
            <a:extLst>
              <a:ext uri="{FF2B5EF4-FFF2-40B4-BE49-F238E27FC236}">
                <a16:creationId xmlns:a16="http://schemas.microsoft.com/office/drawing/2014/main" id="{E719F4AA-F403-4CF8-9C0A-3754D42D58CD}"/>
              </a:ext>
            </a:extLst>
          </p:cNvPr>
          <p:cNvGrpSpPr>
            <a:grpSpLocks/>
          </p:cNvGrpSpPr>
          <p:nvPr userDrawn="1"/>
        </p:nvGrpSpPr>
        <p:grpSpPr bwMode="auto">
          <a:xfrm>
            <a:off x="0" y="195263"/>
            <a:ext cx="755650" cy="431800"/>
            <a:chOff x="-786" y="195486"/>
            <a:chExt cx="756363" cy="432048"/>
          </a:xfrm>
        </p:grpSpPr>
        <p:sp>
          <p:nvSpPr>
            <p:cNvPr id="5" name="五边形 7">
              <a:extLst>
                <a:ext uri="{FF2B5EF4-FFF2-40B4-BE49-F238E27FC236}">
                  <a16:creationId xmlns:a16="http://schemas.microsoft.com/office/drawing/2014/main" id="{D4FEEE83-F8BC-45EF-AB91-02DBB848A699}"/>
                </a:ext>
              </a:extLst>
            </p:cNvPr>
            <p:cNvSpPr/>
            <p:nvPr/>
          </p:nvSpPr>
          <p:spPr>
            <a:xfrm>
              <a:off x="-786" y="195486"/>
              <a:ext cx="756363" cy="432048"/>
            </a:xfrm>
            <a:prstGeom prst="homePlate">
              <a:avLst/>
            </a:prstGeom>
            <a:solidFill>
              <a:schemeClr val="bg2">
                <a:lumMod val="50000"/>
              </a:schemeClr>
            </a:solidFill>
            <a:ln w="25400" cap="flat" cmpd="sng" algn="ctr">
              <a:noFill/>
              <a:prstDash val="solid"/>
            </a:ln>
            <a:effectLst/>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a:solidFill>
                  <a:srgbClr val="FFFFFF"/>
                </a:solidFill>
                <a:latin typeface="Calibri" panose="020F0502020204030204" pitchFamily="34" charset="0"/>
                <a:ea typeface="楷体_GB2312"/>
                <a:cs typeface="楷体_GB2312"/>
              </a:endParaRPr>
            </a:p>
          </p:txBody>
        </p:sp>
        <p:sp>
          <p:nvSpPr>
            <p:cNvPr id="6" name="五边形 8">
              <a:extLst>
                <a:ext uri="{FF2B5EF4-FFF2-40B4-BE49-F238E27FC236}">
                  <a16:creationId xmlns:a16="http://schemas.microsoft.com/office/drawing/2014/main" id="{6F3BF182-5005-4210-AD59-07596771F907}"/>
                </a:ext>
              </a:extLst>
            </p:cNvPr>
            <p:cNvSpPr>
              <a:spLocks noChangeArrowheads="1"/>
            </p:cNvSpPr>
            <p:nvPr/>
          </p:nvSpPr>
          <p:spPr bwMode="auto">
            <a:xfrm>
              <a:off x="-786" y="197074"/>
              <a:ext cx="756363" cy="88951"/>
            </a:xfrm>
            <a:prstGeom prst="homePlate">
              <a:avLst>
                <a:gd name="adj" fmla="val 49995"/>
              </a:avLst>
            </a:prstGeom>
            <a:solidFill>
              <a:schemeClr val="bg1">
                <a:alpha val="30196"/>
              </a:schemeClr>
            </a:solidFill>
            <a:ln>
              <a:noFill/>
            </a:ln>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a:solidFill>
                  <a:srgbClr val="FFFFFF"/>
                </a:solidFill>
                <a:latin typeface="Calibri" panose="020F0502020204030204" pitchFamily="34" charset="0"/>
                <a:ea typeface="楷体_GB2312"/>
                <a:cs typeface="楷体_GB2312"/>
              </a:endParaRPr>
            </a:p>
          </p:txBody>
        </p:sp>
      </p:grpSp>
      <p:sp>
        <p:nvSpPr>
          <p:cNvPr id="3" name="Content Placeholder 2"/>
          <p:cNvSpPr>
            <a:spLocks noGrp="1"/>
          </p:cNvSpPr>
          <p:nvPr>
            <p:ph idx="1"/>
          </p:nvPr>
        </p:nvSpPr>
        <p:spPr>
          <a:xfrm>
            <a:off x="755576" y="1131590"/>
            <a:ext cx="7560840" cy="3225800"/>
          </a:xfrm>
        </p:spPr>
        <p:txBody>
          <a:bodyPr/>
          <a:lstStyle>
            <a:lvl1pPr marL="273050" indent="-273050">
              <a:buClrTx/>
              <a:buFont typeface="Wingdings" panose="05000000000000000000" pitchFamily="2" charset="2"/>
              <a:buChar char="Ø"/>
              <a:defRPr b="1" baseline="0">
                <a:solidFill>
                  <a:schemeClr val="tx1"/>
                </a:solidFill>
                <a:latin typeface="Times New Roman" panose="02020603050405020304" pitchFamily="18" charset="0"/>
              </a:defRPr>
            </a:lvl1pPr>
            <a:lvl2pPr marL="576263" indent="-273050">
              <a:buClrTx/>
              <a:buFont typeface="Wingdings" panose="05000000000000000000" pitchFamily="2" charset="2"/>
              <a:buChar char="Ø"/>
              <a:defRPr b="1" baseline="0">
                <a:solidFill>
                  <a:schemeClr val="tx1"/>
                </a:solidFill>
                <a:latin typeface="Times New Roman" panose="02020603050405020304" pitchFamily="18" charset="0"/>
              </a:defRPr>
            </a:lvl2pPr>
            <a:lvl3pPr marL="855663" indent="-228600">
              <a:buClrTx/>
              <a:buFont typeface="Wingdings" panose="05000000000000000000" pitchFamily="2" charset="2"/>
              <a:buChar char="Ø"/>
              <a:defRPr b="1" baseline="0">
                <a:solidFill>
                  <a:schemeClr val="tx1"/>
                </a:solidFill>
                <a:latin typeface="Times New Roman" panose="02020603050405020304" pitchFamily="18" charset="0"/>
              </a:defRPr>
            </a:lvl3pPr>
            <a:lvl4pPr marL="1143000" indent="-228600">
              <a:buClrTx/>
              <a:buFont typeface="Wingdings" panose="05000000000000000000" pitchFamily="2" charset="2"/>
              <a:buChar char="Ø"/>
              <a:defRPr b="1" baseline="0">
                <a:solidFill>
                  <a:schemeClr val="tx1"/>
                </a:solidFill>
                <a:latin typeface="Times New Roman" panose="02020603050405020304" pitchFamily="18" charset="0"/>
              </a:defRPr>
            </a:lvl4pPr>
            <a:lvl5pPr marL="1462088" indent="-228600">
              <a:buClrTx/>
              <a:buFont typeface="Wingdings" panose="05000000000000000000" pitchFamily="2" charset="2"/>
              <a:buChar char="Ø"/>
              <a:defRPr b="1" baseline="0">
                <a:solidFill>
                  <a:schemeClr val="tx1"/>
                </a:solidFill>
                <a:latin typeface="Times New Roman" panose="02020603050405020304"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7" name="Title 6"/>
          <p:cNvSpPr>
            <a:spLocks noGrp="1"/>
          </p:cNvSpPr>
          <p:nvPr>
            <p:ph type="title"/>
          </p:nvPr>
        </p:nvSpPr>
        <p:spPr>
          <a:xfrm>
            <a:off x="755576" y="267494"/>
            <a:ext cx="7931224" cy="360040"/>
          </a:xfrm>
        </p:spPr>
        <p:txBody>
          <a:bodyPr/>
          <a:lstStyle>
            <a:lvl1pPr algn="l">
              <a:defRPr sz="3000" b="1" baseline="0">
                <a:solidFill>
                  <a:schemeClr val="tx1"/>
                </a:solidFill>
                <a:latin typeface="Times New Roman" panose="02020603050405020304" pitchFamily="18" charset="0"/>
                <a:ea typeface="黑体" panose="02010609060101010101" pitchFamily="49" charset="-122"/>
              </a:defRPr>
            </a:lvl1pPr>
          </a:lstStyle>
          <a:p>
            <a:r>
              <a:rPr lang="zh-CN" altLang="en-US" dirty="0"/>
              <a:t>单击此处编辑母版标题样式</a:t>
            </a:r>
            <a:endParaRPr lang="en-US" dirty="0"/>
          </a:p>
        </p:txBody>
      </p:sp>
      <p:sp>
        <p:nvSpPr>
          <p:cNvPr id="9" name="Footer Placeholder 4">
            <a:extLst>
              <a:ext uri="{FF2B5EF4-FFF2-40B4-BE49-F238E27FC236}">
                <a16:creationId xmlns:a16="http://schemas.microsoft.com/office/drawing/2014/main" id="{046D6436-CA72-4401-87FB-51A29248EE93}"/>
              </a:ext>
            </a:extLst>
          </p:cNvPr>
          <p:cNvSpPr>
            <a:spLocks noGrp="1"/>
          </p:cNvSpPr>
          <p:nvPr>
            <p:ph type="ftr" sz="quarter" idx="11"/>
          </p:nvPr>
        </p:nvSpPr>
        <p:spPr/>
        <p:txBody>
          <a:bodyPr rtlCol="0"/>
          <a:lstStyle>
            <a:lvl1pPr>
              <a:defRPr>
                <a:ea typeface="楷体_GB2312"/>
              </a:defRPr>
            </a:lvl1pPr>
          </a:lstStyle>
          <a:p>
            <a:pPr>
              <a:defRPr/>
            </a:pPr>
            <a:endParaRPr lang="en-US" altLang="zh-CN"/>
          </a:p>
        </p:txBody>
      </p:sp>
      <p:sp>
        <p:nvSpPr>
          <p:cNvPr id="10" name="Slide Number Placeholder 5">
            <a:extLst>
              <a:ext uri="{FF2B5EF4-FFF2-40B4-BE49-F238E27FC236}">
                <a16:creationId xmlns:a16="http://schemas.microsoft.com/office/drawing/2014/main" id="{367702D5-FC4E-4546-9327-4FE20EC9D80E}"/>
              </a:ext>
            </a:extLst>
          </p:cNvPr>
          <p:cNvSpPr>
            <a:spLocks noGrp="1"/>
          </p:cNvSpPr>
          <p:nvPr>
            <p:ph type="sldNum" sz="quarter" idx="12"/>
          </p:nvPr>
        </p:nvSpPr>
        <p:spPr>
          <a:xfrm>
            <a:off x="8660893" y="4864717"/>
            <a:ext cx="487810" cy="288032"/>
          </a:xfrm>
        </p:spPr>
        <p:txBody>
          <a:bodyPr/>
          <a:lstStyle>
            <a:lvl1pPr>
              <a:defRPr b="1">
                <a:solidFill>
                  <a:schemeClr val="tx1"/>
                </a:solidFill>
                <a:ea typeface="楷体_GB2312"/>
                <a:cs typeface="楷体_GB2312"/>
              </a:defRPr>
            </a:lvl1pPr>
          </a:lstStyle>
          <a:p>
            <a:pPr>
              <a:defRPr/>
            </a:pPr>
            <a:fld id="{EA567855-7F13-4FC5-AD61-2B82F6443E16}" type="slidenum">
              <a:rPr lang="zh-CN" altLang="en-US" smtClean="0"/>
              <a:pPr>
                <a:defRPr/>
              </a:pPr>
              <a:t>‹#›</a:t>
            </a:fld>
            <a:endParaRPr lang="en-US" altLang="zh-CN"/>
          </a:p>
        </p:txBody>
      </p:sp>
    </p:spTree>
    <p:extLst>
      <p:ext uri="{BB962C8B-B14F-4D97-AF65-F5344CB8AC3E}">
        <p14:creationId xmlns:p14="http://schemas.microsoft.com/office/powerpoint/2010/main" val="342905247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ounded Rectangle 15">
            <a:extLst>
              <a:ext uri="{FF2B5EF4-FFF2-40B4-BE49-F238E27FC236}">
                <a16:creationId xmlns:a16="http://schemas.microsoft.com/office/drawing/2014/main" id="{73356F47-DAEB-4A95-BE4E-E888B53718CA}"/>
              </a:ext>
            </a:extLst>
          </p:cNvPr>
          <p:cNvSpPr/>
          <p:nvPr/>
        </p:nvSpPr>
        <p:spPr>
          <a:xfrm>
            <a:off x="228600" y="171450"/>
            <a:ext cx="8696325" cy="4525963"/>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prstClr val="white"/>
              </a:solidFill>
            </a:endParaRPr>
          </a:p>
        </p:txBody>
      </p:sp>
      <p:grpSp>
        <p:nvGrpSpPr>
          <p:cNvPr id="5" name="Group 9">
            <a:extLst>
              <a:ext uri="{FF2B5EF4-FFF2-40B4-BE49-F238E27FC236}">
                <a16:creationId xmlns:a16="http://schemas.microsoft.com/office/drawing/2014/main" id="{D595CA8F-5E21-46DF-AABD-E1C617B61FF8}"/>
              </a:ext>
            </a:extLst>
          </p:cNvPr>
          <p:cNvGrpSpPr>
            <a:grpSpLocks noChangeAspect="1"/>
          </p:cNvGrpSpPr>
          <p:nvPr/>
        </p:nvGrpSpPr>
        <p:grpSpPr bwMode="auto">
          <a:xfrm>
            <a:off x="211138" y="4014788"/>
            <a:ext cx="8723312" cy="1000125"/>
            <a:chOff x="-3905250" y="4294188"/>
            <a:chExt cx="13011150" cy="1892300"/>
          </a:xfrm>
        </p:grpSpPr>
        <p:sp>
          <p:nvSpPr>
            <p:cNvPr id="6" name="Freeform 14">
              <a:extLst>
                <a:ext uri="{FF2B5EF4-FFF2-40B4-BE49-F238E27FC236}">
                  <a16:creationId xmlns:a16="http://schemas.microsoft.com/office/drawing/2014/main" id="{666B9C9F-6154-4806-8893-5ACA45443CAF}"/>
                </a:ext>
              </a:extLst>
            </p:cNvPr>
            <p:cNvSpPr>
              <a:spLocks/>
            </p:cNvSpPr>
            <p:nvPr/>
          </p:nvSpPr>
          <p:spPr bwMode="hidden">
            <a:xfrm>
              <a:off x="4810125" y="4500563"/>
              <a:ext cx="4295775" cy="1016000"/>
            </a:xfrm>
            <a:custGeom>
              <a:avLst/>
              <a:gdLst>
                <a:gd name="T0" fmla="*/ 2147483646 w 2706"/>
                <a:gd name="T1" fmla="*/ 0 h 640"/>
                <a:gd name="T2" fmla="*/ 2147483646 w 2706"/>
                <a:gd name="T3" fmla="*/ 0 h 640"/>
                <a:gd name="T4" fmla="*/ 2147483646 w 2706"/>
                <a:gd name="T5" fmla="*/ 2147483646 h 640"/>
                <a:gd name="T6" fmla="*/ 2147483646 w 2706"/>
                <a:gd name="T7" fmla="*/ 2147483646 h 640"/>
                <a:gd name="T8" fmla="*/ 2147483646 w 2706"/>
                <a:gd name="T9" fmla="*/ 2147483646 h 640"/>
                <a:gd name="T10" fmla="*/ 2147483646 w 2706"/>
                <a:gd name="T11" fmla="*/ 2147483646 h 640"/>
                <a:gd name="T12" fmla="*/ 2147483646 w 2706"/>
                <a:gd name="T13" fmla="*/ 2147483646 h 640"/>
                <a:gd name="T14" fmla="*/ 2147483646 w 2706"/>
                <a:gd name="T15" fmla="*/ 2147483646 h 640"/>
                <a:gd name="T16" fmla="*/ 2147483646 w 2706"/>
                <a:gd name="T17" fmla="*/ 2147483646 h 640"/>
                <a:gd name="T18" fmla="*/ 2147483646 w 2706"/>
                <a:gd name="T19" fmla="*/ 2147483646 h 640"/>
                <a:gd name="T20" fmla="*/ 2147483646 w 2706"/>
                <a:gd name="T21" fmla="*/ 2147483646 h 640"/>
                <a:gd name="T22" fmla="*/ 2147483646 w 2706"/>
                <a:gd name="T23" fmla="*/ 2147483646 h 640"/>
                <a:gd name="T24" fmla="*/ 2147483646 w 2706"/>
                <a:gd name="T25" fmla="*/ 2147483646 h 640"/>
                <a:gd name="T26" fmla="*/ 2147483646 w 2706"/>
                <a:gd name="T27" fmla="*/ 2147483646 h 640"/>
                <a:gd name="T28" fmla="*/ 2147483646 w 2706"/>
                <a:gd name="T29" fmla="*/ 2147483646 h 640"/>
                <a:gd name="T30" fmla="*/ 2147483646 w 2706"/>
                <a:gd name="T31" fmla="*/ 2147483646 h 640"/>
                <a:gd name="T32" fmla="*/ 2147483646 w 2706"/>
                <a:gd name="T33" fmla="*/ 2147483646 h 640"/>
                <a:gd name="T34" fmla="*/ 2147483646 w 2706"/>
                <a:gd name="T35" fmla="*/ 2147483646 h 640"/>
                <a:gd name="T36" fmla="*/ 0 w 2706"/>
                <a:gd name="T37" fmla="*/ 2147483646 h 640"/>
                <a:gd name="T38" fmla="*/ 0 w 2706"/>
                <a:gd name="T39" fmla="*/ 2147483646 h 640"/>
                <a:gd name="T40" fmla="*/ 2147483646 w 2706"/>
                <a:gd name="T41" fmla="*/ 2147483646 h 640"/>
                <a:gd name="T42" fmla="*/ 2147483646 w 2706"/>
                <a:gd name="T43" fmla="*/ 2147483646 h 640"/>
                <a:gd name="T44" fmla="*/ 2147483646 w 2706"/>
                <a:gd name="T45" fmla="*/ 2147483646 h 640"/>
                <a:gd name="T46" fmla="*/ 2147483646 w 2706"/>
                <a:gd name="T47" fmla="*/ 2147483646 h 640"/>
                <a:gd name="T48" fmla="*/ 2147483646 w 2706"/>
                <a:gd name="T49" fmla="*/ 2147483646 h 640"/>
                <a:gd name="T50" fmla="*/ 2147483646 w 2706"/>
                <a:gd name="T51" fmla="*/ 2147483646 h 640"/>
                <a:gd name="T52" fmla="*/ 2147483646 w 2706"/>
                <a:gd name="T53" fmla="*/ 2147483646 h 640"/>
                <a:gd name="T54" fmla="*/ 2147483646 w 2706"/>
                <a:gd name="T55" fmla="*/ 2147483646 h 640"/>
                <a:gd name="T56" fmla="*/ 2147483646 w 2706"/>
                <a:gd name="T57" fmla="*/ 2147483646 h 640"/>
                <a:gd name="T58" fmla="*/ 2147483646 w 2706"/>
                <a:gd name="T59" fmla="*/ 2147483646 h 640"/>
                <a:gd name="T60" fmla="*/ 2147483646 w 2706"/>
                <a:gd name="T61" fmla="*/ 2147483646 h 640"/>
                <a:gd name="T62" fmla="*/ 2147483646 w 2706"/>
                <a:gd name="T63" fmla="*/ 2147483646 h 640"/>
                <a:gd name="T64" fmla="*/ 2147483646 w 2706"/>
                <a:gd name="T65" fmla="*/ 2147483646 h 640"/>
                <a:gd name="T66" fmla="*/ 2147483646 w 2706"/>
                <a:gd name="T67" fmla="*/ 2147483646 h 640"/>
                <a:gd name="T68" fmla="*/ 2147483646 w 2706"/>
                <a:gd name="T69" fmla="*/ 2147483646 h 640"/>
                <a:gd name="T70" fmla="*/ 2147483646 w 2706"/>
                <a:gd name="T71" fmla="*/ 2147483646 h 640"/>
                <a:gd name="T72" fmla="*/ 2147483646 w 2706"/>
                <a:gd name="T73" fmla="*/ 2147483646 h 640"/>
                <a:gd name="T74" fmla="*/ 2147483646 w 2706"/>
                <a:gd name="T75" fmla="*/ 2147483646 h 640"/>
                <a:gd name="T76" fmla="*/ 2147483646 w 2706"/>
                <a:gd name="T77" fmla="*/ 2147483646 h 640"/>
                <a:gd name="T78" fmla="*/ 2147483646 w 2706"/>
                <a:gd name="T79" fmla="*/ 2147483646 h 640"/>
                <a:gd name="T80" fmla="*/ 2147483646 w 2706"/>
                <a:gd name="T81" fmla="*/ 2147483646 h 640"/>
                <a:gd name="T82" fmla="*/ 2147483646 w 2706"/>
                <a:gd name="T83" fmla="*/ 2147483646 h 640"/>
                <a:gd name="T84" fmla="*/ 2147483646 w 2706"/>
                <a:gd name="T85" fmla="*/ 2147483646 h 640"/>
                <a:gd name="T86" fmla="*/ 2147483646 w 2706"/>
                <a:gd name="T87" fmla="*/ 2147483646 h 640"/>
                <a:gd name="T88" fmla="*/ 2147483646 w 2706"/>
                <a:gd name="T89" fmla="*/ 2147483646 h 640"/>
                <a:gd name="T90" fmla="*/ 2147483646 w 2706"/>
                <a:gd name="T91" fmla="*/ 2147483646 h 640"/>
                <a:gd name="T92" fmla="*/ 2147483646 w 2706"/>
                <a:gd name="T93" fmla="*/ 2147483646 h 640"/>
                <a:gd name="T94" fmla="*/ 2147483646 w 2706"/>
                <a:gd name="T95" fmla="*/ 2147483646 h 640"/>
                <a:gd name="T96" fmla="*/ 2147483646 w 2706"/>
                <a:gd name="T97" fmla="*/ 2147483646 h 640"/>
                <a:gd name="T98" fmla="*/ 2147483646 w 2706"/>
                <a:gd name="T99" fmla="*/ 2147483646 h 640"/>
                <a:gd name="T100" fmla="*/ 2147483646 w 2706"/>
                <a:gd name="T101" fmla="*/ 2147483646 h 640"/>
                <a:gd name="T102" fmla="*/ 2147483646 w 2706"/>
                <a:gd name="T103" fmla="*/ 2147483646 h 640"/>
                <a:gd name="T104" fmla="*/ 2147483646 w 2706"/>
                <a:gd name="T105" fmla="*/ 2147483646 h 640"/>
                <a:gd name="T106" fmla="*/ 2147483646 w 2706"/>
                <a:gd name="T107" fmla="*/ 0 h 640"/>
                <a:gd name="T108" fmla="*/ 2147483646 w 2706"/>
                <a:gd name="T109" fmla="*/ 0 h 640"/>
                <a:gd name="T110" fmla="*/ 2147483646 w 2706"/>
                <a:gd name="T111" fmla="*/ 0 h 640"/>
                <a:gd name="T112" fmla="*/ 2147483646 w 2706"/>
                <a:gd name="T113" fmla="*/ 0 h 64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472" y="252"/>
                  </a:lnTo>
                  <a:lnTo>
                    <a:pt x="1236" y="304"/>
                  </a:lnTo>
                  <a:lnTo>
                    <a:pt x="1010" y="352"/>
                  </a:lnTo>
                  <a:lnTo>
                    <a:pt x="792" y="398"/>
                  </a:lnTo>
                  <a:lnTo>
                    <a:pt x="584" y="438"/>
                  </a:lnTo>
                  <a:lnTo>
                    <a:pt x="382" y="474"/>
                  </a:lnTo>
                  <a:lnTo>
                    <a:pt x="188" y="50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6" y="388"/>
                  </a:lnTo>
                  <a:lnTo>
                    <a:pt x="2706" y="0"/>
                  </a:lnTo>
                  <a:lnTo>
                    <a:pt x="2700" y="0"/>
                  </a:lnTo>
                  <a:close/>
                </a:path>
              </a:pathLst>
            </a:custGeom>
            <a:solidFill>
              <a:schemeClr val="bg2">
                <a:alpha val="29019"/>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 name="Freeform 18">
              <a:extLst>
                <a:ext uri="{FF2B5EF4-FFF2-40B4-BE49-F238E27FC236}">
                  <a16:creationId xmlns:a16="http://schemas.microsoft.com/office/drawing/2014/main" id="{70F341F3-CE16-4696-9D19-5D9B68F395B9}"/>
                </a:ext>
              </a:extLst>
            </p:cNvPr>
            <p:cNvSpPr>
              <a:spLocks/>
            </p:cNvSpPr>
            <p:nvPr/>
          </p:nvSpPr>
          <p:spPr bwMode="hidden">
            <a:xfrm>
              <a:off x="-309563" y="4318000"/>
              <a:ext cx="8280401" cy="1209675"/>
            </a:xfrm>
            <a:custGeom>
              <a:avLst/>
              <a:gdLst>
                <a:gd name="T0" fmla="*/ 2147483646 w 5216"/>
                <a:gd name="T1" fmla="*/ 2147483646 h 762"/>
                <a:gd name="T2" fmla="*/ 2147483646 w 5216"/>
                <a:gd name="T3" fmla="*/ 2147483646 h 762"/>
                <a:gd name="T4" fmla="*/ 2147483646 w 5216"/>
                <a:gd name="T5" fmla="*/ 2147483646 h 762"/>
                <a:gd name="T6" fmla="*/ 2147483646 w 5216"/>
                <a:gd name="T7" fmla="*/ 2147483646 h 762"/>
                <a:gd name="T8" fmla="*/ 2147483646 w 5216"/>
                <a:gd name="T9" fmla="*/ 2147483646 h 762"/>
                <a:gd name="T10" fmla="*/ 2147483646 w 5216"/>
                <a:gd name="T11" fmla="*/ 2147483646 h 762"/>
                <a:gd name="T12" fmla="*/ 2147483646 w 5216"/>
                <a:gd name="T13" fmla="*/ 2147483646 h 762"/>
                <a:gd name="T14" fmla="*/ 2147483646 w 5216"/>
                <a:gd name="T15" fmla="*/ 2147483646 h 762"/>
                <a:gd name="T16" fmla="*/ 2147483646 w 5216"/>
                <a:gd name="T17" fmla="*/ 2147483646 h 762"/>
                <a:gd name="T18" fmla="*/ 2147483646 w 5216"/>
                <a:gd name="T19" fmla="*/ 2147483646 h 762"/>
                <a:gd name="T20" fmla="*/ 2147483646 w 5216"/>
                <a:gd name="T21" fmla="*/ 2147483646 h 762"/>
                <a:gd name="T22" fmla="*/ 2147483646 w 5216"/>
                <a:gd name="T23" fmla="*/ 2147483646 h 762"/>
                <a:gd name="T24" fmla="*/ 2147483646 w 5216"/>
                <a:gd name="T25" fmla="*/ 2147483646 h 762"/>
                <a:gd name="T26" fmla="*/ 2147483646 w 5216"/>
                <a:gd name="T27" fmla="*/ 0 h 762"/>
                <a:gd name="T28" fmla="*/ 2147483646 w 5216"/>
                <a:gd name="T29" fmla="*/ 2147483646 h 762"/>
                <a:gd name="T30" fmla="*/ 2147483646 w 5216"/>
                <a:gd name="T31" fmla="*/ 2147483646 h 762"/>
                <a:gd name="T32" fmla="*/ 0 w 5216"/>
                <a:gd name="T33" fmla="*/ 2147483646 h 762"/>
                <a:gd name="T34" fmla="*/ 2147483646 w 5216"/>
                <a:gd name="T35" fmla="*/ 2147483646 h 762"/>
                <a:gd name="T36" fmla="*/ 2147483646 w 5216"/>
                <a:gd name="T37" fmla="*/ 2147483646 h 762"/>
                <a:gd name="T38" fmla="*/ 2147483646 w 5216"/>
                <a:gd name="T39" fmla="*/ 2147483646 h 762"/>
                <a:gd name="T40" fmla="*/ 2147483646 w 5216"/>
                <a:gd name="T41" fmla="*/ 2147483646 h 762"/>
                <a:gd name="T42" fmla="*/ 2147483646 w 5216"/>
                <a:gd name="T43" fmla="*/ 2147483646 h 762"/>
                <a:gd name="T44" fmla="*/ 2147483646 w 5216"/>
                <a:gd name="T45" fmla="*/ 2147483646 h 762"/>
                <a:gd name="T46" fmla="*/ 2147483646 w 5216"/>
                <a:gd name="T47" fmla="*/ 2147483646 h 762"/>
                <a:gd name="T48" fmla="*/ 2147483646 w 5216"/>
                <a:gd name="T49" fmla="*/ 2147483646 h 762"/>
                <a:gd name="T50" fmla="*/ 2147483646 w 5216"/>
                <a:gd name="T51" fmla="*/ 2147483646 h 762"/>
                <a:gd name="T52" fmla="*/ 2147483646 w 5216"/>
                <a:gd name="T53" fmla="*/ 2147483646 h 762"/>
                <a:gd name="T54" fmla="*/ 2147483646 w 5216"/>
                <a:gd name="T55" fmla="*/ 2147483646 h 762"/>
                <a:gd name="T56" fmla="*/ 2147483646 w 5216"/>
                <a:gd name="T57" fmla="*/ 2147483646 h 762"/>
                <a:gd name="T58" fmla="*/ 2147483646 w 5216"/>
                <a:gd name="T59" fmla="*/ 2147483646 h 762"/>
                <a:gd name="T60" fmla="*/ 2147483646 w 5216"/>
                <a:gd name="T61" fmla="*/ 2147483646 h 762"/>
                <a:gd name="T62" fmla="*/ 2147483646 w 5216"/>
                <a:gd name="T63" fmla="*/ 2147483646 h 762"/>
                <a:gd name="T64" fmla="*/ 2147483646 w 5216"/>
                <a:gd name="T65" fmla="*/ 2147483646 h 762"/>
                <a:gd name="T66" fmla="*/ 2147483646 w 5216"/>
                <a:gd name="T67" fmla="*/ 2147483646 h 762"/>
                <a:gd name="T68" fmla="*/ 2147483646 w 5216"/>
                <a:gd name="T69" fmla="*/ 2147483646 h 762"/>
                <a:gd name="T70" fmla="*/ 2147483646 w 5216"/>
                <a:gd name="T71" fmla="*/ 2147483646 h 76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154" y="66"/>
                  </a:lnTo>
                  <a:lnTo>
                    <a:pt x="314" y="86"/>
                  </a:lnTo>
                  <a:lnTo>
                    <a:pt x="480" y="112"/>
                  </a:lnTo>
                  <a:lnTo>
                    <a:pt x="652" y="140"/>
                  </a:lnTo>
                  <a:lnTo>
                    <a:pt x="830" y="174"/>
                  </a:lnTo>
                  <a:lnTo>
                    <a:pt x="1014" y="210"/>
                  </a:lnTo>
                  <a:lnTo>
                    <a:pt x="1206" y="250"/>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close/>
                </a:path>
              </a:pathLst>
            </a:custGeom>
            <a:solidFill>
              <a:schemeClr val="bg2">
                <a:alpha val="39999"/>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22">
              <a:extLst>
                <a:ext uri="{FF2B5EF4-FFF2-40B4-BE49-F238E27FC236}">
                  <a16:creationId xmlns:a16="http://schemas.microsoft.com/office/drawing/2014/main" id="{2585F271-49AD-410E-97F2-6541264621D0}"/>
                </a:ext>
              </a:extLst>
            </p:cNvPr>
            <p:cNvSpPr>
              <a:spLocks/>
            </p:cNvSpPr>
            <p:nvPr/>
          </p:nvSpPr>
          <p:spPr bwMode="hidden">
            <a:xfrm>
              <a:off x="3175" y="4335463"/>
              <a:ext cx="8166100" cy="1101725"/>
            </a:xfrm>
            <a:custGeom>
              <a:avLst/>
              <a:gdLst>
                <a:gd name="T0" fmla="*/ 0 w 5144"/>
                <a:gd name="T1" fmla="*/ 2147483646 h 694"/>
                <a:gd name="T2" fmla="*/ 0 w 5144"/>
                <a:gd name="T3" fmla="*/ 2147483646 h 694"/>
                <a:gd name="T4" fmla="*/ 2147483646 w 5144"/>
                <a:gd name="T5" fmla="*/ 2147483646 h 694"/>
                <a:gd name="T6" fmla="*/ 2147483646 w 5144"/>
                <a:gd name="T7" fmla="*/ 2147483646 h 694"/>
                <a:gd name="T8" fmla="*/ 2147483646 w 5144"/>
                <a:gd name="T9" fmla="*/ 2147483646 h 694"/>
                <a:gd name="T10" fmla="*/ 2147483646 w 5144"/>
                <a:gd name="T11" fmla="*/ 2147483646 h 694"/>
                <a:gd name="T12" fmla="*/ 2147483646 w 5144"/>
                <a:gd name="T13" fmla="*/ 2147483646 h 694"/>
                <a:gd name="T14" fmla="*/ 2147483646 w 5144"/>
                <a:gd name="T15" fmla="*/ 2147483646 h 694"/>
                <a:gd name="T16" fmla="*/ 2147483646 w 5144"/>
                <a:gd name="T17" fmla="*/ 2147483646 h 694"/>
                <a:gd name="T18" fmla="*/ 2147483646 w 5144"/>
                <a:gd name="T19" fmla="*/ 2147483646 h 694"/>
                <a:gd name="T20" fmla="*/ 2147483646 w 5144"/>
                <a:gd name="T21" fmla="*/ 2147483646 h 694"/>
                <a:gd name="T22" fmla="*/ 2147483646 w 5144"/>
                <a:gd name="T23" fmla="*/ 2147483646 h 694"/>
                <a:gd name="T24" fmla="*/ 2147483646 w 5144"/>
                <a:gd name="T25" fmla="*/ 0 h 694"/>
                <a:gd name="T26" fmla="*/ 2147483646 w 5144"/>
                <a:gd name="T27" fmla="*/ 2147483646 h 694"/>
                <a:gd name="T28" fmla="*/ 2147483646 w 5144"/>
                <a:gd name="T29" fmla="*/ 2147483646 h 694"/>
                <a:gd name="T30" fmla="*/ 2147483646 w 5144"/>
                <a:gd name="T31" fmla="*/ 2147483646 h 694"/>
                <a:gd name="T32" fmla="*/ 2147483646 w 5144"/>
                <a:gd name="T33" fmla="*/ 2147483646 h 694"/>
                <a:gd name="T34" fmla="*/ 2147483646 w 5144"/>
                <a:gd name="T35" fmla="*/ 2147483646 h 694"/>
                <a:gd name="T36" fmla="*/ 2147483646 w 5144"/>
                <a:gd name="T37" fmla="*/ 2147483646 h 694"/>
                <a:gd name="T38" fmla="*/ 2147483646 w 5144"/>
                <a:gd name="T39" fmla="*/ 2147483646 h 694"/>
                <a:gd name="T40" fmla="*/ 2147483646 w 5144"/>
                <a:gd name="T41" fmla="*/ 2147483646 h 694"/>
                <a:gd name="T42" fmla="*/ 2147483646 w 5144"/>
                <a:gd name="T43" fmla="*/ 2147483646 h 694"/>
                <a:gd name="T44" fmla="*/ 2147483646 w 5144"/>
                <a:gd name="T45" fmla="*/ 2147483646 h 694"/>
                <a:gd name="T46" fmla="*/ 2147483646 w 5144"/>
                <a:gd name="T47" fmla="*/ 2147483646 h 694"/>
                <a:gd name="T48" fmla="*/ 2147483646 w 5144"/>
                <a:gd name="T49" fmla="*/ 2147483646 h 694"/>
                <a:gd name="T50" fmla="*/ 2147483646 w 5144"/>
                <a:gd name="T51" fmla="*/ 2147483646 h 694"/>
                <a:gd name="T52" fmla="*/ 2147483646 w 5144"/>
                <a:gd name="T53" fmla="*/ 2147483646 h 694"/>
                <a:gd name="T54" fmla="*/ 2147483646 w 5144"/>
                <a:gd name="T55" fmla="*/ 2147483646 h 694"/>
                <a:gd name="T56" fmla="*/ 2147483646 w 5144"/>
                <a:gd name="T57" fmla="*/ 2147483646 h 694"/>
                <a:gd name="T58" fmla="*/ 2147483646 w 5144"/>
                <a:gd name="T59" fmla="*/ 2147483646 h 694"/>
                <a:gd name="T60" fmla="*/ 2147483646 w 5144"/>
                <a:gd name="T61" fmla="*/ 2147483646 h 69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 name="Freeform 26">
              <a:extLst>
                <a:ext uri="{FF2B5EF4-FFF2-40B4-BE49-F238E27FC236}">
                  <a16:creationId xmlns:a16="http://schemas.microsoft.com/office/drawing/2014/main" id="{891E649C-9C28-43B1-B60B-3AFE76249187}"/>
                </a:ext>
              </a:extLst>
            </p:cNvPr>
            <p:cNvSpPr>
              <a:spLocks/>
            </p:cNvSpPr>
            <p:nvPr/>
          </p:nvSpPr>
          <p:spPr bwMode="hidden">
            <a:xfrm>
              <a:off x="4156075" y="4316413"/>
              <a:ext cx="4940300" cy="927100"/>
            </a:xfrm>
            <a:custGeom>
              <a:avLst/>
              <a:gdLst>
                <a:gd name="T0" fmla="*/ 0 w 3112"/>
                <a:gd name="T1" fmla="*/ 2147483646 h 584"/>
                <a:gd name="T2" fmla="*/ 0 w 3112"/>
                <a:gd name="T3" fmla="*/ 2147483646 h 584"/>
                <a:gd name="T4" fmla="*/ 2147483646 w 3112"/>
                <a:gd name="T5" fmla="*/ 2147483646 h 584"/>
                <a:gd name="T6" fmla="*/ 2147483646 w 3112"/>
                <a:gd name="T7" fmla="*/ 2147483646 h 584"/>
                <a:gd name="T8" fmla="*/ 2147483646 w 3112"/>
                <a:gd name="T9" fmla="*/ 2147483646 h 584"/>
                <a:gd name="T10" fmla="*/ 2147483646 w 3112"/>
                <a:gd name="T11" fmla="*/ 2147483646 h 584"/>
                <a:gd name="T12" fmla="*/ 2147483646 w 3112"/>
                <a:gd name="T13" fmla="*/ 2147483646 h 584"/>
                <a:gd name="T14" fmla="*/ 2147483646 w 3112"/>
                <a:gd name="T15" fmla="*/ 2147483646 h 584"/>
                <a:gd name="T16" fmla="*/ 2147483646 w 3112"/>
                <a:gd name="T17" fmla="*/ 2147483646 h 584"/>
                <a:gd name="T18" fmla="*/ 2147483646 w 3112"/>
                <a:gd name="T19" fmla="*/ 2147483646 h 584"/>
                <a:gd name="T20" fmla="*/ 2147483646 w 3112"/>
                <a:gd name="T21" fmla="*/ 2147483646 h 584"/>
                <a:gd name="T22" fmla="*/ 2147483646 w 3112"/>
                <a:gd name="T23" fmla="*/ 2147483646 h 584"/>
                <a:gd name="T24" fmla="*/ 2147483646 w 3112"/>
                <a:gd name="T25" fmla="*/ 2147483646 h 584"/>
                <a:gd name="T26" fmla="*/ 2147483646 w 3112"/>
                <a:gd name="T27" fmla="*/ 2147483646 h 584"/>
                <a:gd name="T28" fmla="*/ 2147483646 w 3112"/>
                <a:gd name="T29" fmla="*/ 2147483646 h 584"/>
                <a:gd name="T30" fmla="*/ 2147483646 w 3112"/>
                <a:gd name="T31" fmla="*/ 2147483646 h 584"/>
                <a:gd name="T32" fmla="*/ 2147483646 w 3112"/>
                <a:gd name="T33" fmla="*/ 2147483646 h 584"/>
                <a:gd name="T34" fmla="*/ 2147483646 w 3112"/>
                <a:gd name="T35" fmla="*/ 2147483646 h 584"/>
                <a:gd name="T36" fmla="*/ 2147483646 w 3112"/>
                <a:gd name="T37" fmla="*/ 2147483646 h 584"/>
                <a:gd name="T38" fmla="*/ 2147483646 w 3112"/>
                <a:gd name="T39" fmla="*/ 0 h 58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useBgFill="1">
          <p:nvSpPr>
            <p:cNvPr id="10" name="Freeform 10">
              <a:extLst>
                <a:ext uri="{FF2B5EF4-FFF2-40B4-BE49-F238E27FC236}">
                  <a16:creationId xmlns:a16="http://schemas.microsoft.com/office/drawing/2014/main" id="{EC779AF4-5A70-4CC1-8D30-F981ED4440CC}"/>
                </a:ext>
              </a:extLst>
            </p:cNvPr>
            <p:cNvSpPr>
              <a:spLocks/>
            </p:cNvSpPr>
            <p:nvPr/>
          </p:nvSpPr>
          <p:spPr bwMode="hidden">
            <a:xfrm>
              <a:off x="-3905250" y="4294188"/>
              <a:ext cx="13011150" cy="1892300"/>
            </a:xfrm>
            <a:custGeom>
              <a:avLst/>
              <a:gdLst>
                <a:gd name="T0" fmla="*/ 2147483646 w 8196"/>
                <a:gd name="T1" fmla="*/ 2147483646 h 1192"/>
                <a:gd name="T2" fmla="*/ 2147483646 w 8196"/>
                <a:gd name="T3" fmla="*/ 2147483646 h 1192"/>
                <a:gd name="T4" fmla="*/ 2147483646 w 8196"/>
                <a:gd name="T5" fmla="*/ 2147483646 h 1192"/>
                <a:gd name="T6" fmla="*/ 2147483646 w 8196"/>
                <a:gd name="T7" fmla="*/ 2147483646 h 1192"/>
                <a:gd name="T8" fmla="*/ 2147483646 w 8196"/>
                <a:gd name="T9" fmla="*/ 2147483646 h 1192"/>
                <a:gd name="T10" fmla="*/ 2147483646 w 8196"/>
                <a:gd name="T11" fmla="*/ 2147483646 h 1192"/>
                <a:gd name="T12" fmla="*/ 2147483646 w 8196"/>
                <a:gd name="T13" fmla="*/ 2147483646 h 1192"/>
                <a:gd name="T14" fmla="*/ 2147483646 w 8196"/>
                <a:gd name="T15" fmla="*/ 2147483646 h 1192"/>
                <a:gd name="T16" fmla="*/ 2147483646 w 8196"/>
                <a:gd name="T17" fmla="*/ 2147483646 h 1192"/>
                <a:gd name="T18" fmla="*/ 2147483646 w 8196"/>
                <a:gd name="T19" fmla="*/ 2147483646 h 1192"/>
                <a:gd name="T20" fmla="*/ 2147483646 w 8196"/>
                <a:gd name="T21" fmla="*/ 2147483646 h 1192"/>
                <a:gd name="T22" fmla="*/ 2147483646 w 8196"/>
                <a:gd name="T23" fmla="*/ 2147483646 h 1192"/>
                <a:gd name="T24" fmla="*/ 2147483646 w 8196"/>
                <a:gd name="T25" fmla="*/ 2147483646 h 1192"/>
                <a:gd name="T26" fmla="*/ 2147483646 w 8196"/>
                <a:gd name="T27" fmla="*/ 2147483646 h 1192"/>
                <a:gd name="T28" fmla="*/ 2147483646 w 8196"/>
                <a:gd name="T29" fmla="*/ 2147483646 h 1192"/>
                <a:gd name="T30" fmla="*/ 2147483646 w 8196"/>
                <a:gd name="T31" fmla="*/ 2147483646 h 1192"/>
                <a:gd name="T32" fmla="*/ 2147483646 w 8196"/>
                <a:gd name="T33" fmla="*/ 2147483646 h 1192"/>
                <a:gd name="T34" fmla="*/ 2147483646 w 8196"/>
                <a:gd name="T35" fmla="*/ 2147483646 h 1192"/>
                <a:gd name="T36" fmla="*/ 2147483646 w 8196"/>
                <a:gd name="T37" fmla="*/ 2147483646 h 1192"/>
                <a:gd name="T38" fmla="*/ 2147483646 w 8196"/>
                <a:gd name="T39" fmla="*/ 2147483646 h 1192"/>
                <a:gd name="T40" fmla="*/ 2147483646 w 8196"/>
                <a:gd name="T41" fmla="*/ 2147483646 h 1192"/>
                <a:gd name="T42" fmla="*/ 2147483646 w 8196"/>
                <a:gd name="T43" fmla="*/ 2147483646 h 1192"/>
                <a:gd name="T44" fmla="*/ 2147483646 w 8196"/>
                <a:gd name="T45" fmla="*/ 0 h 1192"/>
                <a:gd name="T46" fmla="*/ 2147483646 w 8196"/>
                <a:gd name="T47" fmla="*/ 2147483646 h 1192"/>
                <a:gd name="T48" fmla="*/ 2147483646 w 8196"/>
                <a:gd name="T49" fmla="*/ 2147483646 h 1192"/>
                <a:gd name="T50" fmla="*/ 2147483646 w 8196"/>
                <a:gd name="T51" fmla="*/ 2147483646 h 1192"/>
                <a:gd name="T52" fmla="*/ 2147483646 w 8196"/>
                <a:gd name="T53" fmla="*/ 2147483646 h 1192"/>
                <a:gd name="T54" fmla="*/ 2147483646 w 8196"/>
                <a:gd name="T55" fmla="*/ 2147483646 h 1192"/>
                <a:gd name="T56" fmla="*/ 2147483646 w 8196"/>
                <a:gd name="T57" fmla="*/ 2147483646 h 1192"/>
                <a:gd name="T58" fmla="*/ 2147483646 w 8196"/>
                <a:gd name="T59" fmla="*/ 2147483646 h 1192"/>
                <a:gd name="T60" fmla="*/ 2147483646 w 8196"/>
                <a:gd name="T61" fmla="*/ 2147483646 h 1192"/>
                <a:gd name="T62" fmla="*/ 0 w 8196"/>
                <a:gd name="T63" fmla="*/ 2147483646 h 1192"/>
                <a:gd name="T64" fmla="*/ 2147483646 w 8196"/>
                <a:gd name="T65" fmla="*/ 2147483646 h 1192"/>
                <a:gd name="T66" fmla="*/ 2147483646 w 8196"/>
                <a:gd name="T67" fmla="*/ 2147483646 h 1192"/>
                <a:gd name="T68" fmla="*/ 2147483646 w 8196"/>
                <a:gd name="T69" fmla="*/ 2147483646 h 1192"/>
                <a:gd name="T70" fmla="*/ 2147483646 w 8196"/>
                <a:gd name="T71" fmla="*/ 2147483646 h 119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6" y="1186"/>
                  </a:lnTo>
                  <a:lnTo>
                    <a:pt x="8196" y="510"/>
                  </a:lnTo>
                  <a:lnTo>
                    <a:pt x="8192" y="512"/>
                  </a:lnTo>
                  <a:close/>
                </a:path>
              </a:pathLst>
            </a:custGeom>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 name="Title 1"/>
          <p:cNvSpPr>
            <a:spLocks noGrp="1"/>
          </p:cNvSpPr>
          <p:nvPr>
            <p:ph type="ctrTitle"/>
          </p:nvPr>
        </p:nvSpPr>
        <p:spPr>
          <a:xfrm>
            <a:off x="685800" y="1200152"/>
            <a:ext cx="7772400" cy="1335081"/>
          </a:xfrm>
        </p:spPr>
        <p:txBody>
          <a:bodyPr anchor="b">
            <a:normAutofit/>
          </a:bodyPr>
          <a:lstStyle>
            <a:lvl1pPr>
              <a:defRPr sz="4400">
                <a:solidFill>
                  <a:srgbClr val="FFFFFF"/>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371600" y="2667001"/>
            <a:ext cx="6400800" cy="11049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11" name="Date Placeholder 3">
            <a:extLst>
              <a:ext uri="{FF2B5EF4-FFF2-40B4-BE49-F238E27FC236}">
                <a16:creationId xmlns:a16="http://schemas.microsoft.com/office/drawing/2014/main" id="{C8E6D04C-1FE3-4076-A7A5-B8F5B149DA5B}"/>
              </a:ext>
            </a:extLst>
          </p:cNvPr>
          <p:cNvSpPr>
            <a:spLocks noGrp="1"/>
          </p:cNvSpPr>
          <p:nvPr>
            <p:ph type="dt" sz="half" idx="10"/>
          </p:nvPr>
        </p:nvSpPr>
        <p:spPr/>
        <p:txBody>
          <a:bodyPr/>
          <a:lstStyle>
            <a:lvl1pPr eaLnBrk="0" hangingPunct="0">
              <a:defRPr>
                <a:ea typeface="楷体_GB2312"/>
                <a:cs typeface="楷体_GB2312"/>
              </a:defRPr>
            </a:lvl1pPr>
          </a:lstStyle>
          <a:p>
            <a:pPr>
              <a:defRPr/>
            </a:pPr>
            <a:endParaRPr lang="en-US" altLang="zh-CN"/>
          </a:p>
        </p:txBody>
      </p:sp>
      <p:sp>
        <p:nvSpPr>
          <p:cNvPr id="12" name="Footer Placeholder 4">
            <a:extLst>
              <a:ext uri="{FF2B5EF4-FFF2-40B4-BE49-F238E27FC236}">
                <a16:creationId xmlns:a16="http://schemas.microsoft.com/office/drawing/2014/main" id="{E3661E24-6C68-490D-BB46-BC66C3F6C14F}"/>
              </a:ext>
            </a:extLst>
          </p:cNvPr>
          <p:cNvSpPr>
            <a:spLocks noGrp="1"/>
          </p:cNvSpPr>
          <p:nvPr>
            <p:ph type="ftr" sz="quarter" idx="11"/>
          </p:nvPr>
        </p:nvSpPr>
        <p:spPr/>
        <p:txBody>
          <a:bodyPr/>
          <a:lstStyle>
            <a:lvl1pPr eaLnBrk="0" hangingPunct="0">
              <a:defRPr>
                <a:ea typeface="楷体_GB2312"/>
                <a:cs typeface="楷体_GB2312"/>
              </a:defRPr>
            </a:lvl1pPr>
          </a:lstStyle>
          <a:p>
            <a:pPr>
              <a:defRPr/>
            </a:pPr>
            <a:endParaRPr lang="en-US" altLang="zh-CN"/>
          </a:p>
        </p:txBody>
      </p:sp>
      <p:sp>
        <p:nvSpPr>
          <p:cNvPr id="13" name="Slide Number Placeholder 5">
            <a:extLst>
              <a:ext uri="{FF2B5EF4-FFF2-40B4-BE49-F238E27FC236}">
                <a16:creationId xmlns:a16="http://schemas.microsoft.com/office/drawing/2014/main" id="{49D1661F-288E-4584-84A7-C8F6F13D5796}"/>
              </a:ext>
            </a:extLst>
          </p:cNvPr>
          <p:cNvSpPr>
            <a:spLocks noGrp="1"/>
          </p:cNvSpPr>
          <p:nvPr>
            <p:ph type="sldNum" sz="quarter" idx="12"/>
          </p:nvPr>
        </p:nvSpPr>
        <p:spPr/>
        <p:txBody>
          <a:bodyPr/>
          <a:lstStyle>
            <a:lvl1pPr eaLnBrk="0" hangingPunct="0">
              <a:defRPr>
                <a:ea typeface="楷体_GB2312"/>
                <a:cs typeface="楷体_GB2312"/>
              </a:defRPr>
            </a:lvl1pPr>
          </a:lstStyle>
          <a:p>
            <a:pPr>
              <a:defRPr/>
            </a:pPr>
            <a:fld id="{087DE510-11C3-4DC2-8281-94FAA976A743}" type="slidenum">
              <a:rPr lang="zh-CN" altLang="en-US"/>
              <a:pPr>
                <a:defRPr/>
              </a:pPr>
              <a:t>‹#›</a:t>
            </a:fld>
            <a:endParaRPr lang="en-US" altLang="zh-CN"/>
          </a:p>
        </p:txBody>
      </p:sp>
    </p:spTree>
    <p:extLst>
      <p:ext uri="{BB962C8B-B14F-4D97-AF65-F5344CB8AC3E}">
        <p14:creationId xmlns:p14="http://schemas.microsoft.com/office/powerpoint/2010/main" val="231947541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baseline="0">
                <a:latin typeface="Times New Roman" panose="02020603050405020304" pitchFamily="18" charset="0"/>
              </a:defRPr>
            </a:lvl1pPr>
            <a:lvl2pPr>
              <a:defRPr baseline="0">
                <a:latin typeface="Times New Roman" panose="02020603050405020304" pitchFamily="18" charset="0"/>
              </a:defRPr>
            </a:lvl2pPr>
            <a:lvl3pPr>
              <a:defRPr baseline="0">
                <a:latin typeface="Times New Roman" panose="02020603050405020304" pitchFamily="18" charset="0"/>
              </a:defRPr>
            </a:lvl3pPr>
            <a:lvl4pPr>
              <a:defRPr baseline="0">
                <a:latin typeface="Times New Roman" panose="02020603050405020304" pitchFamily="18" charset="0"/>
              </a:defRPr>
            </a:lvl4pPr>
            <a:lvl5pPr>
              <a:defRPr baseline="0">
                <a:latin typeface="Times New Roman" panose="02020603050405020304"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7" name="Title 6"/>
          <p:cNvSpPr>
            <a:spLocks noGrp="1"/>
          </p:cNvSpPr>
          <p:nvPr>
            <p:ph type="title"/>
          </p:nvPr>
        </p:nvSpPr>
        <p:spPr>
          <a:xfrm>
            <a:off x="755576" y="267494"/>
            <a:ext cx="7931224" cy="360040"/>
          </a:xfrm>
        </p:spPr>
        <p:txBody>
          <a:bodyPr/>
          <a:lstStyle>
            <a:lvl1pPr algn="l">
              <a:defRPr b="1" baseline="0">
                <a:latin typeface="Times New Roman" panose="02020603050405020304" pitchFamily="18" charset="0"/>
                <a:ea typeface="黑体" panose="02010609060101010101" pitchFamily="49" charset="-122"/>
              </a:defRPr>
            </a:lvl1pPr>
          </a:lstStyle>
          <a:p>
            <a:r>
              <a:rPr lang="zh-CN" altLang="en-US" dirty="0"/>
              <a:t>单击此处编辑母版标题样式</a:t>
            </a:r>
            <a:endParaRPr lang="en-US" dirty="0"/>
          </a:p>
        </p:txBody>
      </p:sp>
      <p:sp>
        <p:nvSpPr>
          <p:cNvPr id="4" name="Date Placeholder 3">
            <a:extLst>
              <a:ext uri="{FF2B5EF4-FFF2-40B4-BE49-F238E27FC236}">
                <a16:creationId xmlns:a16="http://schemas.microsoft.com/office/drawing/2014/main" id="{6DA45941-AA40-4350-8D67-79D63CA5C6CA}"/>
              </a:ext>
            </a:extLst>
          </p:cNvPr>
          <p:cNvSpPr>
            <a:spLocks noGrp="1"/>
          </p:cNvSpPr>
          <p:nvPr>
            <p:ph type="dt" sz="half" idx="10"/>
          </p:nvPr>
        </p:nvSpPr>
        <p:spPr/>
        <p:txBody>
          <a:bodyPr/>
          <a:lstStyle>
            <a:lvl1pPr eaLnBrk="0" hangingPunct="0">
              <a:defRPr>
                <a:ea typeface="楷体_GB2312"/>
                <a:cs typeface="楷体_GB2312"/>
              </a:defRPr>
            </a:lvl1pPr>
          </a:lstStyle>
          <a:p>
            <a:pPr>
              <a:defRPr/>
            </a:pPr>
            <a:endParaRPr lang="en-US" altLang="zh-CN"/>
          </a:p>
        </p:txBody>
      </p:sp>
      <p:sp>
        <p:nvSpPr>
          <p:cNvPr id="5" name="Footer Placeholder 4">
            <a:extLst>
              <a:ext uri="{FF2B5EF4-FFF2-40B4-BE49-F238E27FC236}">
                <a16:creationId xmlns:a16="http://schemas.microsoft.com/office/drawing/2014/main" id="{FD3C5D82-1287-4F6A-8D97-320847114CF0}"/>
              </a:ext>
            </a:extLst>
          </p:cNvPr>
          <p:cNvSpPr>
            <a:spLocks noGrp="1"/>
          </p:cNvSpPr>
          <p:nvPr>
            <p:ph type="ftr" sz="quarter" idx="11"/>
          </p:nvPr>
        </p:nvSpPr>
        <p:spPr/>
        <p:txBody>
          <a:bodyPr/>
          <a:lstStyle>
            <a:lvl1pPr eaLnBrk="0" hangingPunct="0">
              <a:defRPr>
                <a:ea typeface="楷体_GB2312"/>
                <a:cs typeface="楷体_GB2312"/>
              </a:defRPr>
            </a:lvl1pPr>
          </a:lstStyle>
          <a:p>
            <a:pPr>
              <a:defRPr/>
            </a:pPr>
            <a:endParaRPr lang="en-US" altLang="zh-CN"/>
          </a:p>
        </p:txBody>
      </p:sp>
      <p:sp>
        <p:nvSpPr>
          <p:cNvPr id="6" name="Slide Number Placeholder 5">
            <a:extLst>
              <a:ext uri="{FF2B5EF4-FFF2-40B4-BE49-F238E27FC236}">
                <a16:creationId xmlns:a16="http://schemas.microsoft.com/office/drawing/2014/main" id="{46F7ABC6-0FB7-4FFE-B119-5290713E1C87}"/>
              </a:ext>
            </a:extLst>
          </p:cNvPr>
          <p:cNvSpPr>
            <a:spLocks noGrp="1"/>
          </p:cNvSpPr>
          <p:nvPr>
            <p:ph type="sldNum" sz="quarter" idx="12"/>
          </p:nvPr>
        </p:nvSpPr>
        <p:spPr/>
        <p:txBody>
          <a:bodyPr/>
          <a:lstStyle>
            <a:lvl1pPr eaLnBrk="0" hangingPunct="0">
              <a:defRPr>
                <a:ea typeface="楷体_GB2312"/>
                <a:cs typeface="楷体_GB2312"/>
              </a:defRPr>
            </a:lvl1pPr>
          </a:lstStyle>
          <a:p>
            <a:pPr>
              <a:defRPr/>
            </a:pPr>
            <a:fld id="{D6C7ADC2-8A8D-47BC-ABC4-670B2FEB3FAE}" type="slidenum">
              <a:rPr lang="zh-CN" altLang="en-US"/>
              <a:pPr>
                <a:defRPr/>
              </a:pPr>
              <a:t>‹#›</a:t>
            </a:fld>
            <a:endParaRPr lang="en-US" altLang="zh-CN"/>
          </a:p>
        </p:txBody>
      </p:sp>
    </p:spTree>
    <p:extLst>
      <p:ext uri="{BB962C8B-B14F-4D97-AF65-F5344CB8AC3E}">
        <p14:creationId xmlns:p14="http://schemas.microsoft.com/office/powerpoint/2010/main" val="209566208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ounded Rectangle 15">
            <a:extLst>
              <a:ext uri="{FF2B5EF4-FFF2-40B4-BE49-F238E27FC236}">
                <a16:creationId xmlns:a16="http://schemas.microsoft.com/office/drawing/2014/main" id="{DDD7E4FE-1A5A-4BCA-9750-D9E4BA7C8567}"/>
              </a:ext>
            </a:extLst>
          </p:cNvPr>
          <p:cNvSpPr/>
          <p:nvPr/>
        </p:nvSpPr>
        <p:spPr>
          <a:xfrm>
            <a:off x="228600" y="171450"/>
            <a:ext cx="8696325" cy="4525963"/>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prstClr val="white"/>
              </a:solidFill>
            </a:endParaRPr>
          </a:p>
        </p:txBody>
      </p:sp>
      <p:grpSp>
        <p:nvGrpSpPr>
          <p:cNvPr id="5" name="Group 9">
            <a:extLst>
              <a:ext uri="{FF2B5EF4-FFF2-40B4-BE49-F238E27FC236}">
                <a16:creationId xmlns:a16="http://schemas.microsoft.com/office/drawing/2014/main" id="{C9B9BF69-6BC6-4057-918C-D1E244A21386}"/>
              </a:ext>
            </a:extLst>
          </p:cNvPr>
          <p:cNvGrpSpPr>
            <a:grpSpLocks noChangeAspect="1"/>
          </p:cNvGrpSpPr>
          <p:nvPr/>
        </p:nvGrpSpPr>
        <p:grpSpPr bwMode="auto">
          <a:xfrm>
            <a:off x="211138" y="4014788"/>
            <a:ext cx="8723312" cy="1000125"/>
            <a:chOff x="-3905250" y="4294188"/>
            <a:chExt cx="13011150" cy="1892300"/>
          </a:xfrm>
        </p:grpSpPr>
        <p:sp>
          <p:nvSpPr>
            <p:cNvPr id="6" name="Freeform 14">
              <a:extLst>
                <a:ext uri="{FF2B5EF4-FFF2-40B4-BE49-F238E27FC236}">
                  <a16:creationId xmlns:a16="http://schemas.microsoft.com/office/drawing/2014/main" id="{3CB0E165-C9D4-4CB9-AA69-FB9B18BF3A49}"/>
                </a:ext>
              </a:extLst>
            </p:cNvPr>
            <p:cNvSpPr>
              <a:spLocks/>
            </p:cNvSpPr>
            <p:nvPr/>
          </p:nvSpPr>
          <p:spPr bwMode="hidden">
            <a:xfrm>
              <a:off x="4810125" y="4500563"/>
              <a:ext cx="4295775" cy="1016000"/>
            </a:xfrm>
            <a:custGeom>
              <a:avLst/>
              <a:gdLst>
                <a:gd name="T0" fmla="*/ 2147483646 w 2706"/>
                <a:gd name="T1" fmla="*/ 0 h 640"/>
                <a:gd name="T2" fmla="*/ 2147483646 w 2706"/>
                <a:gd name="T3" fmla="*/ 0 h 640"/>
                <a:gd name="T4" fmla="*/ 2147483646 w 2706"/>
                <a:gd name="T5" fmla="*/ 2147483646 h 640"/>
                <a:gd name="T6" fmla="*/ 2147483646 w 2706"/>
                <a:gd name="T7" fmla="*/ 2147483646 h 640"/>
                <a:gd name="T8" fmla="*/ 2147483646 w 2706"/>
                <a:gd name="T9" fmla="*/ 2147483646 h 640"/>
                <a:gd name="T10" fmla="*/ 2147483646 w 2706"/>
                <a:gd name="T11" fmla="*/ 2147483646 h 640"/>
                <a:gd name="T12" fmla="*/ 2147483646 w 2706"/>
                <a:gd name="T13" fmla="*/ 2147483646 h 640"/>
                <a:gd name="T14" fmla="*/ 2147483646 w 2706"/>
                <a:gd name="T15" fmla="*/ 2147483646 h 640"/>
                <a:gd name="T16" fmla="*/ 2147483646 w 2706"/>
                <a:gd name="T17" fmla="*/ 2147483646 h 640"/>
                <a:gd name="T18" fmla="*/ 2147483646 w 2706"/>
                <a:gd name="T19" fmla="*/ 2147483646 h 640"/>
                <a:gd name="T20" fmla="*/ 2147483646 w 2706"/>
                <a:gd name="T21" fmla="*/ 2147483646 h 640"/>
                <a:gd name="T22" fmla="*/ 2147483646 w 2706"/>
                <a:gd name="T23" fmla="*/ 2147483646 h 640"/>
                <a:gd name="T24" fmla="*/ 2147483646 w 2706"/>
                <a:gd name="T25" fmla="*/ 2147483646 h 640"/>
                <a:gd name="T26" fmla="*/ 2147483646 w 2706"/>
                <a:gd name="T27" fmla="*/ 2147483646 h 640"/>
                <a:gd name="T28" fmla="*/ 2147483646 w 2706"/>
                <a:gd name="T29" fmla="*/ 2147483646 h 640"/>
                <a:gd name="T30" fmla="*/ 2147483646 w 2706"/>
                <a:gd name="T31" fmla="*/ 2147483646 h 640"/>
                <a:gd name="T32" fmla="*/ 2147483646 w 2706"/>
                <a:gd name="T33" fmla="*/ 2147483646 h 640"/>
                <a:gd name="T34" fmla="*/ 2147483646 w 2706"/>
                <a:gd name="T35" fmla="*/ 2147483646 h 640"/>
                <a:gd name="T36" fmla="*/ 0 w 2706"/>
                <a:gd name="T37" fmla="*/ 2147483646 h 640"/>
                <a:gd name="T38" fmla="*/ 0 w 2706"/>
                <a:gd name="T39" fmla="*/ 2147483646 h 640"/>
                <a:gd name="T40" fmla="*/ 2147483646 w 2706"/>
                <a:gd name="T41" fmla="*/ 2147483646 h 640"/>
                <a:gd name="T42" fmla="*/ 2147483646 w 2706"/>
                <a:gd name="T43" fmla="*/ 2147483646 h 640"/>
                <a:gd name="T44" fmla="*/ 2147483646 w 2706"/>
                <a:gd name="T45" fmla="*/ 2147483646 h 640"/>
                <a:gd name="T46" fmla="*/ 2147483646 w 2706"/>
                <a:gd name="T47" fmla="*/ 2147483646 h 640"/>
                <a:gd name="T48" fmla="*/ 2147483646 w 2706"/>
                <a:gd name="T49" fmla="*/ 2147483646 h 640"/>
                <a:gd name="T50" fmla="*/ 2147483646 w 2706"/>
                <a:gd name="T51" fmla="*/ 2147483646 h 640"/>
                <a:gd name="T52" fmla="*/ 2147483646 w 2706"/>
                <a:gd name="T53" fmla="*/ 2147483646 h 640"/>
                <a:gd name="T54" fmla="*/ 2147483646 w 2706"/>
                <a:gd name="T55" fmla="*/ 2147483646 h 640"/>
                <a:gd name="T56" fmla="*/ 2147483646 w 2706"/>
                <a:gd name="T57" fmla="*/ 2147483646 h 640"/>
                <a:gd name="T58" fmla="*/ 2147483646 w 2706"/>
                <a:gd name="T59" fmla="*/ 2147483646 h 640"/>
                <a:gd name="T60" fmla="*/ 2147483646 w 2706"/>
                <a:gd name="T61" fmla="*/ 2147483646 h 640"/>
                <a:gd name="T62" fmla="*/ 2147483646 w 2706"/>
                <a:gd name="T63" fmla="*/ 2147483646 h 640"/>
                <a:gd name="T64" fmla="*/ 2147483646 w 2706"/>
                <a:gd name="T65" fmla="*/ 2147483646 h 640"/>
                <a:gd name="T66" fmla="*/ 2147483646 w 2706"/>
                <a:gd name="T67" fmla="*/ 2147483646 h 640"/>
                <a:gd name="T68" fmla="*/ 2147483646 w 2706"/>
                <a:gd name="T69" fmla="*/ 2147483646 h 640"/>
                <a:gd name="T70" fmla="*/ 2147483646 w 2706"/>
                <a:gd name="T71" fmla="*/ 2147483646 h 640"/>
                <a:gd name="T72" fmla="*/ 2147483646 w 2706"/>
                <a:gd name="T73" fmla="*/ 2147483646 h 640"/>
                <a:gd name="T74" fmla="*/ 2147483646 w 2706"/>
                <a:gd name="T75" fmla="*/ 2147483646 h 640"/>
                <a:gd name="T76" fmla="*/ 2147483646 w 2706"/>
                <a:gd name="T77" fmla="*/ 2147483646 h 640"/>
                <a:gd name="T78" fmla="*/ 2147483646 w 2706"/>
                <a:gd name="T79" fmla="*/ 2147483646 h 640"/>
                <a:gd name="T80" fmla="*/ 2147483646 w 2706"/>
                <a:gd name="T81" fmla="*/ 2147483646 h 640"/>
                <a:gd name="T82" fmla="*/ 2147483646 w 2706"/>
                <a:gd name="T83" fmla="*/ 2147483646 h 640"/>
                <a:gd name="T84" fmla="*/ 2147483646 w 2706"/>
                <a:gd name="T85" fmla="*/ 2147483646 h 640"/>
                <a:gd name="T86" fmla="*/ 2147483646 w 2706"/>
                <a:gd name="T87" fmla="*/ 2147483646 h 640"/>
                <a:gd name="T88" fmla="*/ 2147483646 w 2706"/>
                <a:gd name="T89" fmla="*/ 2147483646 h 640"/>
                <a:gd name="T90" fmla="*/ 2147483646 w 2706"/>
                <a:gd name="T91" fmla="*/ 2147483646 h 640"/>
                <a:gd name="T92" fmla="*/ 2147483646 w 2706"/>
                <a:gd name="T93" fmla="*/ 2147483646 h 640"/>
                <a:gd name="T94" fmla="*/ 2147483646 w 2706"/>
                <a:gd name="T95" fmla="*/ 2147483646 h 640"/>
                <a:gd name="T96" fmla="*/ 2147483646 w 2706"/>
                <a:gd name="T97" fmla="*/ 2147483646 h 640"/>
                <a:gd name="T98" fmla="*/ 2147483646 w 2706"/>
                <a:gd name="T99" fmla="*/ 2147483646 h 640"/>
                <a:gd name="T100" fmla="*/ 2147483646 w 2706"/>
                <a:gd name="T101" fmla="*/ 2147483646 h 640"/>
                <a:gd name="T102" fmla="*/ 2147483646 w 2706"/>
                <a:gd name="T103" fmla="*/ 2147483646 h 640"/>
                <a:gd name="T104" fmla="*/ 2147483646 w 2706"/>
                <a:gd name="T105" fmla="*/ 2147483646 h 640"/>
                <a:gd name="T106" fmla="*/ 2147483646 w 2706"/>
                <a:gd name="T107" fmla="*/ 0 h 640"/>
                <a:gd name="T108" fmla="*/ 2147483646 w 2706"/>
                <a:gd name="T109" fmla="*/ 0 h 640"/>
                <a:gd name="T110" fmla="*/ 2147483646 w 2706"/>
                <a:gd name="T111" fmla="*/ 0 h 640"/>
                <a:gd name="T112" fmla="*/ 2147483646 w 2706"/>
                <a:gd name="T113" fmla="*/ 0 h 64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472" y="252"/>
                  </a:lnTo>
                  <a:lnTo>
                    <a:pt x="1236" y="304"/>
                  </a:lnTo>
                  <a:lnTo>
                    <a:pt x="1010" y="352"/>
                  </a:lnTo>
                  <a:lnTo>
                    <a:pt x="792" y="398"/>
                  </a:lnTo>
                  <a:lnTo>
                    <a:pt x="584" y="438"/>
                  </a:lnTo>
                  <a:lnTo>
                    <a:pt x="382" y="474"/>
                  </a:lnTo>
                  <a:lnTo>
                    <a:pt x="188" y="50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6" y="388"/>
                  </a:lnTo>
                  <a:lnTo>
                    <a:pt x="2706" y="0"/>
                  </a:lnTo>
                  <a:lnTo>
                    <a:pt x="2700" y="0"/>
                  </a:lnTo>
                  <a:close/>
                </a:path>
              </a:pathLst>
            </a:custGeom>
            <a:solidFill>
              <a:schemeClr val="bg2">
                <a:alpha val="29019"/>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 name="Freeform 18">
              <a:extLst>
                <a:ext uri="{FF2B5EF4-FFF2-40B4-BE49-F238E27FC236}">
                  <a16:creationId xmlns:a16="http://schemas.microsoft.com/office/drawing/2014/main" id="{90E5BC61-1ACF-4186-9C66-CDB5E0159B50}"/>
                </a:ext>
              </a:extLst>
            </p:cNvPr>
            <p:cNvSpPr>
              <a:spLocks/>
            </p:cNvSpPr>
            <p:nvPr/>
          </p:nvSpPr>
          <p:spPr bwMode="hidden">
            <a:xfrm>
              <a:off x="-309563" y="4318000"/>
              <a:ext cx="8280401" cy="1209675"/>
            </a:xfrm>
            <a:custGeom>
              <a:avLst/>
              <a:gdLst>
                <a:gd name="T0" fmla="*/ 2147483646 w 5216"/>
                <a:gd name="T1" fmla="*/ 2147483646 h 762"/>
                <a:gd name="T2" fmla="*/ 2147483646 w 5216"/>
                <a:gd name="T3" fmla="*/ 2147483646 h 762"/>
                <a:gd name="T4" fmla="*/ 2147483646 w 5216"/>
                <a:gd name="T5" fmla="*/ 2147483646 h 762"/>
                <a:gd name="T6" fmla="*/ 2147483646 w 5216"/>
                <a:gd name="T7" fmla="*/ 2147483646 h 762"/>
                <a:gd name="T8" fmla="*/ 2147483646 w 5216"/>
                <a:gd name="T9" fmla="*/ 2147483646 h 762"/>
                <a:gd name="T10" fmla="*/ 2147483646 w 5216"/>
                <a:gd name="T11" fmla="*/ 2147483646 h 762"/>
                <a:gd name="T12" fmla="*/ 2147483646 w 5216"/>
                <a:gd name="T13" fmla="*/ 2147483646 h 762"/>
                <a:gd name="T14" fmla="*/ 2147483646 w 5216"/>
                <a:gd name="T15" fmla="*/ 2147483646 h 762"/>
                <a:gd name="T16" fmla="*/ 2147483646 w 5216"/>
                <a:gd name="T17" fmla="*/ 2147483646 h 762"/>
                <a:gd name="T18" fmla="*/ 2147483646 w 5216"/>
                <a:gd name="T19" fmla="*/ 2147483646 h 762"/>
                <a:gd name="T20" fmla="*/ 2147483646 w 5216"/>
                <a:gd name="T21" fmla="*/ 2147483646 h 762"/>
                <a:gd name="T22" fmla="*/ 2147483646 w 5216"/>
                <a:gd name="T23" fmla="*/ 2147483646 h 762"/>
                <a:gd name="T24" fmla="*/ 2147483646 w 5216"/>
                <a:gd name="T25" fmla="*/ 2147483646 h 762"/>
                <a:gd name="T26" fmla="*/ 2147483646 w 5216"/>
                <a:gd name="T27" fmla="*/ 0 h 762"/>
                <a:gd name="T28" fmla="*/ 2147483646 w 5216"/>
                <a:gd name="T29" fmla="*/ 2147483646 h 762"/>
                <a:gd name="T30" fmla="*/ 2147483646 w 5216"/>
                <a:gd name="T31" fmla="*/ 2147483646 h 762"/>
                <a:gd name="T32" fmla="*/ 0 w 5216"/>
                <a:gd name="T33" fmla="*/ 2147483646 h 762"/>
                <a:gd name="T34" fmla="*/ 2147483646 w 5216"/>
                <a:gd name="T35" fmla="*/ 2147483646 h 762"/>
                <a:gd name="T36" fmla="*/ 2147483646 w 5216"/>
                <a:gd name="T37" fmla="*/ 2147483646 h 762"/>
                <a:gd name="T38" fmla="*/ 2147483646 w 5216"/>
                <a:gd name="T39" fmla="*/ 2147483646 h 762"/>
                <a:gd name="T40" fmla="*/ 2147483646 w 5216"/>
                <a:gd name="T41" fmla="*/ 2147483646 h 762"/>
                <a:gd name="T42" fmla="*/ 2147483646 w 5216"/>
                <a:gd name="T43" fmla="*/ 2147483646 h 762"/>
                <a:gd name="T44" fmla="*/ 2147483646 w 5216"/>
                <a:gd name="T45" fmla="*/ 2147483646 h 762"/>
                <a:gd name="T46" fmla="*/ 2147483646 w 5216"/>
                <a:gd name="T47" fmla="*/ 2147483646 h 762"/>
                <a:gd name="T48" fmla="*/ 2147483646 w 5216"/>
                <a:gd name="T49" fmla="*/ 2147483646 h 762"/>
                <a:gd name="T50" fmla="*/ 2147483646 w 5216"/>
                <a:gd name="T51" fmla="*/ 2147483646 h 762"/>
                <a:gd name="T52" fmla="*/ 2147483646 w 5216"/>
                <a:gd name="T53" fmla="*/ 2147483646 h 762"/>
                <a:gd name="T54" fmla="*/ 2147483646 w 5216"/>
                <a:gd name="T55" fmla="*/ 2147483646 h 762"/>
                <a:gd name="T56" fmla="*/ 2147483646 w 5216"/>
                <a:gd name="T57" fmla="*/ 2147483646 h 762"/>
                <a:gd name="T58" fmla="*/ 2147483646 w 5216"/>
                <a:gd name="T59" fmla="*/ 2147483646 h 762"/>
                <a:gd name="T60" fmla="*/ 2147483646 w 5216"/>
                <a:gd name="T61" fmla="*/ 2147483646 h 762"/>
                <a:gd name="T62" fmla="*/ 2147483646 w 5216"/>
                <a:gd name="T63" fmla="*/ 2147483646 h 762"/>
                <a:gd name="T64" fmla="*/ 2147483646 w 5216"/>
                <a:gd name="T65" fmla="*/ 2147483646 h 762"/>
                <a:gd name="T66" fmla="*/ 2147483646 w 5216"/>
                <a:gd name="T67" fmla="*/ 2147483646 h 762"/>
                <a:gd name="T68" fmla="*/ 2147483646 w 5216"/>
                <a:gd name="T69" fmla="*/ 2147483646 h 762"/>
                <a:gd name="T70" fmla="*/ 2147483646 w 5216"/>
                <a:gd name="T71" fmla="*/ 2147483646 h 76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154" y="66"/>
                  </a:lnTo>
                  <a:lnTo>
                    <a:pt x="314" y="86"/>
                  </a:lnTo>
                  <a:lnTo>
                    <a:pt x="480" y="112"/>
                  </a:lnTo>
                  <a:lnTo>
                    <a:pt x="652" y="140"/>
                  </a:lnTo>
                  <a:lnTo>
                    <a:pt x="830" y="174"/>
                  </a:lnTo>
                  <a:lnTo>
                    <a:pt x="1014" y="210"/>
                  </a:lnTo>
                  <a:lnTo>
                    <a:pt x="1206" y="250"/>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close/>
                </a:path>
              </a:pathLst>
            </a:custGeom>
            <a:solidFill>
              <a:schemeClr val="bg2">
                <a:alpha val="39999"/>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22">
              <a:extLst>
                <a:ext uri="{FF2B5EF4-FFF2-40B4-BE49-F238E27FC236}">
                  <a16:creationId xmlns:a16="http://schemas.microsoft.com/office/drawing/2014/main" id="{B5F099E9-CECC-4053-9306-922C9D15C919}"/>
                </a:ext>
              </a:extLst>
            </p:cNvPr>
            <p:cNvSpPr>
              <a:spLocks/>
            </p:cNvSpPr>
            <p:nvPr/>
          </p:nvSpPr>
          <p:spPr bwMode="hidden">
            <a:xfrm>
              <a:off x="3175" y="4335463"/>
              <a:ext cx="8166100" cy="1101725"/>
            </a:xfrm>
            <a:custGeom>
              <a:avLst/>
              <a:gdLst>
                <a:gd name="T0" fmla="*/ 0 w 5144"/>
                <a:gd name="T1" fmla="*/ 2147483646 h 694"/>
                <a:gd name="T2" fmla="*/ 0 w 5144"/>
                <a:gd name="T3" fmla="*/ 2147483646 h 694"/>
                <a:gd name="T4" fmla="*/ 2147483646 w 5144"/>
                <a:gd name="T5" fmla="*/ 2147483646 h 694"/>
                <a:gd name="T6" fmla="*/ 2147483646 w 5144"/>
                <a:gd name="T7" fmla="*/ 2147483646 h 694"/>
                <a:gd name="T8" fmla="*/ 2147483646 w 5144"/>
                <a:gd name="T9" fmla="*/ 2147483646 h 694"/>
                <a:gd name="T10" fmla="*/ 2147483646 w 5144"/>
                <a:gd name="T11" fmla="*/ 2147483646 h 694"/>
                <a:gd name="T12" fmla="*/ 2147483646 w 5144"/>
                <a:gd name="T13" fmla="*/ 2147483646 h 694"/>
                <a:gd name="T14" fmla="*/ 2147483646 w 5144"/>
                <a:gd name="T15" fmla="*/ 2147483646 h 694"/>
                <a:gd name="T16" fmla="*/ 2147483646 w 5144"/>
                <a:gd name="T17" fmla="*/ 2147483646 h 694"/>
                <a:gd name="T18" fmla="*/ 2147483646 w 5144"/>
                <a:gd name="T19" fmla="*/ 2147483646 h 694"/>
                <a:gd name="T20" fmla="*/ 2147483646 w 5144"/>
                <a:gd name="T21" fmla="*/ 2147483646 h 694"/>
                <a:gd name="T22" fmla="*/ 2147483646 w 5144"/>
                <a:gd name="T23" fmla="*/ 2147483646 h 694"/>
                <a:gd name="T24" fmla="*/ 2147483646 w 5144"/>
                <a:gd name="T25" fmla="*/ 0 h 694"/>
                <a:gd name="T26" fmla="*/ 2147483646 w 5144"/>
                <a:gd name="T27" fmla="*/ 2147483646 h 694"/>
                <a:gd name="T28" fmla="*/ 2147483646 w 5144"/>
                <a:gd name="T29" fmla="*/ 2147483646 h 694"/>
                <a:gd name="T30" fmla="*/ 2147483646 w 5144"/>
                <a:gd name="T31" fmla="*/ 2147483646 h 694"/>
                <a:gd name="T32" fmla="*/ 2147483646 w 5144"/>
                <a:gd name="T33" fmla="*/ 2147483646 h 694"/>
                <a:gd name="T34" fmla="*/ 2147483646 w 5144"/>
                <a:gd name="T35" fmla="*/ 2147483646 h 694"/>
                <a:gd name="T36" fmla="*/ 2147483646 w 5144"/>
                <a:gd name="T37" fmla="*/ 2147483646 h 694"/>
                <a:gd name="T38" fmla="*/ 2147483646 w 5144"/>
                <a:gd name="T39" fmla="*/ 2147483646 h 694"/>
                <a:gd name="T40" fmla="*/ 2147483646 w 5144"/>
                <a:gd name="T41" fmla="*/ 2147483646 h 694"/>
                <a:gd name="T42" fmla="*/ 2147483646 w 5144"/>
                <a:gd name="T43" fmla="*/ 2147483646 h 694"/>
                <a:gd name="T44" fmla="*/ 2147483646 w 5144"/>
                <a:gd name="T45" fmla="*/ 2147483646 h 694"/>
                <a:gd name="T46" fmla="*/ 2147483646 w 5144"/>
                <a:gd name="T47" fmla="*/ 2147483646 h 694"/>
                <a:gd name="T48" fmla="*/ 2147483646 w 5144"/>
                <a:gd name="T49" fmla="*/ 2147483646 h 694"/>
                <a:gd name="T50" fmla="*/ 2147483646 w 5144"/>
                <a:gd name="T51" fmla="*/ 2147483646 h 694"/>
                <a:gd name="T52" fmla="*/ 2147483646 w 5144"/>
                <a:gd name="T53" fmla="*/ 2147483646 h 694"/>
                <a:gd name="T54" fmla="*/ 2147483646 w 5144"/>
                <a:gd name="T55" fmla="*/ 2147483646 h 694"/>
                <a:gd name="T56" fmla="*/ 2147483646 w 5144"/>
                <a:gd name="T57" fmla="*/ 2147483646 h 694"/>
                <a:gd name="T58" fmla="*/ 2147483646 w 5144"/>
                <a:gd name="T59" fmla="*/ 2147483646 h 694"/>
                <a:gd name="T60" fmla="*/ 2147483646 w 5144"/>
                <a:gd name="T61" fmla="*/ 2147483646 h 69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 name="Freeform 26">
              <a:extLst>
                <a:ext uri="{FF2B5EF4-FFF2-40B4-BE49-F238E27FC236}">
                  <a16:creationId xmlns:a16="http://schemas.microsoft.com/office/drawing/2014/main" id="{EB19B41B-6ED2-4F76-AE46-86FDD97484C2}"/>
                </a:ext>
              </a:extLst>
            </p:cNvPr>
            <p:cNvSpPr>
              <a:spLocks/>
            </p:cNvSpPr>
            <p:nvPr/>
          </p:nvSpPr>
          <p:spPr bwMode="hidden">
            <a:xfrm>
              <a:off x="4156075" y="4316413"/>
              <a:ext cx="4940300" cy="927100"/>
            </a:xfrm>
            <a:custGeom>
              <a:avLst/>
              <a:gdLst>
                <a:gd name="T0" fmla="*/ 0 w 3112"/>
                <a:gd name="T1" fmla="*/ 2147483646 h 584"/>
                <a:gd name="T2" fmla="*/ 0 w 3112"/>
                <a:gd name="T3" fmla="*/ 2147483646 h 584"/>
                <a:gd name="T4" fmla="*/ 2147483646 w 3112"/>
                <a:gd name="T5" fmla="*/ 2147483646 h 584"/>
                <a:gd name="T6" fmla="*/ 2147483646 w 3112"/>
                <a:gd name="T7" fmla="*/ 2147483646 h 584"/>
                <a:gd name="T8" fmla="*/ 2147483646 w 3112"/>
                <a:gd name="T9" fmla="*/ 2147483646 h 584"/>
                <a:gd name="T10" fmla="*/ 2147483646 w 3112"/>
                <a:gd name="T11" fmla="*/ 2147483646 h 584"/>
                <a:gd name="T12" fmla="*/ 2147483646 w 3112"/>
                <a:gd name="T13" fmla="*/ 2147483646 h 584"/>
                <a:gd name="T14" fmla="*/ 2147483646 w 3112"/>
                <a:gd name="T15" fmla="*/ 2147483646 h 584"/>
                <a:gd name="T16" fmla="*/ 2147483646 w 3112"/>
                <a:gd name="T17" fmla="*/ 2147483646 h 584"/>
                <a:gd name="T18" fmla="*/ 2147483646 w 3112"/>
                <a:gd name="T19" fmla="*/ 2147483646 h 584"/>
                <a:gd name="T20" fmla="*/ 2147483646 w 3112"/>
                <a:gd name="T21" fmla="*/ 2147483646 h 584"/>
                <a:gd name="T22" fmla="*/ 2147483646 w 3112"/>
                <a:gd name="T23" fmla="*/ 2147483646 h 584"/>
                <a:gd name="T24" fmla="*/ 2147483646 w 3112"/>
                <a:gd name="T25" fmla="*/ 2147483646 h 584"/>
                <a:gd name="T26" fmla="*/ 2147483646 w 3112"/>
                <a:gd name="T27" fmla="*/ 2147483646 h 584"/>
                <a:gd name="T28" fmla="*/ 2147483646 w 3112"/>
                <a:gd name="T29" fmla="*/ 2147483646 h 584"/>
                <a:gd name="T30" fmla="*/ 2147483646 w 3112"/>
                <a:gd name="T31" fmla="*/ 2147483646 h 584"/>
                <a:gd name="T32" fmla="*/ 2147483646 w 3112"/>
                <a:gd name="T33" fmla="*/ 2147483646 h 584"/>
                <a:gd name="T34" fmla="*/ 2147483646 w 3112"/>
                <a:gd name="T35" fmla="*/ 2147483646 h 584"/>
                <a:gd name="T36" fmla="*/ 2147483646 w 3112"/>
                <a:gd name="T37" fmla="*/ 2147483646 h 584"/>
                <a:gd name="T38" fmla="*/ 2147483646 w 3112"/>
                <a:gd name="T39" fmla="*/ 0 h 58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useBgFill="1">
          <p:nvSpPr>
            <p:cNvPr id="10" name="Freeform 10">
              <a:extLst>
                <a:ext uri="{FF2B5EF4-FFF2-40B4-BE49-F238E27FC236}">
                  <a16:creationId xmlns:a16="http://schemas.microsoft.com/office/drawing/2014/main" id="{C3D16A7E-DF05-4F45-80CD-C61B79C21984}"/>
                </a:ext>
              </a:extLst>
            </p:cNvPr>
            <p:cNvSpPr>
              <a:spLocks/>
            </p:cNvSpPr>
            <p:nvPr/>
          </p:nvSpPr>
          <p:spPr bwMode="hidden">
            <a:xfrm>
              <a:off x="-3905250" y="4294188"/>
              <a:ext cx="13011150" cy="1892300"/>
            </a:xfrm>
            <a:custGeom>
              <a:avLst/>
              <a:gdLst>
                <a:gd name="T0" fmla="*/ 2147483646 w 8196"/>
                <a:gd name="T1" fmla="*/ 2147483646 h 1192"/>
                <a:gd name="T2" fmla="*/ 2147483646 w 8196"/>
                <a:gd name="T3" fmla="*/ 2147483646 h 1192"/>
                <a:gd name="T4" fmla="*/ 2147483646 w 8196"/>
                <a:gd name="T5" fmla="*/ 2147483646 h 1192"/>
                <a:gd name="T6" fmla="*/ 2147483646 w 8196"/>
                <a:gd name="T7" fmla="*/ 2147483646 h 1192"/>
                <a:gd name="T8" fmla="*/ 2147483646 w 8196"/>
                <a:gd name="T9" fmla="*/ 2147483646 h 1192"/>
                <a:gd name="T10" fmla="*/ 2147483646 w 8196"/>
                <a:gd name="T11" fmla="*/ 2147483646 h 1192"/>
                <a:gd name="T12" fmla="*/ 2147483646 w 8196"/>
                <a:gd name="T13" fmla="*/ 2147483646 h 1192"/>
                <a:gd name="T14" fmla="*/ 2147483646 w 8196"/>
                <a:gd name="T15" fmla="*/ 2147483646 h 1192"/>
                <a:gd name="T16" fmla="*/ 2147483646 w 8196"/>
                <a:gd name="T17" fmla="*/ 2147483646 h 1192"/>
                <a:gd name="T18" fmla="*/ 2147483646 w 8196"/>
                <a:gd name="T19" fmla="*/ 2147483646 h 1192"/>
                <a:gd name="T20" fmla="*/ 2147483646 w 8196"/>
                <a:gd name="T21" fmla="*/ 2147483646 h 1192"/>
                <a:gd name="T22" fmla="*/ 2147483646 w 8196"/>
                <a:gd name="T23" fmla="*/ 2147483646 h 1192"/>
                <a:gd name="T24" fmla="*/ 2147483646 w 8196"/>
                <a:gd name="T25" fmla="*/ 2147483646 h 1192"/>
                <a:gd name="T26" fmla="*/ 2147483646 w 8196"/>
                <a:gd name="T27" fmla="*/ 2147483646 h 1192"/>
                <a:gd name="T28" fmla="*/ 2147483646 w 8196"/>
                <a:gd name="T29" fmla="*/ 2147483646 h 1192"/>
                <a:gd name="T30" fmla="*/ 2147483646 w 8196"/>
                <a:gd name="T31" fmla="*/ 2147483646 h 1192"/>
                <a:gd name="T32" fmla="*/ 2147483646 w 8196"/>
                <a:gd name="T33" fmla="*/ 2147483646 h 1192"/>
                <a:gd name="T34" fmla="*/ 2147483646 w 8196"/>
                <a:gd name="T35" fmla="*/ 2147483646 h 1192"/>
                <a:gd name="T36" fmla="*/ 2147483646 w 8196"/>
                <a:gd name="T37" fmla="*/ 2147483646 h 1192"/>
                <a:gd name="T38" fmla="*/ 2147483646 w 8196"/>
                <a:gd name="T39" fmla="*/ 2147483646 h 1192"/>
                <a:gd name="T40" fmla="*/ 2147483646 w 8196"/>
                <a:gd name="T41" fmla="*/ 2147483646 h 1192"/>
                <a:gd name="T42" fmla="*/ 2147483646 w 8196"/>
                <a:gd name="T43" fmla="*/ 2147483646 h 1192"/>
                <a:gd name="T44" fmla="*/ 2147483646 w 8196"/>
                <a:gd name="T45" fmla="*/ 0 h 1192"/>
                <a:gd name="T46" fmla="*/ 2147483646 w 8196"/>
                <a:gd name="T47" fmla="*/ 2147483646 h 1192"/>
                <a:gd name="T48" fmla="*/ 2147483646 w 8196"/>
                <a:gd name="T49" fmla="*/ 2147483646 h 1192"/>
                <a:gd name="T50" fmla="*/ 2147483646 w 8196"/>
                <a:gd name="T51" fmla="*/ 2147483646 h 1192"/>
                <a:gd name="T52" fmla="*/ 2147483646 w 8196"/>
                <a:gd name="T53" fmla="*/ 2147483646 h 1192"/>
                <a:gd name="T54" fmla="*/ 2147483646 w 8196"/>
                <a:gd name="T55" fmla="*/ 2147483646 h 1192"/>
                <a:gd name="T56" fmla="*/ 2147483646 w 8196"/>
                <a:gd name="T57" fmla="*/ 2147483646 h 1192"/>
                <a:gd name="T58" fmla="*/ 2147483646 w 8196"/>
                <a:gd name="T59" fmla="*/ 2147483646 h 1192"/>
                <a:gd name="T60" fmla="*/ 2147483646 w 8196"/>
                <a:gd name="T61" fmla="*/ 2147483646 h 1192"/>
                <a:gd name="T62" fmla="*/ 0 w 8196"/>
                <a:gd name="T63" fmla="*/ 2147483646 h 1192"/>
                <a:gd name="T64" fmla="*/ 2147483646 w 8196"/>
                <a:gd name="T65" fmla="*/ 2147483646 h 1192"/>
                <a:gd name="T66" fmla="*/ 2147483646 w 8196"/>
                <a:gd name="T67" fmla="*/ 2147483646 h 1192"/>
                <a:gd name="T68" fmla="*/ 2147483646 w 8196"/>
                <a:gd name="T69" fmla="*/ 2147483646 h 1192"/>
                <a:gd name="T70" fmla="*/ 2147483646 w 8196"/>
                <a:gd name="T71" fmla="*/ 2147483646 h 119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6" y="1186"/>
                  </a:lnTo>
                  <a:lnTo>
                    <a:pt x="8196" y="510"/>
                  </a:lnTo>
                  <a:lnTo>
                    <a:pt x="8192" y="512"/>
                  </a:lnTo>
                  <a:close/>
                </a:path>
              </a:pathLst>
            </a:custGeom>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 name="Title 1"/>
          <p:cNvSpPr>
            <a:spLocks noGrp="1"/>
          </p:cNvSpPr>
          <p:nvPr>
            <p:ph type="ctrTitle"/>
          </p:nvPr>
        </p:nvSpPr>
        <p:spPr>
          <a:xfrm>
            <a:off x="685800" y="1200152"/>
            <a:ext cx="7772400" cy="1335081"/>
          </a:xfrm>
        </p:spPr>
        <p:txBody>
          <a:bodyPr anchor="b">
            <a:normAutofit/>
          </a:bodyPr>
          <a:lstStyle>
            <a:lvl1pPr>
              <a:defRPr sz="4400">
                <a:solidFill>
                  <a:srgbClr val="FFFFFF"/>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371600" y="2667001"/>
            <a:ext cx="6400800" cy="11049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11" name="Date Placeholder 3">
            <a:extLst>
              <a:ext uri="{FF2B5EF4-FFF2-40B4-BE49-F238E27FC236}">
                <a16:creationId xmlns:a16="http://schemas.microsoft.com/office/drawing/2014/main" id="{BE30D190-61C2-421B-A389-250EDC008B09}"/>
              </a:ext>
            </a:extLst>
          </p:cNvPr>
          <p:cNvSpPr>
            <a:spLocks noGrp="1"/>
          </p:cNvSpPr>
          <p:nvPr>
            <p:ph type="dt" sz="half" idx="10"/>
          </p:nvPr>
        </p:nvSpPr>
        <p:spPr/>
        <p:txBody>
          <a:bodyPr/>
          <a:lstStyle>
            <a:lvl1pPr eaLnBrk="0" hangingPunct="0">
              <a:defRPr>
                <a:ea typeface="楷体_GB2312"/>
                <a:cs typeface="楷体_GB2312"/>
              </a:defRPr>
            </a:lvl1pPr>
          </a:lstStyle>
          <a:p>
            <a:pPr>
              <a:defRPr/>
            </a:pPr>
            <a:endParaRPr lang="en-US" altLang="zh-CN"/>
          </a:p>
        </p:txBody>
      </p:sp>
      <p:sp>
        <p:nvSpPr>
          <p:cNvPr id="12" name="Footer Placeholder 4">
            <a:extLst>
              <a:ext uri="{FF2B5EF4-FFF2-40B4-BE49-F238E27FC236}">
                <a16:creationId xmlns:a16="http://schemas.microsoft.com/office/drawing/2014/main" id="{7B4AD223-FA30-4AC3-85C3-3BB01A0C7EE4}"/>
              </a:ext>
            </a:extLst>
          </p:cNvPr>
          <p:cNvSpPr>
            <a:spLocks noGrp="1"/>
          </p:cNvSpPr>
          <p:nvPr>
            <p:ph type="ftr" sz="quarter" idx="11"/>
          </p:nvPr>
        </p:nvSpPr>
        <p:spPr/>
        <p:txBody>
          <a:bodyPr/>
          <a:lstStyle>
            <a:lvl1pPr eaLnBrk="0" hangingPunct="0">
              <a:defRPr>
                <a:ea typeface="楷体_GB2312"/>
                <a:cs typeface="楷体_GB2312"/>
              </a:defRPr>
            </a:lvl1pPr>
          </a:lstStyle>
          <a:p>
            <a:pPr>
              <a:defRPr/>
            </a:pPr>
            <a:endParaRPr lang="en-US" altLang="zh-CN"/>
          </a:p>
        </p:txBody>
      </p:sp>
      <p:sp>
        <p:nvSpPr>
          <p:cNvPr id="13" name="Slide Number Placeholder 5">
            <a:extLst>
              <a:ext uri="{FF2B5EF4-FFF2-40B4-BE49-F238E27FC236}">
                <a16:creationId xmlns:a16="http://schemas.microsoft.com/office/drawing/2014/main" id="{B443FA92-91D9-4519-A789-995CDF2D7011}"/>
              </a:ext>
            </a:extLst>
          </p:cNvPr>
          <p:cNvSpPr>
            <a:spLocks noGrp="1"/>
          </p:cNvSpPr>
          <p:nvPr>
            <p:ph type="sldNum" sz="quarter" idx="12"/>
          </p:nvPr>
        </p:nvSpPr>
        <p:spPr/>
        <p:txBody>
          <a:bodyPr/>
          <a:lstStyle>
            <a:lvl1pPr eaLnBrk="0" hangingPunct="0">
              <a:defRPr>
                <a:ea typeface="楷体_GB2312"/>
                <a:cs typeface="楷体_GB2312"/>
              </a:defRPr>
            </a:lvl1pPr>
          </a:lstStyle>
          <a:p>
            <a:pPr>
              <a:defRPr/>
            </a:pPr>
            <a:fld id="{710B57BB-6B41-431D-9FC0-2FC250CA5493}" type="slidenum">
              <a:rPr lang="zh-CN" altLang="en-US"/>
              <a:pPr>
                <a:defRPr/>
              </a:pPr>
              <a:t>‹#›</a:t>
            </a:fld>
            <a:endParaRPr lang="en-US" altLang="zh-CN"/>
          </a:p>
        </p:txBody>
      </p:sp>
    </p:spTree>
    <p:extLst>
      <p:ext uri="{BB962C8B-B14F-4D97-AF65-F5344CB8AC3E}">
        <p14:creationId xmlns:p14="http://schemas.microsoft.com/office/powerpoint/2010/main" val="225148889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baseline="0">
                <a:latin typeface="Times New Roman" panose="02020603050405020304" pitchFamily="18" charset="0"/>
              </a:defRPr>
            </a:lvl1pPr>
            <a:lvl2pPr>
              <a:defRPr baseline="0">
                <a:latin typeface="Times New Roman" panose="02020603050405020304" pitchFamily="18" charset="0"/>
              </a:defRPr>
            </a:lvl2pPr>
            <a:lvl3pPr>
              <a:defRPr baseline="0">
                <a:latin typeface="Times New Roman" panose="02020603050405020304" pitchFamily="18" charset="0"/>
              </a:defRPr>
            </a:lvl3pPr>
            <a:lvl4pPr>
              <a:defRPr baseline="0">
                <a:latin typeface="Times New Roman" panose="02020603050405020304" pitchFamily="18" charset="0"/>
              </a:defRPr>
            </a:lvl4pPr>
            <a:lvl5pPr>
              <a:defRPr baseline="0">
                <a:latin typeface="Times New Roman" panose="02020603050405020304"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7" name="Title 6"/>
          <p:cNvSpPr>
            <a:spLocks noGrp="1"/>
          </p:cNvSpPr>
          <p:nvPr>
            <p:ph type="title"/>
          </p:nvPr>
        </p:nvSpPr>
        <p:spPr>
          <a:xfrm>
            <a:off x="755576" y="267494"/>
            <a:ext cx="7931224" cy="360040"/>
          </a:xfrm>
        </p:spPr>
        <p:txBody>
          <a:bodyPr/>
          <a:lstStyle>
            <a:lvl1pPr algn="l">
              <a:defRPr b="1" baseline="0">
                <a:latin typeface="Times New Roman" panose="02020603050405020304" pitchFamily="18" charset="0"/>
                <a:ea typeface="黑体" panose="02010609060101010101" pitchFamily="49" charset="-122"/>
              </a:defRPr>
            </a:lvl1pPr>
          </a:lstStyle>
          <a:p>
            <a:r>
              <a:rPr lang="zh-CN" altLang="en-US" dirty="0"/>
              <a:t>单击此处编辑母版标题样式</a:t>
            </a:r>
            <a:endParaRPr lang="en-US" dirty="0"/>
          </a:p>
        </p:txBody>
      </p:sp>
      <p:sp>
        <p:nvSpPr>
          <p:cNvPr id="4" name="Date Placeholder 3">
            <a:extLst>
              <a:ext uri="{FF2B5EF4-FFF2-40B4-BE49-F238E27FC236}">
                <a16:creationId xmlns:a16="http://schemas.microsoft.com/office/drawing/2014/main" id="{D1DB9751-2632-4F72-8B31-E1A06DE58543}"/>
              </a:ext>
            </a:extLst>
          </p:cNvPr>
          <p:cNvSpPr>
            <a:spLocks noGrp="1"/>
          </p:cNvSpPr>
          <p:nvPr>
            <p:ph type="dt" sz="half" idx="10"/>
          </p:nvPr>
        </p:nvSpPr>
        <p:spPr/>
        <p:txBody>
          <a:bodyPr/>
          <a:lstStyle>
            <a:lvl1pPr eaLnBrk="0" hangingPunct="0">
              <a:defRPr>
                <a:ea typeface="楷体_GB2312"/>
                <a:cs typeface="楷体_GB2312"/>
              </a:defRPr>
            </a:lvl1pPr>
          </a:lstStyle>
          <a:p>
            <a:pPr>
              <a:defRPr/>
            </a:pPr>
            <a:endParaRPr lang="en-US" altLang="zh-CN"/>
          </a:p>
        </p:txBody>
      </p:sp>
      <p:sp>
        <p:nvSpPr>
          <p:cNvPr id="5" name="Footer Placeholder 4">
            <a:extLst>
              <a:ext uri="{FF2B5EF4-FFF2-40B4-BE49-F238E27FC236}">
                <a16:creationId xmlns:a16="http://schemas.microsoft.com/office/drawing/2014/main" id="{3140ED2D-8A07-4A86-8F93-C619760C279A}"/>
              </a:ext>
            </a:extLst>
          </p:cNvPr>
          <p:cNvSpPr>
            <a:spLocks noGrp="1"/>
          </p:cNvSpPr>
          <p:nvPr>
            <p:ph type="ftr" sz="quarter" idx="11"/>
          </p:nvPr>
        </p:nvSpPr>
        <p:spPr/>
        <p:txBody>
          <a:bodyPr/>
          <a:lstStyle>
            <a:lvl1pPr eaLnBrk="0" hangingPunct="0">
              <a:defRPr>
                <a:ea typeface="楷体_GB2312"/>
                <a:cs typeface="楷体_GB2312"/>
              </a:defRPr>
            </a:lvl1pPr>
          </a:lstStyle>
          <a:p>
            <a:pPr>
              <a:defRPr/>
            </a:pPr>
            <a:endParaRPr lang="en-US" altLang="zh-CN"/>
          </a:p>
        </p:txBody>
      </p:sp>
      <p:sp>
        <p:nvSpPr>
          <p:cNvPr id="6" name="Slide Number Placeholder 5">
            <a:extLst>
              <a:ext uri="{FF2B5EF4-FFF2-40B4-BE49-F238E27FC236}">
                <a16:creationId xmlns:a16="http://schemas.microsoft.com/office/drawing/2014/main" id="{EC063359-DE1D-48FA-A38C-108072060474}"/>
              </a:ext>
            </a:extLst>
          </p:cNvPr>
          <p:cNvSpPr>
            <a:spLocks noGrp="1"/>
          </p:cNvSpPr>
          <p:nvPr>
            <p:ph type="sldNum" sz="quarter" idx="12"/>
          </p:nvPr>
        </p:nvSpPr>
        <p:spPr/>
        <p:txBody>
          <a:bodyPr/>
          <a:lstStyle>
            <a:lvl1pPr eaLnBrk="0" hangingPunct="0">
              <a:defRPr>
                <a:ea typeface="楷体_GB2312"/>
                <a:cs typeface="楷体_GB2312"/>
              </a:defRPr>
            </a:lvl1pPr>
          </a:lstStyle>
          <a:p>
            <a:pPr>
              <a:defRPr/>
            </a:pPr>
            <a:fld id="{D2E128FE-65D9-4D08-BF45-51F2C7EE4F92}" type="slidenum">
              <a:rPr lang="zh-CN" altLang="en-US"/>
              <a:pPr>
                <a:defRPr/>
              </a:pPr>
              <a:t>‹#›</a:t>
            </a:fld>
            <a:endParaRPr lang="en-US" altLang="zh-CN"/>
          </a:p>
        </p:txBody>
      </p:sp>
    </p:spTree>
    <p:extLst>
      <p:ext uri="{BB962C8B-B14F-4D97-AF65-F5344CB8AC3E}">
        <p14:creationId xmlns:p14="http://schemas.microsoft.com/office/powerpoint/2010/main" val="29447477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8.xml"/><Relationship Id="rId1" Type="http://schemas.openxmlformats.org/officeDocument/2006/relationships/slideLayout" Target="../slideLayouts/slideLayout17.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20.xml"/><Relationship Id="rId1" Type="http://schemas.openxmlformats.org/officeDocument/2006/relationships/slideLayout" Target="../slideLayouts/slideLayout19.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22.xml"/><Relationship Id="rId1"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B6162862-39D0-4BE4-93F9-28C02E461C93}"/>
              </a:ext>
            </a:extLst>
          </p:cNvPr>
          <p:cNvSpPr>
            <a:spLocks noGrp="1" noChangeArrowheads="1"/>
          </p:cNvSpPr>
          <p:nvPr>
            <p:ph type="title"/>
          </p:nvPr>
        </p:nvSpPr>
        <p:spPr bwMode="auto">
          <a:xfrm>
            <a:off x="457200" y="206375"/>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89C0AED0-C5C5-44A9-BC77-78572001F06D}"/>
              </a:ext>
            </a:extLst>
          </p:cNvPr>
          <p:cNvSpPr>
            <a:spLocks noGrp="1" noChangeArrowheads="1"/>
          </p:cNvSpPr>
          <p:nvPr>
            <p:ph type="body" idx="1"/>
          </p:nvPr>
        </p:nvSpPr>
        <p:spPr bwMode="auto">
          <a:xfrm>
            <a:off x="457200" y="1200150"/>
            <a:ext cx="8229600" cy="339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17860" name="Rectangle 4">
            <a:extLst>
              <a:ext uri="{FF2B5EF4-FFF2-40B4-BE49-F238E27FC236}">
                <a16:creationId xmlns:a16="http://schemas.microsoft.com/office/drawing/2014/main" id="{540F564F-A4B1-48B4-BCD3-ADD4A521DD32}"/>
              </a:ext>
            </a:extLst>
          </p:cNvPr>
          <p:cNvSpPr>
            <a:spLocks noGrp="1" noChangeArrowheads="1"/>
          </p:cNvSpPr>
          <p:nvPr>
            <p:ph type="dt" sz="half" idx="2"/>
          </p:nvPr>
        </p:nvSpPr>
        <p:spPr bwMode="auto">
          <a:xfrm>
            <a:off x="457200" y="4684713"/>
            <a:ext cx="2133600" cy="3571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panose="020B0604020202020204" pitchFamily="34" charset="0"/>
              </a:defRPr>
            </a:lvl1pPr>
          </a:lstStyle>
          <a:p>
            <a:pPr>
              <a:defRPr/>
            </a:pPr>
            <a:endParaRPr lang="en-US" altLang="zh-CN"/>
          </a:p>
        </p:txBody>
      </p:sp>
      <p:sp>
        <p:nvSpPr>
          <p:cNvPr id="1017861" name="Rectangle 5">
            <a:extLst>
              <a:ext uri="{FF2B5EF4-FFF2-40B4-BE49-F238E27FC236}">
                <a16:creationId xmlns:a16="http://schemas.microsoft.com/office/drawing/2014/main" id="{7AE3FE37-DE55-49C1-B1C8-F6BA933E2A38}"/>
              </a:ext>
            </a:extLst>
          </p:cNvPr>
          <p:cNvSpPr>
            <a:spLocks noGrp="1" noChangeArrowheads="1"/>
          </p:cNvSpPr>
          <p:nvPr>
            <p:ph type="ftr" sz="quarter" idx="3"/>
          </p:nvPr>
        </p:nvSpPr>
        <p:spPr bwMode="auto">
          <a:xfrm>
            <a:off x="3124200" y="4684713"/>
            <a:ext cx="2895600" cy="3571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panose="020B0604020202020204" pitchFamily="34" charset="0"/>
              </a:defRPr>
            </a:lvl1pPr>
          </a:lstStyle>
          <a:p>
            <a:pPr>
              <a:defRPr/>
            </a:pPr>
            <a:endParaRPr lang="en-US" altLang="zh-CN"/>
          </a:p>
        </p:txBody>
      </p:sp>
      <p:sp>
        <p:nvSpPr>
          <p:cNvPr id="1017862" name="Rectangle 6">
            <a:extLst>
              <a:ext uri="{FF2B5EF4-FFF2-40B4-BE49-F238E27FC236}">
                <a16:creationId xmlns:a16="http://schemas.microsoft.com/office/drawing/2014/main" id="{A8AF8FD2-6909-4D3B-B093-0792D7398BFE}"/>
              </a:ext>
            </a:extLst>
          </p:cNvPr>
          <p:cNvSpPr>
            <a:spLocks noGrp="1" noChangeArrowheads="1"/>
          </p:cNvSpPr>
          <p:nvPr>
            <p:ph type="sldNum" sz="quarter" idx="4"/>
          </p:nvPr>
        </p:nvSpPr>
        <p:spPr bwMode="auto">
          <a:xfrm>
            <a:off x="6553200" y="4684713"/>
            <a:ext cx="2133600" cy="3571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atin typeface="Arial" panose="020B0604020202020204" pitchFamily="34" charset="0"/>
              </a:defRPr>
            </a:lvl1pPr>
          </a:lstStyle>
          <a:p>
            <a:pPr>
              <a:defRPr/>
            </a:pPr>
            <a:fld id="{AD25BD99-1D71-4470-8C9E-1C6ABD69C6CF}"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9245" r:id="rId1"/>
    <p:sldLayoutId id="2147489246" r:id="rId2"/>
    <p:sldLayoutId id="2147489247" r:id="rId3"/>
    <p:sldLayoutId id="2147489248" r:id="rId4"/>
    <p:sldLayoutId id="2147489249" r:id="rId5"/>
    <p:sldLayoutId id="2147489250" r:id="rId6"/>
    <p:sldLayoutId id="2147489251" r:id="rId7"/>
    <p:sldLayoutId id="2147489252" r:id="rId8"/>
    <p:sldLayoutId id="2147489253" r:id="rId9"/>
    <p:sldLayoutId id="2147489254" r:id="rId10"/>
    <p:sldLayoutId id="2147489255" r:id="rId11"/>
  </p:sldLayoutIdLst>
  <p:hf hdr="0" ftr="0" dt="0"/>
  <p:txStyles>
    <p:titleStyle>
      <a:lvl1pPr algn="ctr" rtl="0" eaLnBrk="0" fontAlgn="base" hangingPunct="0">
        <a:spcBef>
          <a:spcPct val="0"/>
        </a:spcBef>
        <a:spcAft>
          <a:spcPct val="0"/>
        </a:spcAft>
        <a:defRPr sz="4400">
          <a:solidFill>
            <a:schemeClr val="tx2"/>
          </a:solidFill>
          <a:latin typeface="+mj-lt"/>
          <a:ea typeface="宋体" panose="02010600030101010101" pitchFamily="2" charset="-122"/>
          <a:cs typeface="+mj-cs"/>
        </a:defRPr>
      </a:lvl1pPr>
      <a:lvl2pPr algn="ctr" rtl="0" eaLnBrk="0" fontAlgn="base" hangingPunct="0">
        <a:spcBef>
          <a:spcPct val="0"/>
        </a:spcBef>
        <a:spcAft>
          <a:spcPct val="0"/>
        </a:spcAft>
        <a:defRPr sz="4400">
          <a:solidFill>
            <a:schemeClr val="tx2"/>
          </a:solidFill>
          <a:latin typeface="Arial"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charset="0"/>
          <a:ea typeface="宋体" panose="02010600030101010101"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宋体" panose="02010600030101010101" pitchFamily="2"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宋体" panose="02010600030101010101" pitchFamily="2" charset="-122"/>
        </a:defRPr>
      </a:lvl2pPr>
      <a:lvl3pPr marL="1143000" indent="-228600" algn="l" rtl="0" eaLnBrk="0" fontAlgn="base" hangingPunct="0">
        <a:spcBef>
          <a:spcPct val="20000"/>
        </a:spcBef>
        <a:spcAft>
          <a:spcPct val="0"/>
        </a:spcAft>
        <a:buChar char="•"/>
        <a:defRPr sz="2400">
          <a:solidFill>
            <a:schemeClr val="tx1"/>
          </a:solidFill>
          <a:latin typeface="+mn-lt"/>
          <a:ea typeface="宋体" panose="02010600030101010101" pitchFamily="2" charset="-122"/>
        </a:defRPr>
      </a:lvl3pPr>
      <a:lvl4pPr marL="1600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0574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a:extLst>
              <a:ext uri="{FF2B5EF4-FFF2-40B4-BE49-F238E27FC236}">
                <a16:creationId xmlns:a16="http://schemas.microsoft.com/office/drawing/2014/main" id="{81EC9AB8-6363-464C-B923-536183A7C282}"/>
              </a:ext>
            </a:extLst>
          </p:cNvPr>
          <p:cNvSpPr>
            <a:spLocks noGrp="1"/>
          </p:cNvSpPr>
          <p:nvPr>
            <p:ph type="title"/>
          </p:nvPr>
        </p:nvSpPr>
        <p:spPr bwMode="auto">
          <a:xfrm>
            <a:off x="457200" y="254000"/>
            <a:ext cx="8229600"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4" name="Date Placeholder 3">
            <a:extLst>
              <a:ext uri="{FF2B5EF4-FFF2-40B4-BE49-F238E27FC236}">
                <a16:creationId xmlns:a16="http://schemas.microsoft.com/office/drawing/2014/main" id="{3B0BD360-C080-4CE2-A3F2-FBCEE3A32B64}"/>
              </a:ext>
            </a:extLst>
          </p:cNvPr>
          <p:cNvSpPr>
            <a:spLocks noGrp="1"/>
          </p:cNvSpPr>
          <p:nvPr>
            <p:ph type="dt" sz="half" idx="2"/>
          </p:nvPr>
        </p:nvSpPr>
        <p:spPr>
          <a:xfrm>
            <a:off x="5164138" y="4687888"/>
            <a:ext cx="3786187" cy="273050"/>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000">
                <a:solidFill>
                  <a:schemeClr val="tx2"/>
                </a:solidFill>
              </a:defRPr>
            </a:lvl1pPr>
          </a:lstStyle>
          <a:p>
            <a:pPr>
              <a:defRPr/>
            </a:pPr>
            <a:endParaRPr lang="en-US" altLang="zh-CN"/>
          </a:p>
        </p:txBody>
      </p:sp>
      <p:sp>
        <p:nvSpPr>
          <p:cNvPr id="5" name="Footer Placeholder 4">
            <a:extLst>
              <a:ext uri="{FF2B5EF4-FFF2-40B4-BE49-F238E27FC236}">
                <a16:creationId xmlns:a16="http://schemas.microsoft.com/office/drawing/2014/main" id="{604CEF46-221D-44C7-9FA2-4784AFA48577}"/>
              </a:ext>
            </a:extLst>
          </p:cNvPr>
          <p:cNvSpPr>
            <a:spLocks noGrp="1"/>
          </p:cNvSpPr>
          <p:nvPr>
            <p:ph type="ftr" sz="quarter" idx="3"/>
          </p:nvPr>
        </p:nvSpPr>
        <p:spPr>
          <a:xfrm>
            <a:off x="193675" y="4687888"/>
            <a:ext cx="3786188" cy="273050"/>
          </a:xfrm>
          <a:prstGeom prst="rect">
            <a:avLst/>
          </a:prstGeom>
        </p:spPr>
        <p:txBody>
          <a:bodyPr vert="horz" wrap="square" lIns="91440" tIns="45720" rIns="91440" bIns="45720" numCol="1" anchor="ctr" anchorCtr="0" compatLnSpc="1">
            <a:prstTxWarp prst="textNoShape">
              <a:avLst/>
            </a:prstTxWarp>
          </a:bodyPr>
          <a:lstStyle>
            <a:lvl1pPr eaLnBrk="1" hangingPunct="1">
              <a:defRPr sz="1000">
                <a:solidFill>
                  <a:schemeClr val="tx2"/>
                </a:solidFill>
              </a:defRPr>
            </a:lvl1pPr>
          </a:lstStyle>
          <a:p>
            <a:pPr>
              <a:defRPr/>
            </a:pPr>
            <a:endParaRPr lang="en-US" altLang="zh-CN"/>
          </a:p>
        </p:txBody>
      </p:sp>
      <p:sp>
        <p:nvSpPr>
          <p:cNvPr id="6" name="Slide Number Placeholder 5">
            <a:extLst>
              <a:ext uri="{FF2B5EF4-FFF2-40B4-BE49-F238E27FC236}">
                <a16:creationId xmlns:a16="http://schemas.microsoft.com/office/drawing/2014/main" id="{23EE43DA-154F-44A3-A02D-9C2799535D77}"/>
              </a:ext>
            </a:extLst>
          </p:cNvPr>
          <p:cNvSpPr>
            <a:spLocks noGrp="1"/>
          </p:cNvSpPr>
          <p:nvPr>
            <p:ph type="sldNum" sz="quarter" idx="4"/>
          </p:nvPr>
        </p:nvSpPr>
        <p:spPr>
          <a:xfrm>
            <a:off x="3990975" y="4687888"/>
            <a:ext cx="1162050" cy="273050"/>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sz="1000">
                <a:solidFill>
                  <a:schemeClr val="tx2"/>
                </a:solidFill>
              </a:defRPr>
            </a:lvl1pPr>
          </a:lstStyle>
          <a:p>
            <a:pPr>
              <a:defRPr/>
            </a:pPr>
            <a:fld id="{470BF630-E7A2-421A-B8A7-E2A856C23E8A}" type="slidenum">
              <a:rPr lang="zh-CN" altLang="en-US"/>
              <a:pPr>
                <a:defRPr/>
              </a:pPr>
              <a:t>‹#›</a:t>
            </a:fld>
            <a:endParaRPr lang="en-US" altLang="zh-CN"/>
          </a:p>
        </p:txBody>
      </p:sp>
      <p:sp>
        <p:nvSpPr>
          <p:cNvPr id="2054" name="Text Placeholder 2">
            <a:extLst>
              <a:ext uri="{FF2B5EF4-FFF2-40B4-BE49-F238E27FC236}">
                <a16:creationId xmlns:a16="http://schemas.microsoft.com/office/drawing/2014/main" id="{4D2AA875-B2D5-46A7-A67A-89FD3C15E9F1}"/>
              </a:ext>
            </a:extLst>
          </p:cNvPr>
          <p:cNvSpPr>
            <a:spLocks noGrp="1"/>
          </p:cNvSpPr>
          <p:nvPr>
            <p:ph type="body" idx="1"/>
          </p:nvPr>
        </p:nvSpPr>
        <p:spPr bwMode="auto">
          <a:xfrm>
            <a:off x="250825" y="1347788"/>
            <a:ext cx="5976938" cy="324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 bg1="lt1" tx1="dk1" bg2="lt2" tx2="dk2" accent1="accent1" accent2="accent2" accent3="accent3" accent4="accent4" accent5="accent5" accent6="accent6" hlink="hlink" folHlink="folHlink"/>
  <p:sldLayoutIdLst>
    <p:sldLayoutId id="2147489256" r:id="rId1"/>
    <p:sldLayoutId id="2147489257" r:id="rId2"/>
    <p:sldLayoutId id="2147489258" r:id="rId3"/>
    <p:sldLayoutId id="2147489259" r:id="rId4"/>
    <p:sldLayoutId id="2147489266" r:id="rId5"/>
  </p:sldLayoutIdLst>
  <p:hf hdr="0" ftr="0" dt="0"/>
  <p:txStyles>
    <p:titleStyle>
      <a:lvl1pPr algn="ctr" rtl="0" eaLnBrk="0" fontAlgn="base" hangingPunct="0">
        <a:spcBef>
          <a:spcPct val="0"/>
        </a:spcBef>
        <a:spcAft>
          <a:spcPct val="0"/>
        </a:spcAft>
        <a:defRPr sz="4400" kern="1200">
          <a:solidFill>
            <a:srgbClr val="FFFFFF"/>
          </a:solidFill>
          <a:latin typeface="+mj-lt"/>
          <a:ea typeface="+mj-ea"/>
          <a:cs typeface="+mj-cs"/>
        </a:defRPr>
      </a:lvl1pPr>
      <a:lvl2pPr algn="ctr" rtl="0" eaLnBrk="0" fontAlgn="base" hangingPunct="0">
        <a:spcBef>
          <a:spcPct val="0"/>
        </a:spcBef>
        <a:spcAft>
          <a:spcPct val="0"/>
        </a:spcAft>
        <a:defRPr sz="4400">
          <a:solidFill>
            <a:srgbClr val="FFFFFF"/>
          </a:solidFill>
          <a:latin typeface="Candara" pitchFamily="34" charset="0"/>
        </a:defRPr>
      </a:lvl2pPr>
      <a:lvl3pPr algn="ctr" rtl="0" eaLnBrk="0" fontAlgn="base" hangingPunct="0">
        <a:spcBef>
          <a:spcPct val="0"/>
        </a:spcBef>
        <a:spcAft>
          <a:spcPct val="0"/>
        </a:spcAft>
        <a:defRPr sz="4400">
          <a:solidFill>
            <a:srgbClr val="FFFFFF"/>
          </a:solidFill>
          <a:latin typeface="Candara" pitchFamily="34" charset="0"/>
        </a:defRPr>
      </a:lvl3pPr>
      <a:lvl4pPr algn="ctr" rtl="0" eaLnBrk="0" fontAlgn="base" hangingPunct="0">
        <a:spcBef>
          <a:spcPct val="0"/>
        </a:spcBef>
        <a:spcAft>
          <a:spcPct val="0"/>
        </a:spcAft>
        <a:defRPr sz="4400">
          <a:solidFill>
            <a:srgbClr val="FFFFFF"/>
          </a:solidFill>
          <a:latin typeface="Candara" pitchFamily="34" charset="0"/>
        </a:defRPr>
      </a:lvl4pPr>
      <a:lvl5pPr algn="ctr" rtl="0" eaLnBrk="0" fontAlgn="base" hangingPunct="0">
        <a:spcBef>
          <a:spcPct val="0"/>
        </a:spcBef>
        <a:spcAft>
          <a:spcPct val="0"/>
        </a:spcAft>
        <a:defRPr sz="4400">
          <a:solidFill>
            <a:srgbClr val="FFFFFF"/>
          </a:solidFill>
          <a:latin typeface="Candara" pitchFamily="34"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263"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663"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088"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Title Placeholder 1">
            <a:extLst>
              <a:ext uri="{FF2B5EF4-FFF2-40B4-BE49-F238E27FC236}">
                <a16:creationId xmlns:a16="http://schemas.microsoft.com/office/drawing/2014/main" id="{88131687-FF55-4936-99F2-970AB7A5055D}"/>
              </a:ext>
            </a:extLst>
          </p:cNvPr>
          <p:cNvSpPr>
            <a:spLocks noGrp="1"/>
          </p:cNvSpPr>
          <p:nvPr>
            <p:ph type="title"/>
          </p:nvPr>
        </p:nvSpPr>
        <p:spPr bwMode="auto">
          <a:xfrm>
            <a:off x="900113" y="268288"/>
            <a:ext cx="7786687"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4" name="Date Placeholder 3">
            <a:extLst>
              <a:ext uri="{FF2B5EF4-FFF2-40B4-BE49-F238E27FC236}">
                <a16:creationId xmlns:a16="http://schemas.microsoft.com/office/drawing/2014/main" id="{9D801796-15B9-442E-B23A-CD2B1F502B7A}"/>
              </a:ext>
            </a:extLst>
          </p:cNvPr>
          <p:cNvSpPr>
            <a:spLocks noGrp="1"/>
          </p:cNvSpPr>
          <p:nvPr>
            <p:ph type="dt" sz="half" idx="2"/>
          </p:nvPr>
        </p:nvSpPr>
        <p:spPr>
          <a:xfrm>
            <a:off x="5164138" y="4687888"/>
            <a:ext cx="3786187" cy="273050"/>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000">
                <a:solidFill>
                  <a:srgbClr val="073E87"/>
                </a:solidFill>
              </a:defRPr>
            </a:lvl1pPr>
          </a:lstStyle>
          <a:p>
            <a:pPr>
              <a:defRPr/>
            </a:pPr>
            <a:endParaRPr lang="en-US" altLang="zh-CN"/>
          </a:p>
        </p:txBody>
      </p:sp>
      <p:sp>
        <p:nvSpPr>
          <p:cNvPr id="5" name="Footer Placeholder 4">
            <a:extLst>
              <a:ext uri="{FF2B5EF4-FFF2-40B4-BE49-F238E27FC236}">
                <a16:creationId xmlns:a16="http://schemas.microsoft.com/office/drawing/2014/main" id="{6B2611FC-74FA-46B2-8D5C-B8DAB3B7C341}"/>
              </a:ext>
            </a:extLst>
          </p:cNvPr>
          <p:cNvSpPr>
            <a:spLocks noGrp="1"/>
          </p:cNvSpPr>
          <p:nvPr>
            <p:ph type="ftr" sz="quarter" idx="3"/>
          </p:nvPr>
        </p:nvSpPr>
        <p:spPr>
          <a:xfrm>
            <a:off x="193675" y="4687888"/>
            <a:ext cx="3786188" cy="273050"/>
          </a:xfrm>
          <a:prstGeom prst="rect">
            <a:avLst/>
          </a:prstGeom>
        </p:spPr>
        <p:txBody>
          <a:bodyPr vert="horz" wrap="square" lIns="91440" tIns="45720" rIns="91440" bIns="45720" numCol="1" anchor="ctr" anchorCtr="0" compatLnSpc="1">
            <a:prstTxWarp prst="textNoShape">
              <a:avLst/>
            </a:prstTxWarp>
          </a:bodyPr>
          <a:lstStyle>
            <a:lvl1pPr eaLnBrk="1" hangingPunct="1">
              <a:defRPr sz="1000">
                <a:solidFill>
                  <a:srgbClr val="073E87"/>
                </a:solidFill>
              </a:defRPr>
            </a:lvl1pPr>
          </a:lstStyle>
          <a:p>
            <a:pPr>
              <a:defRPr/>
            </a:pPr>
            <a:endParaRPr lang="en-US" altLang="zh-CN"/>
          </a:p>
        </p:txBody>
      </p:sp>
      <p:sp>
        <p:nvSpPr>
          <p:cNvPr id="6" name="Slide Number Placeholder 5">
            <a:extLst>
              <a:ext uri="{FF2B5EF4-FFF2-40B4-BE49-F238E27FC236}">
                <a16:creationId xmlns:a16="http://schemas.microsoft.com/office/drawing/2014/main" id="{55532381-7DD0-46D9-951F-A1E3C8571503}"/>
              </a:ext>
            </a:extLst>
          </p:cNvPr>
          <p:cNvSpPr>
            <a:spLocks noGrp="1"/>
          </p:cNvSpPr>
          <p:nvPr>
            <p:ph type="sldNum" sz="quarter" idx="4"/>
          </p:nvPr>
        </p:nvSpPr>
        <p:spPr>
          <a:xfrm>
            <a:off x="3990975" y="4687888"/>
            <a:ext cx="1162050" cy="273050"/>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sz="1000">
                <a:solidFill>
                  <a:srgbClr val="073E87"/>
                </a:solidFill>
              </a:defRPr>
            </a:lvl1pPr>
          </a:lstStyle>
          <a:p>
            <a:pPr>
              <a:defRPr/>
            </a:pPr>
            <a:fld id="{7452B4CE-76F8-4BEB-A709-8E5F56384099}" type="slidenum">
              <a:rPr lang="zh-CN" altLang="en-US"/>
              <a:pPr>
                <a:defRPr/>
              </a:pPr>
              <a:t>‹#›</a:t>
            </a:fld>
            <a:endParaRPr lang="en-US" altLang="zh-CN"/>
          </a:p>
        </p:txBody>
      </p:sp>
      <p:sp>
        <p:nvSpPr>
          <p:cNvPr id="3078" name="Text Placeholder 2">
            <a:extLst>
              <a:ext uri="{FF2B5EF4-FFF2-40B4-BE49-F238E27FC236}">
                <a16:creationId xmlns:a16="http://schemas.microsoft.com/office/drawing/2014/main" id="{CCB6089A-D22F-40AD-8A6A-22514469DD94}"/>
              </a:ext>
            </a:extLst>
          </p:cNvPr>
          <p:cNvSpPr>
            <a:spLocks noGrp="1"/>
          </p:cNvSpPr>
          <p:nvPr>
            <p:ph type="body" idx="1"/>
          </p:nvPr>
        </p:nvSpPr>
        <p:spPr bwMode="auto">
          <a:xfrm>
            <a:off x="228600" y="1368425"/>
            <a:ext cx="5927725" cy="322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 bg1="lt1" tx1="dk1" bg2="lt2" tx2="dk2" accent1="accent1" accent2="accent2" accent3="accent3" accent4="accent4" accent5="accent5" accent6="accent6" hlink="hlink" folHlink="folHlink"/>
  <p:sldLayoutIdLst>
    <p:sldLayoutId id="2147489260" r:id="rId1"/>
    <p:sldLayoutId id="2147489261" r:id="rId2"/>
  </p:sldLayoutIdLst>
  <p:hf hdr="0" ftr="0" dt="0"/>
  <p:txStyles>
    <p:titleStyle>
      <a:lvl1pPr algn="l" rtl="0" eaLnBrk="0" fontAlgn="base" hangingPunct="0">
        <a:spcBef>
          <a:spcPct val="0"/>
        </a:spcBef>
        <a:spcAft>
          <a:spcPct val="0"/>
        </a:spcAft>
        <a:defRPr sz="4000" kern="1200">
          <a:solidFill>
            <a:srgbClr val="FFFFFF"/>
          </a:solidFill>
          <a:latin typeface="+mj-lt"/>
          <a:ea typeface="黑体" panose="02010609060101010101" pitchFamily="49" charset="-122"/>
          <a:cs typeface="+mj-cs"/>
        </a:defRPr>
      </a:lvl1pPr>
      <a:lvl2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2pPr>
      <a:lvl3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3pPr>
      <a:lvl4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4pPr>
      <a:lvl5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263"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663"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088"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ounded Rectangle 13">
            <a:extLst>
              <a:ext uri="{FF2B5EF4-FFF2-40B4-BE49-F238E27FC236}">
                <a16:creationId xmlns:a16="http://schemas.microsoft.com/office/drawing/2014/main" id="{6A457EDF-367D-404E-88BB-45CABED0C4D7}"/>
              </a:ext>
            </a:extLst>
          </p:cNvPr>
          <p:cNvSpPr/>
          <p:nvPr/>
        </p:nvSpPr>
        <p:spPr>
          <a:xfrm>
            <a:off x="228600" y="171450"/>
            <a:ext cx="8696325" cy="1404938"/>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prstClr val="white"/>
              </a:solidFill>
            </a:endParaRPr>
          </a:p>
        </p:txBody>
      </p:sp>
      <p:grpSp>
        <p:nvGrpSpPr>
          <p:cNvPr id="4099" name="Group 15">
            <a:extLst>
              <a:ext uri="{FF2B5EF4-FFF2-40B4-BE49-F238E27FC236}">
                <a16:creationId xmlns:a16="http://schemas.microsoft.com/office/drawing/2014/main" id="{3BB52B3F-311A-4BD6-8A7F-DA7B2FA11D2D}"/>
              </a:ext>
            </a:extLst>
          </p:cNvPr>
          <p:cNvGrpSpPr>
            <a:grpSpLocks noChangeAspect="1"/>
          </p:cNvGrpSpPr>
          <p:nvPr/>
        </p:nvGrpSpPr>
        <p:grpSpPr bwMode="auto">
          <a:xfrm>
            <a:off x="211138" y="1058863"/>
            <a:ext cx="8824912" cy="576262"/>
            <a:chOff x="-3905251" y="4294188"/>
            <a:chExt cx="13027839" cy="1892300"/>
          </a:xfrm>
        </p:grpSpPr>
        <p:sp>
          <p:nvSpPr>
            <p:cNvPr id="4105" name="Freeform 14">
              <a:extLst>
                <a:ext uri="{FF2B5EF4-FFF2-40B4-BE49-F238E27FC236}">
                  <a16:creationId xmlns:a16="http://schemas.microsoft.com/office/drawing/2014/main" id="{638467EC-2B05-42BC-9B89-37FF481D73FA}"/>
                </a:ext>
              </a:extLst>
            </p:cNvPr>
            <p:cNvSpPr>
              <a:spLocks/>
            </p:cNvSpPr>
            <p:nvPr/>
          </p:nvSpPr>
          <p:spPr bwMode="hidden">
            <a:xfrm>
              <a:off x="4810125" y="4500563"/>
              <a:ext cx="4295775" cy="1016000"/>
            </a:xfrm>
            <a:custGeom>
              <a:avLst/>
              <a:gdLst>
                <a:gd name="T0" fmla="*/ 2147483646 w 2706"/>
                <a:gd name="T1" fmla="*/ 0 h 640"/>
                <a:gd name="T2" fmla="*/ 2147483646 w 2706"/>
                <a:gd name="T3" fmla="*/ 0 h 640"/>
                <a:gd name="T4" fmla="*/ 2147483646 w 2706"/>
                <a:gd name="T5" fmla="*/ 2147483646 h 640"/>
                <a:gd name="T6" fmla="*/ 2147483646 w 2706"/>
                <a:gd name="T7" fmla="*/ 2147483646 h 640"/>
                <a:gd name="T8" fmla="*/ 2147483646 w 2706"/>
                <a:gd name="T9" fmla="*/ 2147483646 h 640"/>
                <a:gd name="T10" fmla="*/ 2147483646 w 2706"/>
                <a:gd name="T11" fmla="*/ 2147483646 h 640"/>
                <a:gd name="T12" fmla="*/ 2147483646 w 2706"/>
                <a:gd name="T13" fmla="*/ 2147483646 h 640"/>
                <a:gd name="T14" fmla="*/ 2147483646 w 2706"/>
                <a:gd name="T15" fmla="*/ 2147483646 h 640"/>
                <a:gd name="T16" fmla="*/ 2147483646 w 2706"/>
                <a:gd name="T17" fmla="*/ 2147483646 h 640"/>
                <a:gd name="T18" fmla="*/ 2147483646 w 2706"/>
                <a:gd name="T19" fmla="*/ 2147483646 h 640"/>
                <a:gd name="T20" fmla="*/ 2147483646 w 2706"/>
                <a:gd name="T21" fmla="*/ 2147483646 h 640"/>
                <a:gd name="T22" fmla="*/ 2147483646 w 2706"/>
                <a:gd name="T23" fmla="*/ 2147483646 h 640"/>
                <a:gd name="T24" fmla="*/ 2147483646 w 2706"/>
                <a:gd name="T25" fmla="*/ 2147483646 h 640"/>
                <a:gd name="T26" fmla="*/ 2147483646 w 2706"/>
                <a:gd name="T27" fmla="*/ 2147483646 h 640"/>
                <a:gd name="T28" fmla="*/ 2147483646 w 2706"/>
                <a:gd name="T29" fmla="*/ 2147483646 h 640"/>
                <a:gd name="T30" fmla="*/ 2147483646 w 2706"/>
                <a:gd name="T31" fmla="*/ 2147483646 h 640"/>
                <a:gd name="T32" fmla="*/ 2147483646 w 2706"/>
                <a:gd name="T33" fmla="*/ 2147483646 h 640"/>
                <a:gd name="T34" fmla="*/ 2147483646 w 2706"/>
                <a:gd name="T35" fmla="*/ 2147483646 h 640"/>
                <a:gd name="T36" fmla="*/ 0 w 2706"/>
                <a:gd name="T37" fmla="*/ 2147483646 h 640"/>
                <a:gd name="T38" fmla="*/ 0 w 2706"/>
                <a:gd name="T39" fmla="*/ 2147483646 h 640"/>
                <a:gd name="T40" fmla="*/ 2147483646 w 2706"/>
                <a:gd name="T41" fmla="*/ 2147483646 h 640"/>
                <a:gd name="T42" fmla="*/ 2147483646 w 2706"/>
                <a:gd name="T43" fmla="*/ 2147483646 h 640"/>
                <a:gd name="T44" fmla="*/ 2147483646 w 2706"/>
                <a:gd name="T45" fmla="*/ 2147483646 h 640"/>
                <a:gd name="T46" fmla="*/ 2147483646 w 2706"/>
                <a:gd name="T47" fmla="*/ 2147483646 h 640"/>
                <a:gd name="T48" fmla="*/ 2147483646 w 2706"/>
                <a:gd name="T49" fmla="*/ 2147483646 h 640"/>
                <a:gd name="T50" fmla="*/ 2147483646 w 2706"/>
                <a:gd name="T51" fmla="*/ 2147483646 h 640"/>
                <a:gd name="T52" fmla="*/ 2147483646 w 2706"/>
                <a:gd name="T53" fmla="*/ 2147483646 h 640"/>
                <a:gd name="T54" fmla="*/ 2147483646 w 2706"/>
                <a:gd name="T55" fmla="*/ 2147483646 h 640"/>
                <a:gd name="T56" fmla="*/ 2147483646 w 2706"/>
                <a:gd name="T57" fmla="*/ 2147483646 h 640"/>
                <a:gd name="T58" fmla="*/ 2147483646 w 2706"/>
                <a:gd name="T59" fmla="*/ 2147483646 h 640"/>
                <a:gd name="T60" fmla="*/ 2147483646 w 2706"/>
                <a:gd name="T61" fmla="*/ 2147483646 h 640"/>
                <a:gd name="T62" fmla="*/ 2147483646 w 2706"/>
                <a:gd name="T63" fmla="*/ 2147483646 h 640"/>
                <a:gd name="T64" fmla="*/ 2147483646 w 2706"/>
                <a:gd name="T65" fmla="*/ 2147483646 h 640"/>
                <a:gd name="T66" fmla="*/ 2147483646 w 2706"/>
                <a:gd name="T67" fmla="*/ 2147483646 h 640"/>
                <a:gd name="T68" fmla="*/ 2147483646 w 2706"/>
                <a:gd name="T69" fmla="*/ 2147483646 h 640"/>
                <a:gd name="T70" fmla="*/ 2147483646 w 2706"/>
                <a:gd name="T71" fmla="*/ 2147483646 h 640"/>
                <a:gd name="T72" fmla="*/ 2147483646 w 2706"/>
                <a:gd name="T73" fmla="*/ 2147483646 h 640"/>
                <a:gd name="T74" fmla="*/ 2147483646 w 2706"/>
                <a:gd name="T75" fmla="*/ 2147483646 h 640"/>
                <a:gd name="T76" fmla="*/ 2147483646 w 2706"/>
                <a:gd name="T77" fmla="*/ 2147483646 h 640"/>
                <a:gd name="T78" fmla="*/ 2147483646 w 2706"/>
                <a:gd name="T79" fmla="*/ 2147483646 h 640"/>
                <a:gd name="T80" fmla="*/ 2147483646 w 2706"/>
                <a:gd name="T81" fmla="*/ 2147483646 h 640"/>
                <a:gd name="T82" fmla="*/ 2147483646 w 2706"/>
                <a:gd name="T83" fmla="*/ 2147483646 h 640"/>
                <a:gd name="T84" fmla="*/ 2147483646 w 2706"/>
                <a:gd name="T85" fmla="*/ 2147483646 h 640"/>
                <a:gd name="T86" fmla="*/ 2147483646 w 2706"/>
                <a:gd name="T87" fmla="*/ 2147483646 h 640"/>
                <a:gd name="T88" fmla="*/ 2147483646 w 2706"/>
                <a:gd name="T89" fmla="*/ 2147483646 h 640"/>
                <a:gd name="T90" fmla="*/ 2147483646 w 2706"/>
                <a:gd name="T91" fmla="*/ 2147483646 h 640"/>
                <a:gd name="T92" fmla="*/ 2147483646 w 2706"/>
                <a:gd name="T93" fmla="*/ 2147483646 h 640"/>
                <a:gd name="T94" fmla="*/ 2147483646 w 2706"/>
                <a:gd name="T95" fmla="*/ 2147483646 h 640"/>
                <a:gd name="T96" fmla="*/ 2147483646 w 2706"/>
                <a:gd name="T97" fmla="*/ 2147483646 h 640"/>
                <a:gd name="T98" fmla="*/ 2147483646 w 2706"/>
                <a:gd name="T99" fmla="*/ 2147483646 h 640"/>
                <a:gd name="T100" fmla="*/ 2147483646 w 2706"/>
                <a:gd name="T101" fmla="*/ 2147483646 h 640"/>
                <a:gd name="T102" fmla="*/ 2147483646 w 2706"/>
                <a:gd name="T103" fmla="*/ 2147483646 h 640"/>
                <a:gd name="T104" fmla="*/ 2147483646 w 2706"/>
                <a:gd name="T105" fmla="*/ 2147483646 h 640"/>
                <a:gd name="T106" fmla="*/ 2147483646 w 2706"/>
                <a:gd name="T107" fmla="*/ 0 h 640"/>
                <a:gd name="T108" fmla="*/ 2147483646 w 2706"/>
                <a:gd name="T109" fmla="*/ 0 h 640"/>
                <a:gd name="T110" fmla="*/ 2147483646 w 2706"/>
                <a:gd name="T111" fmla="*/ 0 h 640"/>
                <a:gd name="T112" fmla="*/ 2147483646 w 2706"/>
                <a:gd name="T113" fmla="*/ 0 h 64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472" y="252"/>
                  </a:lnTo>
                  <a:lnTo>
                    <a:pt x="1236" y="304"/>
                  </a:lnTo>
                  <a:lnTo>
                    <a:pt x="1010" y="352"/>
                  </a:lnTo>
                  <a:lnTo>
                    <a:pt x="792" y="398"/>
                  </a:lnTo>
                  <a:lnTo>
                    <a:pt x="584" y="438"/>
                  </a:lnTo>
                  <a:lnTo>
                    <a:pt x="382" y="474"/>
                  </a:lnTo>
                  <a:lnTo>
                    <a:pt x="188" y="50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6" y="388"/>
                  </a:lnTo>
                  <a:lnTo>
                    <a:pt x="2706" y="0"/>
                  </a:lnTo>
                  <a:lnTo>
                    <a:pt x="2700" y="0"/>
                  </a:lnTo>
                  <a:close/>
                </a:path>
              </a:pathLst>
            </a:custGeom>
            <a:solidFill>
              <a:schemeClr val="bg2">
                <a:alpha val="29019"/>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06" name="Freeform 18">
              <a:extLst>
                <a:ext uri="{FF2B5EF4-FFF2-40B4-BE49-F238E27FC236}">
                  <a16:creationId xmlns:a16="http://schemas.microsoft.com/office/drawing/2014/main" id="{6D68A959-DE09-434D-BA58-6D01A119D3CD}"/>
                </a:ext>
              </a:extLst>
            </p:cNvPr>
            <p:cNvSpPr>
              <a:spLocks/>
            </p:cNvSpPr>
            <p:nvPr/>
          </p:nvSpPr>
          <p:spPr bwMode="hidden">
            <a:xfrm>
              <a:off x="-309563" y="4318000"/>
              <a:ext cx="8280401" cy="1209675"/>
            </a:xfrm>
            <a:custGeom>
              <a:avLst/>
              <a:gdLst>
                <a:gd name="T0" fmla="*/ 2147483646 w 5216"/>
                <a:gd name="T1" fmla="*/ 2147483646 h 762"/>
                <a:gd name="T2" fmla="*/ 2147483646 w 5216"/>
                <a:gd name="T3" fmla="*/ 2147483646 h 762"/>
                <a:gd name="T4" fmla="*/ 2147483646 w 5216"/>
                <a:gd name="T5" fmla="*/ 2147483646 h 762"/>
                <a:gd name="T6" fmla="*/ 2147483646 w 5216"/>
                <a:gd name="T7" fmla="*/ 2147483646 h 762"/>
                <a:gd name="T8" fmla="*/ 2147483646 w 5216"/>
                <a:gd name="T9" fmla="*/ 2147483646 h 762"/>
                <a:gd name="T10" fmla="*/ 2147483646 w 5216"/>
                <a:gd name="T11" fmla="*/ 2147483646 h 762"/>
                <a:gd name="T12" fmla="*/ 2147483646 w 5216"/>
                <a:gd name="T13" fmla="*/ 2147483646 h 762"/>
                <a:gd name="T14" fmla="*/ 2147483646 w 5216"/>
                <a:gd name="T15" fmla="*/ 2147483646 h 762"/>
                <a:gd name="T16" fmla="*/ 2147483646 w 5216"/>
                <a:gd name="T17" fmla="*/ 2147483646 h 762"/>
                <a:gd name="T18" fmla="*/ 2147483646 w 5216"/>
                <a:gd name="T19" fmla="*/ 2147483646 h 762"/>
                <a:gd name="T20" fmla="*/ 2147483646 w 5216"/>
                <a:gd name="T21" fmla="*/ 2147483646 h 762"/>
                <a:gd name="T22" fmla="*/ 2147483646 w 5216"/>
                <a:gd name="T23" fmla="*/ 2147483646 h 762"/>
                <a:gd name="T24" fmla="*/ 2147483646 w 5216"/>
                <a:gd name="T25" fmla="*/ 2147483646 h 762"/>
                <a:gd name="T26" fmla="*/ 2147483646 w 5216"/>
                <a:gd name="T27" fmla="*/ 0 h 762"/>
                <a:gd name="T28" fmla="*/ 2147483646 w 5216"/>
                <a:gd name="T29" fmla="*/ 2147483646 h 762"/>
                <a:gd name="T30" fmla="*/ 2147483646 w 5216"/>
                <a:gd name="T31" fmla="*/ 2147483646 h 762"/>
                <a:gd name="T32" fmla="*/ 0 w 5216"/>
                <a:gd name="T33" fmla="*/ 2147483646 h 762"/>
                <a:gd name="T34" fmla="*/ 2147483646 w 5216"/>
                <a:gd name="T35" fmla="*/ 2147483646 h 762"/>
                <a:gd name="T36" fmla="*/ 2147483646 w 5216"/>
                <a:gd name="T37" fmla="*/ 2147483646 h 762"/>
                <a:gd name="T38" fmla="*/ 2147483646 w 5216"/>
                <a:gd name="T39" fmla="*/ 2147483646 h 762"/>
                <a:gd name="T40" fmla="*/ 2147483646 w 5216"/>
                <a:gd name="T41" fmla="*/ 2147483646 h 762"/>
                <a:gd name="T42" fmla="*/ 2147483646 w 5216"/>
                <a:gd name="T43" fmla="*/ 2147483646 h 762"/>
                <a:gd name="T44" fmla="*/ 2147483646 w 5216"/>
                <a:gd name="T45" fmla="*/ 2147483646 h 762"/>
                <a:gd name="T46" fmla="*/ 2147483646 w 5216"/>
                <a:gd name="T47" fmla="*/ 2147483646 h 762"/>
                <a:gd name="T48" fmla="*/ 2147483646 w 5216"/>
                <a:gd name="T49" fmla="*/ 2147483646 h 762"/>
                <a:gd name="T50" fmla="*/ 2147483646 w 5216"/>
                <a:gd name="T51" fmla="*/ 2147483646 h 762"/>
                <a:gd name="T52" fmla="*/ 2147483646 w 5216"/>
                <a:gd name="T53" fmla="*/ 2147483646 h 762"/>
                <a:gd name="T54" fmla="*/ 2147483646 w 5216"/>
                <a:gd name="T55" fmla="*/ 2147483646 h 762"/>
                <a:gd name="T56" fmla="*/ 2147483646 w 5216"/>
                <a:gd name="T57" fmla="*/ 2147483646 h 762"/>
                <a:gd name="T58" fmla="*/ 2147483646 w 5216"/>
                <a:gd name="T59" fmla="*/ 2147483646 h 762"/>
                <a:gd name="T60" fmla="*/ 2147483646 w 5216"/>
                <a:gd name="T61" fmla="*/ 2147483646 h 762"/>
                <a:gd name="T62" fmla="*/ 2147483646 w 5216"/>
                <a:gd name="T63" fmla="*/ 2147483646 h 762"/>
                <a:gd name="T64" fmla="*/ 2147483646 w 5216"/>
                <a:gd name="T65" fmla="*/ 2147483646 h 762"/>
                <a:gd name="T66" fmla="*/ 2147483646 w 5216"/>
                <a:gd name="T67" fmla="*/ 2147483646 h 762"/>
                <a:gd name="T68" fmla="*/ 2147483646 w 5216"/>
                <a:gd name="T69" fmla="*/ 2147483646 h 762"/>
                <a:gd name="T70" fmla="*/ 2147483646 w 5216"/>
                <a:gd name="T71" fmla="*/ 2147483646 h 76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154" y="66"/>
                  </a:lnTo>
                  <a:lnTo>
                    <a:pt x="314" y="86"/>
                  </a:lnTo>
                  <a:lnTo>
                    <a:pt x="480" y="112"/>
                  </a:lnTo>
                  <a:lnTo>
                    <a:pt x="652" y="140"/>
                  </a:lnTo>
                  <a:lnTo>
                    <a:pt x="830" y="174"/>
                  </a:lnTo>
                  <a:lnTo>
                    <a:pt x="1014" y="210"/>
                  </a:lnTo>
                  <a:lnTo>
                    <a:pt x="1206" y="250"/>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close/>
                </a:path>
              </a:pathLst>
            </a:custGeom>
            <a:solidFill>
              <a:schemeClr val="bg2">
                <a:alpha val="39999"/>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07" name="Freeform 22">
              <a:extLst>
                <a:ext uri="{FF2B5EF4-FFF2-40B4-BE49-F238E27FC236}">
                  <a16:creationId xmlns:a16="http://schemas.microsoft.com/office/drawing/2014/main" id="{2C668718-48B4-436B-AFBD-509953946590}"/>
                </a:ext>
              </a:extLst>
            </p:cNvPr>
            <p:cNvSpPr>
              <a:spLocks/>
            </p:cNvSpPr>
            <p:nvPr/>
          </p:nvSpPr>
          <p:spPr bwMode="hidden">
            <a:xfrm>
              <a:off x="3175" y="4335463"/>
              <a:ext cx="8166100" cy="1101725"/>
            </a:xfrm>
            <a:custGeom>
              <a:avLst/>
              <a:gdLst>
                <a:gd name="T0" fmla="*/ 0 w 5144"/>
                <a:gd name="T1" fmla="*/ 2147483646 h 694"/>
                <a:gd name="T2" fmla="*/ 0 w 5144"/>
                <a:gd name="T3" fmla="*/ 2147483646 h 694"/>
                <a:gd name="T4" fmla="*/ 2147483646 w 5144"/>
                <a:gd name="T5" fmla="*/ 2147483646 h 694"/>
                <a:gd name="T6" fmla="*/ 2147483646 w 5144"/>
                <a:gd name="T7" fmla="*/ 2147483646 h 694"/>
                <a:gd name="T8" fmla="*/ 2147483646 w 5144"/>
                <a:gd name="T9" fmla="*/ 2147483646 h 694"/>
                <a:gd name="T10" fmla="*/ 2147483646 w 5144"/>
                <a:gd name="T11" fmla="*/ 2147483646 h 694"/>
                <a:gd name="T12" fmla="*/ 2147483646 w 5144"/>
                <a:gd name="T13" fmla="*/ 2147483646 h 694"/>
                <a:gd name="T14" fmla="*/ 2147483646 w 5144"/>
                <a:gd name="T15" fmla="*/ 2147483646 h 694"/>
                <a:gd name="T16" fmla="*/ 2147483646 w 5144"/>
                <a:gd name="T17" fmla="*/ 2147483646 h 694"/>
                <a:gd name="T18" fmla="*/ 2147483646 w 5144"/>
                <a:gd name="T19" fmla="*/ 2147483646 h 694"/>
                <a:gd name="T20" fmla="*/ 2147483646 w 5144"/>
                <a:gd name="T21" fmla="*/ 2147483646 h 694"/>
                <a:gd name="T22" fmla="*/ 2147483646 w 5144"/>
                <a:gd name="T23" fmla="*/ 2147483646 h 694"/>
                <a:gd name="T24" fmla="*/ 2147483646 w 5144"/>
                <a:gd name="T25" fmla="*/ 0 h 694"/>
                <a:gd name="T26" fmla="*/ 2147483646 w 5144"/>
                <a:gd name="T27" fmla="*/ 2147483646 h 694"/>
                <a:gd name="T28" fmla="*/ 2147483646 w 5144"/>
                <a:gd name="T29" fmla="*/ 2147483646 h 694"/>
                <a:gd name="T30" fmla="*/ 2147483646 w 5144"/>
                <a:gd name="T31" fmla="*/ 2147483646 h 694"/>
                <a:gd name="T32" fmla="*/ 2147483646 w 5144"/>
                <a:gd name="T33" fmla="*/ 2147483646 h 694"/>
                <a:gd name="T34" fmla="*/ 2147483646 w 5144"/>
                <a:gd name="T35" fmla="*/ 2147483646 h 694"/>
                <a:gd name="T36" fmla="*/ 2147483646 w 5144"/>
                <a:gd name="T37" fmla="*/ 2147483646 h 694"/>
                <a:gd name="T38" fmla="*/ 2147483646 w 5144"/>
                <a:gd name="T39" fmla="*/ 2147483646 h 694"/>
                <a:gd name="T40" fmla="*/ 2147483646 w 5144"/>
                <a:gd name="T41" fmla="*/ 2147483646 h 694"/>
                <a:gd name="T42" fmla="*/ 2147483646 w 5144"/>
                <a:gd name="T43" fmla="*/ 2147483646 h 694"/>
                <a:gd name="T44" fmla="*/ 2147483646 w 5144"/>
                <a:gd name="T45" fmla="*/ 2147483646 h 694"/>
                <a:gd name="T46" fmla="*/ 2147483646 w 5144"/>
                <a:gd name="T47" fmla="*/ 2147483646 h 694"/>
                <a:gd name="T48" fmla="*/ 2147483646 w 5144"/>
                <a:gd name="T49" fmla="*/ 2147483646 h 694"/>
                <a:gd name="T50" fmla="*/ 2147483646 w 5144"/>
                <a:gd name="T51" fmla="*/ 2147483646 h 694"/>
                <a:gd name="T52" fmla="*/ 2147483646 w 5144"/>
                <a:gd name="T53" fmla="*/ 2147483646 h 694"/>
                <a:gd name="T54" fmla="*/ 2147483646 w 5144"/>
                <a:gd name="T55" fmla="*/ 2147483646 h 694"/>
                <a:gd name="T56" fmla="*/ 2147483646 w 5144"/>
                <a:gd name="T57" fmla="*/ 2147483646 h 694"/>
                <a:gd name="T58" fmla="*/ 2147483646 w 5144"/>
                <a:gd name="T59" fmla="*/ 2147483646 h 694"/>
                <a:gd name="T60" fmla="*/ 2147483646 w 5144"/>
                <a:gd name="T61" fmla="*/ 2147483646 h 69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108" name="Freeform 26">
              <a:extLst>
                <a:ext uri="{FF2B5EF4-FFF2-40B4-BE49-F238E27FC236}">
                  <a16:creationId xmlns:a16="http://schemas.microsoft.com/office/drawing/2014/main" id="{408BA513-12BC-4118-944B-6D6652BD2BC5}"/>
                </a:ext>
              </a:extLst>
            </p:cNvPr>
            <p:cNvSpPr>
              <a:spLocks/>
            </p:cNvSpPr>
            <p:nvPr/>
          </p:nvSpPr>
          <p:spPr bwMode="hidden">
            <a:xfrm>
              <a:off x="4156075" y="4316413"/>
              <a:ext cx="4940300" cy="927100"/>
            </a:xfrm>
            <a:custGeom>
              <a:avLst/>
              <a:gdLst>
                <a:gd name="T0" fmla="*/ 0 w 3112"/>
                <a:gd name="T1" fmla="*/ 2147483646 h 584"/>
                <a:gd name="T2" fmla="*/ 0 w 3112"/>
                <a:gd name="T3" fmla="*/ 2147483646 h 584"/>
                <a:gd name="T4" fmla="*/ 2147483646 w 3112"/>
                <a:gd name="T5" fmla="*/ 2147483646 h 584"/>
                <a:gd name="T6" fmla="*/ 2147483646 w 3112"/>
                <a:gd name="T7" fmla="*/ 2147483646 h 584"/>
                <a:gd name="T8" fmla="*/ 2147483646 w 3112"/>
                <a:gd name="T9" fmla="*/ 2147483646 h 584"/>
                <a:gd name="T10" fmla="*/ 2147483646 w 3112"/>
                <a:gd name="T11" fmla="*/ 2147483646 h 584"/>
                <a:gd name="T12" fmla="*/ 2147483646 w 3112"/>
                <a:gd name="T13" fmla="*/ 2147483646 h 584"/>
                <a:gd name="T14" fmla="*/ 2147483646 w 3112"/>
                <a:gd name="T15" fmla="*/ 2147483646 h 584"/>
                <a:gd name="T16" fmla="*/ 2147483646 w 3112"/>
                <a:gd name="T17" fmla="*/ 2147483646 h 584"/>
                <a:gd name="T18" fmla="*/ 2147483646 w 3112"/>
                <a:gd name="T19" fmla="*/ 2147483646 h 584"/>
                <a:gd name="T20" fmla="*/ 2147483646 w 3112"/>
                <a:gd name="T21" fmla="*/ 2147483646 h 584"/>
                <a:gd name="T22" fmla="*/ 2147483646 w 3112"/>
                <a:gd name="T23" fmla="*/ 2147483646 h 584"/>
                <a:gd name="T24" fmla="*/ 2147483646 w 3112"/>
                <a:gd name="T25" fmla="*/ 2147483646 h 584"/>
                <a:gd name="T26" fmla="*/ 2147483646 w 3112"/>
                <a:gd name="T27" fmla="*/ 2147483646 h 584"/>
                <a:gd name="T28" fmla="*/ 2147483646 w 3112"/>
                <a:gd name="T29" fmla="*/ 2147483646 h 584"/>
                <a:gd name="T30" fmla="*/ 2147483646 w 3112"/>
                <a:gd name="T31" fmla="*/ 2147483646 h 584"/>
                <a:gd name="T32" fmla="*/ 2147483646 w 3112"/>
                <a:gd name="T33" fmla="*/ 2147483646 h 584"/>
                <a:gd name="T34" fmla="*/ 2147483646 w 3112"/>
                <a:gd name="T35" fmla="*/ 2147483646 h 584"/>
                <a:gd name="T36" fmla="*/ 2147483646 w 3112"/>
                <a:gd name="T37" fmla="*/ 2147483646 h 584"/>
                <a:gd name="T38" fmla="*/ 2147483646 w 3112"/>
                <a:gd name="T39" fmla="*/ 0 h 58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useBgFill="1">
          <p:nvSpPr>
            <p:cNvPr id="4109" name="Freeform 10">
              <a:extLst>
                <a:ext uri="{FF2B5EF4-FFF2-40B4-BE49-F238E27FC236}">
                  <a16:creationId xmlns:a16="http://schemas.microsoft.com/office/drawing/2014/main" id="{C8788783-A8B6-4C50-8ADB-C53E4BCA36CF}"/>
                </a:ext>
              </a:extLst>
            </p:cNvPr>
            <p:cNvSpPr>
              <a:spLocks/>
            </p:cNvSpPr>
            <p:nvPr/>
          </p:nvSpPr>
          <p:spPr bwMode="hidden">
            <a:xfrm>
              <a:off x="-3905251" y="4294188"/>
              <a:ext cx="13027839" cy="1892300"/>
            </a:xfrm>
            <a:custGeom>
              <a:avLst/>
              <a:gdLst>
                <a:gd name="T0" fmla="*/ 2147483646 w 8196"/>
                <a:gd name="T1" fmla="*/ 2147483646 h 1192"/>
                <a:gd name="T2" fmla="*/ 2147483646 w 8196"/>
                <a:gd name="T3" fmla="*/ 2147483646 h 1192"/>
                <a:gd name="T4" fmla="*/ 2147483646 w 8196"/>
                <a:gd name="T5" fmla="*/ 2147483646 h 1192"/>
                <a:gd name="T6" fmla="*/ 2147483646 w 8196"/>
                <a:gd name="T7" fmla="*/ 2147483646 h 1192"/>
                <a:gd name="T8" fmla="*/ 2147483646 w 8196"/>
                <a:gd name="T9" fmla="*/ 2147483646 h 1192"/>
                <a:gd name="T10" fmla="*/ 2147483646 w 8196"/>
                <a:gd name="T11" fmla="*/ 2147483646 h 1192"/>
                <a:gd name="T12" fmla="*/ 2147483646 w 8196"/>
                <a:gd name="T13" fmla="*/ 2147483646 h 1192"/>
                <a:gd name="T14" fmla="*/ 2147483646 w 8196"/>
                <a:gd name="T15" fmla="*/ 2147483646 h 1192"/>
                <a:gd name="T16" fmla="*/ 2147483646 w 8196"/>
                <a:gd name="T17" fmla="*/ 2147483646 h 1192"/>
                <a:gd name="T18" fmla="*/ 2147483646 w 8196"/>
                <a:gd name="T19" fmla="*/ 2147483646 h 1192"/>
                <a:gd name="T20" fmla="*/ 2147483646 w 8196"/>
                <a:gd name="T21" fmla="*/ 2147483646 h 1192"/>
                <a:gd name="T22" fmla="*/ 2147483646 w 8196"/>
                <a:gd name="T23" fmla="*/ 2147483646 h 1192"/>
                <a:gd name="T24" fmla="*/ 2147483646 w 8196"/>
                <a:gd name="T25" fmla="*/ 2147483646 h 1192"/>
                <a:gd name="T26" fmla="*/ 2147483646 w 8196"/>
                <a:gd name="T27" fmla="*/ 2147483646 h 1192"/>
                <a:gd name="T28" fmla="*/ 2147483646 w 8196"/>
                <a:gd name="T29" fmla="*/ 2147483646 h 1192"/>
                <a:gd name="T30" fmla="*/ 2147483646 w 8196"/>
                <a:gd name="T31" fmla="*/ 2147483646 h 1192"/>
                <a:gd name="T32" fmla="*/ 2147483646 w 8196"/>
                <a:gd name="T33" fmla="*/ 2147483646 h 1192"/>
                <a:gd name="T34" fmla="*/ 2147483646 w 8196"/>
                <a:gd name="T35" fmla="*/ 2147483646 h 1192"/>
                <a:gd name="T36" fmla="*/ 2147483646 w 8196"/>
                <a:gd name="T37" fmla="*/ 2147483646 h 1192"/>
                <a:gd name="T38" fmla="*/ 2147483646 w 8196"/>
                <a:gd name="T39" fmla="*/ 2147483646 h 1192"/>
                <a:gd name="T40" fmla="*/ 2147483646 w 8196"/>
                <a:gd name="T41" fmla="*/ 2147483646 h 1192"/>
                <a:gd name="T42" fmla="*/ 2147483646 w 8196"/>
                <a:gd name="T43" fmla="*/ 2147483646 h 1192"/>
                <a:gd name="T44" fmla="*/ 2147483646 w 8196"/>
                <a:gd name="T45" fmla="*/ 0 h 1192"/>
                <a:gd name="T46" fmla="*/ 2147483646 w 8196"/>
                <a:gd name="T47" fmla="*/ 2147483646 h 1192"/>
                <a:gd name="T48" fmla="*/ 2147483646 w 8196"/>
                <a:gd name="T49" fmla="*/ 2147483646 h 1192"/>
                <a:gd name="T50" fmla="*/ 2147483646 w 8196"/>
                <a:gd name="T51" fmla="*/ 2147483646 h 1192"/>
                <a:gd name="T52" fmla="*/ 2147483646 w 8196"/>
                <a:gd name="T53" fmla="*/ 2147483646 h 1192"/>
                <a:gd name="T54" fmla="*/ 2147483646 w 8196"/>
                <a:gd name="T55" fmla="*/ 2147483646 h 1192"/>
                <a:gd name="T56" fmla="*/ 2147483646 w 8196"/>
                <a:gd name="T57" fmla="*/ 2147483646 h 1192"/>
                <a:gd name="T58" fmla="*/ 2147483646 w 8196"/>
                <a:gd name="T59" fmla="*/ 2147483646 h 1192"/>
                <a:gd name="T60" fmla="*/ 2147483646 w 8196"/>
                <a:gd name="T61" fmla="*/ 2147483646 h 1192"/>
                <a:gd name="T62" fmla="*/ 0 w 8196"/>
                <a:gd name="T63" fmla="*/ 2147483646 h 1192"/>
                <a:gd name="T64" fmla="*/ 2147483646 w 8196"/>
                <a:gd name="T65" fmla="*/ 2147483646 h 1192"/>
                <a:gd name="T66" fmla="*/ 2147483646 w 8196"/>
                <a:gd name="T67" fmla="*/ 2147483646 h 1192"/>
                <a:gd name="T68" fmla="*/ 2147483646 w 8196"/>
                <a:gd name="T69" fmla="*/ 2147483646 h 1192"/>
                <a:gd name="T70" fmla="*/ 2147483646 w 8196"/>
                <a:gd name="T71" fmla="*/ 2147483646 h 119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6" y="1186"/>
                  </a:lnTo>
                  <a:lnTo>
                    <a:pt x="8196" y="510"/>
                  </a:lnTo>
                  <a:lnTo>
                    <a:pt x="8192" y="512"/>
                  </a:lnTo>
                  <a:close/>
                </a:path>
              </a:pathLst>
            </a:custGeom>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100" name="Title Placeholder 1">
            <a:extLst>
              <a:ext uri="{FF2B5EF4-FFF2-40B4-BE49-F238E27FC236}">
                <a16:creationId xmlns:a16="http://schemas.microsoft.com/office/drawing/2014/main" id="{BBE93C01-5072-4CF9-BD6A-CACC67E76863}"/>
              </a:ext>
            </a:extLst>
          </p:cNvPr>
          <p:cNvSpPr>
            <a:spLocks noGrp="1"/>
          </p:cNvSpPr>
          <p:nvPr>
            <p:ph type="title"/>
          </p:nvPr>
        </p:nvSpPr>
        <p:spPr bwMode="auto">
          <a:xfrm>
            <a:off x="900113" y="268288"/>
            <a:ext cx="7786687"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4" name="Date Placeholder 3">
            <a:extLst>
              <a:ext uri="{FF2B5EF4-FFF2-40B4-BE49-F238E27FC236}">
                <a16:creationId xmlns:a16="http://schemas.microsoft.com/office/drawing/2014/main" id="{2D9EABAB-0997-4330-9ABA-E8BA3BD16527}"/>
              </a:ext>
            </a:extLst>
          </p:cNvPr>
          <p:cNvSpPr>
            <a:spLocks noGrp="1"/>
          </p:cNvSpPr>
          <p:nvPr>
            <p:ph type="dt" sz="half" idx="2"/>
          </p:nvPr>
        </p:nvSpPr>
        <p:spPr>
          <a:xfrm>
            <a:off x="5164138" y="4687888"/>
            <a:ext cx="3786187" cy="273050"/>
          </a:xfrm>
          <a:prstGeom prst="rect">
            <a:avLst/>
          </a:prstGeom>
        </p:spPr>
        <p:txBody>
          <a:bodyPr vert="horz" lIns="91440" tIns="45720" rIns="91440" bIns="45720" rtlCol="0" anchor="ctr"/>
          <a:lstStyle>
            <a:lvl1pPr algn="r" eaLnBrk="1" hangingPunct="1">
              <a:defRPr sz="1000">
                <a:solidFill>
                  <a:srgbClr val="073E87"/>
                </a:solidFill>
                <a:ea typeface="宋体" pitchFamily="2" charset="-122"/>
                <a:cs typeface="+mn-cs"/>
              </a:defRPr>
            </a:lvl1pPr>
          </a:lstStyle>
          <a:p>
            <a:pPr>
              <a:defRPr/>
            </a:pPr>
            <a:endParaRPr lang="en-US" altLang="zh-CN"/>
          </a:p>
        </p:txBody>
      </p:sp>
      <p:sp>
        <p:nvSpPr>
          <p:cNvPr id="5" name="Footer Placeholder 4">
            <a:extLst>
              <a:ext uri="{FF2B5EF4-FFF2-40B4-BE49-F238E27FC236}">
                <a16:creationId xmlns:a16="http://schemas.microsoft.com/office/drawing/2014/main" id="{D9160A77-FA4D-43E0-AF05-12AA1EC31DBE}"/>
              </a:ext>
            </a:extLst>
          </p:cNvPr>
          <p:cNvSpPr>
            <a:spLocks noGrp="1"/>
          </p:cNvSpPr>
          <p:nvPr>
            <p:ph type="ftr" sz="quarter" idx="3"/>
          </p:nvPr>
        </p:nvSpPr>
        <p:spPr>
          <a:xfrm>
            <a:off x="193675" y="4687888"/>
            <a:ext cx="3786188" cy="273050"/>
          </a:xfrm>
          <a:prstGeom prst="rect">
            <a:avLst/>
          </a:prstGeom>
        </p:spPr>
        <p:txBody>
          <a:bodyPr vert="horz" lIns="91440" tIns="45720" rIns="91440" bIns="45720" rtlCol="0" anchor="ctr"/>
          <a:lstStyle>
            <a:lvl1pPr algn="l" eaLnBrk="1" hangingPunct="1">
              <a:defRPr sz="1000">
                <a:solidFill>
                  <a:srgbClr val="073E87"/>
                </a:solidFill>
                <a:ea typeface="宋体" pitchFamily="2" charset="-122"/>
                <a:cs typeface="+mn-cs"/>
              </a:defRPr>
            </a:lvl1pPr>
          </a:lstStyle>
          <a:p>
            <a:pPr>
              <a:defRPr/>
            </a:pPr>
            <a:endParaRPr lang="en-US" altLang="zh-CN"/>
          </a:p>
        </p:txBody>
      </p:sp>
      <p:sp>
        <p:nvSpPr>
          <p:cNvPr id="6" name="Slide Number Placeholder 5">
            <a:extLst>
              <a:ext uri="{FF2B5EF4-FFF2-40B4-BE49-F238E27FC236}">
                <a16:creationId xmlns:a16="http://schemas.microsoft.com/office/drawing/2014/main" id="{FEF347AF-9224-4311-88E1-683DB883D7AB}"/>
              </a:ext>
            </a:extLst>
          </p:cNvPr>
          <p:cNvSpPr>
            <a:spLocks noGrp="1"/>
          </p:cNvSpPr>
          <p:nvPr>
            <p:ph type="sldNum" sz="quarter" idx="4"/>
          </p:nvPr>
        </p:nvSpPr>
        <p:spPr>
          <a:xfrm>
            <a:off x="3990975" y="4687888"/>
            <a:ext cx="1162050" cy="273050"/>
          </a:xfrm>
          <a:prstGeom prst="rect">
            <a:avLst/>
          </a:prstGeom>
        </p:spPr>
        <p:txBody>
          <a:bodyPr vert="horz" lIns="91440" tIns="45720" rIns="91440" bIns="45720" rtlCol="0" anchor="ctr"/>
          <a:lstStyle>
            <a:lvl1pPr algn="ctr" eaLnBrk="1" hangingPunct="1">
              <a:defRPr sz="1000">
                <a:solidFill>
                  <a:srgbClr val="073E87"/>
                </a:solidFill>
                <a:ea typeface="宋体" pitchFamily="2" charset="-122"/>
                <a:cs typeface="+mn-cs"/>
              </a:defRPr>
            </a:lvl1pPr>
          </a:lstStyle>
          <a:p>
            <a:pPr>
              <a:defRPr/>
            </a:pPr>
            <a:fld id="{548097F9-AEBB-457A-869B-7123AC1EEF15}" type="slidenum">
              <a:rPr lang="zh-CN" altLang="en-US"/>
              <a:pPr>
                <a:defRPr/>
              </a:pPr>
              <a:t>‹#›</a:t>
            </a:fld>
            <a:endParaRPr lang="en-US" altLang="zh-CN"/>
          </a:p>
        </p:txBody>
      </p:sp>
      <p:sp>
        <p:nvSpPr>
          <p:cNvPr id="4104" name="Text Placeholder 2">
            <a:extLst>
              <a:ext uri="{FF2B5EF4-FFF2-40B4-BE49-F238E27FC236}">
                <a16:creationId xmlns:a16="http://schemas.microsoft.com/office/drawing/2014/main" id="{E6B1BF14-FAE8-4F82-AA28-D94E4034F869}"/>
              </a:ext>
            </a:extLst>
          </p:cNvPr>
          <p:cNvSpPr>
            <a:spLocks noGrp="1"/>
          </p:cNvSpPr>
          <p:nvPr>
            <p:ph type="body" idx="1"/>
          </p:nvPr>
        </p:nvSpPr>
        <p:spPr bwMode="auto">
          <a:xfrm>
            <a:off x="228600" y="1368425"/>
            <a:ext cx="5927725" cy="322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 bg1="lt1" tx1="dk1" bg2="lt2" tx2="dk2" accent1="accent1" accent2="accent2" accent3="accent3" accent4="accent4" accent5="accent5" accent6="accent6" hlink="hlink" folHlink="folHlink"/>
  <p:sldLayoutIdLst>
    <p:sldLayoutId id="2147489262" r:id="rId1"/>
    <p:sldLayoutId id="2147489263" r:id="rId2"/>
  </p:sldLayoutIdLst>
  <p:hf hdr="0" ftr="0" dt="0"/>
  <p:txStyles>
    <p:titleStyle>
      <a:lvl1pPr algn="l" rtl="0" eaLnBrk="0" fontAlgn="base" hangingPunct="0">
        <a:spcBef>
          <a:spcPct val="0"/>
        </a:spcBef>
        <a:spcAft>
          <a:spcPct val="0"/>
        </a:spcAft>
        <a:defRPr sz="4000" kern="1200">
          <a:solidFill>
            <a:srgbClr val="FFFFFF"/>
          </a:solidFill>
          <a:latin typeface="+mj-lt"/>
          <a:ea typeface="黑体" panose="02010609060101010101" pitchFamily="49" charset="-122"/>
          <a:cs typeface="+mj-cs"/>
        </a:defRPr>
      </a:lvl1pPr>
      <a:lvl2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2pPr>
      <a:lvl3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3pPr>
      <a:lvl4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4pPr>
      <a:lvl5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263"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663"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kern="1200">
          <a:solidFill>
            <a:schemeClr val="tx2"/>
          </a:solidFill>
          <a:latin typeface="+mn-lt"/>
          <a:ea typeface="+mn-ea"/>
          <a:cs typeface="+mn-cs"/>
        </a:defRPr>
      </a:lvl4pPr>
      <a:lvl5pPr marL="1462088"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ounded Rectangle 13">
            <a:extLst>
              <a:ext uri="{FF2B5EF4-FFF2-40B4-BE49-F238E27FC236}">
                <a16:creationId xmlns:a16="http://schemas.microsoft.com/office/drawing/2014/main" id="{ACE8CB2E-5CAA-4395-BFD3-1B04B4F613FD}"/>
              </a:ext>
            </a:extLst>
          </p:cNvPr>
          <p:cNvSpPr/>
          <p:nvPr/>
        </p:nvSpPr>
        <p:spPr>
          <a:xfrm>
            <a:off x="228600" y="171450"/>
            <a:ext cx="8696325" cy="1404938"/>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prstClr val="white"/>
              </a:solidFill>
            </a:endParaRPr>
          </a:p>
        </p:txBody>
      </p:sp>
      <p:grpSp>
        <p:nvGrpSpPr>
          <p:cNvPr id="5123" name="Group 15">
            <a:extLst>
              <a:ext uri="{FF2B5EF4-FFF2-40B4-BE49-F238E27FC236}">
                <a16:creationId xmlns:a16="http://schemas.microsoft.com/office/drawing/2014/main" id="{EA5B209C-5969-4243-912F-EF3E2DC8802E}"/>
              </a:ext>
            </a:extLst>
          </p:cNvPr>
          <p:cNvGrpSpPr>
            <a:grpSpLocks noChangeAspect="1"/>
          </p:cNvGrpSpPr>
          <p:nvPr/>
        </p:nvGrpSpPr>
        <p:grpSpPr bwMode="auto">
          <a:xfrm>
            <a:off x="211138" y="1058863"/>
            <a:ext cx="8824912" cy="576262"/>
            <a:chOff x="-3905251" y="4294188"/>
            <a:chExt cx="13027839" cy="1892300"/>
          </a:xfrm>
        </p:grpSpPr>
        <p:sp>
          <p:nvSpPr>
            <p:cNvPr id="5129" name="Freeform 14">
              <a:extLst>
                <a:ext uri="{FF2B5EF4-FFF2-40B4-BE49-F238E27FC236}">
                  <a16:creationId xmlns:a16="http://schemas.microsoft.com/office/drawing/2014/main" id="{F2054DB8-5C04-407F-9B43-649DA2841F39}"/>
                </a:ext>
              </a:extLst>
            </p:cNvPr>
            <p:cNvSpPr>
              <a:spLocks/>
            </p:cNvSpPr>
            <p:nvPr/>
          </p:nvSpPr>
          <p:spPr bwMode="hidden">
            <a:xfrm>
              <a:off x="4810125" y="4500563"/>
              <a:ext cx="4295775" cy="1016000"/>
            </a:xfrm>
            <a:custGeom>
              <a:avLst/>
              <a:gdLst>
                <a:gd name="T0" fmla="*/ 2147483646 w 2706"/>
                <a:gd name="T1" fmla="*/ 0 h 640"/>
                <a:gd name="T2" fmla="*/ 2147483646 w 2706"/>
                <a:gd name="T3" fmla="*/ 0 h 640"/>
                <a:gd name="T4" fmla="*/ 2147483646 w 2706"/>
                <a:gd name="T5" fmla="*/ 2147483646 h 640"/>
                <a:gd name="T6" fmla="*/ 2147483646 w 2706"/>
                <a:gd name="T7" fmla="*/ 2147483646 h 640"/>
                <a:gd name="T8" fmla="*/ 2147483646 w 2706"/>
                <a:gd name="T9" fmla="*/ 2147483646 h 640"/>
                <a:gd name="T10" fmla="*/ 2147483646 w 2706"/>
                <a:gd name="T11" fmla="*/ 2147483646 h 640"/>
                <a:gd name="T12" fmla="*/ 2147483646 w 2706"/>
                <a:gd name="T13" fmla="*/ 2147483646 h 640"/>
                <a:gd name="T14" fmla="*/ 2147483646 w 2706"/>
                <a:gd name="T15" fmla="*/ 2147483646 h 640"/>
                <a:gd name="T16" fmla="*/ 2147483646 w 2706"/>
                <a:gd name="T17" fmla="*/ 2147483646 h 640"/>
                <a:gd name="T18" fmla="*/ 2147483646 w 2706"/>
                <a:gd name="T19" fmla="*/ 2147483646 h 640"/>
                <a:gd name="T20" fmla="*/ 2147483646 w 2706"/>
                <a:gd name="T21" fmla="*/ 2147483646 h 640"/>
                <a:gd name="T22" fmla="*/ 2147483646 w 2706"/>
                <a:gd name="T23" fmla="*/ 2147483646 h 640"/>
                <a:gd name="T24" fmla="*/ 2147483646 w 2706"/>
                <a:gd name="T25" fmla="*/ 2147483646 h 640"/>
                <a:gd name="T26" fmla="*/ 2147483646 w 2706"/>
                <a:gd name="T27" fmla="*/ 2147483646 h 640"/>
                <a:gd name="T28" fmla="*/ 2147483646 w 2706"/>
                <a:gd name="T29" fmla="*/ 2147483646 h 640"/>
                <a:gd name="T30" fmla="*/ 2147483646 w 2706"/>
                <a:gd name="T31" fmla="*/ 2147483646 h 640"/>
                <a:gd name="T32" fmla="*/ 2147483646 w 2706"/>
                <a:gd name="T33" fmla="*/ 2147483646 h 640"/>
                <a:gd name="T34" fmla="*/ 2147483646 w 2706"/>
                <a:gd name="T35" fmla="*/ 2147483646 h 640"/>
                <a:gd name="T36" fmla="*/ 0 w 2706"/>
                <a:gd name="T37" fmla="*/ 2147483646 h 640"/>
                <a:gd name="T38" fmla="*/ 0 w 2706"/>
                <a:gd name="T39" fmla="*/ 2147483646 h 640"/>
                <a:gd name="T40" fmla="*/ 2147483646 w 2706"/>
                <a:gd name="T41" fmla="*/ 2147483646 h 640"/>
                <a:gd name="T42" fmla="*/ 2147483646 w 2706"/>
                <a:gd name="T43" fmla="*/ 2147483646 h 640"/>
                <a:gd name="T44" fmla="*/ 2147483646 w 2706"/>
                <a:gd name="T45" fmla="*/ 2147483646 h 640"/>
                <a:gd name="T46" fmla="*/ 2147483646 w 2706"/>
                <a:gd name="T47" fmla="*/ 2147483646 h 640"/>
                <a:gd name="T48" fmla="*/ 2147483646 w 2706"/>
                <a:gd name="T49" fmla="*/ 2147483646 h 640"/>
                <a:gd name="T50" fmla="*/ 2147483646 w 2706"/>
                <a:gd name="T51" fmla="*/ 2147483646 h 640"/>
                <a:gd name="T52" fmla="*/ 2147483646 w 2706"/>
                <a:gd name="T53" fmla="*/ 2147483646 h 640"/>
                <a:gd name="T54" fmla="*/ 2147483646 w 2706"/>
                <a:gd name="T55" fmla="*/ 2147483646 h 640"/>
                <a:gd name="T56" fmla="*/ 2147483646 w 2706"/>
                <a:gd name="T57" fmla="*/ 2147483646 h 640"/>
                <a:gd name="T58" fmla="*/ 2147483646 w 2706"/>
                <a:gd name="T59" fmla="*/ 2147483646 h 640"/>
                <a:gd name="T60" fmla="*/ 2147483646 w 2706"/>
                <a:gd name="T61" fmla="*/ 2147483646 h 640"/>
                <a:gd name="T62" fmla="*/ 2147483646 w 2706"/>
                <a:gd name="T63" fmla="*/ 2147483646 h 640"/>
                <a:gd name="T64" fmla="*/ 2147483646 w 2706"/>
                <a:gd name="T65" fmla="*/ 2147483646 h 640"/>
                <a:gd name="T66" fmla="*/ 2147483646 w 2706"/>
                <a:gd name="T67" fmla="*/ 2147483646 h 640"/>
                <a:gd name="T68" fmla="*/ 2147483646 w 2706"/>
                <a:gd name="T69" fmla="*/ 2147483646 h 640"/>
                <a:gd name="T70" fmla="*/ 2147483646 w 2706"/>
                <a:gd name="T71" fmla="*/ 2147483646 h 640"/>
                <a:gd name="T72" fmla="*/ 2147483646 w 2706"/>
                <a:gd name="T73" fmla="*/ 2147483646 h 640"/>
                <a:gd name="T74" fmla="*/ 2147483646 w 2706"/>
                <a:gd name="T75" fmla="*/ 2147483646 h 640"/>
                <a:gd name="T76" fmla="*/ 2147483646 w 2706"/>
                <a:gd name="T77" fmla="*/ 2147483646 h 640"/>
                <a:gd name="T78" fmla="*/ 2147483646 w 2706"/>
                <a:gd name="T79" fmla="*/ 2147483646 h 640"/>
                <a:gd name="T80" fmla="*/ 2147483646 w 2706"/>
                <a:gd name="T81" fmla="*/ 2147483646 h 640"/>
                <a:gd name="T82" fmla="*/ 2147483646 w 2706"/>
                <a:gd name="T83" fmla="*/ 2147483646 h 640"/>
                <a:gd name="T84" fmla="*/ 2147483646 w 2706"/>
                <a:gd name="T85" fmla="*/ 2147483646 h 640"/>
                <a:gd name="T86" fmla="*/ 2147483646 w 2706"/>
                <a:gd name="T87" fmla="*/ 2147483646 h 640"/>
                <a:gd name="T88" fmla="*/ 2147483646 w 2706"/>
                <a:gd name="T89" fmla="*/ 2147483646 h 640"/>
                <a:gd name="T90" fmla="*/ 2147483646 w 2706"/>
                <a:gd name="T91" fmla="*/ 2147483646 h 640"/>
                <a:gd name="T92" fmla="*/ 2147483646 w 2706"/>
                <a:gd name="T93" fmla="*/ 2147483646 h 640"/>
                <a:gd name="T94" fmla="*/ 2147483646 w 2706"/>
                <a:gd name="T95" fmla="*/ 2147483646 h 640"/>
                <a:gd name="T96" fmla="*/ 2147483646 w 2706"/>
                <a:gd name="T97" fmla="*/ 2147483646 h 640"/>
                <a:gd name="T98" fmla="*/ 2147483646 w 2706"/>
                <a:gd name="T99" fmla="*/ 2147483646 h 640"/>
                <a:gd name="T100" fmla="*/ 2147483646 w 2706"/>
                <a:gd name="T101" fmla="*/ 2147483646 h 640"/>
                <a:gd name="T102" fmla="*/ 2147483646 w 2706"/>
                <a:gd name="T103" fmla="*/ 2147483646 h 640"/>
                <a:gd name="T104" fmla="*/ 2147483646 w 2706"/>
                <a:gd name="T105" fmla="*/ 2147483646 h 640"/>
                <a:gd name="T106" fmla="*/ 2147483646 w 2706"/>
                <a:gd name="T107" fmla="*/ 0 h 640"/>
                <a:gd name="T108" fmla="*/ 2147483646 w 2706"/>
                <a:gd name="T109" fmla="*/ 0 h 640"/>
                <a:gd name="T110" fmla="*/ 2147483646 w 2706"/>
                <a:gd name="T111" fmla="*/ 0 h 640"/>
                <a:gd name="T112" fmla="*/ 2147483646 w 2706"/>
                <a:gd name="T113" fmla="*/ 0 h 64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472" y="252"/>
                  </a:lnTo>
                  <a:lnTo>
                    <a:pt x="1236" y="304"/>
                  </a:lnTo>
                  <a:lnTo>
                    <a:pt x="1010" y="352"/>
                  </a:lnTo>
                  <a:lnTo>
                    <a:pt x="792" y="398"/>
                  </a:lnTo>
                  <a:lnTo>
                    <a:pt x="584" y="438"/>
                  </a:lnTo>
                  <a:lnTo>
                    <a:pt x="382" y="474"/>
                  </a:lnTo>
                  <a:lnTo>
                    <a:pt x="188" y="50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6" y="388"/>
                  </a:lnTo>
                  <a:lnTo>
                    <a:pt x="2706" y="0"/>
                  </a:lnTo>
                  <a:lnTo>
                    <a:pt x="2700" y="0"/>
                  </a:lnTo>
                  <a:close/>
                </a:path>
              </a:pathLst>
            </a:custGeom>
            <a:solidFill>
              <a:schemeClr val="bg2">
                <a:alpha val="29019"/>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0" name="Freeform 18">
              <a:extLst>
                <a:ext uri="{FF2B5EF4-FFF2-40B4-BE49-F238E27FC236}">
                  <a16:creationId xmlns:a16="http://schemas.microsoft.com/office/drawing/2014/main" id="{F11D64BF-51E4-4B42-A317-9A43EB1DB56E}"/>
                </a:ext>
              </a:extLst>
            </p:cNvPr>
            <p:cNvSpPr>
              <a:spLocks/>
            </p:cNvSpPr>
            <p:nvPr/>
          </p:nvSpPr>
          <p:spPr bwMode="hidden">
            <a:xfrm>
              <a:off x="-309563" y="4318000"/>
              <a:ext cx="8280401" cy="1209675"/>
            </a:xfrm>
            <a:custGeom>
              <a:avLst/>
              <a:gdLst>
                <a:gd name="T0" fmla="*/ 2147483646 w 5216"/>
                <a:gd name="T1" fmla="*/ 2147483646 h 762"/>
                <a:gd name="T2" fmla="*/ 2147483646 w 5216"/>
                <a:gd name="T3" fmla="*/ 2147483646 h 762"/>
                <a:gd name="T4" fmla="*/ 2147483646 w 5216"/>
                <a:gd name="T5" fmla="*/ 2147483646 h 762"/>
                <a:gd name="T6" fmla="*/ 2147483646 w 5216"/>
                <a:gd name="T7" fmla="*/ 2147483646 h 762"/>
                <a:gd name="T8" fmla="*/ 2147483646 w 5216"/>
                <a:gd name="T9" fmla="*/ 2147483646 h 762"/>
                <a:gd name="T10" fmla="*/ 2147483646 w 5216"/>
                <a:gd name="T11" fmla="*/ 2147483646 h 762"/>
                <a:gd name="T12" fmla="*/ 2147483646 w 5216"/>
                <a:gd name="T13" fmla="*/ 2147483646 h 762"/>
                <a:gd name="T14" fmla="*/ 2147483646 w 5216"/>
                <a:gd name="T15" fmla="*/ 2147483646 h 762"/>
                <a:gd name="T16" fmla="*/ 2147483646 w 5216"/>
                <a:gd name="T17" fmla="*/ 2147483646 h 762"/>
                <a:gd name="T18" fmla="*/ 2147483646 w 5216"/>
                <a:gd name="T19" fmla="*/ 2147483646 h 762"/>
                <a:gd name="T20" fmla="*/ 2147483646 w 5216"/>
                <a:gd name="T21" fmla="*/ 2147483646 h 762"/>
                <a:gd name="T22" fmla="*/ 2147483646 w 5216"/>
                <a:gd name="T23" fmla="*/ 2147483646 h 762"/>
                <a:gd name="T24" fmla="*/ 2147483646 w 5216"/>
                <a:gd name="T25" fmla="*/ 2147483646 h 762"/>
                <a:gd name="T26" fmla="*/ 2147483646 w 5216"/>
                <a:gd name="T27" fmla="*/ 0 h 762"/>
                <a:gd name="T28" fmla="*/ 2147483646 w 5216"/>
                <a:gd name="T29" fmla="*/ 2147483646 h 762"/>
                <a:gd name="T30" fmla="*/ 2147483646 w 5216"/>
                <a:gd name="T31" fmla="*/ 2147483646 h 762"/>
                <a:gd name="T32" fmla="*/ 0 w 5216"/>
                <a:gd name="T33" fmla="*/ 2147483646 h 762"/>
                <a:gd name="T34" fmla="*/ 2147483646 w 5216"/>
                <a:gd name="T35" fmla="*/ 2147483646 h 762"/>
                <a:gd name="T36" fmla="*/ 2147483646 w 5216"/>
                <a:gd name="T37" fmla="*/ 2147483646 h 762"/>
                <a:gd name="T38" fmla="*/ 2147483646 w 5216"/>
                <a:gd name="T39" fmla="*/ 2147483646 h 762"/>
                <a:gd name="T40" fmla="*/ 2147483646 w 5216"/>
                <a:gd name="T41" fmla="*/ 2147483646 h 762"/>
                <a:gd name="T42" fmla="*/ 2147483646 w 5216"/>
                <a:gd name="T43" fmla="*/ 2147483646 h 762"/>
                <a:gd name="T44" fmla="*/ 2147483646 w 5216"/>
                <a:gd name="T45" fmla="*/ 2147483646 h 762"/>
                <a:gd name="T46" fmla="*/ 2147483646 w 5216"/>
                <a:gd name="T47" fmla="*/ 2147483646 h 762"/>
                <a:gd name="T48" fmla="*/ 2147483646 w 5216"/>
                <a:gd name="T49" fmla="*/ 2147483646 h 762"/>
                <a:gd name="T50" fmla="*/ 2147483646 w 5216"/>
                <a:gd name="T51" fmla="*/ 2147483646 h 762"/>
                <a:gd name="T52" fmla="*/ 2147483646 w 5216"/>
                <a:gd name="T53" fmla="*/ 2147483646 h 762"/>
                <a:gd name="T54" fmla="*/ 2147483646 w 5216"/>
                <a:gd name="T55" fmla="*/ 2147483646 h 762"/>
                <a:gd name="T56" fmla="*/ 2147483646 w 5216"/>
                <a:gd name="T57" fmla="*/ 2147483646 h 762"/>
                <a:gd name="T58" fmla="*/ 2147483646 w 5216"/>
                <a:gd name="T59" fmla="*/ 2147483646 h 762"/>
                <a:gd name="T60" fmla="*/ 2147483646 w 5216"/>
                <a:gd name="T61" fmla="*/ 2147483646 h 762"/>
                <a:gd name="T62" fmla="*/ 2147483646 w 5216"/>
                <a:gd name="T63" fmla="*/ 2147483646 h 762"/>
                <a:gd name="T64" fmla="*/ 2147483646 w 5216"/>
                <a:gd name="T65" fmla="*/ 2147483646 h 762"/>
                <a:gd name="T66" fmla="*/ 2147483646 w 5216"/>
                <a:gd name="T67" fmla="*/ 2147483646 h 762"/>
                <a:gd name="T68" fmla="*/ 2147483646 w 5216"/>
                <a:gd name="T69" fmla="*/ 2147483646 h 762"/>
                <a:gd name="T70" fmla="*/ 2147483646 w 5216"/>
                <a:gd name="T71" fmla="*/ 2147483646 h 76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154" y="66"/>
                  </a:lnTo>
                  <a:lnTo>
                    <a:pt x="314" y="86"/>
                  </a:lnTo>
                  <a:lnTo>
                    <a:pt x="480" y="112"/>
                  </a:lnTo>
                  <a:lnTo>
                    <a:pt x="652" y="140"/>
                  </a:lnTo>
                  <a:lnTo>
                    <a:pt x="830" y="174"/>
                  </a:lnTo>
                  <a:lnTo>
                    <a:pt x="1014" y="210"/>
                  </a:lnTo>
                  <a:lnTo>
                    <a:pt x="1206" y="250"/>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close/>
                </a:path>
              </a:pathLst>
            </a:custGeom>
            <a:solidFill>
              <a:schemeClr val="bg2">
                <a:alpha val="39999"/>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1" name="Freeform 22">
              <a:extLst>
                <a:ext uri="{FF2B5EF4-FFF2-40B4-BE49-F238E27FC236}">
                  <a16:creationId xmlns:a16="http://schemas.microsoft.com/office/drawing/2014/main" id="{1DE5EEC6-31DA-47F8-BACD-E004D858FA63}"/>
                </a:ext>
              </a:extLst>
            </p:cNvPr>
            <p:cNvSpPr>
              <a:spLocks/>
            </p:cNvSpPr>
            <p:nvPr/>
          </p:nvSpPr>
          <p:spPr bwMode="hidden">
            <a:xfrm>
              <a:off x="3175" y="4335463"/>
              <a:ext cx="8166100" cy="1101725"/>
            </a:xfrm>
            <a:custGeom>
              <a:avLst/>
              <a:gdLst>
                <a:gd name="T0" fmla="*/ 0 w 5144"/>
                <a:gd name="T1" fmla="*/ 2147483646 h 694"/>
                <a:gd name="T2" fmla="*/ 0 w 5144"/>
                <a:gd name="T3" fmla="*/ 2147483646 h 694"/>
                <a:gd name="T4" fmla="*/ 2147483646 w 5144"/>
                <a:gd name="T5" fmla="*/ 2147483646 h 694"/>
                <a:gd name="T6" fmla="*/ 2147483646 w 5144"/>
                <a:gd name="T7" fmla="*/ 2147483646 h 694"/>
                <a:gd name="T8" fmla="*/ 2147483646 w 5144"/>
                <a:gd name="T9" fmla="*/ 2147483646 h 694"/>
                <a:gd name="T10" fmla="*/ 2147483646 w 5144"/>
                <a:gd name="T11" fmla="*/ 2147483646 h 694"/>
                <a:gd name="T12" fmla="*/ 2147483646 w 5144"/>
                <a:gd name="T13" fmla="*/ 2147483646 h 694"/>
                <a:gd name="T14" fmla="*/ 2147483646 w 5144"/>
                <a:gd name="T15" fmla="*/ 2147483646 h 694"/>
                <a:gd name="T16" fmla="*/ 2147483646 w 5144"/>
                <a:gd name="T17" fmla="*/ 2147483646 h 694"/>
                <a:gd name="T18" fmla="*/ 2147483646 w 5144"/>
                <a:gd name="T19" fmla="*/ 2147483646 h 694"/>
                <a:gd name="T20" fmla="*/ 2147483646 w 5144"/>
                <a:gd name="T21" fmla="*/ 2147483646 h 694"/>
                <a:gd name="T22" fmla="*/ 2147483646 w 5144"/>
                <a:gd name="T23" fmla="*/ 2147483646 h 694"/>
                <a:gd name="T24" fmla="*/ 2147483646 w 5144"/>
                <a:gd name="T25" fmla="*/ 0 h 694"/>
                <a:gd name="T26" fmla="*/ 2147483646 w 5144"/>
                <a:gd name="T27" fmla="*/ 2147483646 h 694"/>
                <a:gd name="T28" fmla="*/ 2147483646 w 5144"/>
                <a:gd name="T29" fmla="*/ 2147483646 h 694"/>
                <a:gd name="T30" fmla="*/ 2147483646 w 5144"/>
                <a:gd name="T31" fmla="*/ 2147483646 h 694"/>
                <a:gd name="T32" fmla="*/ 2147483646 w 5144"/>
                <a:gd name="T33" fmla="*/ 2147483646 h 694"/>
                <a:gd name="T34" fmla="*/ 2147483646 w 5144"/>
                <a:gd name="T35" fmla="*/ 2147483646 h 694"/>
                <a:gd name="T36" fmla="*/ 2147483646 w 5144"/>
                <a:gd name="T37" fmla="*/ 2147483646 h 694"/>
                <a:gd name="T38" fmla="*/ 2147483646 w 5144"/>
                <a:gd name="T39" fmla="*/ 2147483646 h 694"/>
                <a:gd name="T40" fmla="*/ 2147483646 w 5144"/>
                <a:gd name="T41" fmla="*/ 2147483646 h 694"/>
                <a:gd name="T42" fmla="*/ 2147483646 w 5144"/>
                <a:gd name="T43" fmla="*/ 2147483646 h 694"/>
                <a:gd name="T44" fmla="*/ 2147483646 w 5144"/>
                <a:gd name="T45" fmla="*/ 2147483646 h 694"/>
                <a:gd name="T46" fmla="*/ 2147483646 w 5144"/>
                <a:gd name="T47" fmla="*/ 2147483646 h 694"/>
                <a:gd name="T48" fmla="*/ 2147483646 w 5144"/>
                <a:gd name="T49" fmla="*/ 2147483646 h 694"/>
                <a:gd name="T50" fmla="*/ 2147483646 w 5144"/>
                <a:gd name="T51" fmla="*/ 2147483646 h 694"/>
                <a:gd name="T52" fmla="*/ 2147483646 w 5144"/>
                <a:gd name="T53" fmla="*/ 2147483646 h 694"/>
                <a:gd name="T54" fmla="*/ 2147483646 w 5144"/>
                <a:gd name="T55" fmla="*/ 2147483646 h 694"/>
                <a:gd name="T56" fmla="*/ 2147483646 w 5144"/>
                <a:gd name="T57" fmla="*/ 2147483646 h 694"/>
                <a:gd name="T58" fmla="*/ 2147483646 w 5144"/>
                <a:gd name="T59" fmla="*/ 2147483646 h 694"/>
                <a:gd name="T60" fmla="*/ 2147483646 w 5144"/>
                <a:gd name="T61" fmla="*/ 2147483646 h 69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32" name="Freeform 26">
              <a:extLst>
                <a:ext uri="{FF2B5EF4-FFF2-40B4-BE49-F238E27FC236}">
                  <a16:creationId xmlns:a16="http://schemas.microsoft.com/office/drawing/2014/main" id="{7A015C41-14BF-4277-BA84-C47925437522}"/>
                </a:ext>
              </a:extLst>
            </p:cNvPr>
            <p:cNvSpPr>
              <a:spLocks/>
            </p:cNvSpPr>
            <p:nvPr/>
          </p:nvSpPr>
          <p:spPr bwMode="hidden">
            <a:xfrm>
              <a:off x="4156075" y="4316413"/>
              <a:ext cx="4940300" cy="927100"/>
            </a:xfrm>
            <a:custGeom>
              <a:avLst/>
              <a:gdLst>
                <a:gd name="T0" fmla="*/ 0 w 3112"/>
                <a:gd name="T1" fmla="*/ 2147483646 h 584"/>
                <a:gd name="T2" fmla="*/ 0 w 3112"/>
                <a:gd name="T3" fmla="*/ 2147483646 h 584"/>
                <a:gd name="T4" fmla="*/ 2147483646 w 3112"/>
                <a:gd name="T5" fmla="*/ 2147483646 h 584"/>
                <a:gd name="T6" fmla="*/ 2147483646 w 3112"/>
                <a:gd name="T7" fmla="*/ 2147483646 h 584"/>
                <a:gd name="T8" fmla="*/ 2147483646 w 3112"/>
                <a:gd name="T9" fmla="*/ 2147483646 h 584"/>
                <a:gd name="T10" fmla="*/ 2147483646 w 3112"/>
                <a:gd name="T11" fmla="*/ 2147483646 h 584"/>
                <a:gd name="T12" fmla="*/ 2147483646 w 3112"/>
                <a:gd name="T13" fmla="*/ 2147483646 h 584"/>
                <a:gd name="T14" fmla="*/ 2147483646 w 3112"/>
                <a:gd name="T15" fmla="*/ 2147483646 h 584"/>
                <a:gd name="T16" fmla="*/ 2147483646 w 3112"/>
                <a:gd name="T17" fmla="*/ 2147483646 h 584"/>
                <a:gd name="T18" fmla="*/ 2147483646 w 3112"/>
                <a:gd name="T19" fmla="*/ 2147483646 h 584"/>
                <a:gd name="T20" fmla="*/ 2147483646 w 3112"/>
                <a:gd name="T21" fmla="*/ 2147483646 h 584"/>
                <a:gd name="T22" fmla="*/ 2147483646 w 3112"/>
                <a:gd name="T23" fmla="*/ 2147483646 h 584"/>
                <a:gd name="T24" fmla="*/ 2147483646 w 3112"/>
                <a:gd name="T25" fmla="*/ 2147483646 h 584"/>
                <a:gd name="T26" fmla="*/ 2147483646 w 3112"/>
                <a:gd name="T27" fmla="*/ 2147483646 h 584"/>
                <a:gd name="T28" fmla="*/ 2147483646 w 3112"/>
                <a:gd name="T29" fmla="*/ 2147483646 h 584"/>
                <a:gd name="T30" fmla="*/ 2147483646 w 3112"/>
                <a:gd name="T31" fmla="*/ 2147483646 h 584"/>
                <a:gd name="T32" fmla="*/ 2147483646 w 3112"/>
                <a:gd name="T33" fmla="*/ 2147483646 h 584"/>
                <a:gd name="T34" fmla="*/ 2147483646 w 3112"/>
                <a:gd name="T35" fmla="*/ 2147483646 h 584"/>
                <a:gd name="T36" fmla="*/ 2147483646 w 3112"/>
                <a:gd name="T37" fmla="*/ 2147483646 h 584"/>
                <a:gd name="T38" fmla="*/ 2147483646 w 3112"/>
                <a:gd name="T39" fmla="*/ 0 h 58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useBgFill="1">
          <p:nvSpPr>
            <p:cNvPr id="5133" name="Freeform 10">
              <a:extLst>
                <a:ext uri="{FF2B5EF4-FFF2-40B4-BE49-F238E27FC236}">
                  <a16:creationId xmlns:a16="http://schemas.microsoft.com/office/drawing/2014/main" id="{1F6C3B65-014F-40BE-AFBC-3656C8E2CB91}"/>
                </a:ext>
              </a:extLst>
            </p:cNvPr>
            <p:cNvSpPr>
              <a:spLocks/>
            </p:cNvSpPr>
            <p:nvPr/>
          </p:nvSpPr>
          <p:spPr bwMode="hidden">
            <a:xfrm>
              <a:off x="-3905251" y="4294188"/>
              <a:ext cx="13027839" cy="1892300"/>
            </a:xfrm>
            <a:custGeom>
              <a:avLst/>
              <a:gdLst>
                <a:gd name="T0" fmla="*/ 2147483646 w 8196"/>
                <a:gd name="T1" fmla="*/ 2147483646 h 1192"/>
                <a:gd name="T2" fmla="*/ 2147483646 w 8196"/>
                <a:gd name="T3" fmla="*/ 2147483646 h 1192"/>
                <a:gd name="T4" fmla="*/ 2147483646 w 8196"/>
                <a:gd name="T5" fmla="*/ 2147483646 h 1192"/>
                <a:gd name="T6" fmla="*/ 2147483646 w 8196"/>
                <a:gd name="T7" fmla="*/ 2147483646 h 1192"/>
                <a:gd name="T8" fmla="*/ 2147483646 w 8196"/>
                <a:gd name="T9" fmla="*/ 2147483646 h 1192"/>
                <a:gd name="T10" fmla="*/ 2147483646 w 8196"/>
                <a:gd name="T11" fmla="*/ 2147483646 h 1192"/>
                <a:gd name="T12" fmla="*/ 2147483646 w 8196"/>
                <a:gd name="T13" fmla="*/ 2147483646 h 1192"/>
                <a:gd name="T14" fmla="*/ 2147483646 w 8196"/>
                <a:gd name="T15" fmla="*/ 2147483646 h 1192"/>
                <a:gd name="T16" fmla="*/ 2147483646 w 8196"/>
                <a:gd name="T17" fmla="*/ 2147483646 h 1192"/>
                <a:gd name="T18" fmla="*/ 2147483646 w 8196"/>
                <a:gd name="T19" fmla="*/ 2147483646 h 1192"/>
                <a:gd name="T20" fmla="*/ 2147483646 w 8196"/>
                <a:gd name="T21" fmla="*/ 2147483646 h 1192"/>
                <a:gd name="T22" fmla="*/ 2147483646 w 8196"/>
                <a:gd name="T23" fmla="*/ 2147483646 h 1192"/>
                <a:gd name="T24" fmla="*/ 2147483646 w 8196"/>
                <a:gd name="T25" fmla="*/ 2147483646 h 1192"/>
                <a:gd name="T26" fmla="*/ 2147483646 w 8196"/>
                <a:gd name="T27" fmla="*/ 2147483646 h 1192"/>
                <a:gd name="T28" fmla="*/ 2147483646 w 8196"/>
                <a:gd name="T29" fmla="*/ 2147483646 h 1192"/>
                <a:gd name="T30" fmla="*/ 2147483646 w 8196"/>
                <a:gd name="T31" fmla="*/ 2147483646 h 1192"/>
                <a:gd name="T32" fmla="*/ 2147483646 w 8196"/>
                <a:gd name="T33" fmla="*/ 2147483646 h 1192"/>
                <a:gd name="T34" fmla="*/ 2147483646 w 8196"/>
                <a:gd name="T35" fmla="*/ 2147483646 h 1192"/>
                <a:gd name="T36" fmla="*/ 2147483646 w 8196"/>
                <a:gd name="T37" fmla="*/ 2147483646 h 1192"/>
                <a:gd name="T38" fmla="*/ 2147483646 w 8196"/>
                <a:gd name="T39" fmla="*/ 2147483646 h 1192"/>
                <a:gd name="T40" fmla="*/ 2147483646 w 8196"/>
                <a:gd name="T41" fmla="*/ 2147483646 h 1192"/>
                <a:gd name="T42" fmla="*/ 2147483646 w 8196"/>
                <a:gd name="T43" fmla="*/ 2147483646 h 1192"/>
                <a:gd name="T44" fmla="*/ 2147483646 w 8196"/>
                <a:gd name="T45" fmla="*/ 0 h 1192"/>
                <a:gd name="T46" fmla="*/ 2147483646 w 8196"/>
                <a:gd name="T47" fmla="*/ 2147483646 h 1192"/>
                <a:gd name="T48" fmla="*/ 2147483646 w 8196"/>
                <a:gd name="T49" fmla="*/ 2147483646 h 1192"/>
                <a:gd name="T50" fmla="*/ 2147483646 w 8196"/>
                <a:gd name="T51" fmla="*/ 2147483646 h 1192"/>
                <a:gd name="T52" fmla="*/ 2147483646 w 8196"/>
                <a:gd name="T53" fmla="*/ 2147483646 h 1192"/>
                <a:gd name="T54" fmla="*/ 2147483646 w 8196"/>
                <a:gd name="T55" fmla="*/ 2147483646 h 1192"/>
                <a:gd name="T56" fmla="*/ 2147483646 w 8196"/>
                <a:gd name="T57" fmla="*/ 2147483646 h 1192"/>
                <a:gd name="T58" fmla="*/ 2147483646 w 8196"/>
                <a:gd name="T59" fmla="*/ 2147483646 h 1192"/>
                <a:gd name="T60" fmla="*/ 2147483646 w 8196"/>
                <a:gd name="T61" fmla="*/ 2147483646 h 1192"/>
                <a:gd name="T62" fmla="*/ 0 w 8196"/>
                <a:gd name="T63" fmla="*/ 2147483646 h 1192"/>
                <a:gd name="T64" fmla="*/ 2147483646 w 8196"/>
                <a:gd name="T65" fmla="*/ 2147483646 h 1192"/>
                <a:gd name="T66" fmla="*/ 2147483646 w 8196"/>
                <a:gd name="T67" fmla="*/ 2147483646 h 1192"/>
                <a:gd name="T68" fmla="*/ 2147483646 w 8196"/>
                <a:gd name="T69" fmla="*/ 2147483646 h 1192"/>
                <a:gd name="T70" fmla="*/ 2147483646 w 8196"/>
                <a:gd name="T71" fmla="*/ 2147483646 h 119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6" y="1186"/>
                  </a:lnTo>
                  <a:lnTo>
                    <a:pt x="8196" y="510"/>
                  </a:lnTo>
                  <a:lnTo>
                    <a:pt x="8192" y="512"/>
                  </a:lnTo>
                  <a:close/>
                </a:path>
              </a:pathLst>
            </a:custGeom>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5124" name="Title Placeholder 1">
            <a:extLst>
              <a:ext uri="{FF2B5EF4-FFF2-40B4-BE49-F238E27FC236}">
                <a16:creationId xmlns:a16="http://schemas.microsoft.com/office/drawing/2014/main" id="{97B7C8BB-A96D-409D-95F9-9C678341B4A8}"/>
              </a:ext>
            </a:extLst>
          </p:cNvPr>
          <p:cNvSpPr>
            <a:spLocks noGrp="1"/>
          </p:cNvSpPr>
          <p:nvPr>
            <p:ph type="title"/>
          </p:nvPr>
        </p:nvSpPr>
        <p:spPr bwMode="auto">
          <a:xfrm>
            <a:off x="900113" y="268288"/>
            <a:ext cx="7786687"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4" name="Date Placeholder 3">
            <a:extLst>
              <a:ext uri="{FF2B5EF4-FFF2-40B4-BE49-F238E27FC236}">
                <a16:creationId xmlns:a16="http://schemas.microsoft.com/office/drawing/2014/main" id="{AD91E1B8-D250-4BB9-BB6A-28886AAE8691}"/>
              </a:ext>
            </a:extLst>
          </p:cNvPr>
          <p:cNvSpPr>
            <a:spLocks noGrp="1"/>
          </p:cNvSpPr>
          <p:nvPr>
            <p:ph type="dt" sz="half" idx="2"/>
          </p:nvPr>
        </p:nvSpPr>
        <p:spPr>
          <a:xfrm>
            <a:off x="5164138" y="4687888"/>
            <a:ext cx="3786187" cy="273050"/>
          </a:xfrm>
          <a:prstGeom prst="rect">
            <a:avLst/>
          </a:prstGeom>
        </p:spPr>
        <p:txBody>
          <a:bodyPr vert="horz" lIns="91440" tIns="45720" rIns="91440" bIns="45720" rtlCol="0" anchor="ctr"/>
          <a:lstStyle>
            <a:lvl1pPr algn="r" eaLnBrk="1" hangingPunct="1">
              <a:defRPr sz="1000">
                <a:solidFill>
                  <a:srgbClr val="073E87"/>
                </a:solidFill>
                <a:ea typeface="宋体" pitchFamily="2" charset="-122"/>
                <a:cs typeface="+mn-cs"/>
              </a:defRPr>
            </a:lvl1pPr>
          </a:lstStyle>
          <a:p>
            <a:pPr>
              <a:defRPr/>
            </a:pPr>
            <a:endParaRPr lang="en-US" altLang="zh-CN"/>
          </a:p>
        </p:txBody>
      </p:sp>
      <p:sp>
        <p:nvSpPr>
          <p:cNvPr id="5" name="Footer Placeholder 4">
            <a:extLst>
              <a:ext uri="{FF2B5EF4-FFF2-40B4-BE49-F238E27FC236}">
                <a16:creationId xmlns:a16="http://schemas.microsoft.com/office/drawing/2014/main" id="{DE7934E6-D75E-486B-BD29-BAA6E6F78F4B}"/>
              </a:ext>
            </a:extLst>
          </p:cNvPr>
          <p:cNvSpPr>
            <a:spLocks noGrp="1"/>
          </p:cNvSpPr>
          <p:nvPr>
            <p:ph type="ftr" sz="quarter" idx="3"/>
          </p:nvPr>
        </p:nvSpPr>
        <p:spPr>
          <a:xfrm>
            <a:off x="193675" y="4687888"/>
            <a:ext cx="3786188" cy="273050"/>
          </a:xfrm>
          <a:prstGeom prst="rect">
            <a:avLst/>
          </a:prstGeom>
        </p:spPr>
        <p:txBody>
          <a:bodyPr vert="horz" lIns="91440" tIns="45720" rIns="91440" bIns="45720" rtlCol="0" anchor="ctr"/>
          <a:lstStyle>
            <a:lvl1pPr algn="l" eaLnBrk="1" hangingPunct="1">
              <a:defRPr sz="1000">
                <a:solidFill>
                  <a:srgbClr val="073E87"/>
                </a:solidFill>
                <a:ea typeface="宋体" pitchFamily="2" charset="-122"/>
                <a:cs typeface="+mn-cs"/>
              </a:defRPr>
            </a:lvl1pPr>
          </a:lstStyle>
          <a:p>
            <a:pPr>
              <a:defRPr/>
            </a:pPr>
            <a:endParaRPr lang="en-US" altLang="zh-CN"/>
          </a:p>
        </p:txBody>
      </p:sp>
      <p:sp>
        <p:nvSpPr>
          <p:cNvPr id="6" name="Slide Number Placeholder 5">
            <a:extLst>
              <a:ext uri="{FF2B5EF4-FFF2-40B4-BE49-F238E27FC236}">
                <a16:creationId xmlns:a16="http://schemas.microsoft.com/office/drawing/2014/main" id="{EE3E386B-6478-4BF1-955B-41B3CC272F57}"/>
              </a:ext>
            </a:extLst>
          </p:cNvPr>
          <p:cNvSpPr>
            <a:spLocks noGrp="1"/>
          </p:cNvSpPr>
          <p:nvPr>
            <p:ph type="sldNum" sz="quarter" idx="4"/>
          </p:nvPr>
        </p:nvSpPr>
        <p:spPr>
          <a:xfrm>
            <a:off x="3990975" y="4687888"/>
            <a:ext cx="1162050" cy="273050"/>
          </a:xfrm>
          <a:prstGeom prst="rect">
            <a:avLst/>
          </a:prstGeom>
        </p:spPr>
        <p:txBody>
          <a:bodyPr vert="horz" lIns="91440" tIns="45720" rIns="91440" bIns="45720" rtlCol="0" anchor="ctr"/>
          <a:lstStyle>
            <a:lvl1pPr algn="ctr" eaLnBrk="1" hangingPunct="1">
              <a:defRPr sz="1000">
                <a:solidFill>
                  <a:srgbClr val="073E87"/>
                </a:solidFill>
                <a:ea typeface="宋体" pitchFamily="2" charset="-122"/>
                <a:cs typeface="+mn-cs"/>
              </a:defRPr>
            </a:lvl1pPr>
          </a:lstStyle>
          <a:p>
            <a:pPr>
              <a:defRPr/>
            </a:pPr>
            <a:fld id="{A4BDFD58-EFE6-4FD4-ACDB-30432B205E96}" type="slidenum">
              <a:rPr lang="zh-CN" altLang="en-US"/>
              <a:pPr>
                <a:defRPr/>
              </a:pPr>
              <a:t>‹#›</a:t>
            </a:fld>
            <a:endParaRPr lang="en-US" altLang="zh-CN"/>
          </a:p>
        </p:txBody>
      </p:sp>
      <p:sp>
        <p:nvSpPr>
          <p:cNvPr id="5128" name="Text Placeholder 2">
            <a:extLst>
              <a:ext uri="{FF2B5EF4-FFF2-40B4-BE49-F238E27FC236}">
                <a16:creationId xmlns:a16="http://schemas.microsoft.com/office/drawing/2014/main" id="{79B93F88-EA09-42B2-8252-AB36B86D34DE}"/>
              </a:ext>
            </a:extLst>
          </p:cNvPr>
          <p:cNvSpPr>
            <a:spLocks noGrp="1"/>
          </p:cNvSpPr>
          <p:nvPr>
            <p:ph type="body" idx="1"/>
          </p:nvPr>
        </p:nvSpPr>
        <p:spPr bwMode="auto">
          <a:xfrm>
            <a:off x="228600" y="1368425"/>
            <a:ext cx="5927725" cy="322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 bg1="lt1" tx1="dk1" bg2="lt2" tx2="dk2" accent1="accent1" accent2="accent2" accent3="accent3" accent4="accent4" accent5="accent5" accent6="accent6" hlink="hlink" folHlink="folHlink"/>
  <p:sldLayoutIdLst>
    <p:sldLayoutId id="2147489264" r:id="rId1"/>
    <p:sldLayoutId id="2147489265" r:id="rId2"/>
  </p:sldLayoutIdLst>
  <p:hf hdr="0" ftr="0" dt="0"/>
  <p:txStyles>
    <p:titleStyle>
      <a:lvl1pPr algn="l" rtl="0" eaLnBrk="0" fontAlgn="base" hangingPunct="0">
        <a:spcBef>
          <a:spcPct val="0"/>
        </a:spcBef>
        <a:spcAft>
          <a:spcPct val="0"/>
        </a:spcAft>
        <a:defRPr sz="4000" kern="1200">
          <a:solidFill>
            <a:srgbClr val="FFFFFF"/>
          </a:solidFill>
          <a:latin typeface="+mj-lt"/>
          <a:ea typeface="黑体" panose="02010609060101010101" pitchFamily="49" charset="-122"/>
          <a:cs typeface="+mj-cs"/>
        </a:defRPr>
      </a:lvl1pPr>
      <a:lvl2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2pPr>
      <a:lvl3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3pPr>
      <a:lvl4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4pPr>
      <a:lvl5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263"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663"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kern="1200">
          <a:solidFill>
            <a:schemeClr val="tx2"/>
          </a:solidFill>
          <a:latin typeface="+mn-lt"/>
          <a:ea typeface="+mn-ea"/>
          <a:cs typeface="+mn-cs"/>
        </a:defRPr>
      </a:lvl4pPr>
      <a:lvl5pPr marL="1462088"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8.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8.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8.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8.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8.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8.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8.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8.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8.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8.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8.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8.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8.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8.xml"/></Relationships>
</file>

<file path=ppt/slides/_rels/slide6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57.xml"/><Relationship Id="rId1" Type="http://schemas.openxmlformats.org/officeDocument/2006/relationships/slideLayout" Target="../slideLayouts/slideLayout18.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8.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8.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8.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62.xml"/><Relationship Id="rId1" Type="http://schemas.openxmlformats.org/officeDocument/2006/relationships/slideLayout" Target="../slideLayouts/slideLayout18.xml"/></Relationships>
</file>

<file path=ppt/slides/_rels/slide7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3" descr="G:\QQ截图201607142012副本.jpg">
            <a:extLst>
              <a:ext uri="{FF2B5EF4-FFF2-40B4-BE49-F238E27FC236}">
                <a16:creationId xmlns:a16="http://schemas.microsoft.com/office/drawing/2014/main" id="{8E56CA7B-3635-4538-90BA-0A60B0D1D5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5151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2">
            <a:extLst>
              <a:ext uri="{FF2B5EF4-FFF2-40B4-BE49-F238E27FC236}">
                <a16:creationId xmlns:a16="http://schemas.microsoft.com/office/drawing/2014/main" id="{A9F9275B-3470-4640-B55D-BF94E10C99DA}"/>
              </a:ext>
            </a:extLst>
          </p:cNvPr>
          <p:cNvSpPr txBox="1">
            <a:spLocks noChangeArrowheads="1"/>
          </p:cNvSpPr>
          <p:nvPr/>
        </p:nvSpPr>
        <p:spPr>
          <a:xfrm>
            <a:off x="4500563" y="1489075"/>
            <a:ext cx="3443287" cy="939800"/>
          </a:xfrm>
          <a:prstGeom prst="rect">
            <a:avLst/>
          </a:prstGeom>
        </p:spPr>
        <p:txBody>
          <a:bodyPr anchor="ctr"/>
          <a:lstStyle/>
          <a:p>
            <a:pPr algn="ctr" eaLnBrk="1" fontAlgn="auto" hangingPunct="1">
              <a:spcAft>
                <a:spcPts val="0"/>
              </a:spcAft>
              <a:defRPr/>
            </a:pPr>
            <a:r>
              <a:rPr lang="zh-CN" altLang="en-US" sz="2400" spc="600" dirty="0">
                <a:solidFill>
                  <a:prstClr val="white"/>
                </a:solidFill>
                <a:latin typeface="微软雅黑" pitchFamily="34" charset="-122"/>
                <a:ea typeface="微软雅黑" pitchFamily="34" charset="-122"/>
              </a:rPr>
              <a:t>第四章 </a:t>
            </a:r>
            <a:endParaRPr lang="en-US" altLang="zh-CN" sz="2400" spc="600" dirty="0">
              <a:solidFill>
                <a:prstClr val="white"/>
              </a:solidFill>
              <a:latin typeface="微软雅黑" pitchFamily="34" charset="-122"/>
              <a:ea typeface="微软雅黑" pitchFamily="34" charset="-122"/>
            </a:endParaRPr>
          </a:p>
          <a:p>
            <a:pPr algn="ctr" eaLnBrk="1" fontAlgn="auto" hangingPunct="1">
              <a:spcAft>
                <a:spcPts val="0"/>
              </a:spcAft>
              <a:defRPr/>
            </a:pPr>
            <a:r>
              <a:rPr lang="zh-CN" altLang="en-US" sz="3500" spc="600" dirty="0">
                <a:solidFill>
                  <a:prstClr val="white"/>
                </a:solidFill>
                <a:latin typeface="微软雅黑" pitchFamily="34" charset="-122"/>
                <a:ea typeface="微软雅黑" pitchFamily="34" charset="-122"/>
              </a:rPr>
              <a:t>语法分析</a:t>
            </a:r>
            <a:endParaRPr lang="en-US" altLang="zh-CN" sz="3500" spc="600" dirty="0">
              <a:solidFill>
                <a:prstClr val="white"/>
              </a:solidFill>
              <a:latin typeface="微软雅黑" pitchFamily="34" charset="-122"/>
              <a:ea typeface="微软雅黑" pitchFamily="34" charset="-122"/>
            </a:endParaRPr>
          </a:p>
        </p:txBody>
      </p:sp>
      <p:sp>
        <p:nvSpPr>
          <p:cNvPr id="4" name="Rectangle 2">
            <a:extLst>
              <a:ext uri="{FF2B5EF4-FFF2-40B4-BE49-F238E27FC236}">
                <a16:creationId xmlns:a16="http://schemas.microsoft.com/office/drawing/2014/main" id="{E9CEC937-2305-4AA1-BCE5-FF86D5642F0C}"/>
              </a:ext>
            </a:extLst>
          </p:cNvPr>
          <p:cNvSpPr txBox="1">
            <a:spLocks noChangeArrowheads="1"/>
          </p:cNvSpPr>
          <p:nvPr/>
        </p:nvSpPr>
        <p:spPr>
          <a:xfrm>
            <a:off x="4500563" y="2428875"/>
            <a:ext cx="3800475" cy="939800"/>
          </a:xfrm>
          <a:prstGeom prst="rect">
            <a:avLst/>
          </a:prstGeom>
        </p:spPr>
        <p:txBody>
          <a:bodyPr anchor="ctr"/>
          <a:lstStyle/>
          <a:p>
            <a:pPr eaLnBrk="1" fontAlgn="auto" hangingPunct="1">
              <a:spcAft>
                <a:spcPts val="0"/>
              </a:spcAft>
              <a:defRPr/>
            </a:pPr>
            <a:r>
              <a:rPr lang="en-US" altLang="zh-CN" sz="2500" b="1" dirty="0">
                <a:solidFill>
                  <a:prstClr val="white"/>
                </a:solidFill>
                <a:latin typeface="Candara"/>
                <a:ea typeface="楷体" pitchFamily="49" charset="-122"/>
              </a:rPr>
              <a:t> </a:t>
            </a:r>
            <a:r>
              <a:rPr lang="zh-CN" altLang="en-US" sz="2000" b="1" dirty="0">
                <a:solidFill>
                  <a:prstClr val="white"/>
                </a:solidFill>
                <a:latin typeface="Candara"/>
                <a:ea typeface="楷体" pitchFamily="49" charset="-122"/>
              </a:rPr>
              <a:t>哈尔滨工业大学  陈鄞 单丽莉</a:t>
            </a:r>
            <a:endParaRPr lang="zh-CN" altLang="en-US" sz="2000" b="1" spc="600" dirty="0">
              <a:solidFill>
                <a:prstClr val="white"/>
              </a:solidFill>
              <a:latin typeface="微软雅黑" pitchFamily="34" charset="-122"/>
              <a:ea typeface="微软雅黑" pitchFamily="34" charset="-122"/>
            </a:endParaRPr>
          </a:p>
        </p:txBody>
      </p:sp>
      <p:sp>
        <p:nvSpPr>
          <p:cNvPr id="5" name="Rectangle 2">
            <a:extLst>
              <a:ext uri="{FF2B5EF4-FFF2-40B4-BE49-F238E27FC236}">
                <a16:creationId xmlns:a16="http://schemas.microsoft.com/office/drawing/2014/main" id="{8B5DEBA3-3C8C-4DC1-B901-8A81C4459A0A}"/>
              </a:ext>
            </a:extLst>
          </p:cNvPr>
          <p:cNvSpPr txBox="1">
            <a:spLocks noChangeArrowheads="1"/>
          </p:cNvSpPr>
          <p:nvPr/>
        </p:nvSpPr>
        <p:spPr>
          <a:xfrm>
            <a:off x="5508625" y="984250"/>
            <a:ext cx="3143250" cy="441325"/>
          </a:xfrm>
          <a:prstGeom prst="rect">
            <a:avLst/>
          </a:prstGeom>
          <a:ln w="12700">
            <a:noFill/>
          </a:ln>
        </p:spPr>
        <p:txBody>
          <a:bodyPr anchor="ctr"/>
          <a:lstStyle/>
          <a:p>
            <a:pPr eaLnBrk="1" fontAlgn="auto" hangingPunct="1">
              <a:spcAft>
                <a:spcPts val="0"/>
              </a:spcAft>
              <a:defRPr/>
            </a:pPr>
            <a:r>
              <a:rPr lang="zh-CN" altLang="en-US" sz="2000" spc="300" dirty="0">
                <a:solidFill>
                  <a:prstClr val="white"/>
                </a:solidFill>
                <a:latin typeface="微软雅黑" pitchFamily="34" charset="-122"/>
                <a:ea typeface="微软雅黑" pitchFamily="34" charset="-122"/>
              </a:rPr>
              <a:t>编译原理</a:t>
            </a:r>
            <a:endParaRPr lang="zh-CN" altLang="en-US" sz="800" spc="300" dirty="0">
              <a:solidFill>
                <a:prstClr val="white"/>
              </a:solidFill>
              <a:latin typeface="微软雅黑" pitchFamily="34" charset="-122"/>
              <a:ea typeface="微软雅黑"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a:extLst>
              <a:ext uri="{FF2B5EF4-FFF2-40B4-BE49-F238E27FC236}">
                <a16:creationId xmlns:a16="http://schemas.microsoft.com/office/drawing/2014/main" id="{D222D04E-1D25-4BC8-97D0-2786C349D91D}"/>
              </a:ext>
            </a:extLst>
          </p:cNvPr>
          <p:cNvSpPr>
            <a:spLocks noGrp="1" noChangeArrowheads="1"/>
          </p:cNvSpPr>
          <p:nvPr>
            <p:ph type="title"/>
          </p:nvPr>
        </p:nvSpPr>
        <p:spPr>
          <a:xfrm>
            <a:off x="755650" y="268288"/>
            <a:ext cx="7931150" cy="358775"/>
          </a:xfrm>
        </p:spPr>
        <p:txBody>
          <a:bodyPr/>
          <a:lstStyle/>
          <a:p>
            <a:pPr eaLnBrk="1" hangingPunct="1">
              <a:defRPr/>
            </a:pPr>
            <a:r>
              <a:rPr lang="zh-CN" altLang="en-US" sz="3000" spc="300" dirty="0">
                <a:solidFill>
                  <a:schemeClr val="tx1"/>
                </a:solidFill>
                <a:latin typeface="微软雅黑" pitchFamily="34" charset="-122"/>
                <a:ea typeface="微软雅黑" pitchFamily="34" charset="-122"/>
                <a:cs typeface="Times New Roman" pitchFamily="18" charset="0"/>
              </a:rPr>
              <a:t>引言</a:t>
            </a:r>
          </a:p>
        </p:txBody>
      </p:sp>
      <p:grpSp>
        <p:nvGrpSpPr>
          <p:cNvPr id="38916" name="组合 5">
            <a:extLst>
              <a:ext uri="{FF2B5EF4-FFF2-40B4-BE49-F238E27FC236}">
                <a16:creationId xmlns:a16="http://schemas.microsoft.com/office/drawing/2014/main" id="{6F816476-486F-4F52-AEBD-6ED4AB5B2543}"/>
              </a:ext>
            </a:extLst>
          </p:cNvPr>
          <p:cNvGrpSpPr>
            <a:grpSpLocks/>
          </p:cNvGrpSpPr>
          <p:nvPr/>
        </p:nvGrpSpPr>
        <p:grpSpPr bwMode="auto">
          <a:xfrm>
            <a:off x="0" y="195263"/>
            <a:ext cx="755650" cy="431800"/>
            <a:chOff x="-786" y="195486"/>
            <a:chExt cx="756363" cy="432048"/>
          </a:xfrm>
        </p:grpSpPr>
        <p:sp>
          <p:nvSpPr>
            <p:cNvPr id="7" name="五边形 6">
              <a:extLst>
                <a:ext uri="{FF2B5EF4-FFF2-40B4-BE49-F238E27FC236}">
                  <a16:creationId xmlns:a16="http://schemas.microsoft.com/office/drawing/2014/main" id="{0FCC4DA9-B7FA-4309-9A4A-A20B0A500A02}"/>
                </a:ext>
              </a:extLst>
            </p:cNvPr>
            <p:cNvSpPr/>
            <p:nvPr/>
          </p:nvSpPr>
          <p:spPr>
            <a:xfrm>
              <a:off x="-786" y="195486"/>
              <a:ext cx="756363" cy="432048"/>
            </a:xfrm>
            <a:prstGeom prst="homePlate">
              <a:avLst/>
            </a:prstGeom>
            <a:solidFill>
              <a:schemeClr val="bg2">
                <a:lumMod val="50000"/>
              </a:schemeClr>
            </a:solidFill>
            <a:ln w="25400" cap="flat" cmpd="sng" algn="ctr">
              <a:noFill/>
              <a:prstDash val="solid"/>
            </a:ln>
            <a:effectLst/>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a:solidFill>
                  <a:srgbClr val="FFFFFF"/>
                </a:solidFill>
                <a:latin typeface="Calibri" panose="020F0502020204030204" pitchFamily="34" charset="0"/>
                <a:ea typeface="楷体_GB2312"/>
                <a:cs typeface="楷体_GB2312"/>
              </a:endParaRPr>
            </a:p>
          </p:txBody>
        </p:sp>
        <p:sp>
          <p:nvSpPr>
            <p:cNvPr id="38918" name="五边形 8">
              <a:extLst>
                <a:ext uri="{FF2B5EF4-FFF2-40B4-BE49-F238E27FC236}">
                  <a16:creationId xmlns:a16="http://schemas.microsoft.com/office/drawing/2014/main" id="{24535351-91A0-46C9-A92A-F1591C37C359}"/>
                </a:ext>
              </a:extLst>
            </p:cNvPr>
            <p:cNvSpPr>
              <a:spLocks noChangeArrowheads="1"/>
            </p:cNvSpPr>
            <p:nvPr/>
          </p:nvSpPr>
          <p:spPr bwMode="auto">
            <a:xfrm>
              <a:off x="-786" y="197074"/>
              <a:ext cx="756363" cy="88951"/>
            </a:xfrm>
            <a:prstGeom prst="homePlate">
              <a:avLst>
                <a:gd name="adj" fmla="val 49995"/>
              </a:avLst>
            </a:prstGeom>
            <a:solidFill>
              <a:schemeClr val="bg1">
                <a:alpha val="30196"/>
              </a:schemeClr>
            </a:solidFill>
            <a:ln>
              <a:noFill/>
            </a:ln>
            <a:extLst>
              <a:ext uri="{91240B29-F687-4F45-9708-019B960494DF}">
                <a14:hiddenLine xmlns:a14="http://schemas.microsoft.com/office/drawing/2010/main" w="25400" algn="ctr">
                  <a:solidFill>
                    <a:srgbClr val="000000"/>
                  </a:solidFill>
                  <a:miter lim="800000"/>
                  <a:headEnd/>
                  <a:tailEnd/>
                </a14:hiddenLine>
              </a:ext>
            </a:extLst>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a typeface="楷体_GB2312"/>
                <a:cs typeface="楷体_GB2312"/>
              </a:endParaRPr>
            </a:p>
          </p:txBody>
        </p:sp>
      </p:grpSp>
      <p:pic>
        <p:nvPicPr>
          <p:cNvPr id="9" name="图片 8">
            <a:extLst>
              <a:ext uri="{FF2B5EF4-FFF2-40B4-BE49-F238E27FC236}">
                <a16:creationId xmlns:a16="http://schemas.microsoft.com/office/drawing/2014/main" id="{C0FB9FE8-CF73-46FB-AE16-154DE363160C}"/>
              </a:ext>
            </a:extLst>
          </p:cNvPr>
          <p:cNvPicPr>
            <a:picLocks noChangeAspect="1"/>
          </p:cNvPicPr>
          <p:nvPr/>
        </p:nvPicPr>
        <p:blipFill>
          <a:blip r:embed="rId3">
            <a:extLst>
              <a:ext uri="{28A0092B-C50C-407E-A947-70E740481C1C}">
                <a14:useLocalDpi xmlns:a14="http://schemas.microsoft.com/office/drawing/2010/main" val="0"/>
              </a:ext>
            </a:extLst>
          </a:blip>
          <a:srcRect t="328" b="1640"/>
          <a:stretch>
            <a:fillRect/>
          </a:stretch>
        </p:blipFill>
        <p:spPr>
          <a:xfrm>
            <a:off x="4601412" y="25894"/>
            <a:ext cx="2221826" cy="5117606"/>
          </a:xfrm>
          <a:prstGeom prst="rect">
            <a:avLst/>
          </a:prstGeom>
        </p:spPr>
      </p:pic>
      <p:sp>
        <p:nvSpPr>
          <p:cNvPr id="10" name="Rectangle 42">
            <a:extLst>
              <a:ext uri="{FF2B5EF4-FFF2-40B4-BE49-F238E27FC236}">
                <a16:creationId xmlns:a16="http://schemas.microsoft.com/office/drawing/2014/main" id="{523DDC35-285B-4661-96AC-A2FFFA8B7A4F}"/>
              </a:ext>
            </a:extLst>
          </p:cNvPr>
          <p:cNvSpPr>
            <a:spLocks noChangeArrowheads="1"/>
          </p:cNvSpPr>
          <p:nvPr/>
        </p:nvSpPr>
        <p:spPr bwMode="auto">
          <a:xfrm>
            <a:off x="4728105" y="1071564"/>
            <a:ext cx="1961539" cy="444056"/>
          </a:xfrm>
          <a:prstGeom prst="rect">
            <a:avLst/>
          </a:prstGeom>
          <a:noFill/>
          <a:ln w="25400">
            <a:solidFill>
              <a:srgbClr val="FF0000"/>
            </a:solidFill>
            <a:prstDash val="dash"/>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solidFill>
                <a:srgbClr val="000099"/>
              </a:solidFill>
            </a:endParaRPr>
          </a:p>
        </p:txBody>
      </p:sp>
      <p:sp>
        <p:nvSpPr>
          <p:cNvPr id="4" name="文本框 3">
            <a:extLst>
              <a:ext uri="{FF2B5EF4-FFF2-40B4-BE49-F238E27FC236}">
                <a16:creationId xmlns:a16="http://schemas.microsoft.com/office/drawing/2014/main" id="{A5274961-8A47-4EA1-B3F4-612E2AE4B6ED}"/>
              </a:ext>
            </a:extLst>
          </p:cNvPr>
          <p:cNvSpPr txBox="1"/>
          <p:nvPr/>
        </p:nvSpPr>
        <p:spPr>
          <a:xfrm>
            <a:off x="755576" y="1491630"/>
            <a:ext cx="3672408" cy="2255554"/>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zh-CN" altLang="en-US" sz="2400" b="1" dirty="0">
                <a:latin typeface="+mn-ea"/>
                <a:ea typeface="+mn-ea"/>
              </a:rPr>
              <a:t>语法分析器：</a:t>
            </a:r>
            <a:endParaRPr lang="en-US" altLang="zh-CN" sz="2400" b="1" dirty="0">
              <a:latin typeface="+mn-ea"/>
              <a:ea typeface="+mn-ea"/>
            </a:endParaRPr>
          </a:p>
          <a:p>
            <a:pPr marL="742950" lvl="1" indent="-285750">
              <a:lnSpc>
                <a:spcPct val="150000"/>
              </a:lnSpc>
              <a:buFont typeface="Wingdings" panose="05000000000000000000" pitchFamily="2" charset="2"/>
              <a:buChar char="Ø"/>
            </a:pPr>
            <a:r>
              <a:rPr lang="zh-CN" altLang="en-US" sz="2400" b="1" dirty="0">
                <a:latin typeface="+mn-ea"/>
                <a:ea typeface="+mn-ea"/>
              </a:rPr>
              <a:t>功能：组词成句</a:t>
            </a:r>
            <a:endParaRPr lang="en-US" altLang="zh-CN" sz="2400" b="1" dirty="0">
              <a:latin typeface="+mn-ea"/>
              <a:ea typeface="+mn-ea"/>
            </a:endParaRPr>
          </a:p>
          <a:p>
            <a:pPr marL="742950" lvl="1" indent="-285750">
              <a:lnSpc>
                <a:spcPct val="150000"/>
              </a:lnSpc>
              <a:buFont typeface="Wingdings" panose="05000000000000000000" pitchFamily="2" charset="2"/>
              <a:buChar char="Ø"/>
            </a:pPr>
            <a:r>
              <a:rPr lang="zh-CN" altLang="en-US" sz="2400" b="1" dirty="0">
                <a:latin typeface="+mn-ea"/>
                <a:ea typeface="+mn-ea"/>
              </a:rPr>
              <a:t>输入：词法单元序列</a:t>
            </a:r>
            <a:endParaRPr lang="en-US" altLang="zh-CN" sz="2400" b="1" dirty="0">
              <a:latin typeface="+mn-ea"/>
              <a:ea typeface="+mn-ea"/>
            </a:endParaRPr>
          </a:p>
          <a:p>
            <a:pPr marL="742950" lvl="1" indent="-285750">
              <a:lnSpc>
                <a:spcPct val="150000"/>
              </a:lnSpc>
              <a:buFont typeface="Wingdings" panose="05000000000000000000" pitchFamily="2" charset="2"/>
              <a:buChar char="Ø"/>
            </a:pPr>
            <a:r>
              <a:rPr lang="zh-CN" altLang="en-US" sz="2400" b="1" dirty="0">
                <a:latin typeface="+mn-ea"/>
                <a:ea typeface="+mn-ea"/>
              </a:rPr>
              <a:t>输出：语法分析树</a:t>
            </a:r>
            <a:endParaRPr lang="en-US" altLang="zh-CN" sz="2400" b="1" dirty="0">
              <a:latin typeface="+mn-ea"/>
              <a:ea typeface="+mn-ea"/>
            </a:endParaRPr>
          </a:p>
        </p:txBody>
      </p:sp>
      <p:sp>
        <p:nvSpPr>
          <p:cNvPr id="3" name="灯片编号占位符 2">
            <a:extLst>
              <a:ext uri="{FF2B5EF4-FFF2-40B4-BE49-F238E27FC236}">
                <a16:creationId xmlns:a16="http://schemas.microsoft.com/office/drawing/2014/main" id="{76DBE561-B57C-4C86-B482-3F8CD3C56467}"/>
              </a:ext>
            </a:extLst>
          </p:cNvPr>
          <p:cNvSpPr>
            <a:spLocks noGrp="1"/>
          </p:cNvSpPr>
          <p:nvPr>
            <p:ph type="sldNum" sz="quarter" idx="12"/>
          </p:nvPr>
        </p:nvSpPr>
        <p:spPr/>
        <p:txBody>
          <a:bodyPr/>
          <a:lstStyle/>
          <a:p>
            <a:pPr>
              <a:defRPr/>
            </a:pPr>
            <a:fld id="{EA567855-7F13-4FC5-AD61-2B82F6443E16}" type="slidenum">
              <a:rPr lang="zh-CN" altLang="en-US" smtClean="0"/>
              <a:pPr>
                <a:defRPr/>
              </a:pPr>
              <a:t>2</a:t>
            </a:fld>
            <a:endParaRPr lang="en-US" altLang="zh-C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a:extLst>
              <a:ext uri="{FF2B5EF4-FFF2-40B4-BE49-F238E27FC236}">
                <a16:creationId xmlns:a16="http://schemas.microsoft.com/office/drawing/2014/main" id="{C1AC847C-6F6C-4081-980D-218D1D513E53}"/>
              </a:ext>
            </a:extLst>
          </p:cNvPr>
          <p:cNvSpPr>
            <a:spLocks noGrp="1" noChangeArrowheads="1"/>
          </p:cNvSpPr>
          <p:nvPr>
            <p:ph idx="1"/>
          </p:nvPr>
        </p:nvSpPr>
        <p:spPr>
          <a:xfrm>
            <a:off x="442913" y="774700"/>
            <a:ext cx="8272462" cy="3957290"/>
          </a:xfrm>
        </p:spPr>
        <p:txBody>
          <a:bodyPr/>
          <a:lstStyle/>
          <a:p>
            <a:pPr eaLnBrk="1" hangingPunct="1">
              <a:lnSpc>
                <a:spcPts val="4000"/>
              </a:lnSpc>
              <a:buClrTx/>
              <a:buFont typeface="Wingdings" pitchFamily="2" charset="2"/>
              <a:buChar char="Ø"/>
              <a:defRPr/>
            </a:pPr>
            <a:r>
              <a:rPr lang="zh-CN" altLang="en-US" sz="2800" b="1" dirty="0">
                <a:solidFill>
                  <a:schemeClr val="tx1"/>
                </a:solidFill>
                <a:latin typeface="+mn-ea"/>
                <a:cs typeface="Times New Roman" pitchFamily="18" charset="0"/>
              </a:rPr>
              <a:t>语法分析的主要任务</a:t>
            </a:r>
            <a:endParaRPr lang="en-US" altLang="zh-CN" sz="2800" b="1" dirty="0">
              <a:solidFill>
                <a:schemeClr val="tx1"/>
              </a:solidFill>
              <a:latin typeface="+mn-ea"/>
              <a:cs typeface="Times New Roman" pitchFamily="18" charset="0"/>
            </a:endParaRPr>
          </a:p>
          <a:p>
            <a:pPr lvl="1" eaLnBrk="1" hangingPunct="1">
              <a:lnSpc>
                <a:spcPts val="4000"/>
              </a:lnSpc>
              <a:buClrTx/>
              <a:buFont typeface="Wingdings" pitchFamily="2" charset="2"/>
              <a:buChar char="Ø"/>
              <a:defRPr/>
            </a:pPr>
            <a:r>
              <a:rPr lang="zh-CN" altLang="en-US" sz="2500" b="1" dirty="0">
                <a:solidFill>
                  <a:schemeClr val="tx1"/>
                </a:solidFill>
                <a:latin typeface="+mn-ea"/>
                <a:cs typeface="Times New Roman" pitchFamily="18" charset="0"/>
              </a:rPr>
              <a:t>根据给定的</a:t>
            </a:r>
            <a:r>
              <a:rPr lang="zh-CN" altLang="en-US" sz="2500" b="1" dirty="0">
                <a:solidFill>
                  <a:srgbClr val="0000FF"/>
                </a:solidFill>
                <a:latin typeface="+mn-ea"/>
                <a:cs typeface="Times New Roman" pitchFamily="18" charset="0"/>
              </a:rPr>
              <a:t>文法</a:t>
            </a:r>
            <a:r>
              <a:rPr lang="zh-CN" altLang="en-US" sz="2500" b="1" dirty="0">
                <a:solidFill>
                  <a:schemeClr val="tx1"/>
                </a:solidFill>
                <a:latin typeface="+mn-ea"/>
                <a:cs typeface="Times New Roman" pitchFamily="18" charset="0"/>
              </a:rPr>
              <a:t>，识别</a:t>
            </a:r>
            <a:r>
              <a:rPr lang="zh-CN" altLang="en-US" sz="2500" b="1" dirty="0">
                <a:solidFill>
                  <a:srgbClr val="0000FF"/>
                </a:solidFill>
                <a:latin typeface="+mn-ea"/>
                <a:cs typeface="Times New Roman" pitchFamily="18" charset="0"/>
              </a:rPr>
              <a:t>输入句子</a:t>
            </a:r>
            <a:r>
              <a:rPr lang="zh-CN" altLang="en-US" sz="2500" b="1" dirty="0">
                <a:solidFill>
                  <a:schemeClr val="tx1"/>
                </a:solidFill>
                <a:latin typeface="+mn-ea"/>
                <a:cs typeface="Times New Roman" pitchFamily="18" charset="0"/>
              </a:rPr>
              <a:t>的各个成分，构造句子的</a:t>
            </a:r>
            <a:r>
              <a:rPr lang="zh-CN" altLang="en-US" sz="2500" b="1" dirty="0">
                <a:solidFill>
                  <a:srgbClr val="0000FF"/>
                </a:solidFill>
                <a:latin typeface="+mn-ea"/>
                <a:cs typeface="Times New Roman" pitchFamily="18" charset="0"/>
              </a:rPr>
              <a:t>分析树</a:t>
            </a:r>
            <a:endParaRPr lang="en-US" altLang="zh-CN" sz="2500" b="1" dirty="0">
              <a:solidFill>
                <a:srgbClr val="0000FF"/>
              </a:solidFill>
              <a:latin typeface="+mn-ea"/>
              <a:cs typeface="Times New Roman" pitchFamily="18" charset="0"/>
            </a:endParaRPr>
          </a:p>
          <a:p>
            <a:pPr eaLnBrk="1" hangingPunct="1">
              <a:lnSpc>
                <a:spcPts val="4000"/>
              </a:lnSpc>
              <a:buClrTx/>
              <a:buFont typeface="Wingdings" pitchFamily="2" charset="2"/>
              <a:buChar char="Ø"/>
              <a:defRPr/>
            </a:pPr>
            <a:r>
              <a:rPr lang="zh-CN" altLang="en-US" sz="2800" b="1" dirty="0">
                <a:solidFill>
                  <a:schemeClr val="tx1"/>
                </a:solidFill>
                <a:latin typeface="+mn-ea"/>
                <a:cs typeface="Times New Roman" pitchFamily="18" charset="0"/>
              </a:rPr>
              <a:t>大部分程序设计语言的</a:t>
            </a:r>
            <a:r>
              <a:rPr lang="zh-CN" altLang="en-US" sz="2800" b="1" dirty="0">
                <a:solidFill>
                  <a:srgbClr val="0000FF"/>
                </a:solidFill>
                <a:latin typeface="+mn-ea"/>
                <a:cs typeface="Times New Roman" pitchFamily="18" charset="0"/>
              </a:rPr>
              <a:t>语法构造</a:t>
            </a:r>
            <a:r>
              <a:rPr lang="zh-CN" altLang="en-US" sz="2800" b="1" dirty="0">
                <a:solidFill>
                  <a:schemeClr val="tx1"/>
                </a:solidFill>
                <a:latin typeface="+mn-ea"/>
                <a:cs typeface="Times New Roman" pitchFamily="18" charset="0"/>
              </a:rPr>
              <a:t>可以用</a:t>
            </a:r>
            <a:r>
              <a:rPr lang="en-US" altLang="zh-CN" sz="2800" b="1" i="1" dirty="0">
                <a:solidFill>
                  <a:srgbClr val="0000FF"/>
                </a:solidFill>
                <a:cs typeface="Times New Roman" pitchFamily="18" charset="0"/>
              </a:rPr>
              <a:t>CFG</a:t>
            </a:r>
            <a:r>
              <a:rPr lang="zh-CN" altLang="en-US" sz="2800" b="1" dirty="0">
                <a:solidFill>
                  <a:schemeClr val="tx1"/>
                </a:solidFill>
                <a:latin typeface="+mn-ea"/>
                <a:cs typeface="Times New Roman" pitchFamily="18" charset="0"/>
              </a:rPr>
              <a:t>来描述，</a:t>
            </a:r>
            <a:r>
              <a:rPr lang="en-US" altLang="zh-CN" sz="2800" b="1" i="1" dirty="0">
                <a:solidFill>
                  <a:schemeClr val="tx1"/>
                </a:solidFill>
                <a:cs typeface="Times New Roman" pitchFamily="18" charset="0"/>
              </a:rPr>
              <a:t>CFG</a:t>
            </a:r>
            <a:r>
              <a:rPr lang="zh-CN" altLang="en-US" sz="2800" b="1" dirty="0">
                <a:solidFill>
                  <a:schemeClr val="tx1"/>
                </a:solidFill>
                <a:latin typeface="+mn-ea"/>
                <a:cs typeface="Times New Roman" pitchFamily="18" charset="0"/>
              </a:rPr>
              <a:t>以 </a:t>
            </a:r>
            <a:r>
              <a:rPr lang="en-US" altLang="zh-CN" sz="2800" b="1" i="1" dirty="0">
                <a:solidFill>
                  <a:srgbClr val="0000FF"/>
                </a:solidFill>
                <a:cs typeface="Times New Roman" pitchFamily="18" charset="0"/>
              </a:rPr>
              <a:t>token</a:t>
            </a:r>
            <a:r>
              <a:rPr lang="zh-CN" altLang="en-US" sz="2800" b="1" dirty="0">
                <a:solidFill>
                  <a:schemeClr val="tx1"/>
                </a:solidFill>
                <a:latin typeface="+mn-ea"/>
                <a:cs typeface="Times New Roman" pitchFamily="18" charset="0"/>
              </a:rPr>
              <a:t>作为</a:t>
            </a:r>
            <a:r>
              <a:rPr lang="zh-CN" altLang="en-US" sz="2800" b="1" dirty="0">
                <a:solidFill>
                  <a:srgbClr val="0000FF"/>
                </a:solidFill>
                <a:latin typeface="+mn-ea"/>
                <a:cs typeface="Times New Roman" pitchFamily="18" charset="0"/>
              </a:rPr>
              <a:t>终结符</a:t>
            </a:r>
            <a:endParaRPr lang="en-US" altLang="zh-CN" sz="2800" b="1" dirty="0">
              <a:solidFill>
                <a:srgbClr val="0000FF"/>
              </a:solidFill>
              <a:latin typeface="+mn-ea"/>
              <a:cs typeface="Times New Roman" pitchFamily="18" charset="0"/>
            </a:endParaRPr>
          </a:p>
          <a:p>
            <a:pPr eaLnBrk="1" hangingPunct="1">
              <a:lnSpc>
                <a:spcPts val="4000"/>
              </a:lnSpc>
              <a:buClrTx/>
              <a:buFont typeface="Wingdings" pitchFamily="2" charset="2"/>
              <a:buChar char="Ø"/>
              <a:defRPr/>
            </a:pPr>
            <a:r>
              <a:rPr lang="zh-CN" altLang="en-US" sz="2800" b="1" dirty="0">
                <a:solidFill>
                  <a:schemeClr val="tx1"/>
                </a:solidFill>
                <a:latin typeface="+mn-ea"/>
                <a:cs typeface="Times New Roman" pitchFamily="18" charset="0"/>
              </a:rPr>
              <a:t>大部分语法分析器都期望文法是</a:t>
            </a:r>
            <a:r>
              <a:rPr lang="zh-CN" altLang="en-US" sz="2800" b="1" dirty="0">
                <a:solidFill>
                  <a:srgbClr val="0000FF"/>
                </a:solidFill>
                <a:latin typeface="+mn-ea"/>
                <a:cs typeface="Times New Roman" pitchFamily="18" charset="0"/>
              </a:rPr>
              <a:t>无二义性</a:t>
            </a:r>
            <a:r>
              <a:rPr lang="zh-CN" altLang="en-US" sz="2800" b="1" dirty="0">
                <a:solidFill>
                  <a:schemeClr val="tx1"/>
                </a:solidFill>
                <a:latin typeface="+mn-ea"/>
                <a:cs typeface="Times New Roman" pitchFamily="18" charset="0"/>
              </a:rPr>
              <a:t>的，否则，就不能为一个句子构造</a:t>
            </a:r>
            <a:r>
              <a:rPr lang="zh-CN" altLang="en-US" sz="2800" b="1" dirty="0">
                <a:solidFill>
                  <a:srgbClr val="0000FF"/>
                </a:solidFill>
                <a:latin typeface="+mn-ea"/>
                <a:cs typeface="Times New Roman" pitchFamily="18" charset="0"/>
              </a:rPr>
              <a:t>唯一</a:t>
            </a:r>
            <a:r>
              <a:rPr lang="zh-CN" altLang="en-US" sz="2800" b="1" dirty="0">
                <a:solidFill>
                  <a:schemeClr val="tx1"/>
                </a:solidFill>
                <a:latin typeface="+mn-ea"/>
                <a:cs typeface="Times New Roman" pitchFamily="18" charset="0"/>
              </a:rPr>
              <a:t>的语法分析树</a:t>
            </a:r>
            <a:endParaRPr lang="en-US" altLang="zh-CN" sz="2800" b="1" dirty="0">
              <a:solidFill>
                <a:schemeClr val="tx1"/>
              </a:solidFill>
              <a:latin typeface="+mn-ea"/>
              <a:cs typeface="Times New Roman" pitchFamily="18" charset="0"/>
            </a:endParaRPr>
          </a:p>
        </p:txBody>
      </p:sp>
      <p:sp>
        <p:nvSpPr>
          <p:cNvPr id="12291" name="Rectangle 2">
            <a:extLst>
              <a:ext uri="{FF2B5EF4-FFF2-40B4-BE49-F238E27FC236}">
                <a16:creationId xmlns:a16="http://schemas.microsoft.com/office/drawing/2014/main" id="{D222D04E-1D25-4BC8-97D0-2786C349D91D}"/>
              </a:ext>
            </a:extLst>
          </p:cNvPr>
          <p:cNvSpPr>
            <a:spLocks noGrp="1" noChangeArrowheads="1"/>
          </p:cNvSpPr>
          <p:nvPr>
            <p:ph type="title"/>
          </p:nvPr>
        </p:nvSpPr>
        <p:spPr>
          <a:xfrm>
            <a:off x="755650" y="268288"/>
            <a:ext cx="7931150" cy="358775"/>
          </a:xfrm>
        </p:spPr>
        <p:txBody>
          <a:bodyPr/>
          <a:lstStyle/>
          <a:p>
            <a:pPr eaLnBrk="1" hangingPunct="1">
              <a:defRPr/>
            </a:pPr>
            <a:r>
              <a:rPr lang="zh-CN" altLang="en-US" sz="3000" spc="300" dirty="0">
                <a:solidFill>
                  <a:schemeClr val="tx1"/>
                </a:solidFill>
                <a:latin typeface="微软雅黑" pitchFamily="34" charset="-122"/>
                <a:ea typeface="微软雅黑" pitchFamily="34" charset="-122"/>
                <a:cs typeface="Times New Roman" pitchFamily="18" charset="0"/>
              </a:rPr>
              <a:t>引言</a:t>
            </a:r>
          </a:p>
        </p:txBody>
      </p:sp>
      <p:grpSp>
        <p:nvGrpSpPr>
          <p:cNvPr id="38916" name="组合 5">
            <a:extLst>
              <a:ext uri="{FF2B5EF4-FFF2-40B4-BE49-F238E27FC236}">
                <a16:creationId xmlns:a16="http://schemas.microsoft.com/office/drawing/2014/main" id="{6F816476-486F-4F52-AEBD-6ED4AB5B2543}"/>
              </a:ext>
            </a:extLst>
          </p:cNvPr>
          <p:cNvGrpSpPr>
            <a:grpSpLocks/>
          </p:cNvGrpSpPr>
          <p:nvPr/>
        </p:nvGrpSpPr>
        <p:grpSpPr bwMode="auto">
          <a:xfrm>
            <a:off x="0" y="195263"/>
            <a:ext cx="755650" cy="431800"/>
            <a:chOff x="-786" y="195486"/>
            <a:chExt cx="756363" cy="432048"/>
          </a:xfrm>
        </p:grpSpPr>
        <p:sp>
          <p:nvSpPr>
            <p:cNvPr id="7" name="五边形 6">
              <a:extLst>
                <a:ext uri="{FF2B5EF4-FFF2-40B4-BE49-F238E27FC236}">
                  <a16:creationId xmlns:a16="http://schemas.microsoft.com/office/drawing/2014/main" id="{0FCC4DA9-B7FA-4309-9A4A-A20B0A500A02}"/>
                </a:ext>
              </a:extLst>
            </p:cNvPr>
            <p:cNvSpPr/>
            <p:nvPr/>
          </p:nvSpPr>
          <p:spPr>
            <a:xfrm>
              <a:off x="-786" y="195486"/>
              <a:ext cx="756363" cy="432048"/>
            </a:xfrm>
            <a:prstGeom prst="homePlate">
              <a:avLst/>
            </a:prstGeom>
            <a:solidFill>
              <a:schemeClr val="bg2">
                <a:lumMod val="50000"/>
              </a:schemeClr>
            </a:solidFill>
            <a:ln w="25400" cap="flat" cmpd="sng" algn="ctr">
              <a:noFill/>
              <a:prstDash val="solid"/>
            </a:ln>
            <a:effectLst/>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a:solidFill>
                  <a:srgbClr val="FFFFFF"/>
                </a:solidFill>
                <a:latin typeface="Calibri" panose="020F0502020204030204" pitchFamily="34" charset="0"/>
                <a:ea typeface="楷体_GB2312"/>
                <a:cs typeface="楷体_GB2312"/>
              </a:endParaRPr>
            </a:p>
          </p:txBody>
        </p:sp>
        <p:sp>
          <p:nvSpPr>
            <p:cNvPr id="38918" name="五边形 8">
              <a:extLst>
                <a:ext uri="{FF2B5EF4-FFF2-40B4-BE49-F238E27FC236}">
                  <a16:creationId xmlns:a16="http://schemas.microsoft.com/office/drawing/2014/main" id="{24535351-91A0-46C9-A92A-F1591C37C359}"/>
                </a:ext>
              </a:extLst>
            </p:cNvPr>
            <p:cNvSpPr>
              <a:spLocks noChangeArrowheads="1"/>
            </p:cNvSpPr>
            <p:nvPr/>
          </p:nvSpPr>
          <p:spPr bwMode="auto">
            <a:xfrm>
              <a:off x="-786" y="197074"/>
              <a:ext cx="756363" cy="88951"/>
            </a:xfrm>
            <a:prstGeom prst="homePlate">
              <a:avLst>
                <a:gd name="adj" fmla="val 49995"/>
              </a:avLst>
            </a:prstGeom>
            <a:solidFill>
              <a:schemeClr val="bg1">
                <a:alpha val="30196"/>
              </a:schemeClr>
            </a:solidFill>
            <a:ln>
              <a:noFill/>
            </a:ln>
            <a:extLst>
              <a:ext uri="{91240B29-F687-4F45-9708-019B960494DF}">
                <a14:hiddenLine xmlns:a14="http://schemas.microsoft.com/office/drawing/2010/main" w="25400" algn="ctr">
                  <a:solidFill>
                    <a:srgbClr val="000000"/>
                  </a:solidFill>
                  <a:miter lim="800000"/>
                  <a:headEnd/>
                  <a:tailEnd/>
                </a14:hiddenLine>
              </a:ext>
            </a:extLst>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a typeface="楷体_GB2312"/>
                <a:cs typeface="楷体_GB2312"/>
              </a:endParaRPr>
            </a:p>
          </p:txBody>
        </p:sp>
      </p:grpSp>
      <p:sp>
        <p:nvSpPr>
          <p:cNvPr id="3" name="灯片编号占位符 2">
            <a:extLst>
              <a:ext uri="{FF2B5EF4-FFF2-40B4-BE49-F238E27FC236}">
                <a16:creationId xmlns:a16="http://schemas.microsoft.com/office/drawing/2014/main" id="{D7980BC9-4835-4831-A9F6-6E3551962593}"/>
              </a:ext>
            </a:extLst>
          </p:cNvPr>
          <p:cNvSpPr>
            <a:spLocks noGrp="1"/>
          </p:cNvSpPr>
          <p:nvPr>
            <p:ph type="sldNum" sz="quarter" idx="12"/>
          </p:nvPr>
        </p:nvSpPr>
        <p:spPr/>
        <p:txBody>
          <a:bodyPr/>
          <a:lstStyle/>
          <a:p>
            <a:pPr>
              <a:defRPr/>
            </a:pPr>
            <a:fld id="{EA567855-7F13-4FC5-AD61-2B82F6443E16}" type="slidenum">
              <a:rPr lang="zh-CN" altLang="en-US" smtClean="0"/>
              <a:pPr>
                <a:defRPr/>
              </a:pPr>
              <a:t>3</a:t>
            </a:fld>
            <a:endParaRPr lang="en-US" altLang="zh-CN"/>
          </a:p>
        </p:txBody>
      </p:sp>
    </p:spTree>
    <p:extLst>
      <p:ext uri="{BB962C8B-B14F-4D97-AF65-F5344CB8AC3E}">
        <p14:creationId xmlns:p14="http://schemas.microsoft.com/office/powerpoint/2010/main" val="9691281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nodeType="clickEffect">
                                  <p:stCondLst>
                                    <p:cond delay="0"/>
                                  </p:stCondLst>
                                  <p:childTnLst>
                                    <p:set>
                                      <p:cBhvr>
                                        <p:cTn id="6" dur="1" fill="hold">
                                          <p:stCondLst>
                                            <p:cond delay="0"/>
                                          </p:stCondLst>
                                        </p:cTn>
                                        <p:tgtEl>
                                          <p:spTgt spid="8195">
                                            <p:txEl>
                                              <p:pRg st="2" end="2"/>
                                            </p:txEl>
                                          </p:spTgt>
                                        </p:tgtEl>
                                        <p:attrNameLst>
                                          <p:attrName>style.visibility</p:attrName>
                                        </p:attrNameLst>
                                      </p:cBhvr>
                                      <p:to>
                                        <p:strVal val="visible"/>
                                      </p:to>
                                    </p:set>
                                    <p:anim calcmode="lin" valueType="num">
                                      <p:cBhvr>
                                        <p:cTn id="7" dur="500" fill="hold"/>
                                        <p:tgtEl>
                                          <p:spTgt spid="8195">
                                            <p:txEl>
                                              <p:pRg st="2" end="2"/>
                                            </p:txEl>
                                          </p:spTgt>
                                        </p:tgtEl>
                                        <p:attrNameLst>
                                          <p:attrName>ppt_w</p:attrName>
                                        </p:attrNameLst>
                                      </p:cBhvr>
                                      <p:tavLst>
                                        <p:tav tm="0">
                                          <p:val>
                                            <p:fltVal val="0"/>
                                          </p:val>
                                        </p:tav>
                                        <p:tav tm="100000">
                                          <p:val>
                                            <p:strVal val="#ppt_w"/>
                                          </p:val>
                                        </p:tav>
                                      </p:tavLst>
                                    </p:anim>
                                    <p:anim calcmode="lin" valueType="num">
                                      <p:cBhvr>
                                        <p:cTn id="8" dur="500" fill="hold"/>
                                        <p:tgtEl>
                                          <p:spTgt spid="8195">
                                            <p:txEl>
                                              <p:pRg st="2" end="2"/>
                                            </p:txEl>
                                          </p:spTgt>
                                        </p:tgtEl>
                                        <p:attrNameLst>
                                          <p:attrName>ppt_h</p:attrName>
                                        </p:attrNameLst>
                                      </p:cBhvr>
                                      <p:tavLst>
                                        <p:tav tm="0">
                                          <p:val>
                                            <p:fltVal val="0"/>
                                          </p:val>
                                        </p:tav>
                                        <p:tav tm="100000">
                                          <p:val>
                                            <p:strVal val="#ppt_h"/>
                                          </p:val>
                                        </p:tav>
                                      </p:tavLst>
                                    </p:anim>
                                    <p:animEffect transition="in" filter="fade">
                                      <p:cBhvr>
                                        <p:cTn id="9" dur="500"/>
                                        <p:tgtEl>
                                          <p:spTgt spid="8195">
                                            <p:txEl>
                                              <p:pRg st="2" end="2"/>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nodeType="clickEffect">
                                  <p:stCondLst>
                                    <p:cond delay="0"/>
                                  </p:stCondLst>
                                  <p:childTnLst>
                                    <p:set>
                                      <p:cBhvr>
                                        <p:cTn id="13" dur="1" fill="hold">
                                          <p:stCondLst>
                                            <p:cond delay="0"/>
                                          </p:stCondLst>
                                        </p:cTn>
                                        <p:tgtEl>
                                          <p:spTgt spid="8195">
                                            <p:txEl>
                                              <p:pRg st="3" end="3"/>
                                            </p:txEl>
                                          </p:spTgt>
                                        </p:tgtEl>
                                        <p:attrNameLst>
                                          <p:attrName>style.visibility</p:attrName>
                                        </p:attrNameLst>
                                      </p:cBhvr>
                                      <p:to>
                                        <p:strVal val="visible"/>
                                      </p:to>
                                    </p:set>
                                    <p:anim calcmode="lin" valueType="num">
                                      <p:cBhvr>
                                        <p:cTn id="14" dur="500" fill="hold"/>
                                        <p:tgtEl>
                                          <p:spTgt spid="8195">
                                            <p:txEl>
                                              <p:pRg st="3" end="3"/>
                                            </p:txEl>
                                          </p:spTgt>
                                        </p:tgtEl>
                                        <p:attrNameLst>
                                          <p:attrName>ppt_w</p:attrName>
                                        </p:attrNameLst>
                                      </p:cBhvr>
                                      <p:tavLst>
                                        <p:tav tm="0">
                                          <p:val>
                                            <p:fltVal val="0"/>
                                          </p:val>
                                        </p:tav>
                                        <p:tav tm="100000">
                                          <p:val>
                                            <p:strVal val="#ppt_w"/>
                                          </p:val>
                                        </p:tav>
                                      </p:tavLst>
                                    </p:anim>
                                    <p:anim calcmode="lin" valueType="num">
                                      <p:cBhvr>
                                        <p:cTn id="15" dur="500" fill="hold"/>
                                        <p:tgtEl>
                                          <p:spTgt spid="8195">
                                            <p:txEl>
                                              <p:pRg st="3" end="3"/>
                                            </p:txEl>
                                          </p:spTgt>
                                        </p:tgtEl>
                                        <p:attrNameLst>
                                          <p:attrName>ppt_h</p:attrName>
                                        </p:attrNameLst>
                                      </p:cBhvr>
                                      <p:tavLst>
                                        <p:tav tm="0">
                                          <p:val>
                                            <p:fltVal val="0"/>
                                          </p:val>
                                        </p:tav>
                                        <p:tav tm="100000">
                                          <p:val>
                                            <p:strVal val="#ppt_h"/>
                                          </p:val>
                                        </p:tav>
                                      </p:tavLst>
                                    </p:anim>
                                    <p:animEffect transition="in" filter="fade">
                                      <p:cBhvr>
                                        <p:cTn id="16" dur="500"/>
                                        <p:tgtEl>
                                          <p:spTgt spid="819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a:extLst>
              <a:ext uri="{FF2B5EF4-FFF2-40B4-BE49-F238E27FC236}">
                <a16:creationId xmlns:a16="http://schemas.microsoft.com/office/drawing/2014/main" id="{088F9328-4DE3-4AE1-8612-C329C207BD37}"/>
              </a:ext>
            </a:extLst>
          </p:cNvPr>
          <p:cNvSpPr>
            <a:spLocks noGrp="1" noChangeArrowheads="1"/>
          </p:cNvSpPr>
          <p:nvPr>
            <p:ph type="title"/>
          </p:nvPr>
        </p:nvSpPr>
        <p:spPr>
          <a:xfrm>
            <a:off x="755650" y="268288"/>
            <a:ext cx="7931150" cy="358775"/>
          </a:xfrm>
        </p:spPr>
        <p:txBody>
          <a:bodyPr/>
          <a:lstStyle/>
          <a:p>
            <a:pPr eaLnBrk="1" hangingPunct="1">
              <a:defRPr/>
            </a:pPr>
            <a:r>
              <a:rPr lang="zh-CN" altLang="en-US" sz="3000" spc="300" dirty="0">
                <a:solidFill>
                  <a:schemeClr val="tx1"/>
                </a:solidFill>
                <a:latin typeface="微软雅黑" pitchFamily="34" charset="-122"/>
                <a:ea typeface="微软雅黑" pitchFamily="34" charset="-122"/>
                <a:cs typeface="Times New Roman" pitchFamily="18" charset="0"/>
              </a:rPr>
              <a:t>语法分析的种类</a:t>
            </a:r>
          </a:p>
        </p:txBody>
      </p:sp>
      <p:sp>
        <p:nvSpPr>
          <p:cNvPr id="32" name="Rectangle 3">
            <a:extLst>
              <a:ext uri="{FF2B5EF4-FFF2-40B4-BE49-F238E27FC236}">
                <a16:creationId xmlns:a16="http://schemas.microsoft.com/office/drawing/2014/main" id="{B84EFAD2-F5B8-4A0B-910E-E797377853DE}"/>
              </a:ext>
            </a:extLst>
          </p:cNvPr>
          <p:cNvSpPr>
            <a:spLocks noGrp="1" noChangeArrowheads="1"/>
          </p:cNvSpPr>
          <p:nvPr>
            <p:ph idx="1"/>
          </p:nvPr>
        </p:nvSpPr>
        <p:spPr>
          <a:xfrm>
            <a:off x="484188" y="2571750"/>
            <a:ext cx="8231187" cy="2449513"/>
          </a:xfrm>
        </p:spPr>
        <p:txBody>
          <a:bodyPr/>
          <a:lstStyle/>
          <a:p>
            <a:pPr eaLnBrk="1" hangingPunct="1">
              <a:buClrTx/>
              <a:buFont typeface="Wingdings" pitchFamily="2" charset="2"/>
              <a:buChar char="Ø"/>
              <a:defRPr/>
            </a:pPr>
            <a:r>
              <a:rPr lang="zh-CN" altLang="en-US" sz="2300" b="1" dirty="0">
                <a:solidFill>
                  <a:schemeClr val="tx1"/>
                </a:solidFill>
                <a:latin typeface="+mn-ea"/>
                <a:cs typeface="Times New Roman" pitchFamily="18" charset="0"/>
              </a:rPr>
              <a:t>自顶向下的分析</a:t>
            </a:r>
            <a:r>
              <a:rPr lang="en-US" altLang="zh-CN" sz="2000" b="1" dirty="0">
                <a:solidFill>
                  <a:schemeClr val="tx1"/>
                </a:solidFill>
                <a:cs typeface="Times New Roman" pitchFamily="18" charset="0"/>
              </a:rPr>
              <a:t>(</a:t>
            </a:r>
            <a:r>
              <a:rPr lang="en-US" altLang="zh-CN" sz="2000" b="1" i="1" dirty="0">
                <a:solidFill>
                  <a:schemeClr val="tx1"/>
                </a:solidFill>
                <a:cs typeface="Times New Roman" pitchFamily="18" charset="0"/>
              </a:rPr>
              <a:t>Top-Down Parsing</a:t>
            </a:r>
            <a:r>
              <a:rPr lang="en-US" altLang="zh-CN" sz="2000" b="1" dirty="0">
                <a:solidFill>
                  <a:schemeClr val="tx1"/>
                </a:solidFill>
                <a:cs typeface="Times New Roman" pitchFamily="18" charset="0"/>
              </a:rPr>
              <a:t>)</a:t>
            </a:r>
          </a:p>
          <a:p>
            <a:pPr lvl="1" eaLnBrk="1" hangingPunct="1">
              <a:buClrTx/>
              <a:buFont typeface="Wingdings" pitchFamily="2" charset="2"/>
              <a:buChar char="Ø"/>
              <a:defRPr/>
            </a:pPr>
            <a:r>
              <a:rPr lang="zh-CN" altLang="en-US" sz="2000" b="1" dirty="0">
                <a:solidFill>
                  <a:schemeClr val="tx1"/>
                </a:solidFill>
                <a:latin typeface="+mn-ea"/>
                <a:cs typeface="Times New Roman" pitchFamily="18" charset="0"/>
              </a:rPr>
              <a:t>从分析树的</a:t>
            </a:r>
            <a:r>
              <a:rPr lang="zh-CN" altLang="en-US" sz="2000" b="1" dirty="0">
                <a:solidFill>
                  <a:srgbClr val="0000FF"/>
                </a:solidFill>
                <a:latin typeface="+mn-ea"/>
                <a:cs typeface="Times New Roman" pitchFamily="18" charset="0"/>
              </a:rPr>
              <a:t>顶部</a:t>
            </a:r>
            <a:r>
              <a:rPr lang="zh-CN" altLang="en-US" sz="2000" b="1" dirty="0">
                <a:solidFill>
                  <a:schemeClr val="tx1"/>
                </a:solidFill>
                <a:latin typeface="+mn-ea"/>
                <a:cs typeface="Times New Roman" pitchFamily="18" charset="0"/>
              </a:rPr>
              <a:t>（根节点）向</a:t>
            </a:r>
            <a:r>
              <a:rPr lang="zh-CN" altLang="en-US" sz="2000" b="1" dirty="0">
                <a:solidFill>
                  <a:srgbClr val="0000FF"/>
                </a:solidFill>
                <a:latin typeface="+mn-ea"/>
                <a:cs typeface="Times New Roman" pitchFamily="18" charset="0"/>
              </a:rPr>
              <a:t>底部</a:t>
            </a:r>
            <a:r>
              <a:rPr lang="zh-CN" altLang="en-US" sz="2000" b="1" dirty="0">
                <a:solidFill>
                  <a:schemeClr val="tx1"/>
                </a:solidFill>
                <a:latin typeface="+mn-ea"/>
                <a:cs typeface="Times New Roman" pitchFamily="18" charset="0"/>
              </a:rPr>
              <a:t>（叶节点）构造分析树</a:t>
            </a:r>
          </a:p>
          <a:p>
            <a:pPr lvl="1" eaLnBrk="1" hangingPunct="1">
              <a:buClrTx/>
              <a:buFont typeface="Wingdings" pitchFamily="2" charset="2"/>
              <a:buChar char="Ø"/>
              <a:defRPr/>
            </a:pPr>
            <a:r>
              <a:rPr lang="zh-CN" altLang="en-US" sz="2000" b="1" dirty="0">
                <a:solidFill>
                  <a:schemeClr val="tx1"/>
                </a:solidFill>
                <a:latin typeface="+mn-ea"/>
                <a:cs typeface="Times New Roman" pitchFamily="18" charset="0"/>
              </a:rPr>
              <a:t>从文法开始符号</a:t>
            </a:r>
            <a:r>
              <a:rPr lang="en-US" altLang="zh-CN" sz="2000" b="1" i="1" dirty="0">
                <a:solidFill>
                  <a:schemeClr val="tx1"/>
                </a:solidFill>
                <a:cs typeface="Times New Roman" pitchFamily="18" charset="0"/>
              </a:rPr>
              <a:t>S</a:t>
            </a:r>
            <a:r>
              <a:rPr lang="zh-CN" altLang="en-US" sz="2000" b="1" dirty="0">
                <a:solidFill>
                  <a:srgbClr val="0000FF"/>
                </a:solidFill>
                <a:latin typeface="+mn-ea"/>
                <a:cs typeface="Times New Roman" pitchFamily="18" charset="0"/>
              </a:rPr>
              <a:t>推导</a:t>
            </a:r>
            <a:r>
              <a:rPr lang="zh-CN" altLang="en-US" sz="2000" b="1" dirty="0">
                <a:solidFill>
                  <a:schemeClr val="tx1"/>
                </a:solidFill>
                <a:latin typeface="+mn-ea"/>
                <a:cs typeface="Times New Roman" pitchFamily="18" charset="0"/>
              </a:rPr>
              <a:t>出串</a:t>
            </a:r>
            <a:r>
              <a:rPr lang="en-US" altLang="zh-CN" sz="2000" b="1" i="1" dirty="0">
                <a:solidFill>
                  <a:schemeClr val="tx1"/>
                </a:solidFill>
                <a:cs typeface="Times New Roman" pitchFamily="18" charset="0"/>
              </a:rPr>
              <a:t>w</a:t>
            </a:r>
            <a:endParaRPr lang="en-US" altLang="zh-CN" sz="2000" b="1" dirty="0">
              <a:solidFill>
                <a:schemeClr val="tx1"/>
              </a:solidFill>
              <a:cs typeface="Times New Roman" pitchFamily="18" charset="0"/>
            </a:endParaRPr>
          </a:p>
          <a:p>
            <a:pPr eaLnBrk="1" hangingPunct="1">
              <a:buClrTx/>
              <a:buFont typeface="Wingdings" pitchFamily="2" charset="2"/>
              <a:buChar char="Ø"/>
              <a:defRPr/>
            </a:pPr>
            <a:r>
              <a:rPr lang="zh-CN" altLang="en-US" sz="2300" b="1" dirty="0">
                <a:solidFill>
                  <a:schemeClr val="tx1"/>
                </a:solidFill>
                <a:latin typeface="+mn-ea"/>
                <a:cs typeface="Times New Roman" pitchFamily="18" charset="0"/>
              </a:rPr>
              <a:t>自底向上的分析</a:t>
            </a:r>
            <a:r>
              <a:rPr lang="en-US" altLang="zh-CN" sz="2000" b="1" dirty="0">
                <a:solidFill>
                  <a:schemeClr val="tx1"/>
                </a:solidFill>
                <a:cs typeface="Times New Roman" pitchFamily="18" charset="0"/>
              </a:rPr>
              <a:t>(</a:t>
            </a:r>
            <a:r>
              <a:rPr lang="en-US" altLang="zh-CN" sz="2000" b="1" i="1" dirty="0">
                <a:solidFill>
                  <a:schemeClr val="tx1"/>
                </a:solidFill>
                <a:cs typeface="Times New Roman" pitchFamily="18" charset="0"/>
              </a:rPr>
              <a:t>Bottom-up Parsing</a:t>
            </a:r>
            <a:r>
              <a:rPr lang="en-US" altLang="zh-CN" sz="2000" b="1" dirty="0">
                <a:solidFill>
                  <a:schemeClr val="tx1"/>
                </a:solidFill>
                <a:cs typeface="Times New Roman" pitchFamily="18" charset="0"/>
              </a:rPr>
              <a:t>)</a:t>
            </a:r>
          </a:p>
          <a:p>
            <a:pPr lvl="1" eaLnBrk="1" hangingPunct="1">
              <a:buClrTx/>
              <a:buFont typeface="Wingdings" pitchFamily="2" charset="2"/>
              <a:buChar char="Ø"/>
              <a:defRPr/>
            </a:pPr>
            <a:r>
              <a:rPr lang="zh-CN" altLang="en-US" sz="2000" b="1" dirty="0">
                <a:solidFill>
                  <a:schemeClr val="tx1"/>
                </a:solidFill>
                <a:latin typeface="+mn-ea"/>
                <a:cs typeface="Times New Roman" pitchFamily="18" charset="0"/>
              </a:rPr>
              <a:t>从分析树的</a:t>
            </a:r>
            <a:r>
              <a:rPr lang="zh-CN" altLang="en-US" sz="2000" b="1" dirty="0">
                <a:solidFill>
                  <a:srgbClr val="0000FF"/>
                </a:solidFill>
                <a:latin typeface="+mn-ea"/>
                <a:cs typeface="Times New Roman" pitchFamily="18" charset="0"/>
              </a:rPr>
              <a:t>底部</a:t>
            </a:r>
            <a:r>
              <a:rPr lang="zh-CN" altLang="en-US" sz="2000" b="1" dirty="0">
                <a:solidFill>
                  <a:schemeClr val="tx1"/>
                </a:solidFill>
                <a:latin typeface="+mn-ea"/>
                <a:cs typeface="Times New Roman" pitchFamily="18" charset="0"/>
              </a:rPr>
              <a:t>（叶节点）向</a:t>
            </a:r>
            <a:r>
              <a:rPr lang="zh-CN" altLang="en-US" sz="2000" b="1" dirty="0">
                <a:solidFill>
                  <a:srgbClr val="0000FF"/>
                </a:solidFill>
                <a:latin typeface="+mn-ea"/>
                <a:cs typeface="Times New Roman" pitchFamily="18" charset="0"/>
              </a:rPr>
              <a:t>顶部</a:t>
            </a:r>
            <a:r>
              <a:rPr lang="zh-CN" altLang="en-US" sz="2000" b="1" dirty="0">
                <a:solidFill>
                  <a:schemeClr val="tx1"/>
                </a:solidFill>
                <a:latin typeface="+mn-ea"/>
                <a:cs typeface="Times New Roman" pitchFamily="18" charset="0"/>
              </a:rPr>
              <a:t>（根节点）构造分析树</a:t>
            </a:r>
          </a:p>
          <a:p>
            <a:pPr lvl="1" eaLnBrk="1" hangingPunct="1">
              <a:buClrTx/>
              <a:buFont typeface="Wingdings" pitchFamily="2" charset="2"/>
              <a:buChar char="Ø"/>
              <a:defRPr/>
            </a:pPr>
            <a:r>
              <a:rPr lang="zh-CN" altLang="en-US" sz="2000" b="1" dirty="0">
                <a:solidFill>
                  <a:schemeClr val="tx1"/>
                </a:solidFill>
                <a:latin typeface="+mn-ea"/>
                <a:cs typeface="Times New Roman" pitchFamily="18" charset="0"/>
              </a:rPr>
              <a:t>将一个串</a:t>
            </a:r>
            <a:r>
              <a:rPr lang="en-US" altLang="zh-CN" sz="2000" b="1" i="1" dirty="0">
                <a:solidFill>
                  <a:schemeClr val="tx1"/>
                </a:solidFill>
                <a:cs typeface="Times New Roman" pitchFamily="18" charset="0"/>
              </a:rPr>
              <a:t>w</a:t>
            </a:r>
            <a:r>
              <a:rPr lang="zh-CN" altLang="en-US" sz="2000" b="1" dirty="0">
                <a:solidFill>
                  <a:srgbClr val="0000FF"/>
                </a:solidFill>
                <a:latin typeface="+mn-ea"/>
                <a:cs typeface="Times New Roman" pitchFamily="18" charset="0"/>
              </a:rPr>
              <a:t>归约</a:t>
            </a:r>
            <a:r>
              <a:rPr lang="zh-CN" altLang="en-US" sz="2000" b="1" dirty="0">
                <a:solidFill>
                  <a:schemeClr val="tx1"/>
                </a:solidFill>
                <a:latin typeface="+mn-ea"/>
                <a:cs typeface="Times New Roman" pitchFamily="18" charset="0"/>
              </a:rPr>
              <a:t>为文法开始符号</a:t>
            </a:r>
            <a:r>
              <a:rPr lang="en-US" altLang="zh-CN" sz="2000" b="1" i="1" dirty="0">
                <a:solidFill>
                  <a:schemeClr val="tx1"/>
                </a:solidFill>
                <a:cs typeface="Times New Roman" pitchFamily="18" charset="0"/>
              </a:rPr>
              <a:t>S</a:t>
            </a:r>
            <a:endParaRPr lang="zh-CN" altLang="en-US" sz="2000" b="1" dirty="0">
              <a:solidFill>
                <a:schemeClr val="tx1"/>
              </a:solidFill>
              <a:cs typeface="Times New Roman" pitchFamily="18" charset="0"/>
            </a:endParaRPr>
          </a:p>
        </p:txBody>
      </p:sp>
      <p:grpSp>
        <p:nvGrpSpPr>
          <p:cNvPr id="2" name="组合 7">
            <a:extLst>
              <a:ext uri="{FF2B5EF4-FFF2-40B4-BE49-F238E27FC236}">
                <a16:creationId xmlns:a16="http://schemas.microsoft.com/office/drawing/2014/main" id="{998D5E25-DEEB-465B-AB41-FE904227771E}"/>
              </a:ext>
            </a:extLst>
          </p:cNvPr>
          <p:cNvGrpSpPr>
            <a:grpSpLocks/>
          </p:cNvGrpSpPr>
          <p:nvPr/>
        </p:nvGrpSpPr>
        <p:grpSpPr bwMode="auto">
          <a:xfrm>
            <a:off x="1357313" y="642938"/>
            <a:ext cx="4211637" cy="1928812"/>
            <a:chOff x="3730413" y="2891536"/>
            <a:chExt cx="4212907" cy="2572393"/>
          </a:xfrm>
        </p:grpSpPr>
        <p:sp>
          <p:nvSpPr>
            <p:cNvPr id="40966" name="Rectangle 45">
              <a:extLst>
                <a:ext uri="{FF2B5EF4-FFF2-40B4-BE49-F238E27FC236}">
                  <a16:creationId xmlns:a16="http://schemas.microsoft.com/office/drawing/2014/main" id="{7D3A5432-0166-4269-81F5-A7F25C39BB9B}"/>
                </a:ext>
              </a:extLst>
            </p:cNvPr>
            <p:cNvSpPr>
              <a:spLocks noChangeArrowheads="1"/>
            </p:cNvSpPr>
            <p:nvPr/>
          </p:nvSpPr>
          <p:spPr bwMode="auto">
            <a:xfrm>
              <a:off x="6299992" y="4454194"/>
              <a:ext cx="431274" cy="438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ct val="110000"/>
                </a:lnSpc>
                <a:spcBef>
                  <a:spcPct val="20000"/>
                </a:spcBef>
                <a:buClr>
                  <a:srgbClr val="5EAEFF"/>
                </a:buClr>
                <a:buSzPct val="75000"/>
                <a:buFont typeface="Monotype Sorts"/>
                <a:buNone/>
              </a:pPr>
              <a:r>
                <a:rPr kumimoji="1" lang="en-US" altLang="zh-CN" sz="1500" b="1" i="1">
                  <a:latin typeface="Times New Roman" panose="02020603050405020304" pitchFamily="18" charset="0"/>
                </a:rPr>
                <a:t>eat</a:t>
              </a:r>
              <a:endParaRPr kumimoji="1" lang="zh-CN" altLang="en-US" sz="1500" b="1" i="1">
                <a:latin typeface="Times New Roman" panose="02020603050405020304" pitchFamily="18" charset="0"/>
              </a:endParaRPr>
            </a:p>
          </p:txBody>
        </p:sp>
        <p:sp>
          <p:nvSpPr>
            <p:cNvPr id="36" name="Rectangle 46">
              <a:extLst>
                <a:ext uri="{FF2B5EF4-FFF2-40B4-BE49-F238E27FC236}">
                  <a16:creationId xmlns:a16="http://schemas.microsoft.com/office/drawing/2014/main" id="{9E9AEEA4-9A81-4F46-85FD-D5865802D547}"/>
                </a:ext>
              </a:extLst>
            </p:cNvPr>
            <p:cNvSpPr>
              <a:spLocks noChangeArrowheads="1"/>
            </p:cNvSpPr>
            <p:nvPr/>
          </p:nvSpPr>
          <p:spPr bwMode="auto">
            <a:xfrm>
              <a:off x="6160020" y="3558452"/>
              <a:ext cx="1646733" cy="402267"/>
            </a:xfrm>
            <a:prstGeom prst="rect">
              <a:avLst/>
            </a:prstGeom>
            <a:noFill/>
            <a:ln w="9525">
              <a:noFill/>
              <a:miter lim="800000"/>
              <a:headEnd/>
              <a:tailEnd/>
            </a:ln>
          </p:spPr>
          <p:txBody>
            <a:bodyPr lIns="92075" tIns="46038" rIns="92075" bIns="46038">
              <a:spAutoFit/>
            </a:bodyPr>
            <a:lstStyle/>
            <a:p>
              <a:pPr>
                <a:lnSpc>
                  <a:spcPct val="90000"/>
                </a:lnSpc>
                <a:spcBef>
                  <a:spcPct val="20000"/>
                </a:spcBef>
                <a:buClr>
                  <a:srgbClr val="073E87"/>
                </a:buClr>
                <a:buSzPct val="75000"/>
                <a:defRPr/>
              </a:pPr>
              <a:r>
                <a:rPr kumimoji="1" lang="en-US" altLang="zh-CN" sz="1500" b="1" dirty="0">
                  <a:latin typeface="+mn-ea"/>
                  <a:ea typeface="+mn-ea"/>
                </a:rPr>
                <a:t>&lt;</a:t>
              </a:r>
              <a:r>
                <a:rPr kumimoji="1" lang="zh-CN" altLang="en-US" sz="1500" b="1" dirty="0">
                  <a:latin typeface="+mn-ea"/>
                  <a:ea typeface="+mn-ea"/>
                </a:rPr>
                <a:t>动</a:t>
              </a:r>
              <a:r>
                <a:rPr kumimoji="1" lang="zh-CN" altLang="en-US" sz="1500" b="1" dirty="0">
                  <a:latin typeface="+mn-ea"/>
                  <a:ea typeface="+mn-ea"/>
                  <a:cs typeface="楷体_GB2312"/>
                </a:rPr>
                <a:t>词短语</a:t>
              </a:r>
              <a:r>
                <a:rPr kumimoji="1" lang="en-US" altLang="zh-CN" sz="1500" b="1" dirty="0">
                  <a:latin typeface="+mn-ea"/>
                  <a:ea typeface="+mn-ea"/>
                </a:rPr>
                <a:t>&gt;</a:t>
              </a:r>
            </a:p>
          </p:txBody>
        </p:sp>
        <p:sp>
          <p:nvSpPr>
            <p:cNvPr id="40968" name="Line 47">
              <a:extLst>
                <a:ext uri="{FF2B5EF4-FFF2-40B4-BE49-F238E27FC236}">
                  <a16:creationId xmlns:a16="http://schemas.microsoft.com/office/drawing/2014/main" id="{E1FB7B55-CD6A-40A3-97CB-D884C0F17370}"/>
                </a:ext>
              </a:extLst>
            </p:cNvPr>
            <p:cNvSpPr>
              <a:spLocks noChangeShapeType="1"/>
            </p:cNvSpPr>
            <p:nvPr/>
          </p:nvSpPr>
          <p:spPr bwMode="auto">
            <a:xfrm flipH="1">
              <a:off x="4302003" y="3886076"/>
              <a:ext cx="450088" cy="16827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40969" name="Line 48">
              <a:extLst>
                <a:ext uri="{FF2B5EF4-FFF2-40B4-BE49-F238E27FC236}">
                  <a16:creationId xmlns:a16="http://schemas.microsoft.com/office/drawing/2014/main" id="{C165F270-97CF-4E3D-BA86-66580E9052F3}"/>
                </a:ext>
              </a:extLst>
            </p:cNvPr>
            <p:cNvSpPr>
              <a:spLocks noChangeShapeType="1"/>
            </p:cNvSpPr>
            <p:nvPr/>
          </p:nvSpPr>
          <p:spPr bwMode="auto">
            <a:xfrm>
              <a:off x="6488040" y="4356588"/>
              <a:ext cx="0" cy="24987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40970" name="Line 49">
              <a:extLst>
                <a:ext uri="{FF2B5EF4-FFF2-40B4-BE49-F238E27FC236}">
                  <a16:creationId xmlns:a16="http://schemas.microsoft.com/office/drawing/2014/main" id="{A3A0C063-9D37-4896-92DF-5FE5C6F7F4C7}"/>
                </a:ext>
              </a:extLst>
            </p:cNvPr>
            <p:cNvSpPr>
              <a:spLocks noChangeShapeType="1"/>
            </p:cNvSpPr>
            <p:nvPr/>
          </p:nvSpPr>
          <p:spPr bwMode="auto">
            <a:xfrm>
              <a:off x="4730696" y="3886076"/>
              <a:ext cx="437307" cy="16827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40971" name="Rectangle 51">
              <a:extLst>
                <a:ext uri="{FF2B5EF4-FFF2-40B4-BE49-F238E27FC236}">
                  <a16:creationId xmlns:a16="http://schemas.microsoft.com/office/drawing/2014/main" id="{CEDEFEDC-1117-40B6-8C9B-DAF7AE06763B}"/>
                </a:ext>
              </a:extLst>
            </p:cNvPr>
            <p:cNvSpPr>
              <a:spLocks noChangeArrowheads="1"/>
            </p:cNvSpPr>
            <p:nvPr/>
          </p:nvSpPr>
          <p:spPr bwMode="auto">
            <a:xfrm>
              <a:off x="5513775" y="2891536"/>
              <a:ext cx="788797" cy="435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ct val="110000"/>
                </a:lnSpc>
                <a:spcBef>
                  <a:spcPct val="20000"/>
                </a:spcBef>
                <a:buClr>
                  <a:srgbClr val="5EAEFF"/>
                </a:buClr>
                <a:buSzPct val="75000"/>
                <a:buFont typeface="Monotype Sorts"/>
                <a:buNone/>
              </a:pPr>
              <a:r>
                <a:rPr kumimoji="1" lang="en-US" altLang="zh-CN" sz="1500" b="1">
                  <a:latin typeface="Times New Roman" panose="02020603050405020304" pitchFamily="18" charset="0"/>
                  <a:ea typeface="楷体_GB2312"/>
                  <a:cs typeface="楷体_GB2312"/>
                </a:rPr>
                <a:t>&lt;</a:t>
              </a:r>
              <a:r>
                <a:rPr kumimoji="1" lang="zh-CN" altLang="en-US" sz="1500" b="1">
                  <a:latin typeface="楷体" panose="02010609060101010101" pitchFamily="49" charset="-122"/>
                  <a:ea typeface="楷体" panose="02010609060101010101" pitchFamily="49" charset="-122"/>
                  <a:cs typeface="楷体_GB2312"/>
                </a:rPr>
                <a:t>句子</a:t>
              </a:r>
              <a:r>
                <a:rPr kumimoji="1" lang="en-US" altLang="zh-CN" sz="1500" b="1">
                  <a:latin typeface="Times New Roman" panose="02020603050405020304" pitchFamily="18" charset="0"/>
                  <a:ea typeface="楷体_GB2312"/>
                  <a:cs typeface="楷体_GB2312"/>
                </a:rPr>
                <a:t>&gt;</a:t>
              </a:r>
            </a:p>
          </p:txBody>
        </p:sp>
        <p:sp>
          <p:nvSpPr>
            <p:cNvPr id="40972" name="Rectangle 53">
              <a:extLst>
                <a:ext uri="{FF2B5EF4-FFF2-40B4-BE49-F238E27FC236}">
                  <a16:creationId xmlns:a16="http://schemas.microsoft.com/office/drawing/2014/main" id="{4F6F14E0-90E7-4A35-9DA9-9D18605FFCB5}"/>
                </a:ext>
              </a:extLst>
            </p:cNvPr>
            <p:cNvSpPr>
              <a:spLocks noChangeArrowheads="1"/>
            </p:cNvSpPr>
            <p:nvPr/>
          </p:nvSpPr>
          <p:spPr bwMode="auto">
            <a:xfrm>
              <a:off x="4016208" y="4464969"/>
              <a:ext cx="588393" cy="4590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ct val="110000"/>
                </a:lnSpc>
                <a:spcBef>
                  <a:spcPct val="20000"/>
                </a:spcBef>
                <a:buClr>
                  <a:srgbClr val="5EAEFF"/>
                </a:buClr>
                <a:buSzPct val="75000"/>
                <a:buFont typeface="Monotype Sorts"/>
                <a:buNone/>
              </a:pPr>
              <a:r>
                <a:rPr kumimoji="1" lang="en-US" altLang="zh-CN" sz="1600" b="1" i="1">
                  <a:latin typeface="Times New Roman" panose="02020603050405020304" pitchFamily="18" charset="0"/>
                </a:rPr>
                <a:t>little</a:t>
              </a:r>
            </a:p>
          </p:txBody>
        </p:sp>
        <p:sp>
          <p:nvSpPr>
            <p:cNvPr id="42" name="Rectangle 54">
              <a:extLst>
                <a:ext uri="{FF2B5EF4-FFF2-40B4-BE49-F238E27FC236}">
                  <a16:creationId xmlns:a16="http://schemas.microsoft.com/office/drawing/2014/main" id="{181899D1-12E1-4A14-9CA8-4A4B77DADEB4}"/>
                </a:ext>
              </a:extLst>
            </p:cNvPr>
            <p:cNvSpPr>
              <a:spLocks noChangeArrowheads="1"/>
            </p:cNvSpPr>
            <p:nvPr/>
          </p:nvSpPr>
          <p:spPr bwMode="auto">
            <a:xfrm>
              <a:off x="4159167" y="3490702"/>
              <a:ext cx="1211627" cy="448846"/>
            </a:xfrm>
            <a:prstGeom prst="rect">
              <a:avLst/>
            </a:prstGeom>
            <a:noFill/>
            <a:ln w="9525">
              <a:noFill/>
              <a:miter lim="800000"/>
              <a:headEnd/>
              <a:tailEnd/>
            </a:ln>
          </p:spPr>
          <p:txBody>
            <a:bodyPr wrap="none" lIns="92075" tIns="46038" rIns="92075" bIns="46038">
              <a:spAutoFit/>
            </a:bodyPr>
            <a:lstStyle/>
            <a:p>
              <a:pPr>
                <a:lnSpc>
                  <a:spcPct val="110000"/>
                </a:lnSpc>
                <a:spcBef>
                  <a:spcPct val="20000"/>
                </a:spcBef>
                <a:buClr>
                  <a:srgbClr val="5EAEFF"/>
                </a:buClr>
                <a:buSzPct val="75000"/>
                <a:buFont typeface="Monotype Sorts"/>
                <a:buNone/>
                <a:defRPr/>
              </a:pPr>
              <a:r>
                <a:rPr kumimoji="1" lang="en-US" altLang="zh-CN" sz="1500" b="1" dirty="0">
                  <a:latin typeface="+mn-ea"/>
                  <a:ea typeface="+mn-ea"/>
                </a:rPr>
                <a:t>&lt;</a:t>
              </a:r>
              <a:r>
                <a:rPr kumimoji="1" lang="zh-CN" altLang="en-US" sz="1500" b="1" dirty="0">
                  <a:latin typeface="+mn-ea"/>
                  <a:ea typeface="+mn-ea"/>
                  <a:cs typeface="楷体_GB2312"/>
                </a:rPr>
                <a:t>名词短语</a:t>
              </a:r>
              <a:r>
                <a:rPr kumimoji="1" lang="en-US" altLang="zh-CN" sz="1500" b="1" dirty="0">
                  <a:latin typeface="+mn-ea"/>
                  <a:ea typeface="+mn-ea"/>
                </a:rPr>
                <a:t>&gt;</a:t>
              </a:r>
            </a:p>
          </p:txBody>
        </p:sp>
        <p:sp>
          <p:nvSpPr>
            <p:cNvPr id="40974" name="Line 55">
              <a:extLst>
                <a:ext uri="{FF2B5EF4-FFF2-40B4-BE49-F238E27FC236}">
                  <a16:creationId xmlns:a16="http://schemas.microsoft.com/office/drawing/2014/main" id="{14E7BCBB-E394-4BC7-B46F-091CA4C3798E}"/>
                </a:ext>
              </a:extLst>
            </p:cNvPr>
            <p:cNvSpPr>
              <a:spLocks noChangeShapeType="1"/>
            </p:cNvSpPr>
            <p:nvPr/>
          </p:nvSpPr>
          <p:spPr bwMode="auto">
            <a:xfrm flipH="1">
              <a:off x="4851402" y="3308424"/>
              <a:ext cx="1073690" cy="2500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lstStyle/>
            <a:p>
              <a:endParaRPr lang="zh-CN" altLang="en-US"/>
            </a:p>
          </p:txBody>
        </p:sp>
        <p:sp>
          <p:nvSpPr>
            <p:cNvPr id="40975" name="Line 56">
              <a:extLst>
                <a:ext uri="{FF2B5EF4-FFF2-40B4-BE49-F238E27FC236}">
                  <a16:creationId xmlns:a16="http://schemas.microsoft.com/office/drawing/2014/main" id="{09A192C5-160D-40A8-9A0C-5EE8B41B314B}"/>
                </a:ext>
              </a:extLst>
            </p:cNvPr>
            <p:cNvSpPr>
              <a:spLocks noChangeShapeType="1"/>
            </p:cNvSpPr>
            <p:nvPr/>
          </p:nvSpPr>
          <p:spPr bwMode="auto">
            <a:xfrm>
              <a:off x="5863527" y="3309214"/>
              <a:ext cx="890333" cy="24923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lstStyle/>
            <a:p>
              <a:endParaRPr lang="zh-CN" altLang="en-US"/>
            </a:p>
          </p:txBody>
        </p:sp>
        <p:sp>
          <p:nvSpPr>
            <p:cNvPr id="45" name="Rectangle 57">
              <a:extLst>
                <a:ext uri="{FF2B5EF4-FFF2-40B4-BE49-F238E27FC236}">
                  <a16:creationId xmlns:a16="http://schemas.microsoft.com/office/drawing/2014/main" id="{611C8DB3-6B38-420E-98DB-0714653A4130}"/>
                </a:ext>
              </a:extLst>
            </p:cNvPr>
            <p:cNvSpPr>
              <a:spLocks noChangeArrowheads="1"/>
            </p:cNvSpPr>
            <p:nvPr/>
          </p:nvSpPr>
          <p:spPr bwMode="auto">
            <a:xfrm>
              <a:off x="3730413" y="3939548"/>
              <a:ext cx="1019482" cy="448846"/>
            </a:xfrm>
            <a:prstGeom prst="rect">
              <a:avLst/>
            </a:prstGeom>
            <a:noFill/>
            <a:ln w="9525">
              <a:noFill/>
              <a:miter lim="800000"/>
              <a:headEnd/>
              <a:tailEnd/>
            </a:ln>
          </p:spPr>
          <p:txBody>
            <a:bodyPr wrap="none" lIns="92075" tIns="46038" rIns="92075" bIns="46038">
              <a:spAutoFit/>
            </a:bodyPr>
            <a:lstStyle/>
            <a:p>
              <a:pPr>
                <a:lnSpc>
                  <a:spcPct val="110000"/>
                </a:lnSpc>
                <a:spcBef>
                  <a:spcPct val="20000"/>
                </a:spcBef>
                <a:buClr>
                  <a:srgbClr val="5EAEFF"/>
                </a:buClr>
                <a:buSzPct val="75000"/>
                <a:buFont typeface="Monotype Sorts"/>
                <a:buNone/>
                <a:defRPr/>
              </a:pPr>
              <a:r>
                <a:rPr kumimoji="1" lang="en-US" altLang="zh-CN" sz="1500" b="1" dirty="0">
                  <a:latin typeface="+mn-ea"/>
                  <a:ea typeface="+mn-ea"/>
                </a:rPr>
                <a:t>&lt;</a:t>
              </a:r>
              <a:r>
                <a:rPr kumimoji="1" lang="zh-CN" altLang="en-US" sz="1500" b="1" dirty="0">
                  <a:latin typeface="+mn-ea"/>
                  <a:ea typeface="+mn-ea"/>
                  <a:cs typeface="楷体_GB2312"/>
                </a:rPr>
                <a:t>形容词</a:t>
              </a:r>
              <a:r>
                <a:rPr kumimoji="1" lang="en-US" altLang="zh-CN" sz="1500" b="1" dirty="0">
                  <a:latin typeface="+mn-ea"/>
                  <a:ea typeface="+mn-ea"/>
                </a:rPr>
                <a:t>&gt;</a:t>
              </a:r>
            </a:p>
          </p:txBody>
        </p:sp>
        <p:sp>
          <p:nvSpPr>
            <p:cNvPr id="46" name="Rectangle 58">
              <a:extLst>
                <a:ext uri="{FF2B5EF4-FFF2-40B4-BE49-F238E27FC236}">
                  <a16:creationId xmlns:a16="http://schemas.microsoft.com/office/drawing/2014/main" id="{4178E441-BE9C-475D-80D9-7CBAD7C9F925}"/>
                </a:ext>
              </a:extLst>
            </p:cNvPr>
            <p:cNvSpPr>
              <a:spLocks noChangeArrowheads="1"/>
            </p:cNvSpPr>
            <p:nvPr/>
          </p:nvSpPr>
          <p:spPr bwMode="auto">
            <a:xfrm>
              <a:off x="4587921" y="3939548"/>
              <a:ext cx="1211627" cy="448846"/>
            </a:xfrm>
            <a:prstGeom prst="rect">
              <a:avLst/>
            </a:prstGeom>
            <a:noFill/>
            <a:ln w="9525">
              <a:noFill/>
              <a:miter lim="800000"/>
              <a:headEnd/>
              <a:tailEnd/>
            </a:ln>
          </p:spPr>
          <p:txBody>
            <a:bodyPr wrap="none" lIns="92075" tIns="46038" rIns="92075" bIns="46038">
              <a:spAutoFit/>
            </a:bodyPr>
            <a:lstStyle/>
            <a:p>
              <a:pPr>
                <a:lnSpc>
                  <a:spcPct val="110000"/>
                </a:lnSpc>
                <a:spcBef>
                  <a:spcPct val="20000"/>
                </a:spcBef>
                <a:buClr>
                  <a:srgbClr val="3333CC"/>
                </a:buClr>
                <a:buSzPct val="75000"/>
                <a:defRPr/>
              </a:pPr>
              <a:r>
                <a:rPr kumimoji="1" lang="en-US" altLang="zh-CN" sz="1500" b="1" dirty="0">
                  <a:latin typeface="+mn-ea"/>
                  <a:ea typeface="+mn-ea"/>
                  <a:cs typeface="楷体_GB2312"/>
                </a:rPr>
                <a:t>&lt;</a:t>
              </a:r>
              <a:r>
                <a:rPr kumimoji="1" lang="zh-CN" altLang="en-US" sz="1500" b="1" dirty="0">
                  <a:latin typeface="+mn-ea"/>
                  <a:ea typeface="+mn-ea"/>
                  <a:cs typeface="楷体_GB2312"/>
                </a:rPr>
                <a:t>名词短语</a:t>
              </a:r>
              <a:r>
                <a:rPr kumimoji="1" lang="en-US" altLang="zh-CN" sz="1500" b="1" dirty="0">
                  <a:latin typeface="+mn-ea"/>
                  <a:ea typeface="+mn-ea"/>
                  <a:cs typeface="楷体_GB2312"/>
                </a:rPr>
                <a:t>&gt;</a:t>
              </a:r>
            </a:p>
          </p:txBody>
        </p:sp>
        <p:sp>
          <p:nvSpPr>
            <p:cNvPr id="40978" name="Line 60">
              <a:extLst>
                <a:ext uri="{FF2B5EF4-FFF2-40B4-BE49-F238E27FC236}">
                  <a16:creationId xmlns:a16="http://schemas.microsoft.com/office/drawing/2014/main" id="{E6B12D4A-6895-45F7-B473-EEEA00D709FD}"/>
                </a:ext>
              </a:extLst>
            </p:cNvPr>
            <p:cNvSpPr>
              <a:spLocks noChangeShapeType="1"/>
            </p:cNvSpPr>
            <p:nvPr/>
          </p:nvSpPr>
          <p:spPr bwMode="auto">
            <a:xfrm flipH="1">
              <a:off x="5230839" y="4892286"/>
              <a:ext cx="0" cy="288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40979" name="Rectangle 61">
              <a:extLst>
                <a:ext uri="{FF2B5EF4-FFF2-40B4-BE49-F238E27FC236}">
                  <a16:creationId xmlns:a16="http://schemas.microsoft.com/office/drawing/2014/main" id="{255F27A4-877A-440C-BDC4-6DF19AAFB489}"/>
                </a:ext>
              </a:extLst>
            </p:cNvPr>
            <p:cNvSpPr>
              <a:spLocks noChangeArrowheads="1"/>
            </p:cNvSpPr>
            <p:nvPr/>
          </p:nvSpPr>
          <p:spPr bwMode="auto">
            <a:xfrm>
              <a:off x="4981847" y="5025837"/>
              <a:ext cx="463338" cy="438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ct val="110000"/>
                </a:lnSpc>
                <a:spcBef>
                  <a:spcPct val="20000"/>
                </a:spcBef>
                <a:buClr>
                  <a:srgbClr val="5EAEFF"/>
                </a:buClr>
                <a:buSzPct val="75000"/>
                <a:buFont typeface="Monotype Sorts"/>
                <a:buNone/>
              </a:pPr>
              <a:r>
                <a:rPr kumimoji="1" lang="en-US" altLang="zh-CN" sz="1500" b="1" i="1">
                  <a:latin typeface="Times New Roman" panose="02020603050405020304" pitchFamily="18" charset="0"/>
                </a:rPr>
                <a:t>boy</a:t>
              </a:r>
            </a:p>
          </p:txBody>
        </p:sp>
        <p:sp>
          <p:nvSpPr>
            <p:cNvPr id="40980" name="Line 64">
              <a:extLst>
                <a:ext uri="{FF2B5EF4-FFF2-40B4-BE49-F238E27FC236}">
                  <a16:creationId xmlns:a16="http://schemas.microsoft.com/office/drawing/2014/main" id="{67A63A99-37F4-4027-870C-1155338039DA}"/>
                </a:ext>
              </a:extLst>
            </p:cNvPr>
            <p:cNvSpPr>
              <a:spLocks noChangeShapeType="1"/>
            </p:cNvSpPr>
            <p:nvPr/>
          </p:nvSpPr>
          <p:spPr bwMode="auto">
            <a:xfrm>
              <a:off x="5230839" y="4383346"/>
              <a:ext cx="0" cy="22311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40981" name="Line 66">
              <a:extLst>
                <a:ext uri="{FF2B5EF4-FFF2-40B4-BE49-F238E27FC236}">
                  <a16:creationId xmlns:a16="http://schemas.microsoft.com/office/drawing/2014/main" id="{F43C3845-DC33-4954-A07E-253111C4F06C}"/>
                </a:ext>
              </a:extLst>
            </p:cNvPr>
            <p:cNvSpPr>
              <a:spLocks noChangeShapeType="1"/>
            </p:cNvSpPr>
            <p:nvPr/>
          </p:nvSpPr>
          <p:spPr bwMode="auto">
            <a:xfrm flipH="1">
              <a:off x="4302004" y="4403516"/>
              <a:ext cx="0" cy="20294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51" name="Rectangle 68">
              <a:extLst>
                <a:ext uri="{FF2B5EF4-FFF2-40B4-BE49-F238E27FC236}">
                  <a16:creationId xmlns:a16="http://schemas.microsoft.com/office/drawing/2014/main" id="{2293852B-8B3C-4F34-85ED-CD0EC34C57AE}"/>
                </a:ext>
              </a:extLst>
            </p:cNvPr>
            <p:cNvSpPr>
              <a:spLocks noChangeArrowheads="1"/>
            </p:cNvSpPr>
            <p:nvPr/>
          </p:nvSpPr>
          <p:spPr bwMode="auto">
            <a:xfrm>
              <a:off x="4802298" y="4511191"/>
              <a:ext cx="827337" cy="448846"/>
            </a:xfrm>
            <a:prstGeom prst="rect">
              <a:avLst/>
            </a:prstGeom>
            <a:noFill/>
            <a:ln w="9525">
              <a:noFill/>
              <a:miter lim="800000"/>
              <a:headEnd/>
              <a:tailEnd/>
            </a:ln>
          </p:spPr>
          <p:txBody>
            <a:bodyPr wrap="none" lIns="92075" tIns="46038" rIns="92075" bIns="46038">
              <a:spAutoFit/>
            </a:bodyPr>
            <a:lstStyle/>
            <a:p>
              <a:pPr>
                <a:lnSpc>
                  <a:spcPct val="110000"/>
                </a:lnSpc>
                <a:spcBef>
                  <a:spcPct val="20000"/>
                </a:spcBef>
                <a:buClr>
                  <a:srgbClr val="5EAEFF"/>
                </a:buClr>
                <a:buSzPct val="75000"/>
                <a:buFont typeface="Monotype Sorts"/>
                <a:buNone/>
                <a:defRPr/>
              </a:pPr>
              <a:r>
                <a:rPr kumimoji="1" lang="en-US" altLang="zh-CN" sz="1500" b="1" dirty="0">
                  <a:latin typeface="+mn-ea"/>
                  <a:ea typeface="+mn-ea"/>
                </a:rPr>
                <a:t>&lt;</a:t>
              </a:r>
              <a:r>
                <a:rPr kumimoji="1" lang="zh-CN" altLang="en-US" sz="1500" b="1" dirty="0">
                  <a:latin typeface="+mn-ea"/>
                  <a:ea typeface="+mn-ea"/>
                  <a:cs typeface="楷体_GB2312"/>
                </a:rPr>
                <a:t>名词</a:t>
              </a:r>
              <a:r>
                <a:rPr kumimoji="1" lang="en-US" altLang="zh-CN" sz="1500" b="1" dirty="0">
                  <a:latin typeface="+mn-ea"/>
                  <a:ea typeface="+mn-ea"/>
                </a:rPr>
                <a:t>&gt;</a:t>
              </a:r>
            </a:p>
          </p:txBody>
        </p:sp>
        <p:sp>
          <p:nvSpPr>
            <p:cNvPr id="40983" name="Line 47">
              <a:extLst>
                <a:ext uri="{FF2B5EF4-FFF2-40B4-BE49-F238E27FC236}">
                  <a16:creationId xmlns:a16="http://schemas.microsoft.com/office/drawing/2014/main" id="{015DB2A3-25EC-469C-A89A-789AC6D3805D}"/>
                </a:ext>
              </a:extLst>
            </p:cNvPr>
            <p:cNvSpPr>
              <a:spLocks noChangeShapeType="1"/>
            </p:cNvSpPr>
            <p:nvPr/>
          </p:nvSpPr>
          <p:spPr bwMode="auto">
            <a:xfrm flipH="1">
              <a:off x="6445497" y="3886078"/>
              <a:ext cx="428666" cy="19162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40984" name="Line 49">
              <a:extLst>
                <a:ext uri="{FF2B5EF4-FFF2-40B4-BE49-F238E27FC236}">
                  <a16:creationId xmlns:a16="http://schemas.microsoft.com/office/drawing/2014/main" id="{D8C1198D-2243-400E-806C-BBCC0C42296C}"/>
                </a:ext>
              </a:extLst>
            </p:cNvPr>
            <p:cNvSpPr>
              <a:spLocks noChangeShapeType="1"/>
            </p:cNvSpPr>
            <p:nvPr/>
          </p:nvSpPr>
          <p:spPr bwMode="auto">
            <a:xfrm>
              <a:off x="6866125" y="3886079"/>
              <a:ext cx="508180" cy="16827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54" name="Rectangle 57">
              <a:extLst>
                <a:ext uri="{FF2B5EF4-FFF2-40B4-BE49-F238E27FC236}">
                  <a16:creationId xmlns:a16="http://schemas.microsoft.com/office/drawing/2014/main" id="{CE9838CD-85B9-4E68-A4E2-E009C0050EFC}"/>
                </a:ext>
              </a:extLst>
            </p:cNvPr>
            <p:cNvSpPr>
              <a:spLocks noChangeArrowheads="1"/>
            </p:cNvSpPr>
            <p:nvPr/>
          </p:nvSpPr>
          <p:spPr bwMode="auto">
            <a:xfrm>
              <a:off x="6047273" y="3939548"/>
              <a:ext cx="827337" cy="463667"/>
            </a:xfrm>
            <a:prstGeom prst="rect">
              <a:avLst/>
            </a:prstGeom>
            <a:noFill/>
            <a:ln w="9525">
              <a:noFill/>
              <a:miter lim="800000"/>
              <a:headEnd/>
              <a:tailEnd/>
            </a:ln>
          </p:spPr>
          <p:txBody>
            <a:bodyPr wrap="none" lIns="92075" tIns="46038" rIns="92075" bIns="46038">
              <a:spAutoFit/>
            </a:bodyPr>
            <a:lstStyle/>
            <a:p>
              <a:pPr>
                <a:lnSpc>
                  <a:spcPct val="110000"/>
                </a:lnSpc>
                <a:spcBef>
                  <a:spcPct val="20000"/>
                </a:spcBef>
                <a:buClr>
                  <a:srgbClr val="5EAEFF"/>
                </a:buClr>
                <a:buSzPct val="75000"/>
                <a:buFont typeface="Monotype Sorts"/>
                <a:buNone/>
                <a:defRPr/>
              </a:pPr>
              <a:r>
                <a:rPr kumimoji="1" lang="en-US" altLang="zh-CN" sz="1500" b="1" dirty="0">
                  <a:latin typeface="+mn-ea"/>
                  <a:ea typeface="+mn-ea"/>
                </a:rPr>
                <a:t>&lt;</a:t>
              </a:r>
              <a:r>
                <a:rPr kumimoji="1" lang="zh-CN" altLang="en-US" sz="1500" b="1" dirty="0">
                  <a:latin typeface="+mn-ea"/>
                  <a:ea typeface="+mn-ea"/>
                </a:rPr>
                <a:t>动</a:t>
              </a:r>
              <a:r>
                <a:rPr kumimoji="1" lang="zh-CN" altLang="en-US" sz="1500" b="1" dirty="0">
                  <a:latin typeface="+mn-ea"/>
                  <a:ea typeface="+mn-ea"/>
                  <a:cs typeface="楷体_GB2312"/>
                </a:rPr>
                <a:t>词</a:t>
              </a:r>
              <a:r>
                <a:rPr kumimoji="1" lang="en-US" altLang="zh-CN" sz="1500" b="1" dirty="0">
                  <a:latin typeface="+mn-ea"/>
                  <a:ea typeface="+mn-ea"/>
                </a:rPr>
                <a:t>&gt;</a:t>
              </a:r>
            </a:p>
          </p:txBody>
        </p:sp>
        <p:sp>
          <p:nvSpPr>
            <p:cNvPr id="55" name="Rectangle 58">
              <a:extLst>
                <a:ext uri="{FF2B5EF4-FFF2-40B4-BE49-F238E27FC236}">
                  <a16:creationId xmlns:a16="http://schemas.microsoft.com/office/drawing/2014/main" id="{38E8124C-A073-4576-8058-E77A6332C089}"/>
                </a:ext>
              </a:extLst>
            </p:cNvPr>
            <p:cNvSpPr>
              <a:spLocks noChangeArrowheads="1"/>
            </p:cNvSpPr>
            <p:nvPr/>
          </p:nvSpPr>
          <p:spPr bwMode="auto">
            <a:xfrm>
              <a:off x="6731693" y="3939548"/>
              <a:ext cx="1211627" cy="463667"/>
            </a:xfrm>
            <a:prstGeom prst="rect">
              <a:avLst/>
            </a:prstGeom>
            <a:noFill/>
            <a:ln w="9525">
              <a:noFill/>
              <a:miter lim="800000"/>
              <a:headEnd/>
              <a:tailEnd/>
            </a:ln>
          </p:spPr>
          <p:txBody>
            <a:bodyPr wrap="none" lIns="92075" tIns="46038" rIns="92075" bIns="46038">
              <a:spAutoFit/>
            </a:bodyPr>
            <a:lstStyle/>
            <a:p>
              <a:pPr>
                <a:lnSpc>
                  <a:spcPct val="110000"/>
                </a:lnSpc>
                <a:spcBef>
                  <a:spcPct val="20000"/>
                </a:spcBef>
                <a:buClr>
                  <a:srgbClr val="3333CC"/>
                </a:buClr>
                <a:buSzPct val="75000"/>
                <a:defRPr/>
              </a:pPr>
              <a:r>
                <a:rPr kumimoji="1" lang="en-US" altLang="zh-CN" sz="1500" b="1" dirty="0">
                  <a:latin typeface="+mn-ea"/>
                  <a:ea typeface="+mn-ea"/>
                  <a:cs typeface="楷体_GB2312"/>
                </a:rPr>
                <a:t>&lt;</a:t>
              </a:r>
              <a:r>
                <a:rPr kumimoji="1" lang="zh-CN" altLang="en-US" sz="1500" b="1" dirty="0">
                  <a:latin typeface="+mn-ea"/>
                  <a:ea typeface="+mn-ea"/>
                  <a:cs typeface="楷体_GB2312"/>
                </a:rPr>
                <a:t>名词短语</a:t>
              </a:r>
              <a:r>
                <a:rPr kumimoji="1" lang="en-US" altLang="zh-CN" sz="1500" b="1" dirty="0">
                  <a:latin typeface="+mn-ea"/>
                  <a:ea typeface="+mn-ea"/>
                  <a:cs typeface="楷体_GB2312"/>
                </a:rPr>
                <a:t>&gt;</a:t>
              </a:r>
            </a:p>
          </p:txBody>
        </p:sp>
        <p:sp>
          <p:nvSpPr>
            <p:cNvPr id="40987" name="Line 60">
              <a:extLst>
                <a:ext uri="{FF2B5EF4-FFF2-40B4-BE49-F238E27FC236}">
                  <a16:creationId xmlns:a16="http://schemas.microsoft.com/office/drawing/2014/main" id="{A90465C4-C07F-4EC0-BBC2-73BDD87F4ADE}"/>
                </a:ext>
              </a:extLst>
            </p:cNvPr>
            <p:cNvSpPr>
              <a:spLocks noChangeShapeType="1"/>
            </p:cNvSpPr>
            <p:nvPr/>
          </p:nvSpPr>
          <p:spPr bwMode="auto">
            <a:xfrm flipH="1">
              <a:off x="7374305" y="4835521"/>
              <a:ext cx="0" cy="288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40988" name="Rectangle 61">
              <a:extLst>
                <a:ext uri="{FF2B5EF4-FFF2-40B4-BE49-F238E27FC236}">
                  <a16:creationId xmlns:a16="http://schemas.microsoft.com/office/drawing/2014/main" id="{A28E7899-BB03-41DE-9884-D79CC786ED14}"/>
                </a:ext>
              </a:extLst>
            </p:cNvPr>
            <p:cNvSpPr>
              <a:spLocks noChangeArrowheads="1"/>
            </p:cNvSpPr>
            <p:nvPr/>
          </p:nvSpPr>
          <p:spPr bwMode="auto">
            <a:xfrm>
              <a:off x="7096664" y="4987560"/>
              <a:ext cx="634886" cy="438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ct val="110000"/>
                </a:lnSpc>
                <a:spcBef>
                  <a:spcPct val="20000"/>
                </a:spcBef>
                <a:buClr>
                  <a:srgbClr val="5EAEFF"/>
                </a:buClr>
                <a:buSzPct val="75000"/>
                <a:buFont typeface="Monotype Sorts"/>
                <a:buNone/>
              </a:pPr>
              <a:r>
                <a:rPr kumimoji="1" lang="en-US" altLang="zh-CN" sz="1500" b="1" i="1">
                  <a:latin typeface="Times New Roman" panose="02020603050405020304" pitchFamily="18" charset="0"/>
                </a:rPr>
                <a:t>apple</a:t>
              </a:r>
            </a:p>
          </p:txBody>
        </p:sp>
        <p:sp>
          <p:nvSpPr>
            <p:cNvPr id="40989" name="Line 64">
              <a:extLst>
                <a:ext uri="{FF2B5EF4-FFF2-40B4-BE49-F238E27FC236}">
                  <a16:creationId xmlns:a16="http://schemas.microsoft.com/office/drawing/2014/main" id="{65940101-1709-430E-80CE-8B8DC94C15BA}"/>
                </a:ext>
              </a:extLst>
            </p:cNvPr>
            <p:cNvSpPr>
              <a:spLocks noChangeShapeType="1"/>
            </p:cNvSpPr>
            <p:nvPr/>
          </p:nvSpPr>
          <p:spPr bwMode="auto">
            <a:xfrm>
              <a:off x="7374307" y="4373710"/>
              <a:ext cx="0" cy="19424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59" name="Rectangle 68">
              <a:extLst>
                <a:ext uri="{FF2B5EF4-FFF2-40B4-BE49-F238E27FC236}">
                  <a16:creationId xmlns:a16="http://schemas.microsoft.com/office/drawing/2014/main" id="{97DF4344-8567-4451-AEE9-0600F86D2239}"/>
                </a:ext>
              </a:extLst>
            </p:cNvPr>
            <p:cNvSpPr>
              <a:spLocks noChangeArrowheads="1"/>
            </p:cNvSpPr>
            <p:nvPr/>
          </p:nvSpPr>
          <p:spPr bwMode="auto">
            <a:xfrm>
              <a:off x="6946069" y="4447675"/>
              <a:ext cx="827337" cy="463667"/>
            </a:xfrm>
            <a:prstGeom prst="rect">
              <a:avLst/>
            </a:prstGeom>
            <a:noFill/>
            <a:ln w="9525">
              <a:noFill/>
              <a:miter lim="800000"/>
              <a:headEnd/>
              <a:tailEnd/>
            </a:ln>
          </p:spPr>
          <p:txBody>
            <a:bodyPr lIns="92075" tIns="46038" rIns="92075" bIns="46038">
              <a:spAutoFit/>
            </a:bodyPr>
            <a:lstStyle/>
            <a:p>
              <a:pPr>
                <a:lnSpc>
                  <a:spcPct val="110000"/>
                </a:lnSpc>
                <a:spcBef>
                  <a:spcPct val="20000"/>
                </a:spcBef>
                <a:buClr>
                  <a:srgbClr val="5EAEFF"/>
                </a:buClr>
                <a:buSzPct val="75000"/>
                <a:buFont typeface="Monotype Sorts"/>
                <a:buNone/>
                <a:defRPr/>
              </a:pPr>
              <a:r>
                <a:rPr kumimoji="1" lang="en-US" altLang="zh-CN" sz="1500" b="1" dirty="0">
                  <a:latin typeface="+mn-ea"/>
                  <a:ea typeface="+mn-ea"/>
                </a:rPr>
                <a:t>&lt;</a:t>
              </a:r>
              <a:r>
                <a:rPr kumimoji="1" lang="zh-CN" altLang="en-US" sz="1500" b="1" dirty="0">
                  <a:latin typeface="+mn-ea"/>
                  <a:ea typeface="+mn-ea"/>
                  <a:cs typeface="楷体_GB2312"/>
                </a:rPr>
                <a:t>名词</a:t>
              </a:r>
              <a:r>
                <a:rPr kumimoji="1" lang="en-US" altLang="zh-CN" sz="1500" b="1" dirty="0">
                  <a:latin typeface="+mn-ea"/>
                  <a:ea typeface="+mn-ea"/>
                </a:rPr>
                <a:t>&gt;</a:t>
              </a:r>
            </a:p>
          </p:txBody>
        </p:sp>
      </p:grpSp>
      <p:sp>
        <p:nvSpPr>
          <p:cNvPr id="60" name="矩形 2">
            <a:extLst>
              <a:ext uri="{FF2B5EF4-FFF2-40B4-BE49-F238E27FC236}">
                <a16:creationId xmlns:a16="http://schemas.microsoft.com/office/drawing/2014/main" id="{083AFAC8-6BA6-4BEA-8D2E-754836F5D2A0}"/>
              </a:ext>
            </a:extLst>
          </p:cNvPr>
          <p:cNvSpPr>
            <a:spLocks noChangeArrowheads="1"/>
          </p:cNvSpPr>
          <p:nvPr/>
        </p:nvSpPr>
        <p:spPr bwMode="auto">
          <a:xfrm>
            <a:off x="6074846" y="1345469"/>
            <a:ext cx="2360612" cy="708025"/>
          </a:xfrm>
          <a:prstGeom prst="rect">
            <a:avLst/>
          </a:prstGeom>
          <a:solidFill>
            <a:schemeClr val="accent5">
              <a:lumMod val="60000"/>
              <a:lumOff val="40000"/>
            </a:schemeClr>
          </a:solidFill>
          <a:ln w="12700">
            <a:solidFill>
              <a:schemeClr val="tx1"/>
            </a:solidFill>
            <a:miter lim="800000"/>
            <a:headEnd/>
            <a:tailEnd/>
          </a:ln>
        </p:spPr>
        <p:txBody>
          <a:bodyPr>
            <a:spAutoFit/>
          </a:bodyPr>
          <a:lstStyle/>
          <a:p>
            <a:pPr eaLnBrk="1" hangingPunct="1">
              <a:defRPr/>
            </a:pPr>
            <a:r>
              <a:rPr lang="zh-CN" altLang="en-US" sz="2000" b="1" dirty="0">
                <a:solidFill>
                  <a:srgbClr val="0000FF"/>
                </a:solidFill>
                <a:latin typeface="楷体" pitchFamily="49" charset="-122"/>
                <a:ea typeface="楷体" pitchFamily="49" charset="-122"/>
                <a:cs typeface="Times New Roman" pitchFamily="18" charset="0"/>
              </a:rPr>
              <a:t>从左向右</a:t>
            </a:r>
            <a:r>
              <a:rPr lang="zh-CN" altLang="en-US" sz="2000" b="1" dirty="0">
                <a:latin typeface="楷体" pitchFamily="49" charset="-122"/>
                <a:ea typeface="楷体" pitchFamily="49" charset="-122"/>
                <a:cs typeface="Times New Roman" pitchFamily="18" charset="0"/>
              </a:rPr>
              <a:t>扫描</a:t>
            </a:r>
            <a:r>
              <a:rPr lang="zh-CN" altLang="en-US" sz="2000" b="1" dirty="0">
                <a:solidFill>
                  <a:srgbClr val="0000FF"/>
                </a:solidFill>
                <a:latin typeface="楷体" pitchFamily="49" charset="-122"/>
                <a:ea typeface="楷体" pitchFamily="49" charset="-122"/>
                <a:cs typeface="Times New Roman" pitchFamily="18" charset="0"/>
              </a:rPr>
              <a:t>输入</a:t>
            </a:r>
            <a:r>
              <a:rPr lang="zh-CN" altLang="en-US" sz="2000" b="1" dirty="0">
                <a:latin typeface="楷体" pitchFamily="49" charset="-122"/>
                <a:ea typeface="楷体" pitchFamily="49" charset="-122"/>
                <a:cs typeface="Times New Roman" pitchFamily="18" charset="0"/>
              </a:rPr>
              <a:t>，每次扫描一个符号</a:t>
            </a:r>
          </a:p>
        </p:txBody>
      </p:sp>
      <p:sp>
        <p:nvSpPr>
          <p:cNvPr id="4" name="灯片编号占位符 3">
            <a:extLst>
              <a:ext uri="{FF2B5EF4-FFF2-40B4-BE49-F238E27FC236}">
                <a16:creationId xmlns:a16="http://schemas.microsoft.com/office/drawing/2014/main" id="{9029FD9E-7298-4C57-BC49-818DB6A32CA2}"/>
              </a:ext>
            </a:extLst>
          </p:cNvPr>
          <p:cNvSpPr>
            <a:spLocks noGrp="1"/>
          </p:cNvSpPr>
          <p:nvPr>
            <p:ph type="sldNum" sz="quarter" idx="12"/>
          </p:nvPr>
        </p:nvSpPr>
        <p:spPr/>
        <p:txBody>
          <a:bodyPr/>
          <a:lstStyle/>
          <a:p>
            <a:pPr>
              <a:defRPr/>
            </a:pPr>
            <a:fld id="{EA567855-7F13-4FC5-AD61-2B82F6443E16}" type="slidenum">
              <a:rPr lang="zh-CN" altLang="en-US" smtClean="0"/>
              <a:pPr>
                <a:defRPr/>
              </a:pPr>
              <a:t>4</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grpId="0" nodeType="withEffect">
                                  <p:stCondLst>
                                    <p:cond delay="0"/>
                                  </p:stCondLst>
                                  <p:childTnLst>
                                    <p:set>
                                      <p:cBhvr>
                                        <p:cTn id="6" dur="1" fill="hold">
                                          <p:stCondLst>
                                            <p:cond delay="0"/>
                                          </p:stCondLst>
                                        </p:cTn>
                                        <p:tgtEl>
                                          <p:spTgt spid="60"/>
                                        </p:tgtEl>
                                        <p:attrNameLst>
                                          <p:attrName>style.visibility</p:attrName>
                                        </p:attrNameLst>
                                      </p:cBhvr>
                                      <p:to>
                                        <p:strVal val="visible"/>
                                      </p:to>
                                    </p:set>
                                    <p:anim calcmode="lin" valueType="num">
                                      <p:cBhvr>
                                        <p:cTn id="7" dur="500" fill="hold"/>
                                        <p:tgtEl>
                                          <p:spTgt spid="60"/>
                                        </p:tgtEl>
                                        <p:attrNameLst>
                                          <p:attrName>ppt_w</p:attrName>
                                        </p:attrNameLst>
                                      </p:cBhvr>
                                      <p:tavLst>
                                        <p:tav tm="0">
                                          <p:val>
                                            <p:fltVal val="0"/>
                                          </p:val>
                                        </p:tav>
                                        <p:tav tm="100000">
                                          <p:val>
                                            <p:strVal val="#ppt_w"/>
                                          </p:val>
                                        </p:tav>
                                      </p:tavLst>
                                    </p:anim>
                                    <p:anim calcmode="lin" valueType="num">
                                      <p:cBhvr>
                                        <p:cTn id="8" dur="500" fill="hold"/>
                                        <p:tgtEl>
                                          <p:spTgt spid="60"/>
                                        </p:tgtEl>
                                        <p:attrNameLst>
                                          <p:attrName>ppt_h</p:attrName>
                                        </p:attrNameLst>
                                      </p:cBhvr>
                                      <p:tavLst>
                                        <p:tav tm="0">
                                          <p:val>
                                            <p:fltVal val="0"/>
                                          </p:val>
                                        </p:tav>
                                        <p:tav tm="100000">
                                          <p:val>
                                            <p:strVal val="#ppt_h"/>
                                          </p:val>
                                        </p:tav>
                                      </p:tavLst>
                                    </p:anim>
                                    <p:animEffect transition="in" filter="fade">
                                      <p:cBhvr>
                                        <p:cTn id="9" dur="500"/>
                                        <p:tgtEl>
                                          <p:spTgt spid="60"/>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0" fill="hold" nodeType="clickEffect">
                                  <p:stCondLst>
                                    <p:cond delay="0"/>
                                  </p:stCondLst>
                                  <p:childTnLst>
                                    <p:set>
                                      <p:cBhvr>
                                        <p:cTn id="13" dur="1" fill="hold">
                                          <p:stCondLst>
                                            <p:cond delay="0"/>
                                          </p:stCondLst>
                                        </p:cTn>
                                        <p:tgtEl>
                                          <p:spTgt spid="32">
                                            <p:txEl>
                                              <p:pRg st="1" end="1"/>
                                            </p:txEl>
                                          </p:spTgt>
                                        </p:tgtEl>
                                        <p:attrNameLst>
                                          <p:attrName>style.visibility</p:attrName>
                                        </p:attrNameLst>
                                      </p:cBhvr>
                                      <p:to>
                                        <p:strVal val="visible"/>
                                      </p:to>
                                    </p:set>
                                    <p:anim calcmode="lin" valueType="num">
                                      <p:cBhvr>
                                        <p:cTn id="14" dur="500" fill="hold"/>
                                        <p:tgtEl>
                                          <p:spTgt spid="32">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32">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32">
                                            <p:txEl>
                                              <p:pRg st="1" end="1"/>
                                            </p:txEl>
                                          </p:spTgt>
                                        </p:tgtEl>
                                      </p:cBhvr>
                                    </p:animEffect>
                                  </p:childTnLst>
                                </p:cTn>
                              </p:par>
                              <p:par>
                                <p:cTn id="17" presetID="53" presetClass="entr" presetSubtype="0" fill="hold" nodeType="with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p:cTn id="19" dur="500" fill="hold"/>
                                        <p:tgtEl>
                                          <p:spTgt spid="2"/>
                                        </p:tgtEl>
                                        <p:attrNameLst>
                                          <p:attrName>ppt_w</p:attrName>
                                        </p:attrNameLst>
                                      </p:cBhvr>
                                      <p:tavLst>
                                        <p:tav tm="0">
                                          <p:val>
                                            <p:fltVal val="0"/>
                                          </p:val>
                                        </p:tav>
                                        <p:tav tm="100000">
                                          <p:val>
                                            <p:strVal val="#ppt_w"/>
                                          </p:val>
                                        </p:tav>
                                      </p:tavLst>
                                    </p:anim>
                                    <p:anim calcmode="lin" valueType="num">
                                      <p:cBhvr>
                                        <p:cTn id="20" dur="500" fill="hold"/>
                                        <p:tgtEl>
                                          <p:spTgt spid="2"/>
                                        </p:tgtEl>
                                        <p:attrNameLst>
                                          <p:attrName>ppt_h</p:attrName>
                                        </p:attrNameLst>
                                      </p:cBhvr>
                                      <p:tavLst>
                                        <p:tav tm="0">
                                          <p:val>
                                            <p:fltVal val="0"/>
                                          </p:val>
                                        </p:tav>
                                        <p:tav tm="100000">
                                          <p:val>
                                            <p:strVal val="#ppt_h"/>
                                          </p:val>
                                        </p:tav>
                                      </p:tavLst>
                                    </p:anim>
                                    <p:animEffect transition="in" filter="fade">
                                      <p:cBhvr>
                                        <p:cTn id="21" dur="500"/>
                                        <p:tgtEl>
                                          <p:spTgt spid="2"/>
                                        </p:tgtEl>
                                      </p:cBhvr>
                                    </p:animEffect>
                                  </p:childTnLst>
                                </p:cTn>
                              </p:par>
                              <p:par>
                                <p:cTn id="22" presetID="53" presetClass="entr" presetSubtype="0" fill="hold" nodeType="withEffect">
                                  <p:stCondLst>
                                    <p:cond delay="0"/>
                                  </p:stCondLst>
                                  <p:childTnLst>
                                    <p:set>
                                      <p:cBhvr>
                                        <p:cTn id="23" dur="1" fill="hold">
                                          <p:stCondLst>
                                            <p:cond delay="0"/>
                                          </p:stCondLst>
                                        </p:cTn>
                                        <p:tgtEl>
                                          <p:spTgt spid="32">
                                            <p:txEl>
                                              <p:pRg st="2" end="2"/>
                                            </p:txEl>
                                          </p:spTgt>
                                        </p:tgtEl>
                                        <p:attrNameLst>
                                          <p:attrName>style.visibility</p:attrName>
                                        </p:attrNameLst>
                                      </p:cBhvr>
                                      <p:to>
                                        <p:strVal val="visible"/>
                                      </p:to>
                                    </p:set>
                                    <p:anim calcmode="lin" valueType="num">
                                      <p:cBhvr>
                                        <p:cTn id="24" dur="500" fill="hold"/>
                                        <p:tgtEl>
                                          <p:spTgt spid="32">
                                            <p:txEl>
                                              <p:pRg st="2" end="2"/>
                                            </p:txEl>
                                          </p:spTgt>
                                        </p:tgtEl>
                                        <p:attrNameLst>
                                          <p:attrName>ppt_w</p:attrName>
                                        </p:attrNameLst>
                                      </p:cBhvr>
                                      <p:tavLst>
                                        <p:tav tm="0">
                                          <p:val>
                                            <p:fltVal val="0"/>
                                          </p:val>
                                        </p:tav>
                                        <p:tav tm="100000">
                                          <p:val>
                                            <p:strVal val="#ppt_w"/>
                                          </p:val>
                                        </p:tav>
                                      </p:tavLst>
                                    </p:anim>
                                    <p:anim calcmode="lin" valueType="num">
                                      <p:cBhvr>
                                        <p:cTn id="25" dur="500" fill="hold"/>
                                        <p:tgtEl>
                                          <p:spTgt spid="32">
                                            <p:txEl>
                                              <p:pRg st="2" end="2"/>
                                            </p:txEl>
                                          </p:spTgt>
                                        </p:tgtEl>
                                        <p:attrNameLst>
                                          <p:attrName>ppt_h</p:attrName>
                                        </p:attrNameLst>
                                      </p:cBhvr>
                                      <p:tavLst>
                                        <p:tav tm="0">
                                          <p:val>
                                            <p:fltVal val="0"/>
                                          </p:val>
                                        </p:tav>
                                        <p:tav tm="100000">
                                          <p:val>
                                            <p:strVal val="#ppt_h"/>
                                          </p:val>
                                        </p:tav>
                                      </p:tavLst>
                                    </p:anim>
                                    <p:animEffect transition="in" filter="fade">
                                      <p:cBhvr>
                                        <p:cTn id="26" dur="500"/>
                                        <p:tgtEl>
                                          <p:spTgt spid="32">
                                            <p:txEl>
                                              <p:pRg st="2" end="2"/>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53" presetClass="entr" presetSubtype="0" fill="hold" nodeType="clickEffect">
                                  <p:stCondLst>
                                    <p:cond delay="0"/>
                                  </p:stCondLst>
                                  <p:childTnLst>
                                    <p:set>
                                      <p:cBhvr>
                                        <p:cTn id="30" dur="1" fill="hold">
                                          <p:stCondLst>
                                            <p:cond delay="0"/>
                                          </p:stCondLst>
                                        </p:cTn>
                                        <p:tgtEl>
                                          <p:spTgt spid="32">
                                            <p:txEl>
                                              <p:pRg st="4" end="4"/>
                                            </p:txEl>
                                          </p:spTgt>
                                        </p:tgtEl>
                                        <p:attrNameLst>
                                          <p:attrName>style.visibility</p:attrName>
                                        </p:attrNameLst>
                                      </p:cBhvr>
                                      <p:to>
                                        <p:strVal val="visible"/>
                                      </p:to>
                                    </p:set>
                                    <p:anim calcmode="lin" valueType="num">
                                      <p:cBhvr>
                                        <p:cTn id="31" dur="500" fill="hold"/>
                                        <p:tgtEl>
                                          <p:spTgt spid="32">
                                            <p:txEl>
                                              <p:pRg st="4" end="4"/>
                                            </p:txEl>
                                          </p:spTgt>
                                        </p:tgtEl>
                                        <p:attrNameLst>
                                          <p:attrName>ppt_w</p:attrName>
                                        </p:attrNameLst>
                                      </p:cBhvr>
                                      <p:tavLst>
                                        <p:tav tm="0">
                                          <p:val>
                                            <p:fltVal val="0"/>
                                          </p:val>
                                        </p:tav>
                                        <p:tav tm="100000">
                                          <p:val>
                                            <p:strVal val="#ppt_w"/>
                                          </p:val>
                                        </p:tav>
                                      </p:tavLst>
                                    </p:anim>
                                    <p:anim calcmode="lin" valueType="num">
                                      <p:cBhvr>
                                        <p:cTn id="32" dur="500" fill="hold"/>
                                        <p:tgtEl>
                                          <p:spTgt spid="32">
                                            <p:txEl>
                                              <p:pRg st="4" end="4"/>
                                            </p:txEl>
                                          </p:spTgt>
                                        </p:tgtEl>
                                        <p:attrNameLst>
                                          <p:attrName>ppt_h</p:attrName>
                                        </p:attrNameLst>
                                      </p:cBhvr>
                                      <p:tavLst>
                                        <p:tav tm="0">
                                          <p:val>
                                            <p:fltVal val="0"/>
                                          </p:val>
                                        </p:tav>
                                        <p:tav tm="100000">
                                          <p:val>
                                            <p:strVal val="#ppt_h"/>
                                          </p:val>
                                        </p:tav>
                                      </p:tavLst>
                                    </p:anim>
                                    <p:animEffect transition="in" filter="fade">
                                      <p:cBhvr>
                                        <p:cTn id="33" dur="500"/>
                                        <p:tgtEl>
                                          <p:spTgt spid="32">
                                            <p:txEl>
                                              <p:pRg st="4" end="4"/>
                                            </p:txEl>
                                          </p:spTgt>
                                        </p:tgtEl>
                                      </p:cBhvr>
                                    </p:animEffect>
                                  </p:childTnLst>
                                </p:cTn>
                              </p:par>
                              <p:par>
                                <p:cTn id="34" presetID="53" presetClass="entr" presetSubtype="0" fill="hold" nodeType="withEffect">
                                  <p:stCondLst>
                                    <p:cond delay="0"/>
                                  </p:stCondLst>
                                  <p:childTnLst>
                                    <p:set>
                                      <p:cBhvr>
                                        <p:cTn id="35" dur="1" fill="hold">
                                          <p:stCondLst>
                                            <p:cond delay="0"/>
                                          </p:stCondLst>
                                        </p:cTn>
                                        <p:tgtEl>
                                          <p:spTgt spid="32">
                                            <p:txEl>
                                              <p:pRg st="5" end="5"/>
                                            </p:txEl>
                                          </p:spTgt>
                                        </p:tgtEl>
                                        <p:attrNameLst>
                                          <p:attrName>style.visibility</p:attrName>
                                        </p:attrNameLst>
                                      </p:cBhvr>
                                      <p:to>
                                        <p:strVal val="visible"/>
                                      </p:to>
                                    </p:set>
                                    <p:anim calcmode="lin" valueType="num">
                                      <p:cBhvr>
                                        <p:cTn id="36" dur="500" fill="hold"/>
                                        <p:tgtEl>
                                          <p:spTgt spid="32">
                                            <p:txEl>
                                              <p:pRg st="5" end="5"/>
                                            </p:txEl>
                                          </p:spTgt>
                                        </p:tgtEl>
                                        <p:attrNameLst>
                                          <p:attrName>ppt_w</p:attrName>
                                        </p:attrNameLst>
                                      </p:cBhvr>
                                      <p:tavLst>
                                        <p:tav tm="0">
                                          <p:val>
                                            <p:fltVal val="0"/>
                                          </p:val>
                                        </p:tav>
                                        <p:tav tm="100000">
                                          <p:val>
                                            <p:strVal val="#ppt_w"/>
                                          </p:val>
                                        </p:tav>
                                      </p:tavLst>
                                    </p:anim>
                                    <p:anim calcmode="lin" valueType="num">
                                      <p:cBhvr>
                                        <p:cTn id="37" dur="500" fill="hold"/>
                                        <p:tgtEl>
                                          <p:spTgt spid="32">
                                            <p:txEl>
                                              <p:pRg st="5" end="5"/>
                                            </p:txEl>
                                          </p:spTgt>
                                        </p:tgtEl>
                                        <p:attrNameLst>
                                          <p:attrName>ppt_h</p:attrName>
                                        </p:attrNameLst>
                                      </p:cBhvr>
                                      <p:tavLst>
                                        <p:tav tm="0">
                                          <p:val>
                                            <p:fltVal val="0"/>
                                          </p:val>
                                        </p:tav>
                                        <p:tav tm="100000">
                                          <p:val>
                                            <p:strVal val="#ppt_h"/>
                                          </p:val>
                                        </p:tav>
                                      </p:tavLst>
                                    </p:anim>
                                    <p:animEffect transition="in" filter="fade">
                                      <p:cBhvr>
                                        <p:cTn id="38" dur="500"/>
                                        <p:tgtEl>
                                          <p:spTgt spid="3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内容占位符 1">
            <a:extLst>
              <a:ext uri="{FF2B5EF4-FFF2-40B4-BE49-F238E27FC236}">
                <a16:creationId xmlns:a16="http://schemas.microsoft.com/office/drawing/2014/main" id="{5BB339D3-711A-426C-8A9B-2A88EC0CEB2D}"/>
              </a:ext>
            </a:extLst>
          </p:cNvPr>
          <p:cNvSpPr>
            <a:spLocks noGrp="1"/>
          </p:cNvSpPr>
          <p:nvPr>
            <p:ph idx="1"/>
          </p:nvPr>
        </p:nvSpPr>
        <p:spPr>
          <a:xfrm>
            <a:off x="371475" y="846138"/>
            <a:ext cx="8415338" cy="3741836"/>
          </a:xfrm>
        </p:spPr>
        <p:txBody>
          <a:bodyPr/>
          <a:lstStyle/>
          <a:p>
            <a:pPr eaLnBrk="1" hangingPunct="1">
              <a:lnSpc>
                <a:spcPts val="4500"/>
              </a:lnSpc>
              <a:buClrTx/>
              <a:buFont typeface="Wingdings" pitchFamily="2" charset="2"/>
              <a:buChar char="Ø"/>
              <a:defRPr/>
            </a:pPr>
            <a:r>
              <a:rPr lang="zh-CN" altLang="en-US" sz="3000" b="1" dirty="0">
                <a:solidFill>
                  <a:srgbClr val="0070C0"/>
                </a:solidFill>
                <a:latin typeface="+mn-ea"/>
                <a:cs typeface="Times New Roman" pitchFamily="18" charset="0"/>
              </a:rPr>
              <a:t>通用的语法分析方法</a:t>
            </a:r>
            <a:r>
              <a:rPr lang="zh-CN" altLang="en-US" sz="3000" b="1" dirty="0">
                <a:solidFill>
                  <a:schemeClr val="tx1"/>
                </a:solidFill>
                <a:latin typeface="+mn-ea"/>
                <a:cs typeface="Times New Roman" pitchFamily="18" charset="0"/>
              </a:rPr>
              <a:t>可对任意</a:t>
            </a:r>
            <a:r>
              <a:rPr lang="en-US" altLang="zh-CN" sz="3000" b="1" dirty="0">
                <a:solidFill>
                  <a:schemeClr val="tx1"/>
                </a:solidFill>
                <a:latin typeface="+mn-ea"/>
                <a:cs typeface="Times New Roman" pitchFamily="18" charset="0"/>
              </a:rPr>
              <a:t>CFG</a:t>
            </a:r>
            <a:r>
              <a:rPr lang="zh-CN" altLang="en-US" sz="3000" b="1" dirty="0">
                <a:solidFill>
                  <a:schemeClr val="tx1"/>
                </a:solidFill>
                <a:latin typeface="+mn-ea"/>
                <a:cs typeface="Times New Roman" pitchFamily="18" charset="0"/>
              </a:rPr>
              <a:t>进行语法分析，但</a:t>
            </a:r>
            <a:r>
              <a:rPr lang="zh-CN" altLang="en-US" sz="3000" b="1" dirty="0">
                <a:solidFill>
                  <a:srgbClr val="0070C0"/>
                </a:solidFill>
                <a:latin typeface="+mn-ea"/>
                <a:cs typeface="Times New Roman" pitchFamily="18" charset="0"/>
              </a:rPr>
              <a:t>效率极低</a:t>
            </a:r>
            <a:r>
              <a:rPr lang="zh-CN" altLang="en-US" sz="3000" b="1" dirty="0">
                <a:solidFill>
                  <a:schemeClr val="tx1"/>
                </a:solidFill>
                <a:latin typeface="+mn-ea"/>
                <a:cs typeface="Times New Roman" pitchFamily="18" charset="0"/>
              </a:rPr>
              <a:t>（</a:t>
            </a:r>
            <a:r>
              <a:rPr lang="zh-CN" altLang="en-US" sz="3000" b="1" dirty="0">
                <a:solidFill>
                  <a:schemeClr val="tx1"/>
                </a:solidFill>
                <a:latin typeface="等线" panose="02010600030101010101" pitchFamily="2" charset="-122"/>
                <a:ea typeface="等线" panose="02010600030101010101" pitchFamily="2" charset="-122"/>
                <a:cs typeface="Times New Roman" pitchFamily="18" charset="0"/>
              </a:rPr>
              <a:t>≥</a:t>
            </a:r>
            <a:r>
              <a:rPr lang="en-US" altLang="zh-CN" sz="3000" b="1" i="1" dirty="0">
                <a:solidFill>
                  <a:schemeClr val="tx1"/>
                </a:solidFill>
                <a:latin typeface="+mn-ea"/>
                <a:cs typeface="Times New Roman" pitchFamily="18" charset="0"/>
              </a:rPr>
              <a:t>O</a:t>
            </a:r>
            <a:r>
              <a:rPr lang="en-US" altLang="zh-CN" sz="3000" b="1" dirty="0">
                <a:solidFill>
                  <a:schemeClr val="tx1"/>
                </a:solidFill>
                <a:latin typeface="+mn-ea"/>
                <a:cs typeface="Times New Roman" pitchFamily="18" charset="0"/>
              </a:rPr>
              <a:t>(</a:t>
            </a:r>
            <a:r>
              <a:rPr lang="en-US" altLang="zh-CN" sz="3000" b="1" i="1" u="sng" dirty="0">
                <a:solidFill>
                  <a:schemeClr val="tx1"/>
                </a:solidFill>
                <a:latin typeface="+mn-ea"/>
                <a:cs typeface="Times New Roman" pitchFamily="18" charset="0"/>
              </a:rPr>
              <a:t>n</a:t>
            </a:r>
            <a:r>
              <a:rPr lang="en-US" altLang="zh-CN" sz="3000" b="1" baseline="30000" dirty="0">
                <a:solidFill>
                  <a:schemeClr val="tx1"/>
                </a:solidFill>
                <a:latin typeface="+mn-ea"/>
                <a:cs typeface="Times New Roman" pitchFamily="18" charset="0"/>
              </a:rPr>
              <a:t>3</a:t>
            </a:r>
            <a:r>
              <a:rPr lang="en-US" altLang="zh-CN" sz="3000" b="1" dirty="0">
                <a:solidFill>
                  <a:schemeClr val="tx1"/>
                </a:solidFill>
                <a:latin typeface="+mn-ea"/>
                <a:cs typeface="Times New Roman" pitchFamily="18" charset="0"/>
              </a:rPr>
              <a:t>))</a:t>
            </a:r>
            <a:r>
              <a:rPr lang="zh-CN" altLang="en-US" sz="3000" b="1" dirty="0">
                <a:solidFill>
                  <a:schemeClr val="tx1"/>
                </a:solidFill>
                <a:latin typeface="+mn-ea"/>
                <a:cs typeface="Times New Roman" pitchFamily="18" charset="0"/>
              </a:rPr>
              <a:t>，</a:t>
            </a:r>
            <a:r>
              <a:rPr lang="zh-CN" altLang="en-US" sz="3000" dirty="0">
                <a:solidFill>
                  <a:srgbClr val="0070C0"/>
                </a:solidFill>
                <a:latin typeface="+mn-ea"/>
                <a:cs typeface="Times New Roman" pitchFamily="18" charset="0"/>
              </a:rPr>
              <a:t>不能实践应用</a:t>
            </a:r>
            <a:r>
              <a:rPr lang="zh-CN" altLang="en-US" sz="3000" b="1" dirty="0">
                <a:solidFill>
                  <a:schemeClr val="tx1"/>
                </a:solidFill>
                <a:latin typeface="+mn-ea"/>
                <a:cs typeface="Times New Roman" pitchFamily="18" charset="0"/>
              </a:rPr>
              <a:t>。</a:t>
            </a:r>
            <a:endParaRPr lang="en-US" altLang="zh-CN" sz="3000" b="1" dirty="0">
              <a:solidFill>
                <a:schemeClr val="tx1"/>
              </a:solidFill>
              <a:latin typeface="+mn-ea"/>
              <a:cs typeface="Times New Roman" pitchFamily="18" charset="0"/>
            </a:endParaRPr>
          </a:p>
          <a:p>
            <a:pPr eaLnBrk="1" hangingPunct="1">
              <a:lnSpc>
                <a:spcPts val="4500"/>
              </a:lnSpc>
              <a:buClrTx/>
              <a:buFont typeface="Wingdings" pitchFamily="2" charset="2"/>
              <a:buChar char="Ø"/>
              <a:defRPr/>
            </a:pPr>
            <a:r>
              <a:rPr lang="zh-CN" altLang="en-US" sz="3000" b="1" dirty="0">
                <a:solidFill>
                  <a:schemeClr val="tx1"/>
                </a:solidFill>
                <a:latin typeface="+mn-ea"/>
                <a:cs typeface="Times New Roman" pitchFamily="18" charset="0"/>
              </a:rPr>
              <a:t>最高效的自顶向下和自底向上方法只需要</a:t>
            </a:r>
            <a:r>
              <a:rPr lang="zh-CN" altLang="en-US" sz="3000" b="1" dirty="0">
                <a:solidFill>
                  <a:srgbClr val="0070C0"/>
                </a:solidFill>
                <a:latin typeface="+mn-ea"/>
                <a:cs typeface="Times New Roman" pitchFamily="18" charset="0"/>
              </a:rPr>
              <a:t>线性时间</a:t>
            </a:r>
            <a:r>
              <a:rPr lang="zh-CN" altLang="en-US" sz="3000" b="1" dirty="0">
                <a:solidFill>
                  <a:schemeClr val="tx1"/>
                </a:solidFill>
                <a:latin typeface="+mn-ea"/>
                <a:cs typeface="Times New Roman" pitchFamily="18" charset="0"/>
              </a:rPr>
              <a:t>，但只能处理某些</a:t>
            </a:r>
            <a:r>
              <a:rPr lang="zh-CN" altLang="en-US" sz="3000" b="1" dirty="0">
                <a:solidFill>
                  <a:srgbClr val="0070C0"/>
                </a:solidFill>
                <a:latin typeface="+mn-ea"/>
                <a:cs typeface="Times New Roman" pitchFamily="18" charset="0"/>
              </a:rPr>
              <a:t>文法子类</a:t>
            </a:r>
            <a:r>
              <a:rPr lang="zh-CN" altLang="en-US" sz="3000" b="1" dirty="0">
                <a:solidFill>
                  <a:schemeClr val="tx1"/>
                </a:solidFill>
                <a:latin typeface="+mn-ea"/>
                <a:cs typeface="Times New Roman" pitchFamily="18" charset="0"/>
              </a:rPr>
              <a:t>，其中的某些子类，特别是 </a:t>
            </a:r>
            <a:r>
              <a:rPr lang="en-US" altLang="zh-CN" sz="3000" b="1" i="1" dirty="0">
                <a:solidFill>
                  <a:srgbClr val="0070C0"/>
                </a:solidFill>
                <a:cs typeface="Times New Roman" pitchFamily="18" charset="0"/>
              </a:rPr>
              <a:t>LL(k)</a:t>
            </a:r>
            <a:r>
              <a:rPr lang="zh-CN" altLang="en-US" sz="3000" b="1" dirty="0">
                <a:solidFill>
                  <a:srgbClr val="0070C0"/>
                </a:solidFill>
                <a:latin typeface="+mn-ea"/>
                <a:cs typeface="Times New Roman" pitchFamily="18" charset="0"/>
              </a:rPr>
              <a:t>和</a:t>
            </a:r>
            <a:r>
              <a:rPr lang="en-US" altLang="zh-CN" sz="3000" b="1" i="1" dirty="0">
                <a:solidFill>
                  <a:srgbClr val="0070C0"/>
                </a:solidFill>
                <a:cs typeface="Times New Roman" pitchFamily="18" charset="0"/>
              </a:rPr>
              <a:t>LR(k)</a:t>
            </a:r>
            <a:r>
              <a:rPr lang="zh-CN" altLang="en-US" sz="3000" b="1" dirty="0">
                <a:solidFill>
                  <a:srgbClr val="0070C0"/>
                </a:solidFill>
                <a:latin typeface="+mn-ea"/>
                <a:cs typeface="Times New Roman" pitchFamily="18" charset="0"/>
              </a:rPr>
              <a:t>文法</a:t>
            </a:r>
            <a:r>
              <a:rPr lang="zh-CN" altLang="en-US" sz="3000" b="1" dirty="0">
                <a:solidFill>
                  <a:schemeClr val="tx1"/>
                </a:solidFill>
                <a:latin typeface="+mn-ea"/>
                <a:cs typeface="Times New Roman" pitchFamily="18" charset="0"/>
              </a:rPr>
              <a:t>，其表达能力足以描述现代</a:t>
            </a:r>
            <a:r>
              <a:rPr lang="zh-CN" altLang="en-US" sz="3000" b="1" dirty="0">
                <a:solidFill>
                  <a:srgbClr val="0070C0"/>
                </a:solidFill>
                <a:latin typeface="+mn-ea"/>
                <a:cs typeface="Times New Roman" pitchFamily="18" charset="0"/>
              </a:rPr>
              <a:t>程序设计语言</a:t>
            </a:r>
            <a:r>
              <a:rPr lang="zh-CN" altLang="en-US" sz="3000" b="1" dirty="0">
                <a:solidFill>
                  <a:schemeClr val="tx1"/>
                </a:solidFill>
                <a:latin typeface="+mn-ea"/>
                <a:cs typeface="Times New Roman" pitchFamily="18" charset="0"/>
              </a:rPr>
              <a:t>的大部分语法构造</a:t>
            </a:r>
          </a:p>
          <a:p>
            <a:pPr eaLnBrk="1" hangingPunct="1">
              <a:defRPr/>
            </a:pPr>
            <a:endParaRPr lang="zh-CN" altLang="en-US" dirty="0">
              <a:cs typeface="Times New Roman" pitchFamily="18" charset="0"/>
            </a:endParaRPr>
          </a:p>
        </p:txBody>
      </p:sp>
      <p:sp>
        <p:nvSpPr>
          <p:cNvPr id="3" name="Rectangle 2">
            <a:extLst>
              <a:ext uri="{FF2B5EF4-FFF2-40B4-BE49-F238E27FC236}">
                <a16:creationId xmlns:a16="http://schemas.microsoft.com/office/drawing/2014/main" id="{95836CFA-6FC2-4861-859C-8D60B3CB1E75}"/>
              </a:ext>
            </a:extLst>
          </p:cNvPr>
          <p:cNvSpPr>
            <a:spLocks noGrp="1" noChangeArrowheads="1"/>
          </p:cNvSpPr>
          <p:nvPr>
            <p:ph type="title"/>
          </p:nvPr>
        </p:nvSpPr>
        <p:spPr>
          <a:xfrm>
            <a:off x="755650" y="268288"/>
            <a:ext cx="7931150" cy="358775"/>
          </a:xfrm>
        </p:spPr>
        <p:txBody>
          <a:bodyPr/>
          <a:lstStyle/>
          <a:p>
            <a:pPr eaLnBrk="1" hangingPunct="1">
              <a:defRPr/>
            </a:pPr>
            <a:r>
              <a:rPr lang="zh-CN" altLang="en-US" sz="3000" spc="300" dirty="0">
                <a:solidFill>
                  <a:schemeClr val="tx1"/>
                </a:solidFill>
                <a:latin typeface="微软雅黑" pitchFamily="34" charset="-122"/>
                <a:ea typeface="微软雅黑" pitchFamily="34" charset="-122"/>
                <a:cs typeface="Times New Roman" pitchFamily="18" charset="0"/>
              </a:rPr>
              <a:t>引言</a:t>
            </a:r>
          </a:p>
        </p:txBody>
      </p:sp>
      <p:sp>
        <p:nvSpPr>
          <p:cNvPr id="4" name="灯片编号占位符 3">
            <a:extLst>
              <a:ext uri="{FF2B5EF4-FFF2-40B4-BE49-F238E27FC236}">
                <a16:creationId xmlns:a16="http://schemas.microsoft.com/office/drawing/2014/main" id="{93379264-582E-468B-A668-B166DA506C7F}"/>
              </a:ext>
            </a:extLst>
          </p:cNvPr>
          <p:cNvSpPr>
            <a:spLocks noGrp="1"/>
          </p:cNvSpPr>
          <p:nvPr>
            <p:ph type="sldNum" sz="quarter" idx="12"/>
          </p:nvPr>
        </p:nvSpPr>
        <p:spPr/>
        <p:txBody>
          <a:bodyPr/>
          <a:lstStyle/>
          <a:p>
            <a:pPr>
              <a:defRPr/>
            </a:pPr>
            <a:fld id="{EA567855-7F13-4FC5-AD61-2B82F6443E16}" type="slidenum">
              <a:rPr lang="zh-CN" altLang="en-US" smtClean="0"/>
              <a:pPr>
                <a:defRPr/>
              </a:pPr>
              <a:t>5</a:t>
            </a:fld>
            <a:endParaRPr lang="en-US" altLang="zh-C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51DAF8BB-C9CF-4F4F-BA89-0B7B426D2D15}"/>
              </a:ext>
            </a:extLst>
          </p:cNvPr>
          <p:cNvSpPr/>
          <p:nvPr/>
        </p:nvSpPr>
        <p:spPr>
          <a:xfrm>
            <a:off x="0" y="0"/>
            <a:ext cx="9144000" cy="15001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2870" tIns="51435" rIns="102870" bIns="51435" anchor="ctr"/>
          <a:lstStyle/>
          <a:p>
            <a:pPr algn="ctr" eaLnBrk="1" fontAlgn="auto" hangingPunct="1">
              <a:spcBef>
                <a:spcPts val="0"/>
              </a:spcBef>
              <a:spcAft>
                <a:spcPts val="0"/>
              </a:spcAft>
              <a:defRPr/>
            </a:pPr>
            <a:endParaRPr lang="zh-CN" altLang="en-US" sz="1600" dirty="0">
              <a:solidFill>
                <a:prstClr val="black">
                  <a:lumMod val="85000"/>
                  <a:lumOff val="15000"/>
                </a:prstClr>
              </a:solidFill>
            </a:endParaRPr>
          </a:p>
        </p:txBody>
      </p:sp>
      <p:sp>
        <p:nvSpPr>
          <p:cNvPr id="44035" name="矩形 7">
            <a:extLst>
              <a:ext uri="{FF2B5EF4-FFF2-40B4-BE49-F238E27FC236}">
                <a16:creationId xmlns:a16="http://schemas.microsoft.com/office/drawing/2014/main" id="{A04CDBFE-70DF-494A-84B9-5A25B87EBEA6}"/>
              </a:ext>
            </a:extLst>
          </p:cNvPr>
          <p:cNvSpPr>
            <a:spLocks noChangeArrowheads="1"/>
          </p:cNvSpPr>
          <p:nvPr/>
        </p:nvSpPr>
        <p:spPr bwMode="auto">
          <a:xfrm>
            <a:off x="4500563" y="1357313"/>
            <a:ext cx="4357687" cy="265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lnSpc>
                <a:spcPts val="4000"/>
              </a:lnSpc>
            </a:pPr>
            <a:r>
              <a:rPr lang="en-US" altLang="zh-CN" sz="2500" b="1">
                <a:solidFill>
                  <a:srgbClr val="2D83F4"/>
                </a:solidFill>
                <a:latin typeface="微软雅黑" panose="020B0503020204020204" pitchFamily="34" charset="-122"/>
                <a:ea typeface="微软雅黑" panose="020B0503020204020204" pitchFamily="34" charset="-122"/>
              </a:rPr>
              <a:t>4.1 </a:t>
            </a:r>
            <a:r>
              <a:rPr lang="zh-CN" altLang="en-US" sz="2500" b="1">
                <a:solidFill>
                  <a:srgbClr val="2D83F4"/>
                </a:solidFill>
                <a:latin typeface="微软雅黑" panose="020B0503020204020204" pitchFamily="34" charset="-122"/>
                <a:ea typeface="微软雅黑" panose="020B0503020204020204" pitchFamily="34" charset="-122"/>
              </a:rPr>
              <a:t>自顶向下的分析</a:t>
            </a:r>
          </a:p>
          <a:p>
            <a:pPr eaLnBrk="1" hangingPunct="1">
              <a:lnSpc>
                <a:spcPts val="4000"/>
              </a:lnSpc>
            </a:pPr>
            <a:r>
              <a:rPr lang="en-US" altLang="zh-CN" sz="2500" b="1">
                <a:solidFill>
                  <a:srgbClr val="2D83F4"/>
                </a:solidFill>
                <a:latin typeface="微软雅黑" panose="020B0503020204020204" pitchFamily="34" charset="-122"/>
                <a:ea typeface="微软雅黑" panose="020B0503020204020204" pitchFamily="34" charset="-122"/>
              </a:rPr>
              <a:t>4.2 </a:t>
            </a:r>
            <a:r>
              <a:rPr lang="zh-CN" altLang="en-US" sz="2500" b="1">
                <a:solidFill>
                  <a:srgbClr val="2D83F4"/>
                </a:solidFill>
                <a:latin typeface="微软雅黑" panose="020B0503020204020204" pitchFamily="34" charset="-122"/>
                <a:ea typeface="微软雅黑" panose="020B0503020204020204" pitchFamily="34" charset="-122"/>
              </a:rPr>
              <a:t>预测分析法</a:t>
            </a:r>
          </a:p>
          <a:p>
            <a:pPr eaLnBrk="1" hangingPunct="1">
              <a:lnSpc>
                <a:spcPts val="4000"/>
              </a:lnSpc>
            </a:pPr>
            <a:r>
              <a:rPr lang="en-US" altLang="zh-CN" sz="2500" b="1">
                <a:solidFill>
                  <a:srgbClr val="2D83F4"/>
                </a:solidFill>
                <a:latin typeface="微软雅黑" panose="020B0503020204020204" pitchFamily="34" charset="-122"/>
                <a:ea typeface="微软雅黑" panose="020B0503020204020204" pitchFamily="34" charset="-122"/>
              </a:rPr>
              <a:t>4.3 </a:t>
            </a:r>
            <a:r>
              <a:rPr lang="zh-CN" altLang="en-US" sz="2500" b="1">
                <a:solidFill>
                  <a:srgbClr val="2D83F4"/>
                </a:solidFill>
                <a:latin typeface="微软雅黑" panose="020B0503020204020204" pitchFamily="34" charset="-122"/>
                <a:ea typeface="微软雅黑" panose="020B0503020204020204" pitchFamily="34" charset="-122"/>
              </a:rPr>
              <a:t>自底向上的分析</a:t>
            </a:r>
          </a:p>
          <a:p>
            <a:pPr eaLnBrk="1" hangingPunct="1">
              <a:lnSpc>
                <a:spcPts val="4000"/>
              </a:lnSpc>
            </a:pPr>
            <a:r>
              <a:rPr lang="en-US" altLang="zh-CN" sz="2500" b="1">
                <a:solidFill>
                  <a:srgbClr val="2D83F4"/>
                </a:solidFill>
                <a:latin typeface="微软雅黑" panose="020B0503020204020204" pitchFamily="34" charset="-122"/>
                <a:ea typeface="微软雅黑" panose="020B0503020204020204" pitchFamily="34" charset="-122"/>
              </a:rPr>
              <a:t>4.4 LR</a:t>
            </a:r>
            <a:r>
              <a:rPr lang="zh-CN" altLang="en-US" sz="2500" b="1">
                <a:solidFill>
                  <a:srgbClr val="2D83F4"/>
                </a:solidFill>
                <a:latin typeface="微软雅黑" panose="020B0503020204020204" pitchFamily="34" charset="-122"/>
                <a:ea typeface="微软雅黑" panose="020B0503020204020204" pitchFamily="34" charset="-122"/>
              </a:rPr>
              <a:t>分析法</a:t>
            </a:r>
          </a:p>
          <a:p>
            <a:pPr eaLnBrk="1" hangingPunct="1">
              <a:lnSpc>
                <a:spcPts val="4000"/>
              </a:lnSpc>
            </a:pPr>
            <a:r>
              <a:rPr lang="en-US" altLang="zh-CN" sz="2500" b="1">
                <a:solidFill>
                  <a:srgbClr val="2D83F4"/>
                </a:solidFill>
                <a:latin typeface="微软雅黑" panose="020B0503020204020204" pitchFamily="34" charset="-122"/>
                <a:ea typeface="微软雅黑" panose="020B0503020204020204" pitchFamily="34" charset="-122"/>
              </a:rPr>
              <a:t>4.5 </a:t>
            </a:r>
            <a:r>
              <a:rPr lang="zh-CN" altLang="en-US" sz="2500" b="1">
                <a:solidFill>
                  <a:srgbClr val="2D83F4"/>
                </a:solidFill>
                <a:latin typeface="微软雅黑" panose="020B0503020204020204" pitchFamily="34" charset="-122"/>
                <a:ea typeface="微软雅黑" panose="020B0503020204020204" pitchFamily="34" charset="-122"/>
              </a:rPr>
              <a:t>语法分析器自动生成工具</a:t>
            </a:r>
          </a:p>
        </p:txBody>
      </p:sp>
      <p:pic>
        <p:nvPicPr>
          <p:cNvPr id="44036" name="Picture 7" descr="E:\工大编译\ppt\制作\0330e9c554c768200000158fc50d53d.jpg">
            <a:extLst>
              <a:ext uri="{FF2B5EF4-FFF2-40B4-BE49-F238E27FC236}">
                <a16:creationId xmlns:a16="http://schemas.microsoft.com/office/drawing/2014/main" id="{A772CF54-1473-4628-8B28-47FE5F6A36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5538" r="21837"/>
          <a:stretch>
            <a:fillRect/>
          </a:stretch>
        </p:blipFill>
        <p:spPr bwMode="auto">
          <a:xfrm>
            <a:off x="-6350" y="0"/>
            <a:ext cx="4295775"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矩形 15">
            <a:extLst>
              <a:ext uri="{FF2B5EF4-FFF2-40B4-BE49-F238E27FC236}">
                <a16:creationId xmlns:a16="http://schemas.microsoft.com/office/drawing/2014/main" id="{4581A17A-89FD-4D2E-9B3C-590843E6BF2D}"/>
              </a:ext>
            </a:extLst>
          </p:cNvPr>
          <p:cNvSpPr/>
          <p:nvPr/>
        </p:nvSpPr>
        <p:spPr>
          <a:xfrm>
            <a:off x="4143375" y="357188"/>
            <a:ext cx="2949575" cy="785812"/>
          </a:xfrm>
          <a:prstGeom prst="rect">
            <a:avLst/>
          </a:prstGeom>
          <a:solidFill>
            <a:schemeClr val="accent2">
              <a:lumMod val="60000"/>
              <a:lumOff val="40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02870" tIns="51435" rIns="102870" bIns="51435" anchor="ctr"/>
          <a:lstStyle/>
          <a:p>
            <a:pPr algn="ctr" eaLnBrk="1" fontAlgn="auto" hangingPunct="1">
              <a:spcBef>
                <a:spcPts val="0"/>
              </a:spcBef>
              <a:spcAft>
                <a:spcPts val="0"/>
              </a:spcAft>
              <a:defRPr/>
            </a:pPr>
            <a:r>
              <a:rPr lang="zh-CN" altLang="en-US" sz="4000" b="1" spc="600" dirty="0">
                <a:solidFill>
                  <a:prstClr val="white"/>
                </a:solidFill>
                <a:latin typeface="微软雅黑" pitchFamily="34" charset="-122"/>
                <a:ea typeface="微软雅黑" pitchFamily="34" charset="-122"/>
              </a:rPr>
              <a:t>本章内容</a:t>
            </a:r>
            <a:endParaRPr lang="zh-CN" altLang="en-US" sz="1600" dirty="0">
              <a:solidFill>
                <a:prstClr val="black">
                  <a:lumMod val="85000"/>
                  <a:lumOff val="15000"/>
                </a:prstClr>
              </a:solidFill>
            </a:endParaRPr>
          </a:p>
        </p:txBody>
      </p:sp>
      <p:sp>
        <p:nvSpPr>
          <p:cNvPr id="3" name="灯片编号占位符 2">
            <a:extLst>
              <a:ext uri="{FF2B5EF4-FFF2-40B4-BE49-F238E27FC236}">
                <a16:creationId xmlns:a16="http://schemas.microsoft.com/office/drawing/2014/main" id="{4AC2939C-3C23-40C0-B138-712DC95E74C1}"/>
              </a:ext>
            </a:extLst>
          </p:cNvPr>
          <p:cNvSpPr>
            <a:spLocks noGrp="1"/>
          </p:cNvSpPr>
          <p:nvPr>
            <p:ph type="sldNum" sz="quarter" idx="12"/>
          </p:nvPr>
        </p:nvSpPr>
        <p:spPr/>
        <p:txBody>
          <a:bodyPr/>
          <a:lstStyle/>
          <a:p>
            <a:pPr>
              <a:defRPr/>
            </a:pPr>
            <a:fld id="{D2E128FE-65D9-4D08-BF45-51F2C7EE4F92}" type="slidenum">
              <a:rPr lang="zh-CN" altLang="en-US" smtClean="0"/>
              <a:pPr>
                <a:defRPr/>
              </a:pPr>
              <a:t>6</a:t>
            </a:fld>
            <a:endParaRPr lang="en-US" altLang="zh-C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a:extLst>
              <a:ext uri="{FF2B5EF4-FFF2-40B4-BE49-F238E27FC236}">
                <a16:creationId xmlns:a16="http://schemas.microsoft.com/office/drawing/2014/main" id="{46599EA9-17E9-4F0A-AA1C-315CAA8730E8}"/>
              </a:ext>
            </a:extLst>
          </p:cNvPr>
          <p:cNvSpPr>
            <a:spLocks noGrp="1" noChangeArrowheads="1"/>
          </p:cNvSpPr>
          <p:nvPr>
            <p:ph idx="1"/>
          </p:nvPr>
        </p:nvSpPr>
        <p:spPr>
          <a:xfrm>
            <a:off x="417513" y="714375"/>
            <a:ext cx="8402637" cy="4298950"/>
          </a:xfrm>
        </p:spPr>
        <p:txBody>
          <a:bodyPr/>
          <a:lstStyle/>
          <a:p>
            <a:pPr marL="342900" lvl="2" indent="-342900" eaLnBrk="1" hangingPunct="1">
              <a:buClrTx/>
              <a:buFont typeface="Wingdings" pitchFamily="2" charset="2"/>
              <a:buChar char="Ø"/>
              <a:defRPr/>
            </a:pPr>
            <a:r>
              <a:rPr lang="zh-CN" altLang="en-US" sz="2200" b="1" dirty="0">
                <a:solidFill>
                  <a:schemeClr val="tx1"/>
                </a:solidFill>
                <a:latin typeface="+mn-ea"/>
                <a:cs typeface="Times New Roman" pitchFamily="18" charset="0"/>
              </a:rPr>
              <a:t>从分析树的顶部（根节点）向底部（叶节点）方向构造分析树</a:t>
            </a:r>
            <a:endParaRPr lang="en-US" altLang="zh-CN" sz="2200" b="1" dirty="0">
              <a:solidFill>
                <a:schemeClr val="tx1"/>
              </a:solidFill>
              <a:latin typeface="+mn-ea"/>
              <a:cs typeface="Times New Roman" pitchFamily="18" charset="0"/>
            </a:endParaRPr>
          </a:p>
          <a:p>
            <a:pPr marL="342900" lvl="2" indent="-342900" eaLnBrk="1" hangingPunct="1">
              <a:buClrTx/>
              <a:buFont typeface="Wingdings" pitchFamily="2" charset="2"/>
              <a:buChar char="Ø"/>
              <a:defRPr/>
            </a:pPr>
            <a:r>
              <a:rPr lang="zh-CN" altLang="en-US" sz="2200" b="1" dirty="0">
                <a:solidFill>
                  <a:schemeClr val="tx1"/>
                </a:solidFill>
                <a:latin typeface="+mn-ea"/>
                <a:cs typeface="Times New Roman" pitchFamily="18" charset="0"/>
              </a:rPr>
              <a:t>可以看成是从文法开始符号</a:t>
            </a:r>
            <a:r>
              <a:rPr lang="en-US" altLang="zh-CN" sz="2200" b="1" i="1" dirty="0">
                <a:solidFill>
                  <a:schemeClr val="tx1"/>
                </a:solidFill>
                <a:cs typeface="Times New Roman" pitchFamily="18" charset="0"/>
              </a:rPr>
              <a:t>S</a:t>
            </a:r>
            <a:r>
              <a:rPr lang="zh-CN" altLang="en-US" sz="2200" b="1" dirty="0">
                <a:solidFill>
                  <a:schemeClr val="tx2">
                    <a:lumMod val="60000"/>
                    <a:lumOff val="40000"/>
                  </a:schemeClr>
                </a:solidFill>
                <a:latin typeface="+mn-ea"/>
                <a:cs typeface="Times New Roman" pitchFamily="18" charset="0"/>
              </a:rPr>
              <a:t>推导</a:t>
            </a:r>
            <a:r>
              <a:rPr lang="zh-CN" altLang="en-US" sz="2200" b="1" dirty="0">
                <a:solidFill>
                  <a:schemeClr val="tx1"/>
                </a:solidFill>
                <a:latin typeface="+mn-ea"/>
                <a:cs typeface="Times New Roman" pitchFamily="18" charset="0"/>
              </a:rPr>
              <a:t>出词串</a:t>
            </a:r>
            <a:r>
              <a:rPr lang="en-US" altLang="zh-CN" sz="2200" b="1" i="1" dirty="0">
                <a:solidFill>
                  <a:schemeClr val="tx1"/>
                </a:solidFill>
                <a:cs typeface="Times New Roman" pitchFamily="18" charset="0"/>
              </a:rPr>
              <a:t>w</a:t>
            </a:r>
            <a:r>
              <a:rPr lang="zh-CN" altLang="en-US" sz="2200" b="1" dirty="0">
                <a:solidFill>
                  <a:schemeClr val="tx1"/>
                </a:solidFill>
                <a:latin typeface="+mn-ea"/>
                <a:cs typeface="Times New Roman" pitchFamily="18" charset="0"/>
              </a:rPr>
              <a:t>的过程</a:t>
            </a:r>
          </a:p>
          <a:p>
            <a:pPr marL="800100" lvl="3" indent="-342900" eaLnBrk="1" hangingPunct="1">
              <a:lnSpc>
                <a:spcPts val="3000"/>
              </a:lnSpc>
              <a:buClrTx/>
              <a:buFont typeface="Wingdings" pitchFamily="2" charset="2"/>
              <a:buChar char="Ø"/>
              <a:defRPr/>
            </a:pPr>
            <a:r>
              <a:rPr lang="zh-CN" altLang="en-US" sz="2200" b="1" dirty="0">
                <a:solidFill>
                  <a:schemeClr val="tx1"/>
                </a:solidFill>
                <a:latin typeface="+mn-ea"/>
                <a:cs typeface="Times New Roman" pitchFamily="18" charset="0"/>
              </a:rPr>
              <a:t>例</a:t>
            </a:r>
            <a:endParaRPr lang="en-US" altLang="zh-CN" sz="2200" b="1" dirty="0">
              <a:solidFill>
                <a:schemeClr val="tx1"/>
              </a:solidFill>
              <a:latin typeface="+mn-ea"/>
              <a:cs typeface="Times New Roman" pitchFamily="18" charset="0"/>
            </a:endParaRPr>
          </a:p>
          <a:p>
            <a:pPr marL="800100" lvl="3" indent="-342900" eaLnBrk="1" hangingPunct="1">
              <a:lnSpc>
                <a:spcPts val="3000"/>
              </a:lnSpc>
              <a:buClrTx/>
              <a:buSzPct val="60000"/>
              <a:buFont typeface="Wingdings" pitchFamily="2" charset="2"/>
              <a:buChar char="Ø"/>
              <a:defRPr/>
            </a:pPr>
            <a:endParaRPr lang="en-US" altLang="zh-CN" sz="2200" b="1" dirty="0">
              <a:solidFill>
                <a:schemeClr val="tx1"/>
              </a:solidFill>
              <a:latin typeface="+mn-ea"/>
              <a:cs typeface="Times New Roman" pitchFamily="18" charset="0"/>
            </a:endParaRPr>
          </a:p>
          <a:p>
            <a:pPr eaLnBrk="1" hangingPunct="1">
              <a:lnSpc>
                <a:spcPts val="3000"/>
              </a:lnSpc>
              <a:buFont typeface="Symbol" panose="05050102010706020507" pitchFamily="18" charset="2"/>
              <a:buNone/>
              <a:defRPr/>
            </a:pPr>
            <a:endParaRPr lang="en-US" altLang="zh-CN" sz="2200" b="1" dirty="0">
              <a:solidFill>
                <a:schemeClr val="tx1"/>
              </a:solidFill>
              <a:latin typeface="+mn-ea"/>
              <a:cs typeface="Times New Roman" pitchFamily="18" charset="0"/>
            </a:endParaRPr>
          </a:p>
          <a:p>
            <a:pPr eaLnBrk="1" hangingPunct="1">
              <a:lnSpc>
                <a:spcPts val="3000"/>
              </a:lnSpc>
              <a:buFont typeface="Symbol" panose="05050102010706020507" pitchFamily="18" charset="2"/>
              <a:buNone/>
              <a:defRPr/>
            </a:pPr>
            <a:endParaRPr lang="en-US" altLang="zh-CN" sz="2200" b="1" dirty="0">
              <a:solidFill>
                <a:schemeClr val="tx1"/>
              </a:solidFill>
              <a:latin typeface="+mn-ea"/>
              <a:cs typeface="Times New Roman" pitchFamily="18" charset="0"/>
            </a:endParaRPr>
          </a:p>
          <a:p>
            <a:pPr marL="0" indent="0" eaLnBrk="1" hangingPunct="1">
              <a:lnSpc>
                <a:spcPts val="3000"/>
              </a:lnSpc>
              <a:buFont typeface="Wingdings" pitchFamily="2" charset="2"/>
              <a:buNone/>
              <a:defRPr/>
            </a:pPr>
            <a:endParaRPr lang="en-US" altLang="zh-CN" sz="2200" b="1" dirty="0">
              <a:solidFill>
                <a:schemeClr val="tx1"/>
              </a:solidFill>
              <a:latin typeface="+mn-ea"/>
              <a:cs typeface="Times New Roman" pitchFamily="18" charset="0"/>
            </a:endParaRPr>
          </a:p>
          <a:p>
            <a:pPr eaLnBrk="1" hangingPunct="1">
              <a:lnSpc>
                <a:spcPts val="3000"/>
              </a:lnSpc>
              <a:buClrTx/>
              <a:buFont typeface="Wingdings" pitchFamily="2" charset="2"/>
              <a:buChar char="Ø"/>
              <a:defRPr/>
            </a:pPr>
            <a:r>
              <a:rPr lang="zh-CN" altLang="en-US" sz="2200" b="1" dirty="0">
                <a:solidFill>
                  <a:schemeClr val="tx1"/>
                </a:solidFill>
                <a:latin typeface="+mn-ea"/>
                <a:cs typeface="Times New Roman" pitchFamily="18" charset="0"/>
              </a:rPr>
              <a:t>推导的每一步，都需要做</a:t>
            </a:r>
            <a:r>
              <a:rPr lang="zh-CN" altLang="en-US" sz="2200" b="1" dirty="0">
                <a:solidFill>
                  <a:schemeClr val="tx2">
                    <a:lumMod val="60000"/>
                    <a:lumOff val="40000"/>
                  </a:schemeClr>
                </a:solidFill>
                <a:latin typeface="+mn-ea"/>
                <a:cs typeface="Times New Roman" pitchFamily="18" charset="0"/>
              </a:rPr>
              <a:t>两个选择</a:t>
            </a:r>
          </a:p>
          <a:p>
            <a:pPr lvl="1" eaLnBrk="1" hangingPunct="1">
              <a:buClrTx/>
              <a:buFont typeface="Wingdings" pitchFamily="2" charset="2"/>
              <a:buChar char="Ø"/>
              <a:defRPr/>
            </a:pPr>
            <a:r>
              <a:rPr lang="zh-CN" altLang="en-US" b="1" dirty="0">
                <a:solidFill>
                  <a:schemeClr val="tx1"/>
                </a:solidFill>
                <a:latin typeface="+mn-ea"/>
                <a:cs typeface="Times New Roman" pitchFamily="18" charset="0"/>
              </a:rPr>
              <a:t>替换当前句型中的</a:t>
            </a:r>
            <a:r>
              <a:rPr lang="zh-CN" altLang="en-US" b="1" dirty="0">
                <a:solidFill>
                  <a:schemeClr val="tx2">
                    <a:lumMod val="60000"/>
                    <a:lumOff val="40000"/>
                  </a:schemeClr>
                </a:solidFill>
                <a:latin typeface="+mn-ea"/>
                <a:cs typeface="Times New Roman" pitchFamily="18" charset="0"/>
              </a:rPr>
              <a:t>哪个非终结符</a:t>
            </a:r>
            <a:endParaRPr lang="en-US" altLang="zh-CN" b="1" dirty="0">
              <a:solidFill>
                <a:schemeClr val="tx2">
                  <a:lumMod val="60000"/>
                  <a:lumOff val="40000"/>
                </a:schemeClr>
              </a:solidFill>
              <a:latin typeface="+mn-ea"/>
              <a:cs typeface="Times New Roman" pitchFamily="18" charset="0"/>
            </a:endParaRPr>
          </a:p>
          <a:p>
            <a:pPr lvl="1" eaLnBrk="1" hangingPunct="1">
              <a:buClrTx/>
              <a:buFont typeface="Wingdings" pitchFamily="2" charset="2"/>
              <a:buChar char="Ø"/>
              <a:defRPr/>
            </a:pPr>
            <a:r>
              <a:rPr lang="zh-CN" altLang="en-US" b="1" dirty="0">
                <a:solidFill>
                  <a:schemeClr val="tx1"/>
                </a:solidFill>
                <a:latin typeface="+mn-ea"/>
                <a:cs typeface="Times New Roman" pitchFamily="18" charset="0"/>
              </a:rPr>
              <a:t>用该非终结符的</a:t>
            </a:r>
            <a:r>
              <a:rPr lang="zh-CN" altLang="en-US" b="1" dirty="0">
                <a:solidFill>
                  <a:schemeClr val="tx2">
                    <a:lumMod val="60000"/>
                    <a:lumOff val="40000"/>
                  </a:schemeClr>
                </a:solidFill>
                <a:latin typeface="+mn-ea"/>
                <a:cs typeface="Times New Roman" pitchFamily="18" charset="0"/>
              </a:rPr>
              <a:t>哪个候选式</a:t>
            </a:r>
            <a:r>
              <a:rPr lang="zh-CN" altLang="en-US" b="1" dirty="0">
                <a:solidFill>
                  <a:schemeClr val="tx1"/>
                </a:solidFill>
                <a:latin typeface="+mn-ea"/>
                <a:cs typeface="Times New Roman" pitchFamily="18" charset="0"/>
              </a:rPr>
              <a:t>进行替换</a:t>
            </a:r>
            <a:endParaRPr lang="en-US" altLang="zh-CN" b="1" dirty="0">
              <a:solidFill>
                <a:schemeClr val="tx1"/>
              </a:solidFill>
              <a:latin typeface="+mn-ea"/>
              <a:cs typeface="Times New Roman" pitchFamily="18" charset="0"/>
            </a:endParaRPr>
          </a:p>
        </p:txBody>
      </p:sp>
      <p:sp>
        <p:nvSpPr>
          <p:cNvPr id="22531" name="Rectangle 2">
            <a:extLst>
              <a:ext uri="{FF2B5EF4-FFF2-40B4-BE49-F238E27FC236}">
                <a16:creationId xmlns:a16="http://schemas.microsoft.com/office/drawing/2014/main" id="{67626BC2-1896-443D-8F89-B8AEC43F2132}"/>
              </a:ext>
            </a:extLst>
          </p:cNvPr>
          <p:cNvSpPr>
            <a:spLocks noGrp="1" noChangeArrowheads="1"/>
          </p:cNvSpPr>
          <p:nvPr>
            <p:ph type="title"/>
          </p:nvPr>
        </p:nvSpPr>
        <p:spPr>
          <a:xfrm>
            <a:off x="755650" y="268288"/>
            <a:ext cx="7931150" cy="358775"/>
          </a:xfrm>
        </p:spPr>
        <p:txBody>
          <a:bodyPr/>
          <a:lstStyle/>
          <a:p>
            <a:pPr eaLnBrk="1" hangingPunct="1">
              <a:defRPr/>
            </a:pPr>
            <a:r>
              <a:rPr lang="en-US" altLang="zh-CN" sz="3000" spc="300" dirty="0">
                <a:solidFill>
                  <a:schemeClr val="tx1"/>
                </a:solidFill>
                <a:latin typeface="微软雅黑" pitchFamily="34" charset="-122"/>
                <a:ea typeface="微软雅黑" pitchFamily="34" charset="-122"/>
                <a:cs typeface="Times New Roman" pitchFamily="18" charset="0"/>
              </a:rPr>
              <a:t>4.1 </a:t>
            </a:r>
            <a:r>
              <a:rPr lang="zh-CN" altLang="en-US" sz="3000" spc="300" dirty="0">
                <a:solidFill>
                  <a:schemeClr val="tx1"/>
                </a:solidFill>
                <a:latin typeface="微软雅黑" pitchFamily="34" charset="-122"/>
                <a:ea typeface="微软雅黑" pitchFamily="34" charset="-122"/>
                <a:cs typeface="Times New Roman" pitchFamily="18" charset="0"/>
              </a:rPr>
              <a:t>自顶向下的分析</a:t>
            </a:r>
            <a:r>
              <a:rPr lang="en-US" altLang="zh-CN" sz="2500" dirty="0">
                <a:solidFill>
                  <a:schemeClr val="tx1"/>
                </a:solidFill>
                <a:ea typeface="微软雅黑" pitchFamily="34" charset="-122"/>
                <a:cs typeface="Times New Roman" pitchFamily="18" charset="0"/>
              </a:rPr>
              <a:t>(</a:t>
            </a:r>
            <a:r>
              <a:rPr lang="en-US" altLang="zh-CN" sz="2500" i="1" dirty="0">
                <a:solidFill>
                  <a:schemeClr val="tx1"/>
                </a:solidFill>
                <a:ea typeface="微软雅黑" pitchFamily="34" charset="-122"/>
                <a:cs typeface="Times New Roman" pitchFamily="18" charset="0"/>
              </a:rPr>
              <a:t>Top-Down Parsing</a:t>
            </a:r>
            <a:r>
              <a:rPr lang="en-US" altLang="zh-CN" sz="2500" dirty="0">
                <a:solidFill>
                  <a:schemeClr val="tx1"/>
                </a:solidFill>
                <a:ea typeface="微软雅黑" pitchFamily="34" charset="-122"/>
                <a:cs typeface="Times New Roman" pitchFamily="18" charset="0"/>
              </a:rPr>
              <a:t>)</a:t>
            </a:r>
            <a:endParaRPr lang="zh-CN" altLang="en-US" sz="2500" dirty="0">
              <a:solidFill>
                <a:schemeClr val="tx1"/>
              </a:solidFill>
              <a:ea typeface="微软雅黑" pitchFamily="34" charset="-122"/>
              <a:cs typeface="Times New Roman" pitchFamily="18" charset="0"/>
            </a:endParaRPr>
          </a:p>
        </p:txBody>
      </p:sp>
      <p:sp>
        <p:nvSpPr>
          <p:cNvPr id="5" name="矩形 4">
            <a:extLst>
              <a:ext uri="{FF2B5EF4-FFF2-40B4-BE49-F238E27FC236}">
                <a16:creationId xmlns:a16="http://schemas.microsoft.com/office/drawing/2014/main" id="{8B57A70D-9E38-4687-8B47-BF1472AC5F4E}"/>
              </a:ext>
            </a:extLst>
          </p:cNvPr>
          <p:cNvSpPr/>
          <p:nvPr/>
        </p:nvSpPr>
        <p:spPr>
          <a:xfrm>
            <a:off x="1691680" y="3148013"/>
            <a:ext cx="1411288" cy="596900"/>
          </a:xfrm>
          <a:prstGeom prst="rect">
            <a:avLst/>
          </a:prstGeom>
          <a:solidFill>
            <a:schemeClr val="accent2">
              <a:lumMod val="40000"/>
              <a:lumOff val="60000"/>
            </a:schemeClr>
          </a:solidFill>
          <a:ln w="12700">
            <a:solidFill>
              <a:schemeClr val="tx2"/>
            </a:solidFill>
          </a:ln>
        </p:spPr>
        <p:txBody>
          <a:bodyPr>
            <a:spAutoFit/>
          </a:bodyPr>
          <a:lstStyle>
            <a:lvl1pPr marL="342900" indent="-342900">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rgbClr val="3333CC"/>
              </a:buClr>
              <a:buSzPct val="60000"/>
              <a:defRPr/>
            </a:pPr>
            <a:r>
              <a:rPr lang="zh-CN" altLang="en-US" sz="1600" b="1">
                <a:latin typeface="楷体" panose="02010609060101010101" pitchFamily="49" charset="-122"/>
                <a:ea typeface="楷体" panose="02010609060101010101" pitchFamily="49" charset="-122"/>
                <a:cs typeface="Times New Roman" panose="02020603050405020304" pitchFamily="18" charset="0"/>
              </a:rPr>
              <a:t>输入</a:t>
            </a:r>
            <a:endParaRPr lang="en-US" altLang="zh-CN" sz="1600" b="1">
              <a:latin typeface="楷体" panose="02010609060101010101" pitchFamily="49" charset="-122"/>
              <a:ea typeface="楷体" panose="02010609060101010101" pitchFamily="49" charset="-122"/>
              <a:cs typeface="Times New Roman" panose="02020603050405020304" pitchFamily="18" charset="0"/>
            </a:endParaRPr>
          </a:p>
          <a:p>
            <a:pPr eaLnBrk="1" hangingPunct="1">
              <a:spcBef>
                <a:spcPct val="20000"/>
              </a:spcBef>
              <a:buClr>
                <a:srgbClr val="3333CC"/>
              </a:buClr>
              <a:buSzPct val="60000"/>
              <a:defRPr/>
            </a:pPr>
            <a:r>
              <a:rPr lang="en-US" altLang="zh-CN" sz="1400" b="1">
                <a:latin typeface="Times New Roman" panose="02020603050405020304" pitchFamily="18" charset="0"/>
                <a:ea typeface="楷体_GB2312"/>
                <a:cs typeface="Times New Roman" panose="02020603050405020304" pitchFamily="18" charset="0"/>
              </a:rPr>
              <a:t>id</a:t>
            </a:r>
            <a:r>
              <a:rPr lang="en-US" altLang="zh-CN" sz="1400">
                <a:latin typeface="Times New Roman" panose="02020603050405020304" pitchFamily="18" charset="0"/>
                <a:ea typeface="楷体_GB2312"/>
                <a:cs typeface="Times New Roman" panose="02020603050405020304" pitchFamily="18" charset="0"/>
              </a:rPr>
              <a:t> </a:t>
            </a:r>
            <a:r>
              <a:rPr lang="en-US" altLang="zh-CN" sz="1400" b="1">
                <a:latin typeface="Times New Roman" panose="02020603050405020304" pitchFamily="18" charset="0"/>
                <a:ea typeface="楷体_GB2312"/>
                <a:cs typeface="Times New Roman" panose="02020603050405020304" pitchFamily="18" charset="0"/>
              </a:rPr>
              <a:t>+ ( id +  id )</a:t>
            </a:r>
            <a:endParaRPr lang="zh-CN" altLang="en-US" sz="1100" b="1"/>
          </a:p>
        </p:txBody>
      </p:sp>
      <p:sp>
        <p:nvSpPr>
          <p:cNvPr id="6" name="Rectangle 6">
            <a:extLst>
              <a:ext uri="{FF2B5EF4-FFF2-40B4-BE49-F238E27FC236}">
                <a16:creationId xmlns:a16="http://schemas.microsoft.com/office/drawing/2014/main" id="{6AF8DE3C-B102-4AD2-8824-34DE388E0087}"/>
              </a:ext>
            </a:extLst>
          </p:cNvPr>
          <p:cNvSpPr>
            <a:spLocks noChangeArrowheads="1"/>
          </p:cNvSpPr>
          <p:nvPr/>
        </p:nvSpPr>
        <p:spPr bwMode="auto">
          <a:xfrm>
            <a:off x="5630268" y="1671638"/>
            <a:ext cx="2649537" cy="2087562"/>
          </a:xfrm>
          <a:prstGeom prst="rect">
            <a:avLst/>
          </a:prstGeom>
          <a:solidFill>
            <a:schemeClr val="accent2">
              <a:lumMod val="40000"/>
              <a:lumOff val="60000"/>
            </a:schemeClr>
          </a:solidFill>
          <a:ln w="12700">
            <a:solidFill>
              <a:schemeClr val="tx1"/>
            </a:solidFill>
            <a:miter lim="800000"/>
            <a:headEnd/>
            <a:tailEnd/>
          </a:ln>
        </p:spPr>
        <p:txBody>
          <a:bodyPr/>
          <a:lstStyle/>
          <a:p>
            <a:pPr marL="342900" lvl="1" indent="-342900">
              <a:lnSpc>
                <a:spcPct val="80000"/>
              </a:lnSpc>
              <a:spcBef>
                <a:spcPct val="20000"/>
              </a:spcBef>
              <a:buClr>
                <a:schemeClr val="folHlink"/>
              </a:buClr>
              <a:buSzPct val="60000"/>
              <a:defRPr/>
            </a:pPr>
            <a:endParaRPr lang="en-US" altLang="zh-CN" sz="800" b="1" dirty="0">
              <a:latin typeface="楷体" pitchFamily="49" charset="-122"/>
              <a:ea typeface="楷体" pitchFamily="49" charset="-122"/>
            </a:endParaRPr>
          </a:p>
          <a:p>
            <a:pPr marL="342900" lvl="1" indent="-342900">
              <a:lnSpc>
                <a:spcPct val="80000"/>
              </a:lnSpc>
              <a:spcBef>
                <a:spcPct val="20000"/>
              </a:spcBef>
              <a:buClr>
                <a:schemeClr val="folHlink"/>
              </a:buClr>
              <a:buSzPct val="60000"/>
              <a:defRPr/>
            </a:pPr>
            <a:r>
              <a:rPr kumimoji="1" lang="en-US" altLang="zh-CN" sz="1600" b="1" dirty="0">
                <a:latin typeface="Times New Roman" pitchFamily="18" charset="0"/>
                <a:cs typeface="Times New Roman" pitchFamily="18" charset="0"/>
                <a:sym typeface="Symbol" pitchFamily="18" charset="2"/>
              </a:rPr>
              <a:t>		</a:t>
            </a:r>
            <a:r>
              <a:rPr kumimoji="1" lang="en-US" altLang="zh-CN" sz="1600" b="1" dirty="0">
                <a:latin typeface="Times New Roman" pitchFamily="18" charset="0"/>
                <a:cs typeface="Times New Roman" pitchFamily="18" charset="0"/>
              </a:rPr>
              <a:t> </a:t>
            </a:r>
            <a:r>
              <a:rPr kumimoji="1" lang="en-US" altLang="zh-CN" sz="1600" b="1" i="1" dirty="0">
                <a:latin typeface="Times New Roman" pitchFamily="18" charset="0"/>
                <a:cs typeface="Times New Roman" pitchFamily="18" charset="0"/>
              </a:rPr>
              <a:t>E </a:t>
            </a:r>
            <a:r>
              <a:rPr kumimoji="1" lang="en-US" altLang="zh-CN" sz="1600" b="1" dirty="0">
                <a:latin typeface="Times New Roman" pitchFamily="18" charset="0"/>
                <a:cs typeface="Times New Roman" pitchFamily="18" charset="0"/>
              </a:rPr>
              <a:t>+ </a:t>
            </a:r>
            <a:r>
              <a:rPr kumimoji="1" lang="en-US" altLang="zh-CN" sz="1600" b="1" i="1" dirty="0">
                <a:latin typeface="Times New Roman" pitchFamily="18" charset="0"/>
                <a:cs typeface="Times New Roman" pitchFamily="18" charset="0"/>
              </a:rPr>
              <a:t>E</a:t>
            </a:r>
            <a:r>
              <a:rPr kumimoji="1" lang="en-US" altLang="zh-CN" sz="1600" b="1" dirty="0">
                <a:latin typeface="Times New Roman" pitchFamily="18" charset="0"/>
                <a:cs typeface="Times New Roman" pitchFamily="18" charset="0"/>
              </a:rPr>
              <a:t> </a:t>
            </a:r>
          </a:p>
          <a:p>
            <a:pPr marL="190500" lvl="1">
              <a:spcBef>
                <a:spcPct val="20000"/>
              </a:spcBef>
              <a:buClr>
                <a:srgbClr val="3333CC"/>
              </a:buClr>
              <a:buSzPct val="75000"/>
              <a:defRPr/>
            </a:pPr>
            <a:r>
              <a:rPr kumimoji="1" lang="en-US" altLang="zh-CN" sz="1600" b="1" dirty="0">
                <a:latin typeface="Times New Roman" pitchFamily="18" charset="0"/>
                <a:cs typeface="Times New Roman" pitchFamily="18" charset="0"/>
                <a:sym typeface="Symbol" pitchFamily="18" charset="2"/>
              </a:rPr>
              <a:t>	</a:t>
            </a:r>
            <a:r>
              <a:rPr kumimoji="1" lang="en-US" altLang="zh-CN" sz="1600" b="1" dirty="0">
                <a:latin typeface="Times New Roman" pitchFamily="18" charset="0"/>
                <a:cs typeface="Times New Roman" pitchFamily="18" charset="0"/>
              </a:rPr>
              <a:t> </a:t>
            </a:r>
            <a:r>
              <a:rPr kumimoji="1" lang="en-US" altLang="zh-CN" sz="1600" b="1" i="1" dirty="0">
                <a:latin typeface="Times New Roman" pitchFamily="18" charset="0"/>
                <a:cs typeface="Times New Roman" pitchFamily="18" charset="0"/>
              </a:rPr>
              <a:t>E </a:t>
            </a:r>
            <a:r>
              <a:rPr kumimoji="1" lang="en-US" altLang="zh-CN" sz="1600" b="1" dirty="0">
                <a:latin typeface="Times New Roman" pitchFamily="18" charset="0"/>
                <a:cs typeface="Times New Roman" pitchFamily="18" charset="0"/>
              </a:rPr>
              <a:t>+ ( </a:t>
            </a:r>
            <a:r>
              <a:rPr kumimoji="1" lang="en-US" altLang="zh-CN" sz="1600" b="1" i="1" dirty="0">
                <a:latin typeface="Times New Roman" pitchFamily="18" charset="0"/>
                <a:cs typeface="Times New Roman" pitchFamily="18" charset="0"/>
              </a:rPr>
              <a:t>E </a:t>
            </a:r>
            <a:r>
              <a:rPr kumimoji="1" lang="en-US" altLang="zh-CN" sz="1600" b="1" dirty="0">
                <a:latin typeface="Times New Roman" pitchFamily="18" charset="0"/>
                <a:cs typeface="Times New Roman" pitchFamily="18" charset="0"/>
              </a:rPr>
              <a:t>) </a:t>
            </a:r>
          </a:p>
          <a:p>
            <a:pPr marL="190500" lvl="1">
              <a:spcBef>
                <a:spcPct val="20000"/>
              </a:spcBef>
              <a:buClr>
                <a:srgbClr val="3333CC"/>
              </a:buClr>
              <a:buSzPct val="75000"/>
              <a:defRPr/>
            </a:pPr>
            <a:r>
              <a:rPr kumimoji="1" lang="en-US" altLang="zh-CN" sz="1600" b="1" dirty="0">
                <a:latin typeface="Times New Roman" pitchFamily="18" charset="0"/>
                <a:cs typeface="Times New Roman" pitchFamily="18" charset="0"/>
                <a:sym typeface="Symbol" pitchFamily="18" charset="2"/>
              </a:rPr>
              <a:t>   	</a:t>
            </a:r>
            <a:r>
              <a:rPr kumimoji="1" lang="en-US" altLang="zh-CN" sz="1600" b="1" dirty="0">
                <a:latin typeface="Times New Roman" pitchFamily="18" charset="0"/>
                <a:cs typeface="Times New Roman" pitchFamily="18" charset="0"/>
              </a:rPr>
              <a:t> </a:t>
            </a:r>
            <a:r>
              <a:rPr kumimoji="1" lang="en-US" altLang="zh-CN" sz="1600" b="1" i="1" dirty="0">
                <a:latin typeface="Times New Roman" pitchFamily="18" charset="0"/>
                <a:cs typeface="Times New Roman" pitchFamily="18" charset="0"/>
              </a:rPr>
              <a:t>E </a:t>
            </a:r>
            <a:r>
              <a:rPr kumimoji="1" lang="en-US" altLang="zh-CN" sz="1600" b="1" dirty="0">
                <a:latin typeface="Times New Roman" pitchFamily="18" charset="0"/>
                <a:cs typeface="Times New Roman" pitchFamily="18" charset="0"/>
              </a:rPr>
              <a:t>+ ( </a:t>
            </a:r>
            <a:r>
              <a:rPr kumimoji="1" lang="en-US" altLang="zh-CN" sz="1600" b="1" i="1" dirty="0">
                <a:latin typeface="Times New Roman" pitchFamily="18" charset="0"/>
                <a:cs typeface="Times New Roman" pitchFamily="18" charset="0"/>
              </a:rPr>
              <a:t>E </a:t>
            </a:r>
            <a:r>
              <a:rPr kumimoji="1" lang="en-US" altLang="zh-CN" sz="1600" b="1" dirty="0">
                <a:latin typeface="Times New Roman" pitchFamily="18" charset="0"/>
                <a:cs typeface="Times New Roman" pitchFamily="18" charset="0"/>
              </a:rPr>
              <a:t>+ </a:t>
            </a:r>
            <a:r>
              <a:rPr kumimoji="1" lang="en-US" altLang="zh-CN" sz="1600" b="1" i="1" dirty="0">
                <a:latin typeface="Times New Roman" pitchFamily="18" charset="0"/>
                <a:cs typeface="Times New Roman" pitchFamily="18" charset="0"/>
              </a:rPr>
              <a:t>E </a:t>
            </a:r>
            <a:r>
              <a:rPr kumimoji="1" lang="en-US" altLang="zh-CN" sz="1600" b="1" dirty="0">
                <a:latin typeface="Times New Roman" pitchFamily="18" charset="0"/>
                <a:cs typeface="Times New Roman" pitchFamily="18" charset="0"/>
              </a:rPr>
              <a:t>)</a:t>
            </a:r>
          </a:p>
          <a:p>
            <a:pPr marL="190500" lvl="1">
              <a:spcBef>
                <a:spcPct val="20000"/>
              </a:spcBef>
              <a:buClr>
                <a:srgbClr val="3333CC"/>
              </a:buClr>
              <a:buSzPct val="75000"/>
              <a:defRPr/>
            </a:pPr>
            <a:r>
              <a:rPr kumimoji="1" lang="en-US" altLang="zh-CN" sz="1600" b="1" dirty="0">
                <a:latin typeface="Times New Roman" pitchFamily="18" charset="0"/>
                <a:cs typeface="Times New Roman" pitchFamily="18" charset="0"/>
                <a:sym typeface="Symbol" pitchFamily="18" charset="2"/>
              </a:rPr>
              <a:t>   	</a:t>
            </a:r>
            <a:r>
              <a:rPr kumimoji="1" lang="en-US" altLang="zh-CN" sz="1600" b="1" dirty="0">
                <a:latin typeface="Times New Roman" pitchFamily="18" charset="0"/>
                <a:cs typeface="Times New Roman" pitchFamily="18" charset="0"/>
              </a:rPr>
              <a:t> </a:t>
            </a:r>
            <a:r>
              <a:rPr kumimoji="1" lang="en-US" altLang="zh-CN" sz="1600" b="1" i="1" dirty="0">
                <a:latin typeface="Times New Roman" pitchFamily="18" charset="0"/>
                <a:cs typeface="Times New Roman" pitchFamily="18" charset="0"/>
              </a:rPr>
              <a:t>E </a:t>
            </a:r>
            <a:r>
              <a:rPr kumimoji="1" lang="en-US" altLang="zh-CN" sz="1600" b="1" dirty="0">
                <a:latin typeface="Times New Roman" pitchFamily="18" charset="0"/>
                <a:cs typeface="Times New Roman" pitchFamily="18" charset="0"/>
              </a:rPr>
              <a:t>+ ( id + </a:t>
            </a:r>
            <a:r>
              <a:rPr kumimoji="1" lang="en-US" altLang="zh-CN" sz="1600" b="1" i="1" dirty="0">
                <a:latin typeface="Times New Roman" pitchFamily="18" charset="0"/>
                <a:cs typeface="Times New Roman" pitchFamily="18" charset="0"/>
              </a:rPr>
              <a:t>E </a:t>
            </a:r>
            <a:r>
              <a:rPr kumimoji="1" lang="en-US" altLang="zh-CN" sz="1600" b="1" dirty="0">
                <a:latin typeface="Times New Roman" pitchFamily="18" charset="0"/>
                <a:cs typeface="Times New Roman" pitchFamily="18" charset="0"/>
              </a:rPr>
              <a:t>)</a:t>
            </a:r>
          </a:p>
          <a:p>
            <a:pPr marL="190500" lvl="1">
              <a:spcBef>
                <a:spcPct val="20000"/>
              </a:spcBef>
              <a:buClr>
                <a:srgbClr val="3333CC"/>
              </a:buClr>
              <a:buSzPct val="75000"/>
              <a:defRPr/>
            </a:pPr>
            <a:r>
              <a:rPr kumimoji="1" lang="en-US" altLang="zh-CN" sz="1600" b="1" dirty="0">
                <a:latin typeface="Times New Roman" pitchFamily="18" charset="0"/>
                <a:cs typeface="Times New Roman" pitchFamily="18" charset="0"/>
                <a:sym typeface="Symbol" pitchFamily="18" charset="2"/>
              </a:rPr>
              <a:t>   	</a:t>
            </a:r>
            <a:r>
              <a:rPr kumimoji="1" lang="en-US" altLang="zh-CN" sz="1600" b="1" dirty="0">
                <a:latin typeface="Times New Roman" pitchFamily="18" charset="0"/>
                <a:cs typeface="Times New Roman" pitchFamily="18" charset="0"/>
              </a:rPr>
              <a:t> id + ( id + </a:t>
            </a:r>
            <a:r>
              <a:rPr kumimoji="1" lang="en-US" altLang="zh-CN" sz="1600" b="1" i="1" dirty="0">
                <a:latin typeface="Times New Roman" pitchFamily="18" charset="0"/>
                <a:cs typeface="Times New Roman" pitchFamily="18" charset="0"/>
              </a:rPr>
              <a:t>E </a:t>
            </a:r>
            <a:r>
              <a:rPr kumimoji="1" lang="en-US" altLang="zh-CN" sz="1600" b="1" dirty="0">
                <a:latin typeface="Times New Roman" pitchFamily="18" charset="0"/>
                <a:cs typeface="Times New Roman" pitchFamily="18" charset="0"/>
              </a:rPr>
              <a:t>)</a:t>
            </a:r>
          </a:p>
          <a:p>
            <a:pPr marL="190500" lvl="1">
              <a:spcBef>
                <a:spcPct val="20000"/>
              </a:spcBef>
              <a:buClr>
                <a:srgbClr val="3333CC"/>
              </a:buClr>
              <a:buSzPct val="75000"/>
              <a:defRPr/>
            </a:pPr>
            <a:r>
              <a:rPr kumimoji="1" lang="en-US" altLang="zh-CN" sz="1600" b="1" dirty="0">
                <a:latin typeface="Times New Roman" pitchFamily="18" charset="0"/>
                <a:cs typeface="Times New Roman" pitchFamily="18" charset="0"/>
                <a:sym typeface="Symbol" pitchFamily="18" charset="2"/>
              </a:rPr>
              <a:t>   	</a:t>
            </a:r>
            <a:r>
              <a:rPr kumimoji="1" lang="en-US" altLang="zh-CN" sz="1600" b="1" dirty="0">
                <a:latin typeface="Times New Roman" pitchFamily="18" charset="0"/>
                <a:cs typeface="Times New Roman" pitchFamily="18" charset="0"/>
              </a:rPr>
              <a:t> id + ( id + id )</a:t>
            </a:r>
          </a:p>
        </p:txBody>
      </p:sp>
      <p:sp>
        <p:nvSpPr>
          <p:cNvPr id="33" name="Rectangle 3">
            <a:extLst>
              <a:ext uri="{FF2B5EF4-FFF2-40B4-BE49-F238E27FC236}">
                <a16:creationId xmlns:a16="http://schemas.microsoft.com/office/drawing/2014/main" id="{F186D111-2928-4AB3-A07F-48B1CF8BA85D}"/>
              </a:ext>
            </a:extLst>
          </p:cNvPr>
          <p:cNvSpPr txBox="1">
            <a:spLocks noChangeArrowheads="1"/>
          </p:cNvSpPr>
          <p:nvPr/>
        </p:nvSpPr>
        <p:spPr bwMode="auto">
          <a:xfrm>
            <a:off x="1699618" y="1609725"/>
            <a:ext cx="1403350" cy="1549400"/>
          </a:xfrm>
          <a:prstGeom prst="rect">
            <a:avLst/>
          </a:prstGeom>
          <a:solidFill>
            <a:schemeClr val="accent5">
              <a:lumMod val="60000"/>
              <a:lumOff val="40000"/>
            </a:schemeClr>
          </a:solidFill>
          <a:ln w="12700">
            <a:solidFill>
              <a:schemeClr val="tx1"/>
            </a:solidFill>
            <a:miter lim="800000"/>
            <a:headEnd/>
            <a:tailEnd/>
          </a:ln>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lnSpc>
                <a:spcPts val="2000"/>
              </a:lnSpc>
              <a:spcBef>
                <a:spcPct val="20000"/>
              </a:spcBef>
              <a:buClr>
                <a:schemeClr val="folHlink"/>
              </a:buClr>
              <a:buSzPct val="60000"/>
              <a:buFont typeface="Wingdings" panose="05000000000000000000" pitchFamily="2" charset="2"/>
              <a:buNone/>
            </a:pPr>
            <a:r>
              <a:rPr lang="zh-CN" altLang="en-US" sz="1600" b="1">
                <a:latin typeface="Times New Roman" panose="02020603050405020304" pitchFamily="18" charset="0"/>
                <a:ea typeface="楷体" panose="02010609060101010101" pitchFamily="49" charset="-122"/>
                <a:cs typeface="Times New Roman" panose="02020603050405020304" pitchFamily="18" charset="0"/>
              </a:rPr>
              <a:t>文法</a:t>
            </a:r>
            <a:endParaRPr lang="en-US" altLang="zh-CN" sz="1600" b="1">
              <a:latin typeface="Times New Roman" panose="02020603050405020304" pitchFamily="18" charset="0"/>
              <a:ea typeface="楷体" panose="02010609060101010101" pitchFamily="49" charset="-122"/>
              <a:cs typeface="Times New Roman" panose="02020603050405020304" pitchFamily="18" charset="0"/>
            </a:endParaRPr>
          </a:p>
          <a:p>
            <a:pPr algn="just" eaLnBrk="1" hangingPunct="1">
              <a:lnSpc>
                <a:spcPts val="2000"/>
              </a:lnSpc>
              <a:spcBef>
                <a:spcPct val="20000"/>
              </a:spcBef>
              <a:buClr>
                <a:schemeClr val="folHlink"/>
              </a:buClr>
              <a:buSzPct val="60000"/>
            </a:pPr>
            <a:r>
              <a:rPr lang="en-US" altLang="zh-CN" sz="1600" b="1">
                <a:latin typeface="Times New Roman" panose="02020603050405020304" pitchFamily="18" charset="0"/>
                <a:cs typeface="Times New Roman" panose="02020603050405020304" pitchFamily="18" charset="0"/>
              </a:rPr>
              <a:t>① </a:t>
            </a:r>
            <a:r>
              <a:rPr lang="en-US" altLang="zh-CN" sz="1600" b="1" i="1">
                <a:latin typeface="Times New Roman" panose="02020603050405020304" pitchFamily="18" charset="0"/>
                <a:ea typeface="楷体" panose="02010609060101010101" pitchFamily="49" charset="-122"/>
                <a:cs typeface="Times New Roman" panose="02020603050405020304" pitchFamily="18" charset="0"/>
              </a:rPr>
              <a:t>E → E + E </a:t>
            </a:r>
          </a:p>
          <a:p>
            <a:pPr algn="just" eaLnBrk="1" hangingPunct="1">
              <a:lnSpc>
                <a:spcPts val="2000"/>
              </a:lnSpc>
              <a:spcBef>
                <a:spcPct val="20000"/>
              </a:spcBef>
              <a:buClr>
                <a:schemeClr val="folHlink"/>
              </a:buClr>
              <a:buSzPct val="60000"/>
            </a:pPr>
            <a:r>
              <a:rPr lang="en-US" altLang="zh-CN" sz="1600" b="1">
                <a:latin typeface="Times New Roman" panose="02020603050405020304" pitchFamily="18" charset="0"/>
                <a:cs typeface="Times New Roman" panose="02020603050405020304" pitchFamily="18" charset="0"/>
              </a:rPr>
              <a:t>②</a:t>
            </a:r>
            <a:r>
              <a:rPr lang="en-US" altLang="zh-CN" sz="1600" b="1" i="1">
                <a:latin typeface="Times New Roman" panose="02020603050405020304" pitchFamily="18" charset="0"/>
                <a:cs typeface="Times New Roman" panose="02020603050405020304" pitchFamily="18" charset="0"/>
              </a:rPr>
              <a:t> </a:t>
            </a:r>
            <a:r>
              <a:rPr lang="en-US" altLang="zh-CN" sz="1600" b="1" i="1">
                <a:latin typeface="Times New Roman" panose="02020603050405020304" pitchFamily="18" charset="0"/>
                <a:ea typeface="楷体" panose="02010609060101010101" pitchFamily="49" charset="-122"/>
                <a:cs typeface="Times New Roman" panose="02020603050405020304" pitchFamily="18" charset="0"/>
              </a:rPr>
              <a:t>E → E * E      </a:t>
            </a:r>
          </a:p>
          <a:p>
            <a:pPr algn="just" eaLnBrk="1" hangingPunct="1">
              <a:lnSpc>
                <a:spcPts val="2000"/>
              </a:lnSpc>
              <a:spcBef>
                <a:spcPct val="20000"/>
              </a:spcBef>
              <a:buClr>
                <a:schemeClr val="folHlink"/>
              </a:buClr>
              <a:buSzPct val="60000"/>
            </a:pPr>
            <a:r>
              <a:rPr lang="en-US" altLang="zh-CN" sz="1600" b="1">
                <a:latin typeface="Times New Roman" panose="02020603050405020304" pitchFamily="18" charset="0"/>
                <a:cs typeface="Times New Roman" panose="02020603050405020304" pitchFamily="18" charset="0"/>
              </a:rPr>
              <a:t>③</a:t>
            </a:r>
            <a:r>
              <a:rPr lang="en-US" altLang="zh-CN" sz="1600" b="1" i="1">
                <a:latin typeface="Times New Roman" panose="02020603050405020304" pitchFamily="18" charset="0"/>
                <a:ea typeface="楷体" panose="02010609060101010101" pitchFamily="49" charset="-122"/>
              </a:rPr>
              <a:t> E → </a:t>
            </a:r>
            <a:r>
              <a:rPr lang="en-US" altLang="zh-CN" sz="1600" b="1">
                <a:latin typeface="Times New Roman" panose="02020603050405020304" pitchFamily="18" charset="0"/>
                <a:ea typeface="楷体" panose="02010609060101010101" pitchFamily="49" charset="-122"/>
              </a:rPr>
              <a:t>( </a:t>
            </a:r>
            <a:r>
              <a:rPr lang="en-US" altLang="zh-CN" sz="1600" b="1" i="1">
                <a:latin typeface="Times New Roman" panose="02020603050405020304" pitchFamily="18" charset="0"/>
                <a:ea typeface="楷体" panose="02010609060101010101" pitchFamily="49" charset="-122"/>
              </a:rPr>
              <a:t>E </a:t>
            </a:r>
            <a:r>
              <a:rPr lang="en-US" altLang="zh-CN" sz="1600" b="1">
                <a:latin typeface="Times New Roman" panose="02020603050405020304" pitchFamily="18" charset="0"/>
                <a:ea typeface="楷体" panose="02010609060101010101" pitchFamily="49" charset="-122"/>
              </a:rPr>
              <a:t>)</a:t>
            </a:r>
          </a:p>
          <a:p>
            <a:pPr algn="just" eaLnBrk="1" hangingPunct="1">
              <a:lnSpc>
                <a:spcPts val="2000"/>
              </a:lnSpc>
              <a:spcBef>
                <a:spcPct val="20000"/>
              </a:spcBef>
              <a:buClr>
                <a:schemeClr val="folHlink"/>
              </a:buClr>
              <a:buSzPct val="60000"/>
            </a:pPr>
            <a:r>
              <a:rPr lang="en-US" altLang="zh-CN" sz="1600" b="1">
                <a:latin typeface="Times New Roman" panose="02020603050405020304" pitchFamily="18" charset="0"/>
                <a:cs typeface="Times New Roman" panose="02020603050405020304" pitchFamily="18" charset="0"/>
              </a:rPr>
              <a:t>④ </a:t>
            </a:r>
            <a:r>
              <a:rPr lang="en-US" altLang="zh-CN" sz="1600" b="1" i="1">
                <a:latin typeface="Times New Roman" panose="02020603050405020304" pitchFamily="18" charset="0"/>
                <a:ea typeface="楷体" panose="02010609060101010101" pitchFamily="49" charset="-122"/>
              </a:rPr>
              <a:t>E → </a:t>
            </a:r>
            <a:r>
              <a:rPr lang="en-US" altLang="zh-CN" sz="1600" b="1">
                <a:latin typeface="Times New Roman" panose="02020603050405020304" pitchFamily="18" charset="0"/>
                <a:ea typeface="楷体" panose="02010609060101010101" pitchFamily="49" charset="-122"/>
              </a:rPr>
              <a:t>id</a:t>
            </a:r>
          </a:p>
        </p:txBody>
      </p:sp>
      <p:sp>
        <p:nvSpPr>
          <p:cNvPr id="36" name="矩形 35">
            <a:extLst>
              <a:ext uri="{FF2B5EF4-FFF2-40B4-BE49-F238E27FC236}">
                <a16:creationId xmlns:a16="http://schemas.microsoft.com/office/drawing/2014/main" id="{07E2CEA8-43D8-4C17-AB37-EB599337F3A5}"/>
              </a:ext>
            </a:extLst>
          </p:cNvPr>
          <p:cNvSpPr/>
          <p:nvPr/>
        </p:nvSpPr>
        <p:spPr bwMode="auto">
          <a:xfrm>
            <a:off x="3037880" y="1724025"/>
            <a:ext cx="2455863" cy="21018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3" name="组合 41">
            <a:extLst>
              <a:ext uri="{FF2B5EF4-FFF2-40B4-BE49-F238E27FC236}">
                <a16:creationId xmlns:a16="http://schemas.microsoft.com/office/drawing/2014/main" id="{DCC5B931-E95E-4745-BF5B-AB56FCFD7032}"/>
              </a:ext>
            </a:extLst>
          </p:cNvPr>
          <p:cNvGrpSpPr>
            <a:grpSpLocks/>
          </p:cNvGrpSpPr>
          <p:nvPr/>
        </p:nvGrpSpPr>
        <p:grpSpPr bwMode="auto">
          <a:xfrm>
            <a:off x="4318993" y="2481263"/>
            <a:ext cx="1069975" cy="460375"/>
            <a:chOff x="4568297" y="3723878"/>
            <a:chExt cx="1070134" cy="460623"/>
          </a:xfrm>
        </p:grpSpPr>
        <p:cxnSp>
          <p:nvCxnSpPr>
            <p:cNvPr id="43" name="直接连接符 42">
              <a:extLst>
                <a:ext uri="{FF2B5EF4-FFF2-40B4-BE49-F238E27FC236}">
                  <a16:creationId xmlns:a16="http://schemas.microsoft.com/office/drawing/2014/main" id="{3A9FA20A-CC0A-4F8E-8CF9-3CB3449FFDF0}"/>
                </a:ext>
              </a:extLst>
            </p:cNvPr>
            <p:cNvCxnSpPr/>
            <p:nvPr/>
          </p:nvCxnSpPr>
          <p:spPr bwMode="auto">
            <a:xfrm rot="5400000">
              <a:off x="4814368" y="3723906"/>
              <a:ext cx="142952" cy="14289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12CFF57C-CC1E-45AB-BA1D-F903326CE79A}"/>
                </a:ext>
              </a:extLst>
            </p:cNvPr>
            <p:cNvCxnSpPr/>
            <p:nvPr/>
          </p:nvCxnSpPr>
          <p:spPr bwMode="auto">
            <a:xfrm rot="16200000" flipH="1">
              <a:off x="5297039" y="3741371"/>
              <a:ext cx="142952" cy="10796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E4039974-D1BD-418E-850C-3AAEC8E3C42B}"/>
                </a:ext>
              </a:extLst>
            </p:cNvPr>
            <p:cNvCxnSpPr/>
            <p:nvPr/>
          </p:nvCxnSpPr>
          <p:spPr bwMode="auto">
            <a:xfrm rot="5400000">
              <a:off x="5061260" y="3794560"/>
              <a:ext cx="142952" cy="158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6116" name="矩形 25">
              <a:extLst>
                <a:ext uri="{FF2B5EF4-FFF2-40B4-BE49-F238E27FC236}">
                  <a16:creationId xmlns:a16="http://schemas.microsoft.com/office/drawing/2014/main" id="{1484BF87-11C4-4789-B478-8C4F951559C9}"/>
                </a:ext>
              </a:extLst>
            </p:cNvPr>
            <p:cNvSpPr>
              <a:spLocks noChangeArrowheads="1"/>
            </p:cNvSpPr>
            <p:nvPr/>
          </p:nvSpPr>
          <p:spPr bwMode="auto">
            <a:xfrm>
              <a:off x="4568297" y="3814350"/>
              <a:ext cx="1070134" cy="370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lang="en-US" altLang="zh-CN" b="1">
                  <a:solidFill>
                    <a:srgbClr val="FF0000"/>
                  </a:solidFill>
                  <a:latin typeface="Times New Roman" panose="02020603050405020304" pitchFamily="18" charset="0"/>
                  <a:ea typeface="楷体_GB2312"/>
                  <a:cs typeface="Times New Roman" panose="02020603050405020304" pitchFamily="18" charset="0"/>
                </a:rPr>
                <a:t> </a:t>
              </a:r>
              <a:r>
                <a:rPr lang="en-US" altLang="zh-CN" b="1">
                  <a:latin typeface="Times New Roman" panose="02020603050405020304" pitchFamily="18" charset="0"/>
                  <a:ea typeface="楷体_GB2312"/>
                  <a:cs typeface="Times New Roman" panose="02020603050405020304" pitchFamily="18" charset="0"/>
                </a:rPr>
                <a:t>(     </a:t>
              </a:r>
              <a:r>
                <a:rPr lang="en-US" altLang="zh-CN" b="1" i="1">
                  <a:latin typeface="Times New Roman" panose="02020603050405020304" pitchFamily="18" charset="0"/>
                  <a:ea typeface="楷体_GB2312"/>
                  <a:cs typeface="Times New Roman" panose="02020603050405020304" pitchFamily="18" charset="0"/>
                </a:rPr>
                <a:t>E    </a:t>
              </a:r>
              <a:r>
                <a:rPr lang="en-US" altLang="zh-CN" b="1">
                  <a:latin typeface="Times New Roman" panose="02020603050405020304" pitchFamily="18" charset="0"/>
                  <a:ea typeface="楷体_GB2312"/>
                  <a:cs typeface="Times New Roman" panose="02020603050405020304" pitchFamily="18" charset="0"/>
                </a:rPr>
                <a:t>)</a:t>
              </a:r>
              <a:endParaRPr lang="zh-CN" altLang="en-US">
                <a:ea typeface="楷体_GB2312"/>
                <a:cs typeface="Times New Roman" panose="02020603050405020304" pitchFamily="18" charset="0"/>
              </a:endParaRPr>
            </a:p>
          </p:txBody>
        </p:sp>
      </p:grpSp>
      <p:grpSp>
        <p:nvGrpSpPr>
          <p:cNvPr id="4" name="组合 46">
            <a:extLst>
              <a:ext uri="{FF2B5EF4-FFF2-40B4-BE49-F238E27FC236}">
                <a16:creationId xmlns:a16="http://schemas.microsoft.com/office/drawing/2014/main" id="{B4C93809-BABA-4CD0-A8F8-2E1C73B5B28A}"/>
              </a:ext>
            </a:extLst>
          </p:cNvPr>
          <p:cNvGrpSpPr>
            <a:grpSpLocks/>
          </p:cNvGrpSpPr>
          <p:nvPr/>
        </p:nvGrpSpPr>
        <p:grpSpPr bwMode="auto">
          <a:xfrm>
            <a:off x="4349155" y="2954338"/>
            <a:ext cx="1085850" cy="460375"/>
            <a:chOff x="4572000" y="3723878"/>
            <a:chExt cx="1084652" cy="460623"/>
          </a:xfrm>
        </p:grpSpPr>
        <p:cxnSp>
          <p:nvCxnSpPr>
            <p:cNvPr id="48" name="直接连接符 47">
              <a:extLst>
                <a:ext uri="{FF2B5EF4-FFF2-40B4-BE49-F238E27FC236}">
                  <a16:creationId xmlns:a16="http://schemas.microsoft.com/office/drawing/2014/main" id="{2FD5A6FD-33CA-4C67-80B3-E469E772F88D}"/>
                </a:ext>
              </a:extLst>
            </p:cNvPr>
            <p:cNvCxnSpPr/>
            <p:nvPr/>
          </p:nvCxnSpPr>
          <p:spPr bwMode="auto">
            <a:xfrm rot="5400000">
              <a:off x="4789131" y="3723995"/>
              <a:ext cx="142952" cy="14271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ED8047A2-EA66-4115-9209-480D3722D5F5}"/>
                </a:ext>
              </a:extLst>
            </p:cNvPr>
            <p:cNvCxnSpPr/>
            <p:nvPr/>
          </p:nvCxnSpPr>
          <p:spPr bwMode="auto">
            <a:xfrm rot="16200000" flipH="1">
              <a:off x="5237897" y="3741439"/>
              <a:ext cx="142952" cy="10783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36C0705B-75E2-4E08-86F1-F0221362A4E6}"/>
                </a:ext>
              </a:extLst>
            </p:cNvPr>
            <p:cNvCxnSpPr/>
            <p:nvPr/>
          </p:nvCxnSpPr>
          <p:spPr bwMode="auto">
            <a:xfrm rot="5400000">
              <a:off x="5045229" y="3794561"/>
              <a:ext cx="142952" cy="158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6112" name="矩形 46">
              <a:extLst>
                <a:ext uri="{FF2B5EF4-FFF2-40B4-BE49-F238E27FC236}">
                  <a16:creationId xmlns:a16="http://schemas.microsoft.com/office/drawing/2014/main" id="{7F04BDA0-16EA-43DD-867C-B24381BF90B8}"/>
                </a:ext>
              </a:extLst>
            </p:cNvPr>
            <p:cNvSpPr>
              <a:spLocks noChangeArrowheads="1"/>
            </p:cNvSpPr>
            <p:nvPr/>
          </p:nvSpPr>
          <p:spPr bwMode="auto">
            <a:xfrm>
              <a:off x="4572000" y="3814350"/>
              <a:ext cx="1084652" cy="370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lang="en-US" altLang="zh-CN" b="1" i="1">
                  <a:latin typeface="Times New Roman" panose="02020603050405020304" pitchFamily="18" charset="0"/>
                  <a:ea typeface="楷体_GB2312"/>
                  <a:cs typeface="Times New Roman" panose="02020603050405020304" pitchFamily="18" charset="0"/>
                </a:rPr>
                <a:t>E    +   E </a:t>
              </a:r>
              <a:endParaRPr lang="zh-CN" altLang="en-US">
                <a:ea typeface="楷体_GB2312"/>
                <a:cs typeface="Times New Roman" panose="02020603050405020304" pitchFamily="18" charset="0"/>
              </a:endParaRPr>
            </a:p>
          </p:txBody>
        </p:sp>
      </p:grpSp>
      <p:grpSp>
        <p:nvGrpSpPr>
          <p:cNvPr id="7" name="组合 51">
            <a:extLst>
              <a:ext uri="{FF2B5EF4-FFF2-40B4-BE49-F238E27FC236}">
                <a16:creationId xmlns:a16="http://schemas.microsoft.com/office/drawing/2014/main" id="{B78BC8A1-83D6-458A-B6F9-0DBF6FFBB78B}"/>
              </a:ext>
            </a:extLst>
          </p:cNvPr>
          <p:cNvGrpSpPr>
            <a:grpSpLocks/>
          </p:cNvGrpSpPr>
          <p:nvPr/>
        </p:nvGrpSpPr>
        <p:grpSpPr bwMode="auto">
          <a:xfrm>
            <a:off x="4061818" y="2462213"/>
            <a:ext cx="376237" cy="457200"/>
            <a:chOff x="5275094" y="4643438"/>
            <a:chExt cx="377026" cy="457884"/>
          </a:xfrm>
        </p:grpSpPr>
        <p:cxnSp>
          <p:nvCxnSpPr>
            <p:cNvPr id="53" name="直接连接符 52">
              <a:extLst>
                <a:ext uri="{FF2B5EF4-FFF2-40B4-BE49-F238E27FC236}">
                  <a16:creationId xmlns:a16="http://schemas.microsoft.com/office/drawing/2014/main" id="{A7864DFF-ECAF-41AA-B25C-8A4968E4AD0A}"/>
                </a:ext>
              </a:extLst>
            </p:cNvPr>
            <p:cNvCxnSpPr/>
            <p:nvPr/>
          </p:nvCxnSpPr>
          <p:spPr bwMode="auto">
            <a:xfrm rot="5400000">
              <a:off x="5363428" y="4714187"/>
              <a:ext cx="143089" cy="159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6108" name="矩形 49">
              <a:extLst>
                <a:ext uri="{FF2B5EF4-FFF2-40B4-BE49-F238E27FC236}">
                  <a16:creationId xmlns:a16="http://schemas.microsoft.com/office/drawing/2014/main" id="{7DF4C301-ADBC-4096-AA20-C9AA814D3AC7}"/>
                </a:ext>
              </a:extLst>
            </p:cNvPr>
            <p:cNvSpPr>
              <a:spLocks noChangeArrowheads="1"/>
            </p:cNvSpPr>
            <p:nvPr/>
          </p:nvSpPr>
          <p:spPr bwMode="auto">
            <a:xfrm>
              <a:off x="5275094" y="4731990"/>
              <a:ext cx="37702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lang="en-US" altLang="zh-CN" b="1">
                  <a:latin typeface="Times New Roman" panose="02020603050405020304" pitchFamily="18" charset="0"/>
                  <a:ea typeface="楷体_GB2312"/>
                  <a:cs typeface="Times New Roman" panose="02020603050405020304" pitchFamily="18" charset="0"/>
                </a:rPr>
                <a:t>id</a:t>
              </a:r>
              <a:endParaRPr lang="zh-CN" altLang="en-US">
                <a:ea typeface="楷体_GB2312"/>
                <a:cs typeface="Times New Roman" panose="02020603050405020304" pitchFamily="18" charset="0"/>
              </a:endParaRPr>
            </a:p>
          </p:txBody>
        </p:sp>
      </p:grpSp>
      <p:grpSp>
        <p:nvGrpSpPr>
          <p:cNvPr id="8" name="组合 54">
            <a:extLst>
              <a:ext uri="{FF2B5EF4-FFF2-40B4-BE49-F238E27FC236}">
                <a16:creationId xmlns:a16="http://schemas.microsoft.com/office/drawing/2014/main" id="{2CFE3A4F-E975-4EEA-92C5-24135CCDAECB}"/>
              </a:ext>
            </a:extLst>
          </p:cNvPr>
          <p:cNvGrpSpPr>
            <a:grpSpLocks/>
          </p:cNvGrpSpPr>
          <p:nvPr/>
        </p:nvGrpSpPr>
        <p:grpSpPr bwMode="auto">
          <a:xfrm>
            <a:off x="4366618" y="3367088"/>
            <a:ext cx="377825" cy="458787"/>
            <a:chOff x="5275094" y="4643438"/>
            <a:chExt cx="377026" cy="457884"/>
          </a:xfrm>
        </p:grpSpPr>
        <p:cxnSp>
          <p:nvCxnSpPr>
            <p:cNvPr id="56" name="直接连接符 55">
              <a:extLst>
                <a:ext uri="{FF2B5EF4-FFF2-40B4-BE49-F238E27FC236}">
                  <a16:creationId xmlns:a16="http://schemas.microsoft.com/office/drawing/2014/main" id="{8ED43C77-0C92-4B59-8252-3024B4A22FB1}"/>
                </a:ext>
              </a:extLst>
            </p:cNvPr>
            <p:cNvCxnSpPr/>
            <p:nvPr/>
          </p:nvCxnSpPr>
          <p:spPr bwMode="auto">
            <a:xfrm rot="5400000">
              <a:off x="5364587" y="4713943"/>
              <a:ext cx="142594" cy="158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6106" name="矩形 54">
              <a:extLst>
                <a:ext uri="{FF2B5EF4-FFF2-40B4-BE49-F238E27FC236}">
                  <a16:creationId xmlns:a16="http://schemas.microsoft.com/office/drawing/2014/main" id="{85AE5164-7CAC-449E-9457-2E782A52301F}"/>
                </a:ext>
              </a:extLst>
            </p:cNvPr>
            <p:cNvSpPr>
              <a:spLocks noChangeArrowheads="1"/>
            </p:cNvSpPr>
            <p:nvPr/>
          </p:nvSpPr>
          <p:spPr bwMode="auto">
            <a:xfrm>
              <a:off x="5275094" y="4731990"/>
              <a:ext cx="37702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lang="en-US" altLang="zh-CN" b="1">
                  <a:latin typeface="Times New Roman" panose="02020603050405020304" pitchFamily="18" charset="0"/>
                  <a:ea typeface="楷体_GB2312"/>
                  <a:cs typeface="Times New Roman" panose="02020603050405020304" pitchFamily="18" charset="0"/>
                </a:rPr>
                <a:t>id</a:t>
              </a:r>
              <a:endParaRPr lang="zh-CN" altLang="en-US">
                <a:ea typeface="楷体_GB2312"/>
                <a:cs typeface="Times New Roman" panose="02020603050405020304" pitchFamily="18" charset="0"/>
              </a:endParaRPr>
            </a:p>
          </p:txBody>
        </p:sp>
      </p:grpSp>
      <p:grpSp>
        <p:nvGrpSpPr>
          <p:cNvPr id="9" name="组合 61">
            <a:extLst>
              <a:ext uri="{FF2B5EF4-FFF2-40B4-BE49-F238E27FC236}">
                <a16:creationId xmlns:a16="http://schemas.microsoft.com/office/drawing/2014/main" id="{DEBDF502-70C8-46BA-915A-7267B936AD2B}"/>
              </a:ext>
            </a:extLst>
          </p:cNvPr>
          <p:cNvGrpSpPr>
            <a:grpSpLocks/>
          </p:cNvGrpSpPr>
          <p:nvPr/>
        </p:nvGrpSpPr>
        <p:grpSpPr bwMode="auto">
          <a:xfrm>
            <a:off x="4060230" y="1993900"/>
            <a:ext cx="1085850" cy="460375"/>
            <a:chOff x="4572000" y="3723878"/>
            <a:chExt cx="1084652" cy="460622"/>
          </a:xfrm>
        </p:grpSpPr>
        <p:cxnSp>
          <p:nvCxnSpPr>
            <p:cNvPr id="63" name="直接连接符 62">
              <a:extLst>
                <a:ext uri="{FF2B5EF4-FFF2-40B4-BE49-F238E27FC236}">
                  <a16:creationId xmlns:a16="http://schemas.microsoft.com/office/drawing/2014/main" id="{2C626A25-FFF3-47C5-9C1E-A5A957E93CD8}"/>
                </a:ext>
              </a:extLst>
            </p:cNvPr>
            <p:cNvCxnSpPr/>
            <p:nvPr/>
          </p:nvCxnSpPr>
          <p:spPr bwMode="auto">
            <a:xfrm rot="5400000">
              <a:off x="4789131" y="3723995"/>
              <a:ext cx="142952" cy="14271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3B117C24-5294-4621-8611-92B3E910D8BA}"/>
                </a:ext>
              </a:extLst>
            </p:cNvPr>
            <p:cNvCxnSpPr/>
            <p:nvPr/>
          </p:nvCxnSpPr>
          <p:spPr bwMode="auto">
            <a:xfrm rot="16200000" flipH="1">
              <a:off x="5237897" y="3741439"/>
              <a:ext cx="142952" cy="10783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C42F71C5-B18C-43A0-B481-464B0FEEDF78}"/>
                </a:ext>
              </a:extLst>
            </p:cNvPr>
            <p:cNvCxnSpPr/>
            <p:nvPr/>
          </p:nvCxnSpPr>
          <p:spPr bwMode="auto">
            <a:xfrm rot="5400000">
              <a:off x="5002413" y="3794561"/>
              <a:ext cx="142952" cy="158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6104" name="矩形 46">
              <a:extLst>
                <a:ext uri="{FF2B5EF4-FFF2-40B4-BE49-F238E27FC236}">
                  <a16:creationId xmlns:a16="http://schemas.microsoft.com/office/drawing/2014/main" id="{25C7C2F6-7341-498B-9C74-3BE0B75D7FB0}"/>
                </a:ext>
              </a:extLst>
            </p:cNvPr>
            <p:cNvSpPr>
              <a:spLocks noChangeArrowheads="1"/>
            </p:cNvSpPr>
            <p:nvPr/>
          </p:nvSpPr>
          <p:spPr bwMode="auto">
            <a:xfrm>
              <a:off x="4572000" y="3814350"/>
              <a:ext cx="1084652" cy="37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lang="en-US" altLang="zh-CN" b="1" i="1">
                  <a:latin typeface="Times New Roman" panose="02020603050405020304" pitchFamily="18" charset="0"/>
                  <a:ea typeface="楷体_GB2312"/>
                  <a:cs typeface="Times New Roman" panose="02020603050405020304" pitchFamily="18" charset="0"/>
                </a:rPr>
                <a:t>E    +   E </a:t>
              </a:r>
              <a:endParaRPr lang="zh-CN" altLang="en-US">
                <a:ea typeface="楷体_GB2312"/>
                <a:cs typeface="Times New Roman" panose="02020603050405020304" pitchFamily="18" charset="0"/>
              </a:endParaRPr>
            </a:p>
          </p:txBody>
        </p:sp>
      </p:grpSp>
      <p:sp>
        <p:nvSpPr>
          <p:cNvPr id="2" name="矩形 1">
            <a:extLst>
              <a:ext uri="{FF2B5EF4-FFF2-40B4-BE49-F238E27FC236}">
                <a16:creationId xmlns:a16="http://schemas.microsoft.com/office/drawing/2014/main" id="{0AA507E8-7E09-4BE7-9681-C41D538B90A5}"/>
              </a:ext>
            </a:extLst>
          </p:cNvPr>
          <p:cNvSpPr>
            <a:spLocks noChangeArrowheads="1"/>
          </p:cNvSpPr>
          <p:nvPr/>
        </p:nvSpPr>
        <p:spPr bwMode="auto">
          <a:xfrm>
            <a:off x="5642968" y="1765300"/>
            <a:ext cx="94138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lang="zh-CN" altLang="en-US" sz="1600" b="1">
                <a:solidFill>
                  <a:srgbClr val="000000"/>
                </a:solidFill>
                <a:latin typeface="楷体" panose="02010609060101010101" pitchFamily="49" charset="-122"/>
                <a:ea typeface="楷体" panose="02010609060101010101" pitchFamily="49" charset="-122"/>
              </a:rPr>
              <a:t>推导：</a:t>
            </a:r>
            <a:r>
              <a:rPr kumimoji="1" lang="en-US" altLang="zh-CN" sz="1600" b="1" i="1">
                <a:latin typeface="Times New Roman" panose="02020603050405020304" pitchFamily="18" charset="0"/>
                <a:cs typeface="Times New Roman" panose="02020603050405020304" pitchFamily="18" charset="0"/>
              </a:rPr>
              <a:t>E</a:t>
            </a:r>
            <a:endParaRPr lang="zh-CN" altLang="en-US" b="1"/>
          </a:p>
        </p:txBody>
      </p:sp>
      <p:grpSp>
        <p:nvGrpSpPr>
          <p:cNvPr id="10" name="组合 67">
            <a:extLst>
              <a:ext uri="{FF2B5EF4-FFF2-40B4-BE49-F238E27FC236}">
                <a16:creationId xmlns:a16="http://schemas.microsoft.com/office/drawing/2014/main" id="{5DF619D1-4064-42C5-8C96-44C387BEC47F}"/>
              </a:ext>
            </a:extLst>
          </p:cNvPr>
          <p:cNvGrpSpPr>
            <a:grpSpLocks/>
          </p:cNvGrpSpPr>
          <p:nvPr/>
        </p:nvGrpSpPr>
        <p:grpSpPr bwMode="auto">
          <a:xfrm>
            <a:off x="5000030" y="3362325"/>
            <a:ext cx="376238" cy="457200"/>
            <a:chOff x="5275094" y="4643438"/>
            <a:chExt cx="377026" cy="457884"/>
          </a:xfrm>
        </p:grpSpPr>
        <p:cxnSp>
          <p:nvCxnSpPr>
            <p:cNvPr id="69" name="直接连接符 68">
              <a:extLst>
                <a:ext uri="{FF2B5EF4-FFF2-40B4-BE49-F238E27FC236}">
                  <a16:creationId xmlns:a16="http://schemas.microsoft.com/office/drawing/2014/main" id="{019AB872-8047-4713-B972-2006C196E47D}"/>
                </a:ext>
              </a:extLst>
            </p:cNvPr>
            <p:cNvCxnSpPr/>
            <p:nvPr/>
          </p:nvCxnSpPr>
          <p:spPr bwMode="auto">
            <a:xfrm rot="5400000">
              <a:off x="5363427" y="4714187"/>
              <a:ext cx="143089" cy="15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6100" name="矩形 49">
              <a:extLst>
                <a:ext uri="{FF2B5EF4-FFF2-40B4-BE49-F238E27FC236}">
                  <a16:creationId xmlns:a16="http://schemas.microsoft.com/office/drawing/2014/main" id="{E27C69B1-4AE2-4AF5-BE3C-5756AA2E182A}"/>
                </a:ext>
              </a:extLst>
            </p:cNvPr>
            <p:cNvSpPr>
              <a:spLocks noChangeArrowheads="1"/>
            </p:cNvSpPr>
            <p:nvPr/>
          </p:nvSpPr>
          <p:spPr bwMode="auto">
            <a:xfrm>
              <a:off x="5275094" y="4731990"/>
              <a:ext cx="37702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lang="en-US" altLang="zh-CN" b="1">
                  <a:latin typeface="Times New Roman" panose="02020603050405020304" pitchFamily="18" charset="0"/>
                  <a:ea typeface="楷体_GB2312"/>
                  <a:cs typeface="Times New Roman" panose="02020603050405020304" pitchFamily="18" charset="0"/>
                </a:rPr>
                <a:t>id</a:t>
              </a:r>
              <a:endParaRPr lang="zh-CN" altLang="en-US">
                <a:ea typeface="楷体_GB2312"/>
                <a:cs typeface="Times New Roman" panose="02020603050405020304" pitchFamily="18" charset="0"/>
              </a:endParaRPr>
            </a:p>
          </p:txBody>
        </p:sp>
      </p:grpSp>
      <p:grpSp>
        <p:nvGrpSpPr>
          <p:cNvPr id="11" name="组合 40">
            <a:extLst>
              <a:ext uri="{FF2B5EF4-FFF2-40B4-BE49-F238E27FC236}">
                <a16:creationId xmlns:a16="http://schemas.microsoft.com/office/drawing/2014/main" id="{8D4BD17B-D8A1-49D3-B9BD-BBB5783D0C7D}"/>
              </a:ext>
            </a:extLst>
          </p:cNvPr>
          <p:cNvGrpSpPr>
            <a:grpSpLocks/>
          </p:cNvGrpSpPr>
          <p:nvPr/>
        </p:nvGrpSpPr>
        <p:grpSpPr bwMode="auto">
          <a:xfrm>
            <a:off x="3253780" y="1654175"/>
            <a:ext cx="2239963" cy="2101850"/>
            <a:chOff x="3203848" y="2859586"/>
            <a:chExt cx="3312368" cy="2241736"/>
          </a:xfrm>
        </p:grpSpPr>
        <p:sp>
          <p:nvSpPr>
            <p:cNvPr id="46096" name="矩形 9">
              <a:extLst>
                <a:ext uri="{FF2B5EF4-FFF2-40B4-BE49-F238E27FC236}">
                  <a16:creationId xmlns:a16="http://schemas.microsoft.com/office/drawing/2014/main" id="{76520717-2FCB-4DC1-905C-E1DB10975B26}"/>
                </a:ext>
              </a:extLst>
            </p:cNvPr>
            <p:cNvSpPr>
              <a:spLocks noChangeArrowheads="1"/>
            </p:cNvSpPr>
            <p:nvPr/>
          </p:nvSpPr>
          <p:spPr bwMode="auto">
            <a:xfrm>
              <a:off x="4893997" y="2916070"/>
              <a:ext cx="30518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lang="en-US" altLang="zh-CN" b="1" i="1">
                  <a:solidFill>
                    <a:srgbClr val="000000"/>
                  </a:solidFill>
                  <a:latin typeface="Times New Roman" panose="02020603050405020304" pitchFamily="18" charset="0"/>
                  <a:ea typeface="楷体_GB2312"/>
                  <a:cs typeface="Times New Roman" panose="02020603050405020304" pitchFamily="18" charset="0"/>
                </a:rPr>
                <a:t>E</a:t>
              </a:r>
              <a:endParaRPr lang="zh-CN" altLang="en-US" sz="1600">
                <a:solidFill>
                  <a:srgbClr val="000000"/>
                </a:solidFill>
                <a:ea typeface="楷体_GB2312"/>
                <a:cs typeface="Times New Roman" panose="02020603050405020304" pitchFamily="18" charset="0"/>
              </a:endParaRPr>
            </a:p>
          </p:txBody>
        </p:sp>
        <p:sp>
          <p:nvSpPr>
            <p:cNvPr id="46" name="矩形 45">
              <a:extLst>
                <a:ext uri="{FF2B5EF4-FFF2-40B4-BE49-F238E27FC236}">
                  <a16:creationId xmlns:a16="http://schemas.microsoft.com/office/drawing/2014/main" id="{5A720B99-F77F-4957-A9E8-DC9B6F5B9C72}"/>
                </a:ext>
              </a:extLst>
            </p:cNvPr>
            <p:cNvSpPr/>
            <p:nvPr/>
          </p:nvSpPr>
          <p:spPr>
            <a:xfrm>
              <a:off x="3203848" y="2859586"/>
              <a:ext cx="3312368" cy="22417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6098" name="矩形 47">
              <a:extLst>
                <a:ext uri="{FF2B5EF4-FFF2-40B4-BE49-F238E27FC236}">
                  <a16:creationId xmlns:a16="http://schemas.microsoft.com/office/drawing/2014/main" id="{E31859A6-E9DF-4DDD-9922-29F182301A25}"/>
                </a:ext>
              </a:extLst>
            </p:cNvPr>
            <p:cNvSpPr>
              <a:spLocks noChangeArrowheads="1"/>
            </p:cNvSpPr>
            <p:nvPr/>
          </p:nvSpPr>
          <p:spPr bwMode="auto">
            <a:xfrm>
              <a:off x="3203848" y="2915344"/>
              <a:ext cx="1107826" cy="369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lang="zh-CN" altLang="en-US" b="1">
                  <a:latin typeface="华文楷体" panose="02010600040101010101" pitchFamily="2" charset="-122"/>
                  <a:ea typeface="华文楷体" panose="02010600040101010101" pitchFamily="2" charset="-122"/>
                  <a:cs typeface="楷体_GB2312"/>
                </a:rPr>
                <a:t>分析树</a:t>
              </a:r>
              <a:r>
                <a:rPr lang="zh-CN" altLang="en-US" b="1">
                  <a:latin typeface="楷体_GB2312"/>
                  <a:ea typeface="华文楷体" panose="02010600040101010101" pitchFamily="2" charset="-122"/>
                  <a:cs typeface="楷体_GB2312"/>
                </a:rPr>
                <a:t>：</a:t>
              </a:r>
              <a:endParaRPr lang="zh-CN" altLang="en-US">
                <a:ea typeface="华文楷体" panose="02010600040101010101" pitchFamily="2" charset="-122"/>
                <a:cs typeface="楷体_GB2312"/>
              </a:endParaRPr>
            </a:p>
          </p:txBody>
        </p:sp>
      </p:grpSp>
      <p:grpSp>
        <p:nvGrpSpPr>
          <p:cNvPr id="14" name="组合 13">
            <a:extLst>
              <a:ext uri="{FF2B5EF4-FFF2-40B4-BE49-F238E27FC236}">
                <a16:creationId xmlns:a16="http://schemas.microsoft.com/office/drawing/2014/main" id="{82597560-F81D-45E0-96A9-157DF15EB8B0}"/>
              </a:ext>
            </a:extLst>
          </p:cNvPr>
          <p:cNvGrpSpPr/>
          <p:nvPr/>
        </p:nvGrpSpPr>
        <p:grpSpPr>
          <a:xfrm>
            <a:off x="5659439" y="3867894"/>
            <a:ext cx="3305050" cy="1007318"/>
            <a:chOff x="5659438" y="3867894"/>
            <a:chExt cx="3066497" cy="1007318"/>
          </a:xfrm>
        </p:grpSpPr>
        <p:sp>
          <p:nvSpPr>
            <p:cNvPr id="12" name="右大括号 11">
              <a:extLst>
                <a:ext uri="{FF2B5EF4-FFF2-40B4-BE49-F238E27FC236}">
                  <a16:creationId xmlns:a16="http://schemas.microsoft.com/office/drawing/2014/main" id="{B74FE6BD-E103-4E99-8C73-0B87D9477974}"/>
                </a:ext>
              </a:extLst>
            </p:cNvPr>
            <p:cNvSpPr/>
            <p:nvPr/>
          </p:nvSpPr>
          <p:spPr bwMode="auto">
            <a:xfrm>
              <a:off x="5659438" y="3867894"/>
              <a:ext cx="280714" cy="1007318"/>
            </a:xfrm>
            <a:prstGeom prst="righ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A5DA1886-145F-4751-8E68-0A81CBAA836F}"/>
                </a:ext>
              </a:extLst>
            </p:cNvPr>
            <p:cNvSpPr/>
            <p:nvPr/>
          </p:nvSpPr>
          <p:spPr>
            <a:xfrm>
              <a:off x="6049214" y="3867894"/>
              <a:ext cx="2676721" cy="1000621"/>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0070C0"/>
                  </a:solidFill>
                </a:rPr>
                <a:t>自顶向下分析</a:t>
              </a:r>
              <a:endParaRPr lang="en-US" altLang="zh-CN" sz="2000" b="1" dirty="0">
                <a:solidFill>
                  <a:srgbClr val="0070C0"/>
                </a:solidFill>
              </a:endParaRPr>
            </a:p>
            <a:p>
              <a:pPr algn="ctr"/>
              <a:r>
                <a:rPr lang="zh-CN" altLang="en-US" sz="2000" b="1" dirty="0">
                  <a:solidFill>
                    <a:srgbClr val="0070C0"/>
                  </a:solidFill>
                </a:rPr>
                <a:t>核心问题</a:t>
              </a:r>
              <a:endParaRPr lang="en-US" altLang="zh-CN" sz="2000" b="1" dirty="0">
                <a:solidFill>
                  <a:srgbClr val="0070C0"/>
                </a:solidFill>
              </a:endParaRPr>
            </a:p>
            <a:p>
              <a:pPr algn="ctr"/>
              <a:r>
                <a:rPr lang="zh-CN" altLang="en-US" sz="2000" b="1" dirty="0">
                  <a:solidFill>
                    <a:srgbClr val="0070C0"/>
                  </a:solidFill>
                </a:rPr>
                <a:t>目 标：做确定的分析</a:t>
              </a:r>
            </a:p>
          </p:txBody>
        </p:sp>
      </p:grpSp>
      <p:sp>
        <p:nvSpPr>
          <p:cNvPr id="16" name="灯片编号占位符 15">
            <a:extLst>
              <a:ext uri="{FF2B5EF4-FFF2-40B4-BE49-F238E27FC236}">
                <a16:creationId xmlns:a16="http://schemas.microsoft.com/office/drawing/2014/main" id="{0BECEA7B-C95F-4927-8DCC-E4501B7CF587}"/>
              </a:ext>
            </a:extLst>
          </p:cNvPr>
          <p:cNvSpPr>
            <a:spLocks noGrp="1"/>
          </p:cNvSpPr>
          <p:nvPr>
            <p:ph type="sldNum" sz="quarter" idx="12"/>
          </p:nvPr>
        </p:nvSpPr>
        <p:spPr/>
        <p:txBody>
          <a:bodyPr/>
          <a:lstStyle/>
          <a:p>
            <a:pPr>
              <a:defRPr/>
            </a:pPr>
            <a:fld id="{EA567855-7F13-4FC5-AD61-2B82F6443E16}" type="slidenum">
              <a:rPr lang="zh-CN" altLang="en-US" smtClean="0"/>
              <a:pPr>
                <a:defRPr/>
              </a:pPr>
              <a:t>7</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10243">
                                            <p:txEl>
                                              <p:pRg st="2" end="2"/>
                                            </p:txEl>
                                          </p:spTgt>
                                        </p:tgtEl>
                                        <p:attrNameLst>
                                          <p:attrName>style.visibility</p:attrName>
                                        </p:attrNameLst>
                                      </p:cBhvr>
                                      <p:to>
                                        <p:strVal val="visible"/>
                                      </p:to>
                                    </p:set>
                                    <p:anim calcmode="lin" valueType="num">
                                      <p:cBhvr>
                                        <p:cTn id="7" dur="500" fill="hold"/>
                                        <p:tgtEl>
                                          <p:spTgt spid="10243">
                                            <p:txEl>
                                              <p:pRg st="2" end="2"/>
                                            </p:txEl>
                                          </p:spTgt>
                                        </p:tgtEl>
                                        <p:attrNameLst>
                                          <p:attrName>ppt_w</p:attrName>
                                        </p:attrNameLst>
                                      </p:cBhvr>
                                      <p:tavLst>
                                        <p:tav tm="0">
                                          <p:val>
                                            <p:fltVal val="0"/>
                                          </p:val>
                                        </p:tav>
                                        <p:tav tm="100000">
                                          <p:val>
                                            <p:strVal val="#ppt_w"/>
                                          </p:val>
                                        </p:tav>
                                      </p:tavLst>
                                    </p:anim>
                                    <p:anim calcmode="lin" valueType="num">
                                      <p:cBhvr>
                                        <p:cTn id="8" dur="500" fill="hold"/>
                                        <p:tgtEl>
                                          <p:spTgt spid="10243">
                                            <p:txEl>
                                              <p:pRg st="2" end="2"/>
                                            </p:txEl>
                                          </p:spTgt>
                                        </p:tgtEl>
                                        <p:attrNameLst>
                                          <p:attrName>ppt_h</p:attrName>
                                        </p:attrNameLst>
                                      </p:cBhvr>
                                      <p:tavLst>
                                        <p:tav tm="0">
                                          <p:val>
                                            <p:fltVal val="0"/>
                                          </p:val>
                                        </p:tav>
                                        <p:tav tm="100000">
                                          <p:val>
                                            <p:strVal val="#ppt_h"/>
                                          </p:val>
                                        </p:tav>
                                      </p:tavLst>
                                    </p:anim>
                                    <p:animEffect transition="in" filter="fade">
                                      <p:cBhvr>
                                        <p:cTn id="9" dur="500"/>
                                        <p:tgtEl>
                                          <p:spTgt spid="10243">
                                            <p:txEl>
                                              <p:pRg st="2" end="2"/>
                                            </p:txEl>
                                          </p:spTgt>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33"/>
                                        </p:tgtEl>
                                        <p:attrNameLst>
                                          <p:attrName>style.visibility</p:attrName>
                                        </p:attrNameLst>
                                      </p:cBhvr>
                                      <p:to>
                                        <p:strVal val="visible"/>
                                      </p:to>
                                    </p:set>
                                    <p:anim calcmode="lin" valueType="num">
                                      <p:cBhvr>
                                        <p:cTn id="12" dur="500" fill="hold"/>
                                        <p:tgtEl>
                                          <p:spTgt spid="33"/>
                                        </p:tgtEl>
                                        <p:attrNameLst>
                                          <p:attrName>ppt_w</p:attrName>
                                        </p:attrNameLst>
                                      </p:cBhvr>
                                      <p:tavLst>
                                        <p:tav tm="0">
                                          <p:val>
                                            <p:fltVal val="0"/>
                                          </p:val>
                                        </p:tav>
                                        <p:tav tm="100000">
                                          <p:val>
                                            <p:strVal val="#ppt_w"/>
                                          </p:val>
                                        </p:tav>
                                      </p:tavLst>
                                    </p:anim>
                                    <p:anim calcmode="lin" valueType="num">
                                      <p:cBhvr>
                                        <p:cTn id="13" dur="500" fill="hold"/>
                                        <p:tgtEl>
                                          <p:spTgt spid="33"/>
                                        </p:tgtEl>
                                        <p:attrNameLst>
                                          <p:attrName>ppt_h</p:attrName>
                                        </p:attrNameLst>
                                      </p:cBhvr>
                                      <p:tavLst>
                                        <p:tav tm="0">
                                          <p:val>
                                            <p:fltVal val="0"/>
                                          </p:val>
                                        </p:tav>
                                        <p:tav tm="100000">
                                          <p:val>
                                            <p:strVal val="#ppt_h"/>
                                          </p:val>
                                        </p:tav>
                                      </p:tavLst>
                                    </p:anim>
                                    <p:animEffect transition="in" filter="fade">
                                      <p:cBhvr>
                                        <p:cTn id="14" dur="500"/>
                                        <p:tgtEl>
                                          <p:spTgt spid="33"/>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p:cTn id="19" dur="500" fill="hold"/>
                                        <p:tgtEl>
                                          <p:spTgt spid="5"/>
                                        </p:tgtEl>
                                        <p:attrNameLst>
                                          <p:attrName>ppt_w</p:attrName>
                                        </p:attrNameLst>
                                      </p:cBhvr>
                                      <p:tavLst>
                                        <p:tav tm="0">
                                          <p:val>
                                            <p:fltVal val="0"/>
                                          </p:val>
                                        </p:tav>
                                        <p:tav tm="100000">
                                          <p:val>
                                            <p:strVal val="#ppt_w"/>
                                          </p:val>
                                        </p:tav>
                                      </p:tavLst>
                                    </p:anim>
                                    <p:anim calcmode="lin" valueType="num">
                                      <p:cBhvr>
                                        <p:cTn id="20" dur="500" fill="hold"/>
                                        <p:tgtEl>
                                          <p:spTgt spid="5"/>
                                        </p:tgtEl>
                                        <p:attrNameLst>
                                          <p:attrName>ppt_h</p:attrName>
                                        </p:attrNameLst>
                                      </p:cBhvr>
                                      <p:tavLst>
                                        <p:tav tm="0">
                                          <p:val>
                                            <p:fltVal val="0"/>
                                          </p:val>
                                        </p:tav>
                                        <p:tav tm="100000">
                                          <p:val>
                                            <p:strVal val="#ppt_h"/>
                                          </p:val>
                                        </p:tav>
                                      </p:tavLst>
                                    </p:anim>
                                    <p:animEffect transition="in" filter="fade">
                                      <p:cBhvr>
                                        <p:cTn id="21" dur="500"/>
                                        <p:tgtEl>
                                          <p:spTgt spid="5"/>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6">
                                            <p:bg/>
                                          </p:spTgt>
                                        </p:tgtEl>
                                        <p:attrNameLst>
                                          <p:attrName>style.visibility</p:attrName>
                                        </p:attrNameLst>
                                      </p:cBhvr>
                                      <p:to>
                                        <p:strVal val="visible"/>
                                      </p:to>
                                    </p:set>
                                    <p:anim calcmode="lin" valueType="num">
                                      <p:cBhvr>
                                        <p:cTn id="26" dur="500" fill="hold"/>
                                        <p:tgtEl>
                                          <p:spTgt spid="6">
                                            <p:bg/>
                                          </p:spTgt>
                                        </p:tgtEl>
                                        <p:attrNameLst>
                                          <p:attrName>ppt_w</p:attrName>
                                        </p:attrNameLst>
                                      </p:cBhvr>
                                      <p:tavLst>
                                        <p:tav tm="0">
                                          <p:val>
                                            <p:fltVal val="0"/>
                                          </p:val>
                                        </p:tav>
                                        <p:tav tm="100000">
                                          <p:val>
                                            <p:strVal val="#ppt_w"/>
                                          </p:val>
                                        </p:tav>
                                      </p:tavLst>
                                    </p:anim>
                                    <p:anim calcmode="lin" valueType="num">
                                      <p:cBhvr>
                                        <p:cTn id="27" dur="500" fill="hold"/>
                                        <p:tgtEl>
                                          <p:spTgt spid="6">
                                            <p:bg/>
                                          </p:spTgt>
                                        </p:tgtEl>
                                        <p:attrNameLst>
                                          <p:attrName>ppt_h</p:attrName>
                                        </p:attrNameLst>
                                      </p:cBhvr>
                                      <p:tavLst>
                                        <p:tav tm="0">
                                          <p:val>
                                            <p:fltVal val="0"/>
                                          </p:val>
                                        </p:tav>
                                        <p:tav tm="100000">
                                          <p:val>
                                            <p:strVal val="#ppt_h"/>
                                          </p:val>
                                        </p:tav>
                                      </p:tavLst>
                                    </p:anim>
                                    <p:animEffect transition="in" filter="fade">
                                      <p:cBhvr>
                                        <p:cTn id="28" dur="500"/>
                                        <p:tgtEl>
                                          <p:spTgt spid="6">
                                            <p:bg/>
                                          </p:spTgt>
                                        </p:tgtEl>
                                      </p:cBhvr>
                                    </p:animEffect>
                                  </p:childTnLst>
                                </p:cTn>
                              </p:par>
                              <p:par>
                                <p:cTn id="29" presetID="53" presetClass="entr" presetSubtype="16" fill="hold" nodeType="with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p:cTn id="31" dur="500" fill="hold"/>
                                        <p:tgtEl>
                                          <p:spTgt spid="11"/>
                                        </p:tgtEl>
                                        <p:attrNameLst>
                                          <p:attrName>ppt_w</p:attrName>
                                        </p:attrNameLst>
                                      </p:cBhvr>
                                      <p:tavLst>
                                        <p:tav tm="0">
                                          <p:val>
                                            <p:fltVal val="0"/>
                                          </p:val>
                                        </p:tav>
                                        <p:tav tm="100000">
                                          <p:val>
                                            <p:strVal val="#ppt_w"/>
                                          </p:val>
                                        </p:tav>
                                      </p:tavLst>
                                    </p:anim>
                                    <p:anim calcmode="lin" valueType="num">
                                      <p:cBhvr>
                                        <p:cTn id="32" dur="500" fill="hold"/>
                                        <p:tgtEl>
                                          <p:spTgt spid="11"/>
                                        </p:tgtEl>
                                        <p:attrNameLst>
                                          <p:attrName>ppt_h</p:attrName>
                                        </p:attrNameLst>
                                      </p:cBhvr>
                                      <p:tavLst>
                                        <p:tav tm="0">
                                          <p:val>
                                            <p:fltVal val="0"/>
                                          </p:val>
                                        </p:tav>
                                        <p:tav tm="100000">
                                          <p:val>
                                            <p:strVal val="#ppt_h"/>
                                          </p:val>
                                        </p:tav>
                                      </p:tavLst>
                                    </p:anim>
                                    <p:animEffect transition="in" filter="fade">
                                      <p:cBhvr>
                                        <p:cTn id="33" dur="500"/>
                                        <p:tgtEl>
                                          <p:spTgt spid="11"/>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2"/>
                                        </p:tgtEl>
                                        <p:attrNameLst>
                                          <p:attrName>style.visibility</p:attrName>
                                        </p:attrNameLst>
                                      </p:cBhvr>
                                      <p:to>
                                        <p:strVal val="visible"/>
                                      </p:to>
                                    </p:set>
                                    <p:anim calcmode="lin" valueType="num">
                                      <p:cBhvr>
                                        <p:cTn id="36" dur="500" fill="hold"/>
                                        <p:tgtEl>
                                          <p:spTgt spid="2"/>
                                        </p:tgtEl>
                                        <p:attrNameLst>
                                          <p:attrName>ppt_w</p:attrName>
                                        </p:attrNameLst>
                                      </p:cBhvr>
                                      <p:tavLst>
                                        <p:tav tm="0">
                                          <p:val>
                                            <p:fltVal val="0"/>
                                          </p:val>
                                        </p:tav>
                                        <p:tav tm="100000">
                                          <p:val>
                                            <p:strVal val="#ppt_w"/>
                                          </p:val>
                                        </p:tav>
                                      </p:tavLst>
                                    </p:anim>
                                    <p:anim calcmode="lin" valueType="num">
                                      <p:cBhvr>
                                        <p:cTn id="37" dur="500" fill="hold"/>
                                        <p:tgtEl>
                                          <p:spTgt spid="2"/>
                                        </p:tgtEl>
                                        <p:attrNameLst>
                                          <p:attrName>ppt_h</p:attrName>
                                        </p:attrNameLst>
                                      </p:cBhvr>
                                      <p:tavLst>
                                        <p:tav tm="0">
                                          <p:val>
                                            <p:fltVal val="0"/>
                                          </p:val>
                                        </p:tav>
                                        <p:tav tm="100000">
                                          <p:val>
                                            <p:strVal val="#ppt_h"/>
                                          </p:val>
                                        </p:tav>
                                      </p:tavLst>
                                    </p:anim>
                                    <p:animEffect transition="in" filter="fade">
                                      <p:cBhvr>
                                        <p:cTn id="38" dur="500"/>
                                        <p:tgtEl>
                                          <p:spTgt spid="2"/>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53" presetClass="entr" presetSubtype="16" fill="hold" nodeType="clickEffect">
                                  <p:stCondLst>
                                    <p:cond delay="0"/>
                                  </p:stCondLst>
                                  <p:childTnLst>
                                    <p:set>
                                      <p:cBhvr>
                                        <p:cTn id="42" dur="1" fill="hold">
                                          <p:stCondLst>
                                            <p:cond delay="0"/>
                                          </p:stCondLst>
                                        </p:cTn>
                                        <p:tgtEl>
                                          <p:spTgt spid="9"/>
                                        </p:tgtEl>
                                        <p:attrNameLst>
                                          <p:attrName>style.visibility</p:attrName>
                                        </p:attrNameLst>
                                      </p:cBhvr>
                                      <p:to>
                                        <p:strVal val="visible"/>
                                      </p:to>
                                    </p:set>
                                    <p:anim calcmode="lin" valueType="num">
                                      <p:cBhvr>
                                        <p:cTn id="43" dur="500" fill="hold"/>
                                        <p:tgtEl>
                                          <p:spTgt spid="9"/>
                                        </p:tgtEl>
                                        <p:attrNameLst>
                                          <p:attrName>ppt_w</p:attrName>
                                        </p:attrNameLst>
                                      </p:cBhvr>
                                      <p:tavLst>
                                        <p:tav tm="0">
                                          <p:val>
                                            <p:fltVal val="0"/>
                                          </p:val>
                                        </p:tav>
                                        <p:tav tm="100000">
                                          <p:val>
                                            <p:strVal val="#ppt_w"/>
                                          </p:val>
                                        </p:tav>
                                      </p:tavLst>
                                    </p:anim>
                                    <p:anim calcmode="lin" valueType="num">
                                      <p:cBhvr>
                                        <p:cTn id="44" dur="500" fill="hold"/>
                                        <p:tgtEl>
                                          <p:spTgt spid="9"/>
                                        </p:tgtEl>
                                        <p:attrNameLst>
                                          <p:attrName>ppt_h</p:attrName>
                                        </p:attrNameLst>
                                      </p:cBhvr>
                                      <p:tavLst>
                                        <p:tav tm="0">
                                          <p:val>
                                            <p:fltVal val="0"/>
                                          </p:val>
                                        </p:tav>
                                        <p:tav tm="100000">
                                          <p:val>
                                            <p:strVal val="#ppt_h"/>
                                          </p:val>
                                        </p:tav>
                                      </p:tavLst>
                                    </p:anim>
                                    <p:animEffect transition="in" filter="fade">
                                      <p:cBhvr>
                                        <p:cTn id="45" dur="500"/>
                                        <p:tgtEl>
                                          <p:spTgt spid="9"/>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53" presetClass="entr" presetSubtype="16" fill="hold" grpId="0" nodeType="clickEffect">
                                  <p:stCondLst>
                                    <p:cond delay="0"/>
                                  </p:stCondLst>
                                  <p:childTnLst>
                                    <p:set>
                                      <p:cBhvr>
                                        <p:cTn id="49" dur="1" fill="hold">
                                          <p:stCondLst>
                                            <p:cond delay="0"/>
                                          </p:stCondLst>
                                        </p:cTn>
                                        <p:tgtEl>
                                          <p:spTgt spid="6">
                                            <p:txEl>
                                              <p:pRg st="1" end="1"/>
                                            </p:txEl>
                                          </p:spTgt>
                                        </p:tgtEl>
                                        <p:attrNameLst>
                                          <p:attrName>style.visibility</p:attrName>
                                        </p:attrNameLst>
                                      </p:cBhvr>
                                      <p:to>
                                        <p:strVal val="visible"/>
                                      </p:to>
                                    </p:set>
                                    <p:anim calcmode="lin" valueType="num">
                                      <p:cBhvr>
                                        <p:cTn id="50" dur="500" fill="hold"/>
                                        <p:tgtEl>
                                          <p:spTgt spid="6">
                                            <p:txEl>
                                              <p:pRg st="1" end="1"/>
                                            </p:txEl>
                                          </p:spTgt>
                                        </p:tgtEl>
                                        <p:attrNameLst>
                                          <p:attrName>ppt_w</p:attrName>
                                        </p:attrNameLst>
                                      </p:cBhvr>
                                      <p:tavLst>
                                        <p:tav tm="0">
                                          <p:val>
                                            <p:fltVal val="0"/>
                                          </p:val>
                                        </p:tav>
                                        <p:tav tm="100000">
                                          <p:val>
                                            <p:strVal val="#ppt_w"/>
                                          </p:val>
                                        </p:tav>
                                      </p:tavLst>
                                    </p:anim>
                                    <p:anim calcmode="lin" valueType="num">
                                      <p:cBhvr>
                                        <p:cTn id="51" dur="500" fill="hold"/>
                                        <p:tgtEl>
                                          <p:spTgt spid="6">
                                            <p:txEl>
                                              <p:pRg st="1" end="1"/>
                                            </p:txEl>
                                          </p:spTgt>
                                        </p:tgtEl>
                                        <p:attrNameLst>
                                          <p:attrName>ppt_h</p:attrName>
                                        </p:attrNameLst>
                                      </p:cBhvr>
                                      <p:tavLst>
                                        <p:tav tm="0">
                                          <p:val>
                                            <p:fltVal val="0"/>
                                          </p:val>
                                        </p:tav>
                                        <p:tav tm="100000">
                                          <p:val>
                                            <p:strVal val="#ppt_h"/>
                                          </p:val>
                                        </p:tav>
                                      </p:tavLst>
                                    </p:anim>
                                    <p:animEffect transition="in" filter="fade">
                                      <p:cBhvr>
                                        <p:cTn id="52" dur="500"/>
                                        <p:tgtEl>
                                          <p:spTgt spid="6">
                                            <p:txEl>
                                              <p:pRg st="1" end="1"/>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53" presetClass="entr" presetSubtype="16" fill="hold" nodeType="clickEffect">
                                  <p:stCondLst>
                                    <p:cond delay="0"/>
                                  </p:stCondLst>
                                  <p:childTnLst>
                                    <p:set>
                                      <p:cBhvr>
                                        <p:cTn id="56" dur="1" fill="hold">
                                          <p:stCondLst>
                                            <p:cond delay="0"/>
                                          </p:stCondLst>
                                        </p:cTn>
                                        <p:tgtEl>
                                          <p:spTgt spid="3"/>
                                        </p:tgtEl>
                                        <p:attrNameLst>
                                          <p:attrName>style.visibility</p:attrName>
                                        </p:attrNameLst>
                                      </p:cBhvr>
                                      <p:to>
                                        <p:strVal val="visible"/>
                                      </p:to>
                                    </p:set>
                                    <p:anim calcmode="lin" valueType="num">
                                      <p:cBhvr>
                                        <p:cTn id="57" dur="500" fill="hold"/>
                                        <p:tgtEl>
                                          <p:spTgt spid="3"/>
                                        </p:tgtEl>
                                        <p:attrNameLst>
                                          <p:attrName>ppt_w</p:attrName>
                                        </p:attrNameLst>
                                      </p:cBhvr>
                                      <p:tavLst>
                                        <p:tav tm="0">
                                          <p:val>
                                            <p:fltVal val="0"/>
                                          </p:val>
                                        </p:tav>
                                        <p:tav tm="100000">
                                          <p:val>
                                            <p:strVal val="#ppt_w"/>
                                          </p:val>
                                        </p:tav>
                                      </p:tavLst>
                                    </p:anim>
                                    <p:anim calcmode="lin" valueType="num">
                                      <p:cBhvr>
                                        <p:cTn id="58" dur="500" fill="hold"/>
                                        <p:tgtEl>
                                          <p:spTgt spid="3"/>
                                        </p:tgtEl>
                                        <p:attrNameLst>
                                          <p:attrName>ppt_h</p:attrName>
                                        </p:attrNameLst>
                                      </p:cBhvr>
                                      <p:tavLst>
                                        <p:tav tm="0">
                                          <p:val>
                                            <p:fltVal val="0"/>
                                          </p:val>
                                        </p:tav>
                                        <p:tav tm="100000">
                                          <p:val>
                                            <p:strVal val="#ppt_h"/>
                                          </p:val>
                                        </p:tav>
                                      </p:tavLst>
                                    </p:anim>
                                    <p:animEffect transition="in" filter="fade">
                                      <p:cBhvr>
                                        <p:cTn id="59" dur="500"/>
                                        <p:tgtEl>
                                          <p:spTgt spid="3"/>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53" presetClass="entr" presetSubtype="16" fill="hold" grpId="0" nodeType="clickEffect">
                                  <p:stCondLst>
                                    <p:cond delay="0"/>
                                  </p:stCondLst>
                                  <p:childTnLst>
                                    <p:set>
                                      <p:cBhvr>
                                        <p:cTn id="63" dur="1" fill="hold">
                                          <p:stCondLst>
                                            <p:cond delay="0"/>
                                          </p:stCondLst>
                                        </p:cTn>
                                        <p:tgtEl>
                                          <p:spTgt spid="6">
                                            <p:txEl>
                                              <p:pRg st="2" end="2"/>
                                            </p:txEl>
                                          </p:spTgt>
                                        </p:tgtEl>
                                        <p:attrNameLst>
                                          <p:attrName>style.visibility</p:attrName>
                                        </p:attrNameLst>
                                      </p:cBhvr>
                                      <p:to>
                                        <p:strVal val="visible"/>
                                      </p:to>
                                    </p:set>
                                    <p:anim calcmode="lin" valueType="num">
                                      <p:cBhvr>
                                        <p:cTn id="64" dur="500" fill="hold"/>
                                        <p:tgtEl>
                                          <p:spTgt spid="6">
                                            <p:txEl>
                                              <p:pRg st="2" end="2"/>
                                            </p:txEl>
                                          </p:spTgt>
                                        </p:tgtEl>
                                        <p:attrNameLst>
                                          <p:attrName>ppt_w</p:attrName>
                                        </p:attrNameLst>
                                      </p:cBhvr>
                                      <p:tavLst>
                                        <p:tav tm="0">
                                          <p:val>
                                            <p:fltVal val="0"/>
                                          </p:val>
                                        </p:tav>
                                        <p:tav tm="100000">
                                          <p:val>
                                            <p:strVal val="#ppt_w"/>
                                          </p:val>
                                        </p:tav>
                                      </p:tavLst>
                                    </p:anim>
                                    <p:anim calcmode="lin" valueType="num">
                                      <p:cBhvr>
                                        <p:cTn id="65" dur="500" fill="hold"/>
                                        <p:tgtEl>
                                          <p:spTgt spid="6">
                                            <p:txEl>
                                              <p:pRg st="2" end="2"/>
                                            </p:txEl>
                                          </p:spTgt>
                                        </p:tgtEl>
                                        <p:attrNameLst>
                                          <p:attrName>ppt_h</p:attrName>
                                        </p:attrNameLst>
                                      </p:cBhvr>
                                      <p:tavLst>
                                        <p:tav tm="0">
                                          <p:val>
                                            <p:fltVal val="0"/>
                                          </p:val>
                                        </p:tav>
                                        <p:tav tm="100000">
                                          <p:val>
                                            <p:strVal val="#ppt_h"/>
                                          </p:val>
                                        </p:tav>
                                      </p:tavLst>
                                    </p:anim>
                                    <p:animEffect transition="in" filter="fade">
                                      <p:cBhvr>
                                        <p:cTn id="66" dur="500"/>
                                        <p:tgtEl>
                                          <p:spTgt spid="6">
                                            <p:txEl>
                                              <p:pRg st="2" end="2"/>
                                            </p:txEl>
                                          </p:spTgt>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53" presetClass="entr" presetSubtype="16" fill="hold" nodeType="clickEffect">
                                  <p:stCondLst>
                                    <p:cond delay="0"/>
                                  </p:stCondLst>
                                  <p:childTnLst>
                                    <p:set>
                                      <p:cBhvr>
                                        <p:cTn id="70" dur="1" fill="hold">
                                          <p:stCondLst>
                                            <p:cond delay="0"/>
                                          </p:stCondLst>
                                        </p:cTn>
                                        <p:tgtEl>
                                          <p:spTgt spid="4"/>
                                        </p:tgtEl>
                                        <p:attrNameLst>
                                          <p:attrName>style.visibility</p:attrName>
                                        </p:attrNameLst>
                                      </p:cBhvr>
                                      <p:to>
                                        <p:strVal val="visible"/>
                                      </p:to>
                                    </p:set>
                                    <p:anim calcmode="lin" valueType="num">
                                      <p:cBhvr>
                                        <p:cTn id="71" dur="500" fill="hold"/>
                                        <p:tgtEl>
                                          <p:spTgt spid="4"/>
                                        </p:tgtEl>
                                        <p:attrNameLst>
                                          <p:attrName>ppt_w</p:attrName>
                                        </p:attrNameLst>
                                      </p:cBhvr>
                                      <p:tavLst>
                                        <p:tav tm="0">
                                          <p:val>
                                            <p:fltVal val="0"/>
                                          </p:val>
                                        </p:tav>
                                        <p:tav tm="100000">
                                          <p:val>
                                            <p:strVal val="#ppt_w"/>
                                          </p:val>
                                        </p:tav>
                                      </p:tavLst>
                                    </p:anim>
                                    <p:anim calcmode="lin" valueType="num">
                                      <p:cBhvr>
                                        <p:cTn id="72" dur="500" fill="hold"/>
                                        <p:tgtEl>
                                          <p:spTgt spid="4"/>
                                        </p:tgtEl>
                                        <p:attrNameLst>
                                          <p:attrName>ppt_h</p:attrName>
                                        </p:attrNameLst>
                                      </p:cBhvr>
                                      <p:tavLst>
                                        <p:tav tm="0">
                                          <p:val>
                                            <p:fltVal val="0"/>
                                          </p:val>
                                        </p:tav>
                                        <p:tav tm="100000">
                                          <p:val>
                                            <p:strVal val="#ppt_h"/>
                                          </p:val>
                                        </p:tav>
                                      </p:tavLst>
                                    </p:anim>
                                    <p:animEffect transition="in" filter="fade">
                                      <p:cBhvr>
                                        <p:cTn id="73" dur="500"/>
                                        <p:tgtEl>
                                          <p:spTgt spid="4"/>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53" presetClass="entr" presetSubtype="16" fill="hold" grpId="0" nodeType="clickEffect">
                                  <p:stCondLst>
                                    <p:cond delay="0"/>
                                  </p:stCondLst>
                                  <p:childTnLst>
                                    <p:set>
                                      <p:cBhvr>
                                        <p:cTn id="77" dur="1" fill="hold">
                                          <p:stCondLst>
                                            <p:cond delay="0"/>
                                          </p:stCondLst>
                                        </p:cTn>
                                        <p:tgtEl>
                                          <p:spTgt spid="6">
                                            <p:txEl>
                                              <p:pRg st="3" end="3"/>
                                            </p:txEl>
                                          </p:spTgt>
                                        </p:tgtEl>
                                        <p:attrNameLst>
                                          <p:attrName>style.visibility</p:attrName>
                                        </p:attrNameLst>
                                      </p:cBhvr>
                                      <p:to>
                                        <p:strVal val="visible"/>
                                      </p:to>
                                    </p:set>
                                    <p:anim calcmode="lin" valueType="num">
                                      <p:cBhvr>
                                        <p:cTn id="78" dur="500" fill="hold"/>
                                        <p:tgtEl>
                                          <p:spTgt spid="6">
                                            <p:txEl>
                                              <p:pRg st="3" end="3"/>
                                            </p:txEl>
                                          </p:spTgt>
                                        </p:tgtEl>
                                        <p:attrNameLst>
                                          <p:attrName>ppt_w</p:attrName>
                                        </p:attrNameLst>
                                      </p:cBhvr>
                                      <p:tavLst>
                                        <p:tav tm="0">
                                          <p:val>
                                            <p:fltVal val="0"/>
                                          </p:val>
                                        </p:tav>
                                        <p:tav tm="100000">
                                          <p:val>
                                            <p:strVal val="#ppt_w"/>
                                          </p:val>
                                        </p:tav>
                                      </p:tavLst>
                                    </p:anim>
                                    <p:anim calcmode="lin" valueType="num">
                                      <p:cBhvr>
                                        <p:cTn id="79" dur="500" fill="hold"/>
                                        <p:tgtEl>
                                          <p:spTgt spid="6">
                                            <p:txEl>
                                              <p:pRg st="3" end="3"/>
                                            </p:txEl>
                                          </p:spTgt>
                                        </p:tgtEl>
                                        <p:attrNameLst>
                                          <p:attrName>ppt_h</p:attrName>
                                        </p:attrNameLst>
                                      </p:cBhvr>
                                      <p:tavLst>
                                        <p:tav tm="0">
                                          <p:val>
                                            <p:fltVal val="0"/>
                                          </p:val>
                                        </p:tav>
                                        <p:tav tm="100000">
                                          <p:val>
                                            <p:strVal val="#ppt_h"/>
                                          </p:val>
                                        </p:tav>
                                      </p:tavLst>
                                    </p:anim>
                                    <p:animEffect transition="in" filter="fade">
                                      <p:cBhvr>
                                        <p:cTn id="80" dur="500"/>
                                        <p:tgtEl>
                                          <p:spTgt spid="6">
                                            <p:txEl>
                                              <p:pRg st="3" end="3"/>
                                            </p:txEl>
                                          </p:spTgt>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53" presetClass="entr" presetSubtype="16" fill="hold" nodeType="clickEffect">
                                  <p:stCondLst>
                                    <p:cond delay="0"/>
                                  </p:stCondLst>
                                  <p:childTnLst>
                                    <p:set>
                                      <p:cBhvr>
                                        <p:cTn id="84" dur="1" fill="hold">
                                          <p:stCondLst>
                                            <p:cond delay="0"/>
                                          </p:stCondLst>
                                        </p:cTn>
                                        <p:tgtEl>
                                          <p:spTgt spid="8"/>
                                        </p:tgtEl>
                                        <p:attrNameLst>
                                          <p:attrName>style.visibility</p:attrName>
                                        </p:attrNameLst>
                                      </p:cBhvr>
                                      <p:to>
                                        <p:strVal val="visible"/>
                                      </p:to>
                                    </p:set>
                                    <p:anim calcmode="lin" valueType="num">
                                      <p:cBhvr>
                                        <p:cTn id="85" dur="500" fill="hold"/>
                                        <p:tgtEl>
                                          <p:spTgt spid="8"/>
                                        </p:tgtEl>
                                        <p:attrNameLst>
                                          <p:attrName>ppt_w</p:attrName>
                                        </p:attrNameLst>
                                      </p:cBhvr>
                                      <p:tavLst>
                                        <p:tav tm="0">
                                          <p:val>
                                            <p:fltVal val="0"/>
                                          </p:val>
                                        </p:tav>
                                        <p:tav tm="100000">
                                          <p:val>
                                            <p:strVal val="#ppt_w"/>
                                          </p:val>
                                        </p:tav>
                                      </p:tavLst>
                                    </p:anim>
                                    <p:anim calcmode="lin" valueType="num">
                                      <p:cBhvr>
                                        <p:cTn id="86" dur="500" fill="hold"/>
                                        <p:tgtEl>
                                          <p:spTgt spid="8"/>
                                        </p:tgtEl>
                                        <p:attrNameLst>
                                          <p:attrName>ppt_h</p:attrName>
                                        </p:attrNameLst>
                                      </p:cBhvr>
                                      <p:tavLst>
                                        <p:tav tm="0">
                                          <p:val>
                                            <p:fltVal val="0"/>
                                          </p:val>
                                        </p:tav>
                                        <p:tav tm="100000">
                                          <p:val>
                                            <p:strVal val="#ppt_h"/>
                                          </p:val>
                                        </p:tav>
                                      </p:tavLst>
                                    </p:anim>
                                    <p:animEffect transition="in" filter="fade">
                                      <p:cBhvr>
                                        <p:cTn id="87" dur="500"/>
                                        <p:tgtEl>
                                          <p:spTgt spid="8"/>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53" presetClass="entr" presetSubtype="16" fill="hold" grpId="0" nodeType="clickEffect">
                                  <p:stCondLst>
                                    <p:cond delay="0"/>
                                  </p:stCondLst>
                                  <p:childTnLst>
                                    <p:set>
                                      <p:cBhvr>
                                        <p:cTn id="91" dur="1" fill="hold">
                                          <p:stCondLst>
                                            <p:cond delay="0"/>
                                          </p:stCondLst>
                                        </p:cTn>
                                        <p:tgtEl>
                                          <p:spTgt spid="6">
                                            <p:txEl>
                                              <p:pRg st="4" end="4"/>
                                            </p:txEl>
                                          </p:spTgt>
                                        </p:tgtEl>
                                        <p:attrNameLst>
                                          <p:attrName>style.visibility</p:attrName>
                                        </p:attrNameLst>
                                      </p:cBhvr>
                                      <p:to>
                                        <p:strVal val="visible"/>
                                      </p:to>
                                    </p:set>
                                    <p:anim calcmode="lin" valueType="num">
                                      <p:cBhvr>
                                        <p:cTn id="92" dur="500" fill="hold"/>
                                        <p:tgtEl>
                                          <p:spTgt spid="6">
                                            <p:txEl>
                                              <p:pRg st="4" end="4"/>
                                            </p:txEl>
                                          </p:spTgt>
                                        </p:tgtEl>
                                        <p:attrNameLst>
                                          <p:attrName>ppt_w</p:attrName>
                                        </p:attrNameLst>
                                      </p:cBhvr>
                                      <p:tavLst>
                                        <p:tav tm="0">
                                          <p:val>
                                            <p:fltVal val="0"/>
                                          </p:val>
                                        </p:tav>
                                        <p:tav tm="100000">
                                          <p:val>
                                            <p:strVal val="#ppt_w"/>
                                          </p:val>
                                        </p:tav>
                                      </p:tavLst>
                                    </p:anim>
                                    <p:anim calcmode="lin" valueType="num">
                                      <p:cBhvr>
                                        <p:cTn id="93" dur="500" fill="hold"/>
                                        <p:tgtEl>
                                          <p:spTgt spid="6">
                                            <p:txEl>
                                              <p:pRg st="4" end="4"/>
                                            </p:txEl>
                                          </p:spTgt>
                                        </p:tgtEl>
                                        <p:attrNameLst>
                                          <p:attrName>ppt_h</p:attrName>
                                        </p:attrNameLst>
                                      </p:cBhvr>
                                      <p:tavLst>
                                        <p:tav tm="0">
                                          <p:val>
                                            <p:fltVal val="0"/>
                                          </p:val>
                                        </p:tav>
                                        <p:tav tm="100000">
                                          <p:val>
                                            <p:strVal val="#ppt_h"/>
                                          </p:val>
                                        </p:tav>
                                      </p:tavLst>
                                    </p:anim>
                                    <p:animEffect transition="in" filter="fade">
                                      <p:cBhvr>
                                        <p:cTn id="94" dur="500"/>
                                        <p:tgtEl>
                                          <p:spTgt spid="6">
                                            <p:txEl>
                                              <p:pRg st="4" end="4"/>
                                            </p:txEl>
                                          </p:spTgt>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53" presetClass="entr" presetSubtype="16" fill="hold" nodeType="clickEffect">
                                  <p:stCondLst>
                                    <p:cond delay="0"/>
                                  </p:stCondLst>
                                  <p:childTnLst>
                                    <p:set>
                                      <p:cBhvr>
                                        <p:cTn id="98" dur="1" fill="hold">
                                          <p:stCondLst>
                                            <p:cond delay="0"/>
                                          </p:stCondLst>
                                        </p:cTn>
                                        <p:tgtEl>
                                          <p:spTgt spid="7"/>
                                        </p:tgtEl>
                                        <p:attrNameLst>
                                          <p:attrName>style.visibility</p:attrName>
                                        </p:attrNameLst>
                                      </p:cBhvr>
                                      <p:to>
                                        <p:strVal val="visible"/>
                                      </p:to>
                                    </p:set>
                                    <p:anim calcmode="lin" valueType="num">
                                      <p:cBhvr>
                                        <p:cTn id="99" dur="500" fill="hold"/>
                                        <p:tgtEl>
                                          <p:spTgt spid="7"/>
                                        </p:tgtEl>
                                        <p:attrNameLst>
                                          <p:attrName>ppt_w</p:attrName>
                                        </p:attrNameLst>
                                      </p:cBhvr>
                                      <p:tavLst>
                                        <p:tav tm="0">
                                          <p:val>
                                            <p:fltVal val="0"/>
                                          </p:val>
                                        </p:tav>
                                        <p:tav tm="100000">
                                          <p:val>
                                            <p:strVal val="#ppt_w"/>
                                          </p:val>
                                        </p:tav>
                                      </p:tavLst>
                                    </p:anim>
                                    <p:anim calcmode="lin" valueType="num">
                                      <p:cBhvr>
                                        <p:cTn id="100" dur="500" fill="hold"/>
                                        <p:tgtEl>
                                          <p:spTgt spid="7"/>
                                        </p:tgtEl>
                                        <p:attrNameLst>
                                          <p:attrName>ppt_h</p:attrName>
                                        </p:attrNameLst>
                                      </p:cBhvr>
                                      <p:tavLst>
                                        <p:tav tm="0">
                                          <p:val>
                                            <p:fltVal val="0"/>
                                          </p:val>
                                        </p:tav>
                                        <p:tav tm="100000">
                                          <p:val>
                                            <p:strVal val="#ppt_h"/>
                                          </p:val>
                                        </p:tav>
                                      </p:tavLst>
                                    </p:anim>
                                    <p:animEffect transition="in" filter="fade">
                                      <p:cBhvr>
                                        <p:cTn id="101" dur="500"/>
                                        <p:tgtEl>
                                          <p:spTgt spid="7"/>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53" presetClass="entr" presetSubtype="16" fill="hold" grpId="0" nodeType="clickEffect">
                                  <p:stCondLst>
                                    <p:cond delay="0"/>
                                  </p:stCondLst>
                                  <p:childTnLst>
                                    <p:set>
                                      <p:cBhvr>
                                        <p:cTn id="105" dur="1" fill="hold">
                                          <p:stCondLst>
                                            <p:cond delay="0"/>
                                          </p:stCondLst>
                                        </p:cTn>
                                        <p:tgtEl>
                                          <p:spTgt spid="6">
                                            <p:txEl>
                                              <p:pRg st="5" end="5"/>
                                            </p:txEl>
                                          </p:spTgt>
                                        </p:tgtEl>
                                        <p:attrNameLst>
                                          <p:attrName>style.visibility</p:attrName>
                                        </p:attrNameLst>
                                      </p:cBhvr>
                                      <p:to>
                                        <p:strVal val="visible"/>
                                      </p:to>
                                    </p:set>
                                    <p:anim calcmode="lin" valueType="num">
                                      <p:cBhvr>
                                        <p:cTn id="106" dur="500" fill="hold"/>
                                        <p:tgtEl>
                                          <p:spTgt spid="6">
                                            <p:txEl>
                                              <p:pRg st="5" end="5"/>
                                            </p:txEl>
                                          </p:spTgt>
                                        </p:tgtEl>
                                        <p:attrNameLst>
                                          <p:attrName>ppt_w</p:attrName>
                                        </p:attrNameLst>
                                      </p:cBhvr>
                                      <p:tavLst>
                                        <p:tav tm="0">
                                          <p:val>
                                            <p:fltVal val="0"/>
                                          </p:val>
                                        </p:tav>
                                        <p:tav tm="100000">
                                          <p:val>
                                            <p:strVal val="#ppt_w"/>
                                          </p:val>
                                        </p:tav>
                                      </p:tavLst>
                                    </p:anim>
                                    <p:anim calcmode="lin" valueType="num">
                                      <p:cBhvr>
                                        <p:cTn id="107" dur="500" fill="hold"/>
                                        <p:tgtEl>
                                          <p:spTgt spid="6">
                                            <p:txEl>
                                              <p:pRg st="5" end="5"/>
                                            </p:txEl>
                                          </p:spTgt>
                                        </p:tgtEl>
                                        <p:attrNameLst>
                                          <p:attrName>ppt_h</p:attrName>
                                        </p:attrNameLst>
                                      </p:cBhvr>
                                      <p:tavLst>
                                        <p:tav tm="0">
                                          <p:val>
                                            <p:fltVal val="0"/>
                                          </p:val>
                                        </p:tav>
                                        <p:tav tm="100000">
                                          <p:val>
                                            <p:strVal val="#ppt_h"/>
                                          </p:val>
                                        </p:tav>
                                      </p:tavLst>
                                    </p:anim>
                                    <p:animEffect transition="in" filter="fade">
                                      <p:cBhvr>
                                        <p:cTn id="108" dur="500"/>
                                        <p:tgtEl>
                                          <p:spTgt spid="6">
                                            <p:txEl>
                                              <p:pRg st="5" end="5"/>
                                            </p:txEl>
                                          </p:spTgt>
                                        </p:tgtEl>
                                      </p:cBhvr>
                                    </p:animEffec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53" presetClass="entr" presetSubtype="16" fill="hold" nodeType="clickEffect">
                                  <p:stCondLst>
                                    <p:cond delay="0"/>
                                  </p:stCondLst>
                                  <p:childTnLst>
                                    <p:set>
                                      <p:cBhvr>
                                        <p:cTn id="112" dur="1" fill="hold">
                                          <p:stCondLst>
                                            <p:cond delay="0"/>
                                          </p:stCondLst>
                                        </p:cTn>
                                        <p:tgtEl>
                                          <p:spTgt spid="10"/>
                                        </p:tgtEl>
                                        <p:attrNameLst>
                                          <p:attrName>style.visibility</p:attrName>
                                        </p:attrNameLst>
                                      </p:cBhvr>
                                      <p:to>
                                        <p:strVal val="visible"/>
                                      </p:to>
                                    </p:set>
                                    <p:anim calcmode="lin" valueType="num">
                                      <p:cBhvr>
                                        <p:cTn id="113" dur="500" fill="hold"/>
                                        <p:tgtEl>
                                          <p:spTgt spid="10"/>
                                        </p:tgtEl>
                                        <p:attrNameLst>
                                          <p:attrName>ppt_w</p:attrName>
                                        </p:attrNameLst>
                                      </p:cBhvr>
                                      <p:tavLst>
                                        <p:tav tm="0">
                                          <p:val>
                                            <p:fltVal val="0"/>
                                          </p:val>
                                        </p:tav>
                                        <p:tav tm="100000">
                                          <p:val>
                                            <p:strVal val="#ppt_w"/>
                                          </p:val>
                                        </p:tav>
                                      </p:tavLst>
                                    </p:anim>
                                    <p:anim calcmode="lin" valueType="num">
                                      <p:cBhvr>
                                        <p:cTn id="114" dur="500" fill="hold"/>
                                        <p:tgtEl>
                                          <p:spTgt spid="10"/>
                                        </p:tgtEl>
                                        <p:attrNameLst>
                                          <p:attrName>ppt_h</p:attrName>
                                        </p:attrNameLst>
                                      </p:cBhvr>
                                      <p:tavLst>
                                        <p:tav tm="0">
                                          <p:val>
                                            <p:fltVal val="0"/>
                                          </p:val>
                                        </p:tav>
                                        <p:tav tm="100000">
                                          <p:val>
                                            <p:strVal val="#ppt_h"/>
                                          </p:val>
                                        </p:tav>
                                      </p:tavLst>
                                    </p:anim>
                                    <p:animEffect transition="in" filter="fade">
                                      <p:cBhvr>
                                        <p:cTn id="115" dur="500"/>
                                        <p:tgtEl>
                                          <p:spTgt spid="10"/>
                                        </p:tgtEl>
                                      </p:cBhvr>
                                    </p:animEffect>
                                  </p:childTnLst>
                                </p:cTn>
                              </p:par>
                            </p:childTnLst>
                          </p:cTn>
                        </p:par>
                      </p:childTnLst>
                    </p:cTn>
                  </p:par>
                  <p:par>
                    <p:cTn id="116" fill="hold" nodeType="clickPar">
                      <p:stCondLst>
                        <p:cond delay="indefinite"/>
                      </p:stCondLst>
                      <p:childTnLst>
                        <p:par>
                          <p:cTn id="117" fill="hold" nodeType="withGroup">
                            <p:stCondLst>
                              <p:cond delay="0"/>
                            </p:stCondLst>
                            <p:childTnLst>
                              <p:par>
                                <p:cTn id="118" presetID="53" presetClass="entr" presetSubtype="16" fill="hold" grpId="0" nodeType="clickEffect">
                                  <p:stCondLst>
                                    <p:cond delay="0"/>
                                  </p:stCondLst>
                                  <p:childTnLst>
                                    <p:set>
                                      <p:cBhvr>
                                        <p:cTn id="119" dur="1" fill="hold">
                                          <p:stCondLst>
                                            <p:cond delay="0"/>
                                          </p:stCondLst>
                                        </p:cTn>
                                        <p:tgtEl>
                                          <p:spTgt spid="6">
                                            <p:txEl>
                                              <p:pRg st="6" end="6"/>
                                            </p:txEl>
                                          </p:spTgt>
                                        </p:tgtEl>
                                        <p:attrNameLst>
                                          <p:attrName>style.visibility</p:attrName>
                                        </p:attrNameLst>
                                      </p:cBhvr>
                                      <p:to>
                                        <p:strVal val="visible"/>
                                      </p:to>
                                    </p:set>
                                    <p:anim calcmode="lin" valueType="num">
                                      <p:cBhvr>
                                        <p:cTn id="120" dur="500" fill="hold"/>
                                        <p:tgtEl>
                                          <p:spTgt spid="6">
                                            <p:txEl>
                                              <p:pRg st="6" end="6"/>
                                            </p:txEl>
                                          </p:spTgt>
                                        </p:tgtEl>
                                        <p:attrNameLst>
                                          <p:attrName>ppt_w</p:attrName>
                                        </p:attrNameLst>
                                      </p:cBhvr>
                                      <p:tavLst>
                                        <p:tav tm="0">
                                          <p:val>
                                            <p:fltVal val="0"/>
                                          </p:val>
                                        </p:tav>
                                        <p:tav tm="100000">
                                          <p:val>
                                            <p:strVal val="#ppt_w"/>
                                          </p:val>
                                        </p:tav>
                                      </p:tavLst>
                                    </p:anim>
                                    <p:anim calcmode="lin" valueType="num">
                                      <p:cBhvr>
                                        <p:cTn id="121" dur="500" fill="hold"/>
                                        <p:tgtEl>
                                          <p:spTgt spid="6">
                                            <p:txEl>
                                              <p:pRg st="6" end="6"/>
                                            </p:txEl>
                                          </p:spTgt>
                                        </p:tgtEl>
                                        <p:attrNameLst>
                                          <p:attrName>ppt_h</p:attrName>
                                        </p:attrNameLst>
                                      </p:cBhvr>
                                      <p:tavLst>
                                        <p:tav tm="0">
                                          <p:val>
                                            <p:fltVal val="0"/>
                                          </p:val>
                                        </p:tav>
                                        <p:tav tm="100000">
                                          <p:val>
                                            <p:strVal val="#ppt_h"/>
                                          </p:val>
                                        </p:tav>
                                      </p:tavLst>
                                    </p:anim>
                                    <p:animEffect transition="in" filter="fade">
                                      <p:cBhvr>
                                        <p:cTn id="122" dur="500"/>
                                        <p:tgtEl>
                                          <p:spTgt spid="6">
                                            <p:txEl>
                                              <p:pRg st="6" end="6"/>
                                            </p:txEl>
                                          </p:spTgt>
                                        </p:tgtEl>
                                      </p:cBhvr>
                                    </p:animEffec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53" presetClass="entr" presetSubtype="0" fill="hold" nodeType="clickEffect">
                                  <p:stCondLst>
                                    <p:cond delay="0"/>
                                  </p:stCondLst>
                                  <p:childTnLst>
                                    <p:set>
                                      <p:cBhvr>
                                        <p:cTn id="126" dur="1" fill="hold">
                                          <p:stCondLst>
                                            <p:cond delay="0"/>
                                          </p:stCondLst>
                                        </p:cTn>
                                        <p:tgtEl>
                                          <p:spTgt spid="10243">
                                            <p:txEl>
                                              <p:pRg st="7" end="7"/>
                                            </p:txEl>
                                          </p:spTgt>
                                        </p:tgtEl>
                                        <p:attrNameLst>
                                          <p:attrName>style.visibility</p:attrName>
                                        </p:attrNameLst>
                                      </p:cBhvr>
                                      <p:to>
                                        <p:strVal val="visible"/>
                                      </p:to>
                                    </p:set>
                                    <p:anim calcmode="lin" valueType="num">
                                      <p:cBhvr>
                                        <p:cTn id="127" dur="500" fill="hold"/>
                                        <p:tgtEl>
                                          <p:spTgt spid="10243">
                                            <p:txEl>
                                              <p:pRg st="7" end="7"/>
                                            </p:txEl>
                                          </p:spTgt>
                                        </p:tgtEl>
                                        <p:attrNameLst>
                                          <p:attrName>ppt_w</p:attrName>
                                        </p:attrNameLst>
                                      </p:cBhvr>
                                      <p:tavLst>
                                        <p:tav tm="0">
                                          <p:val>
                                            <p:fltVal val="0"/>
                                          </p:val>
                                        </p:tav>
                                        <p:tav tm="100000">
                                          <p:val>
                                            <p:strVal val="#ppt_w"/>
                                          </p:val>
                                        </p:tav>
                                      </p:tavLst>
                                    </p:anim>
                                    <p:anim calcmode="lin" valueType="num">
                                      <p:cBhvr>
                                        <p:cTn id="128" dur="500" fill="hold"/>
                                        <p:tgtEl>
                                          <p:spTgt spid="10243">
                                            <p:txEl>
                                              <p:pRg st="7" end="7"/>
                                            </p:txEl>
                                          </p:spTgt>
                                        </p:tgtEl>
                                        <p:attrNameLst>
                                          <p:attrName>ppt_h</p:attrName>
                                        </p:attrNameLst>
                                      </p:cBhvr>
                                      <p:tavLst>
                                        <p:tav tm="0">
                                          <p:val>
                                            <p:fltVal val="0"/>
                                          </p:val>
                                        </p:tav>
                                        <p:tav tm="100000">
                                          <p:val>
                                            <p:strVal val="#ppt_h"/>
                                          </p:val>
                                        </p:tav>
                                      </p:tavLst>
                                    </p:anim>
                                    <p:animEffect transition="in" filter="fade">
                                      <p:cBhvr>
                                        <p:cTn id="129" dur="500"/>
                                        <p:tgtEl>
                                          <p:spTgt spid="10243">
                                            <p:txEl>
                                              <p:pRg st="7" end="7"/>
                                            </p:txEl>
                                          </p:spTgt>
                                        </p:tgtEl>
                                      </p:cBhvr>
                                    </p:animEffect>
                                  </p:childTnLst>
                                </p:cTn>
                              </p:par>
                            </p:childTnLst>
                          </p:cTn>
                        </p:par>
                      </p:childTnLst>
                    </p:cTn>
                  </p:par>
                  <p:par>
                    <p:cTn id="130" fill="hold" nodeType="clickPar">
                      <p:stCondLst>
                        <p:cond delay="indefinite"/>
                      </p:stCondLst>
                      <p:childTnLst>
                        <p:par>
                          <p:cTn id="131" fill="hold" nodeType="withGroup">
                            <p:stCondLst>
                              <p:cond delay="0"/>
                            </p:stCondLst>
                            <p:childTnLst>
                              <p:par>
                                <p:cTn id="132" presetID="53" presetClass="entr" presetSubtype="0" fill="hold" nodeType="clickEffect">
                                  <p:stCondLst>
                                    <p:cond delay="0"/>
                                  </p:stCondLst>
                                  <p:childTnLst>
                                    <p:set>
                                      <p:cBhvr>
                                        <p:cTn id="133" dur="1" fill="hold">
                                          <p:stCondLst>
                                            <p:cond delay="0"/>
                                          </p:stCondLst>
                                        </p:cTn>
                                        <p:tgtEl>
                                          <p:spTgt spid="10243">
                                            <p:txEl>
                                              <p:pRg st="8" end="8"/>
                                            </p:txEl>
                                          </p:spTgt>
                                        </p:tgtEl>
                                        <p:attrNameLst>
                                          <p:attrName>style.visibility</p:attrName>
                                        </p:attrNameLst>
                                      </p:cBhvr>
                                      <p:to>
                                        <p:strVal val="visible"/>
                                      </p:to>
                                    </p:set>
                                    <p:anim calcmode="lin" valueType="num">
                                      <p:cBhvr>
                                        <p:cTn id="134" dur="500" fill="hold"/>
                                        <p:tgtEl>
                                          <p:spTgt spid="10243">
                                            <p:txEl>
                                              <p:pRg st="8" end="8"/>
                                            </p:txEl>
                                          </p:spTgt>
                                        </p:tgtEl>
                                        <p:attrNameLst>
                                          <p:attrName>ppt_w</p:attrName>
                                        </p:attrNameLst>
                                      </p:cBhvr>
                                      <p:tavLst>
                                        <p:tav tm="0">
                                          <p:val>
                                            <p:fltVal val="0"/>
                                          </p:val>
                                        </p:tav>
                                        <p:tav tm="100000">
                                          <p:val>
                                            <p:strVal val="#ppt_w"/>
                                          </p:val>
                                        </p:tav>
                                      </p:tavLst>
                                    </p:anim>
                                    <p:anim calcmode="lin" valueType="num">
                                      <p:cBhvr>
                                        <p:cTn id="135" dur="500" fill="hold"/>
                                        <p:tgtEl>
                                          <p:spTgt spid="10243">
                                            <p:txEl>
                                              <p:pRg st="8" end="8"/>
                                            </p:txEl>
                                          </p:spTgt>
                                        </p:tgtEl>
                                        <p:attrNameLst>
                                          <p:attrName>ppt_h</p:attrName>
                                        </p:attrNameLst>
                                      </p:cBhvr>
                                      <p:tavLst>
                                        <p:tav tm="0">
                                          <p:val>
                                            <p:fltVal val="0"/>
                                          </p:val>
                                        </p:tav>
                                        <p:tav tm="100000">
                                          <p:val>
                                            <p:strVal val="#ppt_h"/>
                                          </p:val>
                                        </p:tav>
                                      </p:tavLst>
                                    </p:anim>
                                    <p:animEffect transition="in" filter="fade">
                                      <p:cBhvr>
                                        <p:cTn id="136" dur="500"/>
                                        <p:tgtEl>
                                          <p:spTgt spid="10243">
                                            <p:txEl>
                                              <p:pRg st="8" end="8"/>
                                            </p:txEl>
                                          </p:spTgt>
                                        </p:tgtEl>
                                      </p:cBhvr>
                                    </p:animEffect>
                                  </p:childTnLst>
                                </p:cTn>
                              </p:par>
                            </p:childTnLst>
                          </p:cTn>
                        </p:par>
                      </p:childTnLst>
                    </p:cTn>
                  </p:par>
                  <p:par>
                    <p:cTn id="137" fill="hold" nodeType="clickPar">
                      <p:stCondLst>
                        <p:cond delay="indefinite"/>
                      </p:stCondLst>
                      <p:childTnLst>
                        <p:par>
                          <p:cTn id="138" fill="hold" nodeType="withGroup">
                            <p:stCondLst>
                              <p:cond delay="0"/>
                            </p:stCondLst>
                            <p:childTnLst>
                              <p:par>
                                <p:cTn id="139" presetID="53" presetClass="entr" presetSubtype="0" fill="hold" nodeType="clickEffect">
                                  <p:stCondLst>
                                    <p:cond delay="0"/>
                                  </p:stCondLst>
                                  <p:childTnLst>
                                    <p:set>
                                      <p:cBhvr>
                                        <p:cTn id="140" dur="1" fill="hold">
                                          <p:stCondLst>
                                            <p:cond delay="0"/>
                                          </p:stCondLst>
                                        </p:cTn>
                                        <p:tgtEl>
                                          <p:spTgt spid="10243">
                                            <p:txEl>
                                              <p:pRg st="9" end="9"/>
                                            </p:txEl>
                                          </p:spTgt>
                                        </p:tgtEl>
                                        <p:attrNameLst>
                                          <p:attrName>style.visibility</p:attrName>
                                        </p:attrNameLst>
                                      </p:cBhvr>
                                      <p:to>
                                        <p:strVal val="visible"/>
                                      </p:to>
                                    </p:set>
                                    <p:anim calcmode="lin" valueType="num">
                                      <p:cBhvr>
                                        <p:cTn id="141" dur="500" fill="hold"/>
                                        <p:tgtEl>
                                          <p:spTgt spid="10243">
                                            <p:txEl>
                                              <p:pRg st="9" end="9"/>
                                            </p:txEl>
                                          </p:spTgt>
                                        </p:tgtEl>
                                        <p:attrNameLst>
                                          <p:attrName>ppt_w</p:attrName>
                                        </p:attrNameLst>
                                      </p:cBhvr>
                                      <p:tavLst>
                                        <p:tav tm="0">
                                          <p:val>
                                            <p:fltVal val="0"/>
                                          </p:val>
                                        </p:tav>
                                        <p:tav tm="100000">
                                          <p:val>
                                            <p:strVal val="#ppt_w"/>
                                          </p:val>
                                        </p:tav>
                                      </p:tavLst>
                                    </p:anim>
                                    <p:anim calcmode="lin" valueType="num">
                                      <p:cBhvr>
                                        <p:cTn id="142" dur="500" fill="hold"/>
                                        <p:tgtEl>
                                          <p:spTgt spid="10243">
                                            <p:txEl>
                                              <p:pRg st="9" end="9"/>
                                            </p:txEl>
                                          </p:spTgt>
                                        </p:tgtEl>
                                        <p:attrNameLst>
                                          <p:attrName>ppt_h</p:attrName>
                                        </p:attrNameLst>
                                      </p:cBhvr>
                                      <p:tavLst>
                                        <p:tav tm="0">
                                          <p:val>
                                            <p:fltVal val="0"/>
                                          </p:val>
                                        </p:tav>
                                        <p:tav tm="100000">
                                          <p:val>
                                            <p:strVal val="#ppt_h"/>
                                          </p:val>
                                        </p:tav>
                                      </p:tavLst>
                                    </p:anim>
                                    <p:animEffect transition="in" filter="fade">
                                      <p:cBhvr>
                                        <p:cTn id="143" dur="500"/>
                                        <p:tgtEl>
                                          <p:spTgt spid="10243">
                                            <p:txEl>
                                              <p:pRg st="9" end="9"/>
                                            </p:txEl>
                                          </p:spTgt>
                                        </p:tgtEl>
                                      </p:cBhvr>
                                    </p:animEffect>
                                  </p:childTnLst>
                                </p:cTn>
                              </p:par>
                            </p:childTnLst>
                          </p:cTn>
                        </p:par>
                      </p:childTnLst>
                    </p:cTn>
                  </p:par>
                  <p:par>
                    <p:cTn id="144" fill="hold">
                      <p:stCondLst>
                        <p:cond delay="indefinite"/>
                      </p:stCondLst>
                      <p:childTnLst>
                        <p:par>
                          <p:cTn id="145" fill="hold">
                            <p:stCondLst>
                              <p:cond delay="0"/>
                            </p:stCondLst>
                            <p:childTnLst>
                              <p:par>
                                <p:cTn id="146" presetID="22" presetClass="entr" presetSubtype="4" fill="hold" nodeType="clickEffect">
                                  <p:stCondLst>
                                    <p:cond delay="0"/>
                                  </p:stCondLst>
                                  <p:childTnLst>
                                    <p:set>
                                      <p:cBhvr>
                                        <p:cTn id="147" dur="1" fill="hold">
                                          <p:stCondLst>
                                            <p:cond delay="0"/>
                                          </p:stCondLst>
                                        </p:cTn>
                                        <p:tgtEl>
                                          <p:spTgt spid="14"/>
                                        </p:tgtEl>
                                        <p:attrNameLst>
                                          <p:attrName>style.visibility</p:attrName>
                                        </p:attrNameLst>
                                      </p:cBhvr>
                                      <p:to>
                                        <p:strVal val="visible"/>
                                      </p:to>
                                    </p:set>
                                    <p:animEffect transition="in" filter="wipe(down)">
                                      <p:cBhvr>
                                        <p:cTn id="14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build="allAtOnce" animBg="1"/>
      <p:bldP spid="33" grpId="0" animBg="1"/>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a:extLst>
              <a:ext uri="{FF2B5EF4-FFF2-40B4-BE49-F238E27FC236}">
                <a16:creationId xmlns:a16="http://schemas.microsoft.com/office/drawing/2014/main" id="{B4B81C73-3264-4599-993F-CCE638BD19D1}"/>
              </a:ext>
            </a:extLst>
          </p:cNvPr>
          <p:cNvSpPr>
            <a:spLocks noGrp="1" noChangeArrowheads="1"/>
          </p:cNvSpPr>
          <p:nvPr>
            <p:ph idx="1"/>
          </p:nvPr>
        </p:nvSpPr>
        <p:spPr>
          <a:xfrm>
            <a:off x="428625" y="889000"/>
            <a:ext cx="8505825" cy="3968750"/>
          </a:xfrm>
        </p:spPr>
        <p:txBody>
          <a:bodyPr/>
          <a:lstStyle/>
          <a:p>
            <a:pPr eaLnBrk="1" hangingPunct="1">
              <a:buClrTx/>
              <a:buFont typeface="Wingdings" pitchFamily="2" charset="2"/>
              <a:buChar char="Ø"/>
              <a:defRPr/>
            </a:pPr>
            <a:r>
              <a:rPr lang="zh-CN" altLang="en-US" sz="2200" b="1" dirty="0">
                <a:solidFill>
                  <a:schemeClr val="tx1"/>
                </a:solidFill>
                <a:latin typeface="+mn-ea"/>
                <a:cs typeface="Times New Roman" pitchFamily="18" charset="0"/>
              </a:rPr>
              <a:t>在</a:t>
            </a:r>
            <a:r>
              <a:rPr lang="zh-CN" altLang="en-US" sz="2200" b="1" dirty="0">
                <a:solidFill>
                  <a:srgbClr val="FF0000"/>
                </a:solidFill>
                <a:latin typeface="+mn-ea"/>
                <a:cs typeface="Times New Roman" pitchFamily="18" charset="0"/>
              </a:rPr>
              <a:t>最左推导</a:t>
            </a:r>
            <a:r>
              <a:rPr lang="zh-CN" altLang="en-US" sz="2200" b="1" dirty="0">
                <a:solidFill>
                  <a:schemeClr val="tx1"/>
                </a:solidFill>
                <a:latin typeface="+mn-ea"/>
                <a:cs typeface="Times New Roman" pitchFamily="18" charset="0"/>
              </a:rPr>
              <a:t>中，总是选择每个句型的</a:t>
            </a:r>
            <a:r>
              <a:rPr lang="zh-CN" altLang="en-US" sz="2200" b="1" dirty="0">
                <a:solidFill>
                  <a:schemeClr val="tx2">
                    <a:lumMod val="60000"/>
                    <a:lumOff val="40000"/>
                  </a:schemeClr>
                </a:solidFill>
                <a:latin typeface="+mn-ea"/>
                <a:cs typeface="Times New Roman" pitchFamily="18" charset="0"/>
              </a:rPr>
              <a:t>最左非终结符</a:t>
            </a:r>
            <a:r>
              <a:rPr lang="zh-CN" altLang="en-US" sz="2200" b="1" dirty="0">
                <a:solidFill>
                  <a:schemeClr val="tx1"/>
                </a:solidFill>
                <a:latin typeface="+mn-ea"/>
                <a:cs typeface="Times New Roman" pitchFamily="18" charset="0"/>
              </a:rPr>
              <a:t>进行替换</a:t>
            </a:r>
            <a:endParaRPr lang="en-US" altLang="zh-CN" sz="2200" b="1" dirty="0">
              <a:solidFill>
                <a:schemeClr val="tx1"/>
              </a:solidFill>
              <a:latin typeface="+mn-ea"/>
              <a:cs typeface="Times New Roman" pitchFamily="18" charset="0"/>
            </a:endParaRPr>
          </a:p>
          <a:p>
            <a:pPr lvl="1" eaLnBrk="1" hangingPunct="1">
              <a:buClrTx/>
              <a:buFont typeface="Wingdings" pitchFamily="2" charset="2"/>
              <a:buChar char="Ø"/>
              <a:defRPr/>
            </a:pPr>
            <a:r>
              <a:rPr lang="zh-CN" altLang="en-US" b="1" dirty="0">
                <a:solidFill>
                  <a:schemeClr val="tx1"/>
                </a:solidFill>
                <a:latin typeface="+mn-ea"/>
                <a:cs typeface="Times New Roman" pitchFamily="18" charset="0"/>
              </a:rPr>
              <a:t>例</a:t>
            </a:r>
            <a:endParaRPr lang="en-US" altLang="zh-CN" b="1" dirty="0">
              <a:solidFill>
                <a:schemeClr val="tx1"/>
              </a:solidFill>
              <a:latin typeface="+mn-ea"/>
              <a:cs typeface="Times New Roman" pitchFamily="18" charset="0"/>
            </a:endParaRPr>
          </a:p>
          <a:p>
            <a:pPr lvl="1" eaLnBrk="1" hangingPunct="1">
              <a:buFont typeface="Symbol" panose="05050102010706020507" pitchFamily="18" charset="2"/>
              <a:buNone/>
              <a:defRPr/>
            </a:pPr>
            <a:endParaRPr lang="en-US" altLang="zh-CN" b="1" dirty="0">
              <a:solidFill>
                <a:schemeClr val="tx1"/>
              </a:solidFill>
              <a:latin typeface="+mn-ea"/>
              <a:cs typeface="Times New Roman" pitchFamily="18" charset="0"/>
            </a:endParaRPr>
          </a:p>
          <a:p>
            <a:pPr lvl="1" eaLnBrk="1" hangingPunct="1">
              <a:buFont typeface="Symbol" panose="05050102010706020507" pitchFamily="18" charset="2"/>
              <a:buNone/>
              <a:defRPr/>
            </a:pPr>
            <a:endParaRPr lang="en-US" altLang="zh-CN" b="1" dirty="0">
              <a:solidFill>
                <a:schemeClr val="tx1"/>
              </a:solidFill>
              <a:latin typeface="+mn-ea"/>
              <a:cs typeface="Times New Roman" pitchFamily="18" charset="0"/>
            </a:endParaRPr>
          </a:p>
          <a:p>
            <a:pPr lvl="1" eaLnBrk="1" hangingPunct="1">
              <a:buFont typeface="Symbol" panose="05050102010706020507" pitchFamily="18" charset="2"/>
              <a:buNone/>
              <a:defRPr/>
            </a:pPr>
            <a:endParaRPr lang="en-US" altLang="zh-CN" b="1" dirty="0">
              <a:solidFill>
                <a:schemeClr val="tx1"/>
              </a:solidFill>
              <a:latin typeface="+mn-ea"/>
              <a:cs typeface="Times New Roman" pitchFamily="18" charset="0"/>
            </a:endParaRPr>
          </a:p>
          <a:p>
            <a:pPr lvl="1" eaLnBrk="1" hangingPunct="1">
              <a:buFont typeface="Symbol" panose="05050102010706020507" pitchFamily="18" charset="2"/>
              <a:buNone/>
              <a:defRPr/>
            </a:pPr>
            <a:endParaRPr lang="en-US" altLang="zh-CN" b="1" dirty="0">
              <a:solidFill>
                <a:schemeClr val="tx1"/>
              </a:solidFill>
              <a:latin typeface="+mn-ea"/>
              <a:cs typeface="Times New Roman" pitchFamily="18" charset="0"/>
            </a:endParaRPr>
          </a:p>
          <a:p>
            <a:pPr lvl="1" eaLnBrk="1" hangingPunct="1">
              <a:buFont typeface="Wingdings" pitchFamily="2" charset="2"/>
              <a:buNone/>
              <a:defRPr/>
            </a:pPr>
            <a:endParaRPr lang="en-US" altLang="zh-CN" b="1" dirty="0">
              <a:solidFill>
                <a:schemeClr val="tx1"/>
              </a:solidFill>
              <a:latin typeface="+mn-ea"/>
              <a:cs typeface="Times New Roman" pitchFamily="18" charset="0"/>
            </a:endParaRPr>
          </a:p>
          <a:p>
            <a:pPr lvl="1" eaLnBrk="1" hangingPunct="1">
              <a:buFont typeface="Wingdings" pitchFamily="2" charset="2"/>
              <a:buNone/>
              <a:defRPr/>
            </a:pPr>
            <a:endParaRPr lang="en-US" altLang="zh-CN" b="1" dirty="0">
              <a:solidFill>
                <a:schemeClr val="tx1"/>
              </a:solidFill>
              <a:latin typeface="+mn-ea"/>
              <a:cs typeface="Times New Roman" pitchFamily="18" charset="0"/>
            </a:endParaRPr>
          </a:p>
          <a:p>
            <a:pPr lvl="1" eaLnBrk="1" hangingPunct="1">
              <a:buClrTx/>
              <a:buFont typeface="Wingdings" pitchFamily="2" charset="2"/>
              <a:buChar char="Ø"/>
              <a:defRPr/>
            </a:pPr>
            <a:endParaRPr lang="en-US" altLang="zh-CN" b="1" dirty="0">
              <a:solidFill>
                <a:schemeClr val="tx1"/>
              </a:solidFill>
              <a:latin typeface="+mn-ea"/>
              <a:cs typeface="Times New Roman" pitchFamily="18" charset="0"/>
            </a:endParaRPr>
          </a:p>
          <a:p>
            <a:pPr lvl="1" eaLnBrk="1" hangingPunct="1">
              <a:buClrTx/>
              <a:buFont typeface="Wingdings" pitchFamily="2" charset="2"/>
              <a:buChar char="Ø"/>
              <a:defRPr/>
            </a:pPr>
            <a:r>
              <a:rPr lang="zh-CN" altLang="en-US" b="1" dirty="0">
                <a:solidFill>
                  <a:schemeClr val="tx1"/>
                </a:solidFill>
                <a:latin typeface="+mn-ea"/>
                <a:cs typeface="Times New Roman" pitchFamily="18" charset="0"/>
              </a:rPr>
              <a:t>如果</a:t>
            </a:r>
            <a:r>
              <a:rPr lang="en-US" altLang="zh-CN" b="1" i="1" dirty="0">
                <a:solidFill>
                  <a:schemeClr val="tx1"/>
                </a:solidFill>
                <a:cs typeface="Times New Roman" pitchFamily="18" charset="0"/>
              </a:rPr>
              <a:t>S </a:t>
            </a:r>
            <a:r>
              <a:rPr lang="en-US" altLang="zh-CN" b="1" dirty="0">
                <a:solidFill>
                  <a:schemeClr val="tx1"/>
                </a:solidFill>
                <a:cs typeface="Times New Roman" pitchFamily="18" charset="0"/>
                <a:sym typeface="Symbol" pitchFamily="18" charset="2"/>
              </a:rPr>
              <a:t></a:t>
            </a:r>
            <a:r>
              <a:rPr lang="en-US" altLang="zh-CN" b="1" baseline="30000" dirty="0">
                <a:solidFill>
                  <a:schemeClr val="tx1"/>
                </a:solidFill>
                <a:cs typeface="Times New Roman" pitchFamily="18" charset="0"/>
              </a:rPr>
              <a:t>*</a:t>
            </a:r>
            <a:r>
              <a:rPr kumimoji="1" lang="en-US" altLang="zh-CN" b="1" i="1" baseline="-25000" dirty="0">
                <a:solidFill>
                  <a:srgbClr val="FF0000"/>
                </a:solidFill>
                <a:cs typeface="Times New Roman" pitchFamily="18" charset="0"/>
              </a:rPr>
              <a:t>lm</a:t>
            </a:r>
            <a:r>
              <a:rPr lang="en-US" altLang="zh-CN" b="1" i="1" dirty="0">
                <a:solidFill>
                  <a:schemeClr val="tx1"/>
                </a:solidFill>
                <a:cs typeface="Times New Roman" pitchFamily="18" charset="0"/>
              </a:rPr>
              <a:t> </a:t>
            </a:r>
            <a:r>
              <a:rPr kumimoji="1" lang="en-US" altLang="zh-CN" b="1" i="1" dirty="0">
                <a:solidFill>
                  <a:schemeClr val="tx1"/>
                </a:solidFill>
                <a:cs typeface="Times New Roman" pitchFamily="18" charset="0"/>
              </a:rPr>
              <a:t>α</a:t>
            </a:r>
            <a:r>
              <a:rPr lang="zh-CN" altLang="en-US" b="1" dirty="0">
                <a:solidFill>
                  <a:schemeClr val="tx1"/>
                </a:solidFill>
                <a:latin typeface="+mn-ea"/>
              </a:rPr>
              <a:t>，则称</a:t>
            </a:r>
            <a:r>
              <a:rPr lang="en-US" altLang="zh-CN" b="1" i="1" dirty="0">
                <a:solidFill>
                  <a:schemeClr val="tx1"/>
                </a:solidFill>
                <a:latin typeface="+mn-ea"/>
              </a:rPr>
              <a:t>α</a:t>
            </a:r>
            <a:r>
              <a:rPr lang="zh-CN" altLang="en-US" b="1" dirty="0">
                <a:solidFill>
                  <a:schemeClr val="tx1"/>
                </a:solidFill>
                <a:latin typeface="+mn-ea"/>
              </a:rPr>
              <a:t>是当前文法的</a:t>
            </a:r>
            <a:r>
              <a:rPr lang="zh-CN" altLang="en-US" b="1" dirty="0">
                <a:solidFill>
                  <a:srgbClr val="FF0000"/>
                </a:solidFill>
                <a:latin typeface="+mn-ea"/>
              </a:rPr>
              <a:t>最左句型</a:t>
            </a:r>
            <a:r>
              <a:rPr lang="en-US" altLang="zh-CN" sz="2000" b="1" dirty="0">
                <a:solidFill>
                  <a:schemeClr val="tx1"/>
                </a:solidFill>
                <a:cs typeface="Times New Roman" pitchFamily="18" charset="0"/>
              </a:rPr>
              <a:t>(</a:t>
            </a:r>
            <a:r>
              <a:rPr lang="en-US" altLang="zh-CN" sz="2000" b="1" i="1" dirty="0">
                <a:solidFill>
                  <a:schemeClr val="tx1"/>
                </a:solidFill>
                <a:cs typeface="Times New Roman" pitchFamily="18" charset="0"/>
              </a:rPr>
              <a:t>left-sentential form</a:t>
            </a:r>
            <a:r>
              <a:rPr lang="en-US" altLang="zh-CN" sz="2000" b="1" dirty="0">
                <a:solidFill>
                  <a:schemeClr val="tx1"/>
                </a:solidFill>
                <a:cs typeface="Times New Roman" pitchFamily="18" charset="0"/>
              </a:rPr>
              <a:t>)</a:t>
            </a:r>
          </a:p>
        </p:txBody>
      </p:sp>
      <p:sp>
        <p:nvSpPr>
          <p:cNvPr id="24579" name="Rectangle 2">
            <a:extLst>
              <a:ext uri="{FF2B5EF4-FFF2-40B4-BE49-F238E27FC236}">
                <a16:creationId xmlns:a16="http://schemas.microsoft.com/office/drawing/2014/main" id="{575EF812-BA0B-4EDE-B6E9-F28EF1F65C33}"/>
              </a:ext>
            </a:extLst>
          </p:cNvPr>
          <p:cNvSpPr>
            <a:spLocks noGrp="1" noChangeArrowheads="1"/>
          </p:cNvSpPr>
          <p:nvPr>
            <p:ph type="title"/>
          </p:nvPr>
        </p:nvSpPr>
        <p:spPr>
          <a:xfrm>
            <a:off x="755650" y="268288"/>
            <a:ext cx="7931150" cy="358775"/>
          </a:xfrm>
        </p:spPr>
        <p:txBody>
          <a:bodyPr/>
          <a:lstStyle/>
          <a:p>
            <a:pPr eaLnBrk="1" hangingPunct="1">
              <a:defRPr/>
            </a:pPr>
            <a:r>
              <a:rPr lang="zh-CN" altLang="en-US" sz="3000" spc="300" dirty="0">
                <a:solidFill>
                  <a:schemeClr val="tx1"/>
                </a:solidFill>
                <a:latin typeface="微软雅黑" pitchFamily="34" charset="-122"/>
                <a:ea typeface="微软雅黑" pitchFamily="34" charset="-122"/>
                <a:cs typeface="Times New Roman" pitchFamily="18" charset="0"/>
              </a:rPr>
              <a:t>最左推导</a:t>
            </a:r>
            <a:r>
              <a:rPr lang="en-US" altLang="zh-CN" sz="2500" spc="300" dirty="0">
                <a:solidFill>
                  <a:schemeClr val="tx1"/>
                </a:solidFill>
                <a:ea typeface="微软雅黑" pitchFamily="34" charset="-122"/>
                <a:cs typeface="Times New Roman" pitchFamily="18" charset="0"/>
              </a:rPr>
              <a:t>(</a:t>
            </a:r>
            <a:r>
              <a:rPr lang="en-US" altLang="zh-CN" sz="2500" i="1" dirty="0">
                <a:solidFill>
                  <a:schemeClr val="tx1"/>
                </a:solidFill>
                <a:ea typeface="微软雅黑" pitchFamily="34" charset="-122"/>
                <a:cs typeface="Times New Roman" pitchFamily="18" charset="0"/>
              </a:rPr>
              <a:t>Left-most Derivation</a:t>
            </a:r>
            <a:r>
              <a:rPr lang="en-US" altLang="zh-CN" sz="2500" spc="300" dirty="0">
                <a:solidFill>
                  <a:schemeClr val="tx1"/>
                </a:solidFill>
                <a:ea typeface="微软雅黑" pitchFamily="34" charset="-122"/>
                <a:cs typeface="Times New Roman" pitchFamily="18" charset="0"/>
              </a:rPr>
              <a:t>)</a:t>
            </a:r>
          </a:p>
        </p:txBody>
      </p:sp>
      <p:sp>
        <p:nvSpPr>
          <p:cNvPr id="2" name="矩形 1">
            <a:extLst>
              <a:ext uri="{FF2B5EF4-FFF2-40B4-BE49-F238E27FC236}">
                <a16:creationId xmlns:a16="http://schemas.microsoft.com/office/drawing/2014/main" id="{2F57747D-81FD-42A5-BACD-15FC29E9C0D0}"/>
              </a:ext>
            </a:extLst>
          </p:cNvPr>
          <p:cNvSpPr/>
          <p:nvPr/>
        </p:nvSpPr>
        <p:spPr>
          <a:xfrm>
            <a:off x="4356100" y="1347788"/>
            <a:ext cx="2366963" cy="2616200"/>
          </a:xfrm>
          <a:prstGeom prst="rect">
            <a:avLst/>
          </a:prstGeom>
          <a:noFill/>
          <a:ln w="12700">
            <a:noFill/>
          </a:ln>
        </p:spPr>
        <p:txBody>
          <a:bodyPr>
            <a:spAutoFit/>
          </a:bodyPr>
          <a:lstStyle/>
          <a:p>
            <a:pPr marL="190500" lvl="1" indent="-285750">
              <a:lnSpc>
                <a:spcPts val="2400"/>
              </a:lnSpc>
              <a:spcBef>
                <a:spcPct val="20000"/>
              </a:spcBef>
              <a:buClr>
                <a:srgbClr val="3333CC"/>
              </a:buClr>
              <a:buSzPct val="75000"/>
              <a:defRPr/>
            </a:pPr>
            <a:r>
              <a:rPr lang="zh-CN" altLang="en-US" sz="2000" b="1" dirty="0">
                <a:latin typeface="楷体" pitchFamily="49" charset="-122"/>
                <a:ea typeface="楷体" pitchFamily="49" charset="-122"/>
              </a:rPr>
              <a:t>   </a:t>
            </a:r>
            <a:endParaRPr lang="en-US" altLang="zh-CN" sz="2000" b="1" dirty="0">
              <a:latin typeface="楷体" pitchFamily="49" charset="-122"/>
              <a:ea typeface="楷体" pitchFamily="49" charset="-122"/>
            </a:endParaRPr>
          </a:p>
          <a:p>
            <a:pPr marL="190500" lvl="1" indent="-285750">
              <a:lnSpc>
                <a:spcPts val="2400"/>
              </a:lnSpc>
              <a:spcBef>
                <a:spcPct val="20000"/>
              </a:spcBef>
              <a:buClr>
                <a:srgbClr val="3333CC"/>
              </a:buClr>
              <a:buSzPct val="75000"/>
              <a:defRPr/>
            </a:pPr>
            <a:r>
              <a:rPr kumimoji="1" lang="en-US" altLang="zh-CN" sz="2000" b="1" i="1" kern="0" dirty="0">
                <a:solidFill>
                  <a:srgbClr val="FF0000"/>
                </a:solidFill>
                <a:latin typeface="Times New Roman" pitchFamily="18" charset="0"/>
                <a:cs typeface="Times New Roman" pitchFamily="18" charset="0"/>
              </a:rPr>
              <a:t>E</a:t>
            </a:r>
            <a:r>
              <a:rPr kumimoji="1" lang="en-US" altLang="zh-CN" sz="2000" b="1" kern="0" dirty="0">
                <a:solidFill>
                  <a:srgbClr val="FF0000"/>
                </a:solidFill>
                <a:latin typeface="Times New Roman" pitchFamily="18" charset="0"/>
                <a:cs typeface="Times New Roman" pitchFamily="18" charset="0"/>
              </a:rPr>
              <a:t> </a:t>
            </a:r>
            <a:r>
              <a:rPr kumimoji="1" lang="en-US" altLang="zh-CN" sz="2000" b="1" kern="0" dirty="0">
                <a:latin typeface="Times New Roman" pitchFamily="18" charset="0"/>
                <a:cs typeface="Times New Roman" pitchFamily="18" charset="0"/>
                <a:sym typeface="Symbol" pitchFamily="18" charset="2"/>
              </a:rPr>
              <a:t></a:t>
            </a:r>
            <a:r>
              <a:rPr kumimoji="1" lang="en-US" altLang="zh-CN" sz="2000" b="1" i="1" baseline="-25000" dirty="0">
                <a:latin typeface="Times New Roman" pitchFamily="18" charset="0"/>
              </a:rPr>
              <a:t>lm</a:t>
            </a:r>
            <a:r>
              <a:rPr kumimoji="1" lang="en-US" altLang="zh-CN" sz="2000" b="1" kern="0" dirty="0">
                <a:latin typeface="Times New Roman" pitchFamily="18" charset="0"/>
                <a:cs typeface="Times New Roman" pitchFamily="18" charset="0"/>
              </a:rPr>
              <a:t> </a:t>
            </a:r>
            <a:r>
              <a:rPr kumimoji="1" lang="en-US" altLang="zh-CN" sz="2000" b="1" i="1" kern="0" dirty="0">
                <a:solidFill>
                  <a:srgbClr val="FF0000"/>
                </a:solidFill>
                <a:latin typeface="Times New Roman" pitchFamily="18" charset="0"/>
                <a:cs typeface="Times New Roman" pitchFamily="18" charset="0"/>
              </a:rPr>
              <a:t>E </a:t>
            </a:r>
            <a:r>
              <a:rPr kumimoji="1" lang="en-US" altLang="zh-CN" sz="2000" b="1" kern="0" dirty="0">
                <a:latin typeface="Times New Roman" pitchFamily="18" charset="0"/>
                <a:cs typeface="Times New Roman" pitchFamily="18" charset="0"/>
              </a:rPr>
              <a:t>+ </a:t>
            </a:r>
            <a:r>
              <a:rPr kumimoji="1" lang="en-US" altLang="zh-CN" sz="2000" b="1" i="1" kern="0" dirty="0">
                <a:latin typeface="Times New Roman" pitchFamily="18" charset="0"/>
                <a:cs typeface="Times New Roman" pitchFamily="18" charset="0"/>
              </a:rPr>
              <a:t>E</a:t>
            </a:r>
            <a:r>
              <a:rPr kumimoji="1" lang="en-US" altLang="zh-CN" sz="2000" b="1" kern="0" dirty="0">
                <a:latin typeface="Times New Roman" pitchFamily="18" charset="0"/>
                <a:cs typeface="Times New Roman" pitchFamily="18" charset="0"/>
              </a:rPr>
              <a:t> </a:t>
            </a:r>
          </a:p>
          <a:p>
            <a:pPr marL="190500" lvl="1" indent="-285750">
              <a:lnSpc>
                <a:spcPts val="2400"/>
              </a:lnSpc>
              <a:spcBef>
                <a:spcPct val="20000"/>
              </a:spcBef>
              <a:buClr>
                <a:srgbClr val="3333CC"/>
              </a:buClr>
              <a:buSzPct val="75000"/>
              <a:defRPr/>
            </a:pPr>
            <a:r>
              <a:rPr kumimoji="1" lang="en-US" altLang="zh-CN" sz="2000" b="1" kern="0" dirty="0">
                <a:latin typeface="Times New Roman" pitchFamily="18" charset="0"/>
                <a:cs typeface="Times New Roman" pitchFamily="18" charset="0"/>
                <a:sym typeface="Symbol" pitchFamily="18" charset="2"/>
              </a:rPr>
              <a:t>   </a:t>
            </a:r>
            <a:r>
              <a:rPr kumimoji="1" lang="en-US" altLang="zh-CN" sz="2000" b="1" i="1" baseline="-25000" dirty="0">
                <a:latin typeface="Times New Roman" pitchFamily="18" charset="0"/>
              </a:rPr>
              <a:t>lm</a:t>
            </a:r>
            <a:r>
              <a:rPr kumimoji="1" lang="en-US" altLang="zh-CN" sz="2000" b="1" kern="0" dirty="0">
                <a:latin typeface="Times New Roman" pitchFamily="18" charset="0"/>
                <a:cs typeface="Times New Roman" pitchFamily="18" charset="0"/>
              </a:rPr>
              <a:t> id + </a:t>
            </a:r>
            <a:r>
              <a:rPr kumimoji="1" lang="en-US" altLang="zh-CN" sz="2000" b="1" i="1" kern="0" dirty="0">
                <a:solidFill>
                  <a:srgbClr val="FF0000"/>
                </a:solidFill>
                <a:latin typeface="Times New Roman" pitchFamily="18" charset="0"/>
                <a:cs typeface="Times New Roman" pitchFamily="18" charset="0"/>
              </a:rPr>
              <a:t>E</a:t>
            </a:r>
            <a:r>
              <a:rPr kumimoji="1" lang="en-US" altLang="zh-CN" sz="2000" b="1" kern="0" dirty="0">
                <a:latin typeface="Times New Roman" pitchFamily="18" charset="0"/>
                <a:cs typeface="Times New Roman" pitchFamily="18" charset="0"/>
              </a:rPr>
              <a:t> </a:t>
            </a:r>
          </a:p>
          <a:p>
            <a:pPr marL="190500" lvl="1" indent="-285750">
              <a:lnSpc>
                <a:spcPts val="2400"/>
              </a:lnSpc>
              <a:spcBef>
                <a:spcPct val="20000"/>
              </a:spcBef>
              <a:buClr>
                <a:srgbClr val="3333CC"/>
              </a:buClr>
              <a:buSzPct val="75000"/>
              <a:defRPr/>
            </a:pPr>
            <a:r>
              <a:rPr kumimoji="1" lang="en-US" altLang="zh-CN" sz="2000" b="1" kern="0" dirty="0">
                <a:latin typeface="Times New Roman" pitchFamily="18" charset="0"/>
                <a:ea typeface="楷体_GB2312" pitchFamily="49" charset="-122"/>
                <a:cs typeface="Times New Roman" pitchFamily="18" charset="0"/>
                <a:sym typeface="Symbol" pitchFamily="18" charset="2"/>
              </a:rPr>
              <a:t>   </a:t>
            </a:r>
            <a:r>
              <a:rPr kumimoji="1" lang="en-US" altLang="zh-CN" sz="2000" b="1" kern="0" dirty="0">
                <a:latin typeface="Times New Roman" pitchFamily="18" charset="0"/>
                <a:cs typeface="Times New Roman" pitchFamily="18" charset="0"/>
                <a:sym typeface="Symbol" pitchFamily="18" charset="2"/>
              </a:rPr>
              <a:t></a:t>
            </a:r>
            <a:r>
              <a:rPr kumimoji="1" lang="en-US" altLang="zh-CN" sz="2000" b="1" i="1" baseline="-25000" dirty="0">
                <a:latin typeface="Times New Roman" pitchFamily="18" charset="0"/>
              </a:rPr>
              <a:t>lm</a:t>
            </a:r>
            <a:r>
              <a:rPr kumimoji="1" lang="en-US" altLang="zh-CN" sz="2000" b="1" kern="0" dirty="0">
                <a:latin typeface="Times New Roman" pitchFamily="18" charset="0"/>
                <a:cs typeface="Times New Roman" pitchFamily="18" charset="0"/>
              </a:rPr>
              <a:t> id + (</a:t>
            </a:r>
            <a:r>
              <a:rPr kumimoji="1" lang="en-US" altLang="zh-CN" sz="2000" b="1" kern="0" dirty="0">
                <a:solidFill>
                  <a:srgbClr val="FF0000"/>
                </a:solidFill>
                <a:latin typeface="Times New Roman" pitchFamily="18" charset="0"/>
                <a:cs typeface="Times New Roman" pitchFamily="18" charset="0"/>
              </a:rPr>
              <a:t> </a:t>
            </a:r>
            <a:r>
              <a:rPr kumimoji="1" lang="en-US" altLang="zh-CN" sz="2000" b="1" i="1" kern="0" dirty="0">
                <a:solidFill>
                  <a:srgbClr val="FF0000"/>
                </a:solidFill>
                <a:latin typeface="Times New Roman" pitchFamily="18" charset="0"/>
                <a:cs typeface="Times New Roman" pitchFamily="18" charset="0"/>
              </a:rPr>
              <a:t>E </a:t>
            </a:r>
            <a:r>
              <a:rPr kumimoji="1" lang="en-US" altLang="zh-CN" sz="2000" b="1" kern="0" dirty="0">
                <a:latin typeface="Times New Roman" pitchFamily="18" charset="0"/>
                <a:cs typeface="Times New Roman" pitchFamily="18" charset="0"/>
              </a:rPr>
              <a:t>) </a:t>
            </a:r>
          </a:p>
          <a:p>
            <a:pPr marL="190500" lvl="1" indent="-285750">
              <a:lnSpc>
                <a:spcPts val="2400"/>
              </a:lnSpc>
              <a:spcBef>
                <a:spcPct val="20000"/>
              </a:spcBef>
              <a:buClr>
                <a:srgbClr val="3333CC"/>
              </a:buClr>
              <a:buSzPct val="75000"/>
              <a:defRPr/>
            </a:pPr>
            <a:r>
              <a:rPr kumimoji="1" lang="en-US" altLang="zh-CN" sz="2000" b="1" kern="0" dirty="0">
                <a:latin typeface="Times New Roman" pitchFamily="18" charset="0"/>
                <a:cs typeface="Times New Roman" pitchFamily="18" charset="0"/>
              </a:rPr>
              <a:t>   </a:t>
            </a:r>
            <a:r>
              <a:rPr kumimoji="1" lang="en-US" altLang="zh-CN" sz="2000" b="1" kern="0" dirty="0">
                <a:latin typeface="Times New Roman" pitchFamily="18" charset="0"/>
                <a:cs typeface="Times New Roman" pitchFamily="18" charset="0"/>
                <a:sym typeface="Symbol" pitchFamily="18" charset="2"/>
              </a:rPr>
              <a:t></a:t>
            </a:r>
            <a:r>
              <a:rPr kumimoji="1" lang="en-US" altLang="zh-CN" sz="2000" b="1" i="1" baseline="-25000" dirty="0">
                <a:latin typeface="Times New Roman" pitchFamily="18" charset="0"/>
              </a:rPr>
              <a:t>lm</a:t>
            </a:r>
            <a:r>
              <a:rPr kumimoji="1" lang="en-US" altLang="zh-CN" sz="2000" b="1" kern="0" dirty="0">
                <a:latin typeface="Times New Roman" pitchFamily="18" charset="0"/>
                <a:cs typeface="Times New Roman" pitchFamily="18" charset="0"/>
              </a:rPr>
              <a:t> id + (</a:t>
            </a:r>
            <a:r>
              <a:rPr kumimoji="1" lang="en-US" altLang="zh-CN" sz="2000" b="1" kern="0" dirty="0">
                <a:solidFill>
                  <a:srgbClr val="FF0000"/>
                </a:solidFill>
                <a:latin typeface="Times New Roman" pitchFamily="18" charset="0"/>
                <a:cs typeface="Times New Roman" pitchFamily="18" charset="0"/>
              </a:rPr>
              <a:t> </a:t>
            </a:r>
            <a:r>
              <a:rPr kumimoji="1" lang="en-US" altLang="zh-CN" sz="2000" b="1" i="1" kern="0" dirty="0">
                <a:solidFill>
                  <a:srgbClr val="FF0000"/>
                </a:solidFill>
                <a:latin typeface="Times New Roman" pitchFamily="18" charset="0"/>
                <a:cs typeface="Times New Roman" pitchFamily="18" charset="0"/>
              </a:rPr>
              <a:t>E </a:t>
            </a:r>
            <a:r>
              <a:rPr kumimoji="1" lang="en-US" altLang="zh-CN" sz="2000" b="1" kern="0" dirty="0">
                <a:latin typeface="Times New Roman" pitchFamily="18" charset="0"/>
                <a:cs typeface="Times New Roman" pitchFamily="18" charset="0"/>
              </a:rPr>
              <a:t>+ </a:t>
            </a:r>
            <a:r>
              <a:rPr kumimoji="1" lang="en-US" altLang="zh-CN" sz="2000" b="1" i="1" kern="0" dirty="0">
                <a:latin typeface="Times New Roman" pitchFamily="18" charset="0"/>
                <a:cs typeface="Times New Roman" pitchFamily="18" charset="0"/>
              </a:rPr>
              <a:t>E </a:t>
            </a:r>
            <a:r>
              <a:rPr kumimoji="1" lang="en-US" altLang="zh-CN" sz="2000" b="1" kern="0" dirty="0">
                <a:latin typeface="Times New Roman" pitchFamily="18" charset="0"/>
                <a:cs typeface="Times New Roman" pitchFamily="18" charset="0"/>
              </a:rPr>
              <a:t>) </a:t>
            </a:r>
          </a:p>
          <a:p>
            <a:pPr marL="190500" lvl="1" indent="-285750">
              <a:lnSpc>
                <a:spcPts val="2400"/>
              </a:lnSpc>
              <a:spcBef>
                <a:spcPct val="20000"/>
              </a:spcBef>
              <a:buClr>
                <a:srgbClr val="3333CC"/>
              </a:buClr>
              <a:buSzPct val="75000"/>
              <a:defRPr/>
            </a:pPr>
            <a:r>
              <a:rPr kumimoji="1" lang="en-US" altLang="zh-CN" sz="2000" b="1" kern="0" dirty="0">
                <a:latin typeface="Times New Roman" pitchFamily="18" charset="0"/>
                <a:cs typeface="Times New Roman" pitchFamily="18" charset="0"/>
                <a:sym typeface="Symbol" pitchFamily="18" charset="2"/>
              </a:rPr>
              <a:t>   </a:t>
            </a:r>
            <a:r>
              <a:rPr kumimoji="1" lang="en-US" altLang="zh-CN" sz="2000" b="1" i="1" baseline="-25000" dirty="0">
                <a:latin typeface="Times New Roman" pitchFamily="18" charset="0"/>
              </a:rPr>
              <a:t>lm</a:t>
            </a:r>
            <a:r>
              <a:rPr kumimoji="1" lang="en-US" altLang="zh-CN" sz="2000" b="1" kern="0" dirty="0">
                <a:latin typeface="Times New Roman" pitchFamily="18" charset="0"/>
                <a:cs typeface="Times New Roman" pitchFamily="18" charset="0"/>
              </a:rPr>
              <a:t> id + ( id + </a:t>
            </a:r>
            <a:r>
              <a:rPr kumimoji="1" lang="en-US" altLang="zh-CN" sz="2000" b="1" i="1" kern="0" dirty="0">
                <a:solidFill>
                  <a:srgbClr val="FF0000"/>
                </a:solidFill>
                <a:latin typeface="Times New Roman" pitchFamily="18" charset="0"/>
                <a:cs typeface="Times New Roman" pitchFamily="18" charset="0"/>
              </a:rPr>
              <a:t>E </a:t>
            </a:r>
            <a:r>
              <a:rPr kumimoji="1" lang="en-US" altLang="zh-CN" sz="2000" b="1" kern="0" dirty="0">
                <a:latin typeface="Times New Roman" pitchFamily="18" charset="0"/>
                <a:cs typeface="Times New Roman" pitchFamily="18" charset="0"/>
              </a:rPr>
              <a:t>)</a:t>
            </a:r>
          </a:p>
          <a:p>
            <a:pPr marL="190500" lvl="1" indent="-285750">
              <a:lnSpc>
                <a:spcPts val="2400"/>
              </a:lnSpc>
              <a:spcBef>
                <a:spcPct val="20000"/>
              </a:spcBef>
              <a:buClr>
                <a:srgbClr val="3333CC"/>
              </a:buClr>
              <a:buSzPct val="75000"/>
              <a:defRPr/>
            </a:pPr>
            <a:r>
              <a:rPr kumimoji="1" lang="en-US" altLang="zh-CN" sz="2000" b="1" kern="0" dirty="0">
                <a:latin typeface="Times New Roman" pitchFamily="18" charset="0"/>
                <a:cs typeface="Times New Roman" pitchFamily="18" charset="0"/>
              </a:rPr>
              <a:t>   </a:t>
            </a:r>
            <a:r>
              <a:rPr kumimoji="1" lang="en-US" altLang="zh-CN" sz="2000" b="1" kern="0" dirty="0">
                <a:latin typeface="Times New Roman" pitchFamily="18" charset="0"/>
                <a:cs typeface="Times New Roman" pitchFamily="18" charset="0"/>
                <a:sym typeface="Symbol" pitchFamily="18" charset="2"/>
              </a:rPr>
              <a:t></a:t>
            </a:r>
            <a:r>
              <a:rPr kumimoji="1" lang="en-US" altLang="zh-CN" sz="2000" b="1" i="1" baseline="-25000" dirty="0">
                <a:latin typeface="Times New Roman" pitchFamily="18" charset="0"/>
              </a:rPr>
              <a:t>lm</a:t>
            </a:r>
            <a:r>
              <a:rPr kumimoji="1" lang="en-US" altLang="zh-CN" sz="2000" b="1" kern="0" dirty="0">
                <a:latin typeface="Times New Roman" pitchFamily="18" charset="0"/>
                <a:cs typeface="Times New Roman" pitchFamily="18" charset="0"/>
              </a:rPr>
              <a:t> id + ( id + id )</a:t>
            </a:r>
          </a:p>
        </p:txBody>
      </p:sp>
      <p:sp>
        <p:nvSpPr>
          <p:cNvPr id="6" name="矩形 5">
            <a:extLst>
              <a:ext uri="{FF2B5EF4-FFF2-40B4-BE49-F238E27FC236}">
                <a16:creationId xmlns:a16="http://schemas.microsoft.com/office/drawing/2014/main" id="{87C0293E-2CCE-441E-870E-0B78D3702D52}"/>
              </a:ext>
            </a:extLst>
          </p:cNvPr>
          <p:cNvSpPr/>
          <p:nvPr/>
        </p:nvSpPr>
        <p:spPr>
          <a:xfrm>
            <a:off x="1647825" y="3548063"/>
            <a:ext cx="1700213" cy="731837"/>
          </a:xfrm>
          <a:prstGeom prst="rect">
            <a:avLst/>
          </a:prstGeom>
          <a:solidFill>
            <a:schemeClr val="accent2">
              <a:lumMod val="40000"/>
              <a:lumOff val="60000"/>
            </a:schemeClr>
          </a:solidFill>
          <a:ln w="12700">
            <a:solidFill>
              <a:schemeClr val="tx1"/>
            </a:solidFill>
          </a:ln>
        </p:spPr>
        <p:txBody>
          <a:bodyPr>
            <a:spAutoFit/>
          </a:bodyPr>
          <a:lstStyle>
            <a:lvl1pPr marL="342900" indent="-342900">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rgbClr val="3333CC"/>
              </a:buClr>
              <a:buSzPct val="60000"/>
              <a:defRPr/>
            </a:pPr>
            <a:r>
              <a:rPr lang="zh-CN" altLang="en-US" sz="2000" b="1">
                <a:latin typeface="楷体" panose="02010609060101010101" pitchFamily="49" charset="-122"/>
                <a:ea typeface="楷体" panose="02010609060101010101" pitchFamily="49" charset="-122"/>
                <a:cs typeface="Times New Roman" panose="02020603050405020304" pitchFamily="18" charset="0"/>
              </a:rPr>
              <a:t>输入</a:t>
            </a:r>
            <a:endParaRPr lang="en-US" altLang="zh-CN" sz="2000" b="1">
              <a:latin typeface="楷体" panose="02010609060101010101" pitchFamily="49" charset="-122"/>
              <a:ea typeface="楷体" panose="02010609060101010101" pitchFamily="49" charset="-122"/>
              <a:cs typeface="Times New Roman" panose="02020603050405020304" pitchFamily="18" charset="0"/>
            </a:endParaRPr>
          </a:p>
          <a:p>
            <a:pPr eaLnBrk="1" hangingPunct="1">
              <a:spcBef>
                <a:spcPct val="20000"/>
              </a:spcBef>
              <a:buClr>
                <a:srgbClr val="3333CC"/>
              </a:buClr>
              <a:buSzPct val="60000"/>
              <a:defRPr/>
            </a:pPr>
            <a:r>
              <a:rPr lang="en-US" altLang="zh-CN" b="1">
                <a:latin typeface="Times New Roman" panose="02020603050405020304" pitchFamily="18" charset="0"/>
                <a:ea typeface="楷体_GB2312"/>
                <a:cs typeface="Times New Roman" panose="02020603050405020304" pitchFamily="18" charset="0"/>
              </a:rPr>
              <a:t>id</a:t>
            </a:r>
            <a:r>
              <a:rPr lang="en-US" altLang="zh-CN">
                <a:latin typeface="Times New Roman" panose="02020603050405020304" pitchFamily="18" charset="0"/>
                <a:ea typeface="楷体_GB2312"/>
                <a:cs typeface="Times New Roman" panose="02020603050405020304" pitchFamily="18" charset="0"/>
              </a:rPr>
              <a:t> </a:t>
            </a:r>
            <a:r>
              <a:rPr lang="en-US" altLang="zh-CN" b="1">
                <a:latin typeface="Times New Roman" panose="02020603050405020304" pitchFamily="18" charset="0"/>
                <a:ea typeface="楷体_GB2312"/>
                <a:cs typeface="Times New Roman" panose="02020603050405020304" pitchFamily="18" charset="0"/>
              </a:rPr>
              <a:t>+ ( id +  id )</a:t>
            </a:r>
            <a:endParaRPr lang="zh-CN" altLang="en-US" sz="1400" b="1"/>
          </a:p>
        </p:txBody>
      </p:sp>
      <p:sp>
        <p:nvSpPr>
          <p:cNvPr id="7" name="Rectangle 3">
            <a:extLst>
              <a:ext uri="{FF2B5EF4-FFF2-40B4-BE49-F238E27FC236}">
                <a16:creationId xmlns:a16="http://schemas.microsoft.com/office/drawing/2014/main" id="{C648C467-F0B9-4C2A-B1AE-878FD9909094}"/>
              </a:ext>
            </a:extLst>
          </p:cNvPr>
          <p:cNvSpPr txBox="1">
            <a:spLocks noChangeArrowheads="1"/>
          </p:cNvSpPr>
          <p:nvPr/>
        </p:nvSpPr>
        <p:spPr bwMode="auto">
          <a:xfrm>
            <a:off x="1655763" y="1674813"/>
            <a:ext cx="1692275" cy="1873250"/>
          </a:xfrm>
          <a:prstGeom prst="rect">
            <a:avLst/>
          </a:prstGeom>
          <a:solidFill>
            <a:schemeClr val="accent5">
              <a:lumMod val="60000"/>
              <a:lumOff val="40000"/>
            </a:schemeClr>
          </a:solidFill>
          <a:ln w="12700">
            <a:solidFill>
              <a:schemeClr val="tx1"/>
            </a:solidFill>
            <a:miter lim="800000"/>
            <a:headEnd/>
            <a:tailEnd/>
          </a:ln>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lnSpc>
                <a:spcPts val="2400"/>
              </a:lnSpc>
              <a:spcBef>
                <a:spcPct val="20000"/>
              </a:spcBef>
              <a:buClr>
                <a:schemeClr val="folHlink"/>
              </a:buClr>
              <a:buSzPct val="60000"/>
              <a:buFont typeface="Wingdings" panose="05000000000000000000" pitchFamily="2" charset="2"/>
              <a:buNone/>
            </a:pPr>
            <a:r>
              <a:rPr lang="zh-CN" altLang="en-US" sz="2000" b="1">
                <a:latin typeface="Times New Roman" panose="02020603050405020304" pitchFamily="18" charset="0"/>
                <a:ea typeface="楷体" panose="02010609060101010101" pitchFamily="49" charset="-122"/>
                <a:cs typeface="Times New Roman" panose="02020603050405020304" pitchFamily="18" charset="0"/>
              </a:rPr>
              <a:t>文法</a:t>
            </a:r>
            <a:endParaRPr lang="en-US" altLang="zh-CN" sz="2000" b="1">
              <a:latin typeface="Times New Roman" panose="02020603050405020304" pitchFamily="18" charset="0"/>
              <a:ea typeface="楷体" panose="02010609060101010101" pitchFamily="49" charset="-122"/>
              <a:cs typeface="Times New Roman" panose="02020603050405020304" pitchFamily="18" charset="0"/>
            </a:endParaRPr>
          </a:p>
          <a:p>
            <a:pPr algn="just" eaLnBrk="1" hangingPunct="1">
              <a:lnSpc>
                <a:spcPts val="2400"/>
              </a:lnSpc>
              <a:spcBef>
                <a:spcPct val="20000"/>
              </a:spcBef>
              <a:buClr>
                <a:schemeClr val="folHlink"/>
              </a:buClr>
              <a:buSzPct val="60000"/>
            </a:pPr>
            <a:r>
              <a:rPr lang="en-US" altLang="zh-CN" sz="2000" b="1">
                <a:latin typeface="Times New Roman" panose="02020603050405020304" pitchFamily="18" charset="0"/>
                <a:cs typeface="Times New Roman" panose="02020603050405020304" pitchFamily="18" charset="0"/>
              </a:rPr>
              <a:t>① </a:t>
            </a:r>
            <a:r>
              <a:rPr lang="en-US" altLang="zh-CN" sz="2000" b="1" i="1">
                <a:latin typeface="Times New Roman" panose="02020603050405020304" pitchFamily="18" charset="0"/>
                <a:ea typeface="楷体" panose="02010609060101010101" pitchFamily="49" charset="-122"/>
                <a:cs typeface="Times New Roman" panose="02020603050405020304" pitchFamily="18" charset="0"/>
              </a:rPr>
              <a:t>E → E + E </a:t>
            </a:r>
          </a:p>
          <a:p>
            <a:pPr algn="just" eaLnBrk="1" hangingPunct="1">
              <a:lnSpc>
                <a:spcPts val="2400"/>
              </a:lnSpc>
              <a:spcBef>
                <a:spcPct val="20000"/>
              </a:spcBef>
              <a:buClr>
                <a:schemeClr val="folHlink"/>
              </a:buClr>
              <a:buSzPct val="60000"/>
            </a:pPr>
            <a:r>
              <a:rPr lang="en-US" altLang="zh-CN" sz="2000" b="1">
                <a:latin typeface="Times New Roman" panose="02020603050405020304" pitchFamily="18" charset="0"/>
                <a:cs typeface="Times New Roman" panose="02020603050405020304" pitchFamily="18" charset="0"/>
              </a:rPr>
              <a:t>②</a:t>
            </a:r>
            <a:r>
              <a:rPr lang="en-US" altLang="zh-CN" sz="2000" b="1" i="1">
                <a:latin typeface="Times New Roman" panose="02020603050405020304" pitchFamily="18" charset="0"/>
                <a:cs typeface="Times New Roman" panose="02020603050405020304" pitchFamily="18" charset="0"/>
              </a:rPr>
              <a:t> </a:t>
            </a:r>
            <a:r>
              <a:rPr lang="en-US" altLang="zh-CN" sz="2000" b="1" i="1">
                <a:latin typeface="Times New Roman" panose="02020603050405020304" pitchFamily="18" charset="0"/>
                <a:ea typeface="楷体" panose="02010609060101010101" pitchFamily="49" charset="-122"/>
                <a:cs typeface="Times New Roman" panose="02020603050405020304" pitchFamily="18" charset="0"/>
              </a:rPr>
              <a:t>E → E * E      </a:t>
            </a:r>
          </a:p>
          <a:p>
            <a:pPr algn="just" eaLnBrk="1" hangingPunct="1">
              <a:lnSpc>
                <a:spcPts val="2400"/>
              </a:lnSpc>
              <a:spcBef>
                <a:spcPct val="20000"/>
              </a:spcBef>
              <a:buClr>
                <a:schemeClr val="folHlink"/>
              </a:buClr>
              <a:buSzPct val="60000"/>
            </a:pPr>
            <a:r>
              <a:rPr lang="en-US" altLang="zh-CN" sz="2000" b="1">
                <a:latin typeface="Times New Roman" panose="02020603050405020304" pitchFamily="18" charset="0"/>
                <a:cs typeface="Times New Roman" panose="02020603050405020304" pitchFamily="18" charset="0"/>
              </a:rPr>
              <a:t>③</a:t>
            </a:r>
            <a:r>
              <a:rPr lang="en-US" altLang="zh-CN" sz="2000" b="1" i="1">
                <a:latin typeface="Times New Roman" panose="02020603050405020304" pitchFamily="18" charset="0"/>
                <a:ea typeface="楷体" panose="02010609060101010101" pitchFamily="49" charset="-122"/>
              </a:rPr>
              <a:t> E → </a:t>
            </a:r>
            <a:r>
              <a:rPr lang="en-US" altLang="zh-CN" sz="2000" b="1">
                <a:latin typeface="Times New Roman" panose="02020603050405020304" pitchFamily="18" charset="0"/>
                <a:ea typeface="楷体" panose="02010609060101010101" pitchFamily="49" charset="-122"/>
              </a:rPr>
              <a:t>( </a:t>
            </a:r>
            <a:r>
              <a:rPr lang="en-US" altLang="zh-CN" sz="2000" b="1" i="1">
                <a:latin typeface="Times New Roman" panose="02020603050405020304" pitchFamily="18" charset="0"/>
                <a:ea typeface="楷体" panose="02010609060101010101" pitchFamily="49" charset="-122"/>
              </a:rPr>
              <a:t>E </a:t>
            </a:r>
            <a:r>
              <a:rPr lang="en-US" altLang="zh-CN" sz="2000" b="1">
                <a:latin typeface="Times New Roman" panose="02020603050405020304" pitchFamily="18" charset="0"/>
                <a:ea typeface="楷体" panose="02010609060101010101" pitchFamily="49" charset="-122"/>
              </a:rPr>
              <a:t>)</a:t>
            </a:r>
          </a:p>
          <a:p>
            <a:pPr algn="just" eaLnBrk="1" hangingPunct="1">
              <a:lnSpc>
                <a:spcPts val="2400"/>
              </a:lnSpc>
              <a:spcBef>
                <a:spcPct val="20000"/>
              </a:spcBef>
              <a:buClr>
                <a:schemeClr val="folHlink"/>
              </a:buClr>
              <a:buSzPct val="60000"/>
            </a:pPr>
            <a:r>
              <a:rPr lang="en-US" altLang="zh-CN" sz="2000" b="1">
                <a:latin typeface="Times New Roman" panose="02020603050405020304" pitchFamily="18" charset="0"/>
                <a:cs typeface="Times New Roman" panose="02020603050405020304" pitchFamily="18" charset="0"/>
              </a:rPr>
              <a:t>④ </a:t>
            </a:r>
            <a:r>
              <a:rPr lang="en-US" altLang="zh-CN" sz="2000" b="1" i="1">
                <a:latin typeface="Times New Roman" panose="02020603050405020304" pitchFamily="18" charset="0"/>
                <a:ea typeface="楷体" panose="02010609060101010101" pitchFamily="49" charset="-122"/>
              </a:rPr>
              <a:t>E → </a:t>
            </a:r>
            <a:r>
              <a:rPr lang="en-US" altLang="zh-CN" sz="2000" b="1">
                <a:latin typeface="Times New Roman" panose="02020603050405020304" pitchFamily="18" charset="0"/>
                <a:ea typeface="楷体" panose="02010609060101010101" pitchFamily="49" charset="-122"/>
              </a:rPr>
              <a:t>id</a:t>
            </a:r>
          </a:p>
        </p:txBody>
      </p:sp>
      <p:sp>
        <p:nvSpPr>
          <p:cNvPr id="8" name="矩形 1">
            <a:extLst>
              <a:ext uri="{FF2B5EF4-FFF2-40B4-BE49-F238E27FC236}">
                <a16:creationId xmlns:a16="http://schemas.microsoft.com/office/drawing/2014/main" id="{A1389594-5290-4A3E-949C-291D15766D7C}"/>
              </a:ext>
            </a:extLst>
          </p:cNvPr>
          <p:cNvSpPr>
            <a:spLocks noChangeArrowheads="1"/>
          </p:cNvSpPr>
          <p:nvPr/>
        </p:nvSpPr>
        <p:spPr bwMode="auto">
          <a:xfrm>
            <a:off x="6724650" y="2287588"/>
            <a:ext cx="415925" cy="1200150"/>
          </a:xfrm>
          <a:prstGeom prst="rect">
            <a:avLst/>
          </a:prstGeom>
          <a:noFill/>
          <a:ln>
            <a:noFill/>
          </a:ln>
        </p:spPr>
        <p:txBody>
          <a:bodyPr wrap="none">
            <a:spAutoFit/>
          </a:bodyPr>
          <a:lstStyle>
            <a:lvl1pPr>
              <a:defRPr>
                <a:solidFill>
                  <a:schemeClr val="tx1"/>
                </a:solidFill>
                <a:latin typeface="Tahoma" panose="020B0604030504040204" pitchFamily="34" charset="0"/>
                <a:ea typeface="楷体_GB2312" pitchFamily="49" charset="-122"/>
              </a:defRPr>
            </a:lvl1pPr>
            <a:lvl2pPr marL="742950" indent="-285750">
              <a:defRPr>
                <a:solidFill>
                  <a:schemeClr val="tx1"/>
                </a:solidFill>
                <a:latin typeface="Tahoma" panose="020B0604030504040204" pitchFamily="34" charset="0"/>
                <a:ea typeface="楷体_GB2312" pitchFamily="49" charset="-122"/>
              </a:defRPr>
            </a:lvl2pPr>
            <a:lvl3pPr marL="1143000" indent="-228600">
              <a:defRPr>
                <a:solidFill>
                  <a:schemeClr val="tx1"/>
                </a:solidFill>
                <a:latin typeface="Tahoma" panose="020B0604030504040204" pitchFamily="34" charset="0"/>
                <a:ea typeface="楷体_GB2312" pitchFamily="49" charset="-122"/>
              </a:defRPr>
            </a:lvl3pPr>
            <a:lvl4pPr marL="1600200" indent="-228600">
              <a:defRPr>
                <a:solidFill>
                  <a:schemeClr val="tx1"/>
                </a:solidFill>
                <a:latin typeface="Tahoma" panose="020B0604030504040204" pitchFamily="34" charset="0"/>
                <a:ea typeface="楷体_GB2312" pitchFamily="49" charset="-122"/>
              </a:defRPr>
            </a:lvl4pPr>
            <a:lvl5pPr marL="2057400" indent="-228600">
              <a:defRPr>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楷体_GB2312" pitchFamily="49" charset="-122"/>
              </a:defRPr>
            </a:lvl9pPr>
          </a:lstStyle>
          <a:p>
            <a:pPr algn="ctr" eaLnBrk="1" hangingPunct="1">
              <a:defRPr/>
            </a:pPr>
            <a:r>
              <a:rPr lang="zh-CN" altLang="en-US" b="1" dirty="0">
                <a:solidFill>
                  <a:schemeClr val="tx2">
                    <a:lumMod val="60000"/>
                    <a:lumOff val="40000"/>
                  </a:schemeClr>
                </a:solidFill>
                <a:latin typeface="楷体" panose="02010609060101010101" pitchFamily="49" charset="-122"/>
                <a:ea typeface="楷体" panose="02010609060101010101" pitchFamily="49" charset="-122"/>
                <a:cs typeface="Times New Roman" panose="02020603050405020304" pitchFamily="18" charset="0"/>
              </a:rPr>
              <a:t>最</a:t>
            </a:r>
            <a:endParaRPr lang="en-US" altLang="zh-CN" b="1" dirty="0">
              <a:solidFill>
                <a:schemeClr val="tx2">
                  <a:lumMod val="60000"/>
                  <a:lumOff val="40000"/>
                </a:schemeClr>
              </a:solidFill>
              <a:latin typeface="楷体" panose="02010609060101010101" pitchFamily="49" charset="-122"/>
              <a:ea typeface="楷体" panose="02010609060101010101" pitchFamily="49" charset="-122"/>
              <a:cs typeface="Times New Roman" panose="02020603050405020304" pitchFamily="18" charset="0"/>
            </a:endParaRPr>
          </a:p>
          <a:p>
            <a:pPr algn="ctr" eaLnBrk="1" hangingPunct="1">
              <a:defRPr/>
            </a:pPr>
            <a:r>
              <a:rPr lang="zh-CN" altLang="en-US" b="1" dirty="0">
                <a:solidFill>
                  <a:schemeClr val="tx2">
                    <a:lumMod val="60000"/>
                    <a:lumOff val="40000"/>
                  </a:schemeClr>
                </a:solidFill>
                <a:latin typeface="楷体" panose="02010609060101010101" pitchFamily="49" charset="-122"/>
                <a:ea typeface="楷体" panose="02010609060101010101" pitchFamily="49" charset="-122"/>
                <a:cs typeface="Times New Roman" panose="02020603050405020304" pitchFamily="18" charset="0"/>
              </a:rPr>
              <a:t>右</a:t>
            </a:r>
            <a:endParaRPr lang="en-US" altLang="zh-CN" b="1" dirty="0">
              <a:solidFill>
                <a:schemeClr val="tx2">
                  <a:lumMod val="60000"/>
                  <a:lumOff val="40000"/>
                </a:schemeClr>
              </a:solidFill>
              <a:latin typeface="楷体" panose="02010609060101010101" pitchFamily="49" charset="-122"/>
              <a:ea typeface="楷体" panose="02010609060101010101" pitchFamily="49" charset="-122"/>
              <a:cs typeface="Times New Roman" panose="02020603050405020304" pitchFamily="18" charset="0"/>
            </a:endParaRPr>
          </a:p>
          <a:p>
            <a:pPr algn="ctr" eaLnBrk="1" hangingPunct="1">
              <a:defRPr/>
            </a:pPr>
            <a:r>
              <a:rPr lang="zh-CN" altLang="en-US" b="1" dirty="0">
                <a:solidFill>
                  <a:schemeClr val="tx2">
                    <a:lumMod val="60000"/>
                    <a:lumOff val="40000"/>
                  </a:schemeClr>
                </a:solidFill>
                <a:latin typeface="楷体" panose="02010609060101010101" pitchFamily="49" charset="-122"/>
                <a:ea typeface="楷体" panose="02010609060101010101" pitchFamily="49" charset="-122"/>
                <a:cs typeface="Times New Roman" panose="02020603050405020304" pitchFamily="18" charset="0"/>
              </a:rPr>
              <a:t>归</a:t>
            </a:r>
            <a:endParaRPr lang="en-US" altLang="zh-CN" b="1" dirty="0">
              <a:solidFill>
                <a:schemeClr val="tx2">
                  <a:lumMod val="60000"/>
                  <a:lumOff val="40000"/>
                </a:schemeClr>
              </a:solidFill>
              <a:latin typeface="楷体" panose="02010609060101010101" pitchFamily="49" charset="-122"/>
              <a:ea typeface="楷体" panose="02010609060101010101" pitchFamily="49" charset="-122"/>
              <a:cs typeface="Times New Roman" panose="02020603050405020304" pitchFamily="18" charset="0"/>
            </a:endParaRPr>
          </a:p>
          <a:p>
            <a:pPr algn="ctr" eaLnBrk="1" hangingPunct="1">
              <a:defRPr/>
            </a:pPr>
            <a:r>
              <a:rPr lang="zh-CN" altLang="en-US" b="1" dirty="0">
                <a:solidFill>
                  <a:schemeClr val="tx2">
                    <a:lumMod val="60000"/>
                    <a:lumOff val="40000"/>
                  </a:schemeClr>
                </a:solidFill>
                <a:latin typeface="楷体" panose="02010609060101010101" pitchFamily="49" charset="-122"/>
                <a:ea typeface="楷体" panose="02010609060101010101" pitchFamily="49" charset="-122"/>
                <a:cs typeface="Times New Roman" panose="02020603050405020304" pitchFamily="18" charset="0"/>
              </a:rPr>
              <a:t>约</a:t>
            </a:r>
            <a:endParaRPr lang="en-US" altLang="zh-CN" b="1" dirty="0">
              <a:solidFill>
                <a:schemeClr val="tx2">
                  <a:lumMod val="60000"/>
                  <a:lumOff val="40000"/>
                </a:schemeClr>
              </a:solidFill>
              <a:latin typeface="楷体" panose="02010609060101010101" pitchFamily="49" charset="-122"/>
              <a:ea typeface="楷体" panose="02010609060101010101" pitchFamily="49" charset="-122"/>
              <a:cs typeface="Times New Roman" panose="02020603050405020304" pitchFamily="18" charset="0"/>
            </a:endParaRPr>
          </a:p>
        </p:txBody>
      </p:sp>
      <p:sp>
        <p:nvSpPr>
          <p:cNvPr id="9" name="AutoShape 6">
            <a:extLst>
              <a:ext uri="{FF2B5EF4-FFF2-40B4-BE49-F238E27FC236}">
                <a16:creationId xmlns:a16="http://schemas.microsoft.com/office/drawing/2014/main" id="{CAD08ED2-DCFA-4416-9C6B-D325222EC176}"/>
              </a:ext>
            </a:extLst>
          </p:cNvPr>
          <p:cNvSpPr>
            <a:spLocks noChangeArrowheads="1"/>
          </p:cNvSpPr>
          <p:nvPr/>
        </p:nvSpPr>
        <p:spPr bwMode="auto">
          <a:xfrm>
            <a:off x="4211638" y="1957388"/>
            <a:ext cx="141287" cy="1860550"/>
          </a:xfrm>
          <a:prstGeom prst="downArrow">
            <a:avLst>
              <a:gd name="adj1" fmla="val 50000"/>
              <a:gd name="adj2" fmla="val 240466"/>
            </a:avLst>
          </a:prstGeom>
          <a:solidFill>
            <a:schemeClr val="accent2">
              <a:lumMod val="40000"/>
              <a:lumOff val="60000"/>
            </a:schemeClr>
          </a:solidFill>
          <a:ln w="12700">
            <a:solidFill>
              <a:schemeClr val="tx1"/>
            </a:solidFill>
            <a:miter lim="800000"/>
            <a:headEnd/>
            <a:tailEnd/>
          </a:ln>
        </p:spPr>
        <p:txBody>
          <a:bodyPr vert="eaVert" wrap="none" anchor="ctr"/>
          <a:lstStyle>
            <a:lvl1pPr>
              <a:defRPr>
                <a:solidFill>
                  <a:schemeClr val="tx1"/>
                </a:solidFill>
                <a:latin typeface="Tahoma" panose="020B0604030504040204" pitchFamily="34" charset="0"/>
                <a:ea typeface="楷体_GB2312" pitchFamily="49" charset="-122"/>
              </a:defRPr>
            </a:lvl1pPr>
            <a:lvl2pPr marL="742950" indent="-285750">
              <a:defRPr>
                <a:solidFill>
                  <a:schemeClr val="tx1"/>
                </a:solidFill>
                <a:latin typeface="Tahoma" panose="020B0604030504040204" pitchFamily="34" charset="0"/>
                <a:ea typeface="楷体_GB2312" pitchFamily="49" charset="-122"/>
              </a:defRPr>
            </a:lvl2pPr>
            <a:lvl3pPr marL="1143000" indent="-228600">
              <a:defRPr>
                <a:solidFill>
                  <a:schemeClr val="tx1"/>
                </a:solidFill>
                <a:latin typeface="Tahoma" panose="020B0604030504040204" pitchFamily="34" charset="0"/>
                <a:ea typeface="楷体_GB2312" pitchFamily="49" charset="-122"/>
              </a:defRPr>
            </a:lvl3pPr>
            <a:lvl4pPr marL="1600200" indent="-228600">
              <a:defRPr>
                <a:solidFill>
                  <a:schemeClr val="tx1"/>
                </a:solidFill>
                <a:latin typeface="Tahoma" panose="020B0604030504040204" pitchFamily="34" charset="0"/>
                <a:ea typeface="楷体_GB2312" pitchFamily="49" charset="-122"/>
              </a:defRPr>
            </a:lvl4pPr>
            <a:lvl5pPr marL="2057400" indent="-228600">
              <a:defRPr>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楷体_GB2312" pitchFamily="49" charset="-122"/>
              </a:defRPr>
            </a:lvl9pPr>
          </a:lstStyle>
          <a:p>
            <a:pPr eaLnBrk="1" hangingPunct="1">
              <a:defRPr/>
            </a:pPr>
            <a:endParaRPr lang="zh-CN" altLang="en-US"/>
          </a:p>
        </p:txBody>
      </p:sp>
      <p:sp>
        <p:nvSpPr>
          <p:cNvPr id="10" name="AutoShape 9">
            <a:extLst>
              <a:ext uri="{FF2B5EF4-FFF2-40B4-BE49-F238E27FC236}">
                <a16:creationId xmlns:a16="http://schemas.microsoft.com/office/drawing/2014/main" id="{F4E3ADA4-3660-4244-A521-E524C3872AA8}"/>
              </a:ext>
            </a:extLst>
          </p:cNvPr>
          <p:cNvSpPr>
            <a:spLocks noChangeArrowheads="1"/>
          </p:cNvSpPr>
          <p:nvPr/>
        </p:nvSpPr>
        <p:spPr bwMode="auto">
          <a:xfrm rot="10800000">
            <a:off x="6659563" y="1957388"/>
            <a:ext cx="141287" cy="1868487"/>
          </a:xfrm>
          <a:prstGeom prst="downArrow">
            <a:avLst>
              <a:gd name="adj1" fmla="val 50000"/>
              <a:gd name="adj2" fmla="val 239605"/>
            </a:avLst>
          </a:prstGeom>
          <a:solidFill>
            <a:schemeClr val="accent2">
              <a:lumMod val="40000"/>
              <a:lumOff val="60000"/>
            </a:schemeClr>
          </a:solidFill>
          <a:ln w="12700">
            <a:solidFill>
              <a:schemeClr val="tx1"/>
            </a:solidFill>
            <a:miter lim="800000"/>
            <a:headEnd/>
            <a:tailEnd/>
          </a:ln>
        </p:spPr>
        <p:txBody>
          <a:bodyPr vert="eaVert" wrap="none" anchor="ctr"/>
          <a:lstStyle>
            <a:lvl1pPr>
              <a:defRPr>
                <a:solidFill>
                  <a:schemeClr val="tx1"/>
                </a:solidFill>
                <a:latin typeface="Tahoma" panose="020B0604030504040204" pitchFamily="34" charset="0"/>
                <a:ea typeface="楷体_GB2312" pitchFamily="49" charset="-122"/>
              </a:defRPr>
            </a:lvl1pPr>
            <a:lvl2pPr marL="742950" indent="-285750">
              <a:defRPr>
                <a:solidFill>
                  <a:schemeClr val="tx1"/>
                </a:solidFill>
                <a:latin typeface="Tahoma" panose="020B0604030504040204" pitchFamily="34" charset="0"/>
                <a:ea typeface="楷体_GB2312" pitchFamily="49" charset="-122"/>
              </a:defRPr>
            </a:lvl2pPr>
            <a:lvl3pPr marL="1143000" indent="-228600">
              <a:defRPr>
                <a:solidFill>
                  <a:schemeClr val="tx1"/>
                </a:solidFill>
                <a:latin typeface="Tahoma" panose="020B0604030504040204" pitchFamily="34" charset="0"/>
                <a:ea typeface="楷体_GB2312" pitchFamily="49" charset="-122"/>
              </a:defRPr>
            </a:lvl3pPr>
            <a:lvl4pPr marL="1600200" indent="-228600">
              <a:defRPr>
                <a:solidFill>
                  <a:schemeClr val="tx1"/>
                </a:solidFill>
                <a:latin typeface="Tahoma" panose="020B0604030504040204" pitchFamily="34" charset="0"/>
                <a:ea typeface="楷体_GB2312" pitchFamily="49" charset="-122"/>
              </a:defRPr>
            </a:lvl4pPr>
            <a:lvl5pPr marL="2057400" indent="-228600">
              <a:defRPr>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楷体_GB2312" pitchFamily="49" charset="-122"/>
              </a:defRPr>
            </a:lvl9pPr>
          </a:lstStyle>
          <a:p>
            <a:pPr eaLnBrk="1" hangingPunct="1">
              <a:defRPr/>
            </a:pPr>
            <a:endParaRPr lang="zh-CN" altLang="en-US"/>
          </a:p>
        </p:txBody>
      </p:sp>
      <p:sp>
        <p:nvSpPr>
          <p:cNvPr id="11" name="Rectangle 7">
            <a:extLst>
              <a:ext uri="{FF2B5EF4-FFF2-40B4-BE49-F238E27FC236}">
                <a16:creationId xmlns:a16="http://schemas.microsoft.com/office/drawing/2014/main" id="{7FD73436-4E67-4C22-A574-552507B0C4C8}"/>
              </a:ext>
            </a:extLst>
          </p:cNvPr>
          <p:cNvSpPr>
            <a:spLocks noChangeArrowheads="1"/>
          </p:cNvSpPr>
          <p:nvPr/>
        </p:nvSpPr>
        <p:spPr bwMode="auto">
          <a:xfrm>
            <a:off x="3833813" y="2287588"/>
            <a:ext cx="450850" cy="1200150"/>
          </a:xfrm>
          <a:prstGeom prst="rect">
            <a:avLst/>
          </a:prstGeom>
          <a:noFill/>
          <a:ln>
            <a:noFill/>
          </a:ln>
        </p:spPr>
        <p:txBody>
          <a:bodyPr>
            <a:spAutoFit/>
          </a:bodyPr>
          <a:lstStyle>
            <a:lvl1pPr>
              <a:defRPr>
                <a:solidFill>
                  <a:schemeClr val="tx1"/>
                </a:solidFill>
                <a:latin typeface="Tahoma" panose="020B0604030504040204" pitchFamily="34" charset="0"/>
                <a:ea typeface="楷体_GB2312" pitchFamily="49" charset="-122"/>
              </a:defRPr>
            </a:lvl1pPr>
            <a:lvl2pPr marL="742950" indent="-285750">
              <a:defRPr>
                <a:solidFill>
                  <a:schemeClr val="tx1"/>
                </a:solidFill>
                <a:latin typeface="Tahoma" panose="020B0604030504040204" pitchFamily="34" charset="0"/>
                <a:ea typeface="楷体_GB2312" pitchFamily="49" charset="-122"/>
              </a:defRPr>
            </a:lvl2pPr>
            <a:lvl3pPr marL="1143000" indent="-228600">
              <a:defRPr>
                <a:solidFill>
                  <a:schemeClr val="tx1"/>
                </a:solidFill>
                <a:latin typeface="Tahoma" panose="020B0604030504040204" pitchFamily="34" charset="0"/>
                <a:ea typeface="楷体_GB2312" pitchFamily="49" charset="-122"/>
              </a:defRPr>
            </a:lvl3pPr>
            <a:lvl4pPr marL="1600200" indent="-228600">
              <a:defRPr>
                <a:solidFill>
                  <a:schemeClr val="tx1"/>
                </a:solidFill>
                <a:latin typeface="Tahoma" panose="020B0604030504040204" pitchFamily="34" charset="0"/>
                <a:ea typeface="楷体_GB2312" pitchFamily="49" charset="-122"/>
              </a:defRPr>
            </a:lvl4pPr>
            <a:lvl5pPr marL="2057400" indent="-228600">
              <a:defRPr>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楷体_GB2312" pitchFamily="49" charset="-122"/>
              </a:defRPr>
            </a:lvl9pPr>
          </a:lstStyle>
          <a:p>
            <a:pPr algn="ctr" eaLnBrk="1" hangingPunct="1">
              <a:defRPr/>
            </a:pPr>
            <a:r>
              <a:rPr lang="zh-CN" altLang="en-US" b="1" dirty="0">
                <a:solidFill>
                  <a:schemeClr val="tx2">
                    <a:lumMod val="60000"/>
                    <a:lumOff val="40000"/>
                  </a:schemeClr>
                </a:solidFill>
                <a:latin typeface="楷体" panose="02010609060101010101" pitchFamily="49" charset="-122"/>
                <a:ea typeface="楷体" panose="02010609060101010101" pitchFamily="49" charset="-122"/>
              </a:rPr>
              <a:t>最</a:t>
            </a:r>
            <a:endParaRPr lang="en-US" altLang="zh-CN" b="1" dirty="0">
              <a:solidFill>
                <a:schemeClr val="tx2">
                  <a:lumMod val="60000"/>
                  <a:lumOff val="40000"/>
                </a:schemeClr>
              </a:solidFill>
              <a:latin typeface="楷体" panose="02010609060101010101" pitchFamily="49" charset="-122"/>
              <a:ea typeface="楷体" panose="02010609060101010101" pitchFamily="49" charset="-122"/>
            </a:endParaRPr>
          </a:p>
          <a:p>
            <a:pPr algn="ctr" eaLnBrk="1" hangingPunct="1">
              <a:defRPr/>
            </a:pPr>
            <a:r>
              <a:rPr lang="zh-CN" altLang="en-US" b="1" dirty="0">
                <a:solidFill>
                  <a:schemeClr val="tx2">
                    <a:lumMod val="60000"/>
                    <a:lumOff val="40000"/>
                  </a:schemeClr>
                </a:solidFill>
                <a:latin typeface="楷体" panose="02010609060101010101" pitchFamily="49" charset="-122"/>
                <a:ea typeface="楷体" panose="02010609060101010101" pitchFamily="49" charset="-122"/>
              </a:rPr>
              <a:t>左</a:t>
            </a:r>
            <a:endParaRPr lang="en-US" altLang="zh-CN" b="1" dirty="0">
              <a:solidFill>
                <a:schemeClr val="tx2">
                  <a:lumMod val="60000"/>
                  <a:lumOff val="40000"/>
                </a:schemeClr>
              </a:solidFill>
              <a:latin typeface="楷体" panose="02010609060101010101" pitchFamily="49" charset="-122"/>
              <a:ea typeface="楷体" panose="02010609060101010101" pitchFamily="49" charset="-122"/>
            </a:endParaRPr>
          </a:p>
          <a:p>
            <a:pPr algn="ctr" eaLnBrk="1" hangingPunct="1">
              <a:defRPr/>
            </a:pPr>
            <a:r>
              <a:rPr lang="zh-CN" altLang="en-US" b="1" dirty="0">
                <a:solidFill>
                  <a:schemeClr val="tx2">
                    <a:lumMod val="60000"/>
                    <a:lumOff val="40000"/>
                  </a:schemeClr>
                </a:solidFill>
                <a:latin typeface="楷体" panose="02010609060101010101" pitchFamily="49" charset="-122"/>
                <a:ea typeface="楷体" panose="02010609060101010101" pitchFamily="49" charset="-122"/>
              </a:rPr>
              <a:t>推</a:t>
            </a:r>
            <a:endParaRPr lang="en-US" altLang="zh-CN" b="1" dirty="0">
              <a:solidFill>
                <a:schemeClr val="tx2">
                  <a:lumMod val="60000"/>
                  <a:lumOff val="40000"/>
                </a:schemeClr>
              </a:solidFill>
              <a:latin typeface="楷体" panose="02010609060101010101" pitchFamily="49" charset="-122"/>
              <a:ea typeface="楷体" panose="02010609060101010101" pitchFamily="49" charset="-122"/>
            </a:endParaRPr>
          </a:p>
          <a:p>
            <a:pPr algn="ctr" eaLnBrk="1" hangingPunct="1">
              <a:defRPr/>
            </a:pPr>
            <a:r>
              <a:rPr lang="zh-CN" altLang="en-US" b="1" dirty="0">
                <a:solidFill>
                  <a:schemeClr val="tx2">
                    <a:lumMod val="60000"/>
                    <a:lumOff val="40000"/>
                  </a:schemeClr>
                </a:solidFill>
                <a:latin typeface="楷体" panose="02010609060101010101" pitchFamily="49" charset="-122"/>
                <a:ea typeface="楷体" panose="02010609060101010101" pitchFamily="49" charset="-122"/>
              </a:rPr>
              <a:t>导</a:t>
            </a:r>
          </a:p>
        </p:txBody>
      </p:sp>
      <p:sp>
        <p:nvSpPr>
          <p:cNvPr id="4" name="灯片编号占位符 3">
            <a:extLst>
              <a:ext uri="{FF2B5EF4-FFF2-40B4-BE49-F238E27FC236}">
                <a16:creationId xmlns:a16="http://schemas.microsoft.com/office/drawing/2014/main" id="{DE26C1C7-AFF7-48D3-BF52-EC9A06D84515}"/>
              </a:ext>
            </a:extLst>
          </p:cNvPr>
          <p:cNvSpPr>
            <a:spLocks noGrp="1"/>
          </p:cNvSpPr>
          <p:nvPr>
            <p:ph type="sldNum" sz="quarter" idx="12"/>
          </p:nvPr>
        </p:nvSpPr>
        <p:spPr/>
        <p:txBody>
          <a:bodyPr/>
          <a:lstStyle/>
          <a:p>
            <a:pPr>
              <a:defRPr/>
            </a:pPr>
            <a:fld id="{EA567855-7F13-4FC5-AD61-2B82F6443E16}" type="slidenum">
              <a:rPr lang="zh-CN" altLang="en-US" smtClean="0"/>
              <a:pPr>
                <a:defRPr/>
              </a:pPr>
              <a:t>8</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nodeType="clickEffect">
                                  <p:stCondLst>
                                    <p:cond delay="0"/>
                                  </p:stCondLst>
                                  <p:childTnLst>
                                    <p:set>
                                      <p:cBhvr>
                                        <p:cTn id="6" dur="1" fill="hold">
                                          <p:stCondLst>
                                            <p:cond delay="0"/>
                                          </p:stCondLst>
                                        </p:cTn>
                                        <p:tgtEl>
                                          <p:spTgt spid="22531">
                                            <p:txEl>
                                              <p:pRg st="1" end="1"/>
                                            </p:txEl>
                                          </p:spTgt>
                                        </p:tgtEl>
                                        <p:attrNameLst>
                                          <p:attrName>style.visibility</p:attrName>
                                        </p:attrNameLst>
                                      </p:cBhvr>
                                      <p:to>
                                        <p:strVal val="visible"/>
                                      </p:to>
                                    </p:set>
                                    <p:anim calcmode="lin" valueType="num">
                                      <p:cBhvr>
                                        <p:cTn id="7" dur="500" fill="hold"/>
                                        <p:tgtEl>
                                          <p:spTgt spid="22531">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22531">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22531">
                                            <p:txEl>
                                              <p:pRg st="1" end="1"/>
                                            </p:txEl>
                                          </p:spTgt>
                                        </p:tgtEl>
                                      </p:cBhvr>
                                    </p:animEffect>
                                  </p:childTnLst>
                                </p:cTn>
                              </p:par>
                              <p:par>
                                <p:cTn id="10" presetID="53"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par>
                                <p:cTn id="15" presetID="53"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p:cTn id="17" dur="500" fill="hold"/>
                                        <p:tgtEl>
                                          <p:spTgt spid="6"/>
                                        </p:tgtEl>
                                        <p:attrNameLst>
                                          <p:attrName>ppt_w</p:attrName>
                                        </p:attrNameLst>
                                      </p:cBhvr>
                                      <p:tavLst>
                                        <p:tav tm="0">
                                          <p:val>
                                            <p:fltVal val="0"/>
                                          </p:val>
                                        </p:tav>
                                        <p:tav tm="100000">
                                          <p:val>
                                            <p:strVal val="#ppt_w"/>
                                          </p:val>
                                        </p:tav>
                                      </p:tavLst>
                                    </p:anim>
                                    <p:anim calcmode="lin" valueType="num">
                                      <p:cBhvr>
                                        <p:cTn id="18" dur="500" fill="hold"/>
                                        <p:tgtEl>
                                          <p:spTgt spid="6"/>
                                        </p:tgtEl>
                                        <p:attrNameLst>
                                          <p:attrName>ppt_h</p:attrName>
                                        </p:attrNameLst>
                                      </p:cBhvr>
                                      <p:tavLst>
                                        <p:tav tm="0">
                                          <p:val>
                                            <p:fltVal val="0"/>
                                          </p:val>
                                        </p:tav>
                                        <p:tav tm="100000">
                                          <p:val>
                                            <p:strVal val="#ppt_h"/>
                                          </p:val>
                                        </p:tav>
                                      </p:tavLst>
                                    </p:anim>
                                    <p:animEffect transition="in" filter="fade">
                                      <p:cBhvr>
                                        <p:cTn id="19" dur="500"/>
                                        <p:tgtEl>
                                          <p:spTgt spid="6"/>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53" presetClass="entr" presetSubtype="16" fill="hold" nodeType="clickEffect">
                                  <p:stCondLst>
                                    <p:cond delay="0"/>
                                  </p:stCondLst>
                                  <p:childTnLst>
                                    <p:set>
                                      <p:cBhvr>
                                        <p:cTn id="23" dur="1" fill="hold">
                                          <p:stCondLst>
                                            <p:cond delay="0"/>
                                          </p:stCondLst>
                                        </p:cTn>
                                        <p:tgtEl>
                                          <p:spTgt spid="2">
                                            <p:txEl>
                                              <p:pRg st="0" end="0"/>
                                            </p:txEl>
                                          </p:spTgt>
                                        </p:tgtEl>
                                        <p:attrNameLst>
                                          <p:attrName>style.visibility</p:attrName>
                                        </p:attrNameLst>
                                      </p:cBhvr>
                                      <p:to>
                                        <p:strVal val="visible"/>
                                      </p:to>
                                    </p:set>
                                    <p:anim calcmode="lin" valueType="num">
                                      <p:cBhvr>
                                        <p:cTn id="24" dur="500" fill="hold"/>
                                        <p:tgtEl>
                                          <p:spTgt spid="2">
                                            <p:txEl>
                                              <p:pRg st="0" end="0"/>
                                            </p:txEl>
                                          </p:spTgt>
                                        </p:tgtEl>
                                        <p:attrNameLst>
                                          <p:attrName>ppt_w</p:attrName>
                                        </p:attrNameLst>
                                      </p:cBhvr>
                                      <p:tavLst>
                                        <p:tav tm="0">
                                          <p:val>
                                            <p:fltVal val="0"/>
                                          </p:val>
                                        </p:tav>
                                        <p:tav tm="100000">
                                          <p:val>
                                            <p:strVal val="#ppt_w"/>
                                          </p:val>
                                        </p:tav>
                                      </p:tavLst>
                                    </p:anim>
                                    <p:anim calcmode="lin" valueType="num">
                                      <p:cBhvr>
                                        <p:cTn id="25" dur="500" fill="hold"/>
                                        <p:tgtEl>
                                          <p:spTgt spid="2">
                                            <p:txEl>
                                              <p:pRg st="0" end="0"/>
                                            </p:txEl>
                                          </p:spTgt>
                                        </p:tgtEl>
                                        <p:attrNameLst>
                                          <p:attrName>ppt_h</p:attrName>
                                        </p:attrNameLst>
                                      </p:cBhvr>
                                      <p:tavLst>
                                        <p:tav tm="0">
                                          <p:val>
                                            <p:fltVal val="0"/>
                                          </p:val>
                                        </p:tav>
                                        <p:tav tm="100000">
                                          <p:val>
                                            <p:strVal val="#ppt_h"/>
                                          </p:val>
                                        </p:tav>
                                      </p:tavLst>
                                    </p:anim>
                                    <p:animEffect transition="in" filter="fade">
                                      <p:cBhvr>
                                        <p:cTn id="26" dur="500"/>
                                        <p:tgtEl>
                                          <p:spTgt spid="2">
                                            <p:txEl>
                                              <p:pRg st="0" end="0"/>
                                            </p:txEl>
                                          </p:spTgt>
                                        </p:tgtEl>
                                      </p:cBhvr>
                                    </p:animEffect>
                                  </p:childTnLst>
                                </p:cTn>
                              </p:par>
                              <p:par>
                                <p:cTn id="27" presetID="53" presetClass="entr" presetSubtype="16" fill="hold" nodeType="withEffect">
                                  <p:stCondLst>
                                    <p:cond delay="0"/>
                                  </p:stCondLst>
                                  <p:childTnLst>
                                    <p:set>
                                      <p:cBhvr>
                                        <p:cTn id="28" dur="1" fill="hold">
                                          <p:stCondLst>
                                            <p:cond delay="0"/>
                                          </p:stCondLst>
                                        </p:cTn>
                                        <p:tgtEl>
                                          <p:spTgt spid="2">
                                            <p:txEl>
                                              <p:pRg st="1" end="1"/>
                                            </p:txEl>
                                          </p:spTgt>
                                        </p:tgtEl>
                                        <p:attrNameLst>
                                          <p:attrName>style.visibility</p:attrName>
                                        </p:attrNameLst>
                                      </p:cBhvr>
                                      <p:to>
                                        <p:strVal val="visible"/>
                                      </p:to>
                                    </p:set>
                                    <p:anim calcmode="lin" valueType="num">
                                      <p:cBhvr>
                                        <p:cTn id="29" dur="500" fill="hold"/>
                                        <p:tgtEl>
                                          <p:spTgt spid="2">
                                            <p:txEl>
                                              <p:pRg st="1" end="1"/>
                                            </p:txEl>
                                          </p:spTgt>
                                        </p:tgtEl>
                                        <p:attrNameLst>
                                          <p:attrName>ppt_w</p:attrName>
                                        </p:attrNameLst>
                                      </p:cBhvr>
                                      <p:tavLst>
                                        <p:tav tm="0">
                                          <p:val>
                                            <p:fltVal val="0"/>
                                          </p:val>
                                        </p:tav>
                                        <p:tav tm="100000">
                                          <p:val>
                                            <p:strVal val="#ppt_w"/>
                                          </p:val>
                                        </p:tav>
                                      </p:tavLst>
                                    </p:anim>
                                    <p:anim calcmode="lin" valueType="num">
                                      <p:cBhvr>
                                        <p:cTn id="30" dur="500" fill="hold"/>
                                        <p:tgtEl>
                                          <p:spTgt spid="2">
                                            <p:txEl>
                                              <p:pRg st="1" end="1"/>
                                            </p:txEl>
                                          </p:spTgt>
                                        </p:tgtEl>
                                        <p:attrNameLst>
                                          <p:attrName>ppt_h</p:attrName>
                                        </p:attrNameLst>
                                      </p:cBhvr>
                                      <p:tavLst>
                                        <p:tav tm="0">
                                          <p:val>
                                            <p:fltVal val="0"/>
                                          </p:val>
                                        </p:tav>
                                        <p:tav tm="100000">
                                          <p:val>
                                            <p:strVal val="#ppt_h"/>
                                          </p:val>
                                        </p:tav>
                                      </p:tavLst>
                                    </p:anim>
                                    <p:animEffect transition="in" filter="fade">
                                      <p:cBhvr>
                                        <p:cTn id="31" dur="500"/>
                                        <p:tgtEl>
                                          <p:spTgt spid="2">
                                            <p:txEl>
                                              <p:pRg st="1" end="1"/>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53" presetClass="entr" presetSubtype="16" fill="hold" nodeType="clickEffect">
                                  <p:stCondLst>
                                    <p:cond delay="0"/>
                                  </p:stCondLst>
                                  <p:childTnLst>
                                    <p:set>
                                      <p:cBhvr>
                                        <p:cTn id="35" dur="1" fill="hold">
                                          <p:stCondLst>
                                            <p:cond delay="0"/>
                                          </p:stCondLst>
                                        </p:cTn>
                                        <p:tgtEl>
                                          <p:spTgt spid="2">
                                            <p:txEl>
                                              <p:pRg st="2" end="2"/>
                                            </p:txEl>
                                          </p:spTgt>
                                        </p:tgtEl>
                                        <p:attrNameLst>
                                          <p:attrName>style.visibility</p:attrName>
                                        </p:attrNameLst>
                                      </p:cBhvr>
                                      <p:to>
                                        <p:strVal val="visible"/>
                                      </p:to>
                                    </p:set>
                                    <p:anim calcmode="lin" valueType="num">
                                      <p:cBhvr>
                                        <p:cTn id="36" dur="500" fill="hold"/>
                                        <p:tgtEl>
                                          <p:spTgt spid="2">
                                            <p:txEl>
                                              <p:pRg st="2" end="2"/>
                                            </p:txEl>
                                          </p:spTgt>
                                        </p:tgtEl>
                                        <p:attrNameLst>
                                          <p:attrName>ppt_w</p:attrName>
                                        </p:attrNameLst>
                                      </p:cBhvr>
                                      <p:tavLst>
                                        <p:tav tm="0">
                                          <p:val>
                                            <p:fltVal val="0"/>
                                          </p:val>
                                        </p:tav>
                                        <p:tav tm="100000">
                                          <p:val>
                                            <p:strVal val="#ppt_w"/>
                                          </p:val>
                                        </p:tav>
                                      </p:tavLst>
                                    </p:anim>
                                    <p:anim calcmode="lin" valueType="num">
                                      <p:cBhvr>
                                        <p:cTn id="37" dur="500" fill="hold"/>
                                        <p:tgtEl>
                                          <p:spTgt spid="2">
                                            <p:txEl>
                                              <p:pRg st="2" end="2"/>
                                            </p:txEl>
                                          </p:spTgt>
                                        </p:tgtEl>
                                        <p:attrNameLst>
                                          <p:attrName>ppt_h</p:attrName>
                                        </p:attrNameLst>
                                      </p:cBhvr>
                                      <p:tavLst>
                                        <p:tav tm="0">
                                          <p:val>
                                            <p:fltVal val="0"/>
                                          </p:val>
                                        </p:tav>
                                        <p:tav tm="100000">
                                          <p:val>
                                            <p:strVal val="#ppt_h"/>
                                          </p:val>
                                        </p:tav>
                                      </p:tavLst>
                                    </p:anim>
                                    <p:animEffect transition="in" filter="fade">
                                      <p:cBhvr>
                                        <p:cTn id="38" dur="500"/>
                                        <p:tgtEl>
                                          <p:spTgt spid="2">
                                            <p:txEl>
                                              <p:pRg st="2" end="2"/>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53" presetClass="entr" presetSubtype="16" fill="hold" nodeType="clickEffect">
                                  <p:stCondLst>
                                    <p:cond delay="0"/>
                                  </p:stCondLst>
                                  <p:childTnLst>
                                    <p:set>
                                      <p:cBhvr>
                                        <p:cTn id="42" dur="1" fill="hold">
                                          <p:stCondLst>
                                            <p:cond delay="0"/>
                                          </p:stCondLst>
                                        </p:cTn>
                                        <p:tgtEl>
                                          <p:spTgt spid="2">
                                            <p:txEl>
                                              <p:pRg st="3" end="3"/>
                                            </p:txEl>
                                          </p:spTgt>
                                        </p:tgtEl>
                                        <p:attrNameLst>
                                          <p:attrName>style.visibility</p:attrName>
                                        </p:attrNameLst>
                                      </p:cBhvr>
                                      <p:to>
                                        <p:strVal val="visible"/>
                                      </p:to>
                                    </p:set>
                                    <p:anim calcmode="lin" valueType="num">
                                      <p:cBhvr>
                                        <p:cTn id="43" dur="500" fill="hold"/>
                                        <p:tgtEl>
                                          <p:spTgt spid="2">
                                            <p:txEl>
                                              <p:pRg st="3" end="3"/>
                                            </p:txEl>
                                          </p:spTgt>
                                        </p:tgtEl>
                                        <p:attrNameLst>
                                          <p:attrName>ppt_w</p:attrName>
                                        </p:attrNameLst>
                                      </p:cBhvr>
                                      <p:tavLst>
                                        <p:tav tm="0">
                                          <p:val>
                                            <p:fltVal val="0"/>
                                          </p:val>
                                        </p:tav>
                                        <p:tav tm="100000">
                                          <p:val>
                                            <p:strVal val="#ppt_w"/>
                                          </p:val>
                                        </p:tav>
                                      </p:tavLst>
                                    </p:anim>
                                    <p:anim calcmode="lin" valueType="num">
                                      <p:cBhvr>
                                        <p:cTn id="44" dur="500" fill="hold"/>
                                        <p:tgtEl>
                                          <p:spTgt spid="2">
                                            <p:txEl>
                                              <p:pRg st="3" end="3"/>
                                            </p:txEl>
                                          </p:spTgt>
                                        </p:tgtEl>
                                        <p:attrNameLst>
                                          <p:attrName>ppt_h</p:attrName>
                                        </p:attrNameLst>
                                      </p:cBhvr>
                                      <p:tavLst>
                                        <p:tav tm="0">
                                          <p:val>
                                            <p:fltVal val="0"/>
                                          </p:val>
                                        </p:tav>
                                        <p:tav tm="100000">
                                          <p:val>
                                            <p:strVal val="#ppt_h"/>
                                          </p:val>
                                        </p:tav>
                                      </p:tavLst>
                                    </p:anim>
                                    <p:animEffect transition="in" filter="fade">
                                      <p:cBhvr>
                                        <p:cTn id="45" dur="500"/>
                                        <p:tgtEl>
                                          <p:spTgt spid="2">
                                            <p:txEl>
                                              <p:pRg st="3" end="3"/>
                                            </p:txEl>
                                          </p:spTgt>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53" presetClass="entr" presetSubtype="16" fill="hold" nodeType="clickEffect">
                                  <p:stCondLst>
                                    <p:cond delay="0"/>
                                  </p:stCondLst>
                                  <p:childTnLst>
                                    <p:set>
                                      <p:cBhvr>
                                        <p:cTn id="49" dur="1" fill="hold">
                                          <p:stCondLst>
                                            <p:cond delay="0"/>
                                          </p:stCondLst>
                                        </p:cTn>
                                        <p:tgtEl>
                                          <p:spTgt spid="2">
                                            <p:txEl>
                                              <p:pRg st="4" end="4"/>
                                            </p:txEl>
                                          </p:spTgt>
                                        </p:tgtEl>
                                        <p:attrNameLst>
                                          <p:attrName>style.visibility</p:attrName>
                                        </p:attrNameLst>
                                      </p:cBhvr>
                                      <p:to>
                                        <p:strVal val="visible"/>
                                      </p:to>
                                    </p:set>
                                    <p:anim calcmode="lin" valueType="num">
                                      <p:cBhvr>
                                        <p:cTn id="50" dur="500" fill="hold"/>
                                        <p:tgtEl>
                                          <p:spTgt spid="2">
                                            <p:txEl>
                                              <p:pRg st="4" end="4"/>
                                            </p:txEl>
                                          </p:spTgt>
                                        </p:tgtEl>
                                        <p:attrNameLst>
                                          <p:attrName>ppt_w</p:attrName>
                                        </p:attrNameLst>
                                      </p:cBhvr>
                                      <p:tavLst>
                                        <p:tav tm="0">
                                          <p:val>
                                            <p:fltVal val="0"/>
                                          </p:val>
                                        </p:tav>
                                        <p:tav tm="100000">
                                          <p:val>
                                            <p:strVal val="#ppt_w"/>
                                          </p:val>
                                        </p:tav>
                                      </p:tavLst>
                                    </p:anim>
                                    <p:anim calcmode="lin" valueType="num">
                                      <p:cBhvr>
                                        <p:cTn id="51" dur="500" fill="hold"/>
                                        <p:tgtEl>
                                          <p:spTgt spid="2">
                                            <p:txEl>
                                              <p:pRg st="4" end="4"/>
                                            </p:txEl>
                                          </p:spTgt>
                                        </p:tgtEl>
                                        <p:attrNameLst>
                                          <p:attrName>ppt_h</p:attrName>
                                        </p:attrNameLst>
                                      </p:cBhvr>
                                      <p:tavLst>
                                        <p:tav tm="0">
                                          <p:val>
                                            <p:fltVal val="0"/>
                                          </p:val>
                                        </p:tav>
                                        <p:tav tm="100000">
                                          <p:val>
                                            <p:strVal val="#ppt_h"/>
                                          </p:val>
                                        </p:tav>
                                      </p:tavLst>
                                    </p:anim>
                                    <p:animEffect transition="in" filter="fade">
                                      <p:cBhvr>
                                        <p:cTn id="52" dur="500"/>
                                        <p:tgtEl>
                                          <p:spTgt spid="2">
                                            <p:txEl>
                                              <p:pRg st="4" end="4"/>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53" presetClass="entr" presetSubtype="16" fill="hold" nodeType="clickEffect">
                                  <p:stCondLst>
                                    <p:cond delay="0"/>
                                  </p:stCondLst>
                                  <p:childTnLst>
                                    <p:set>
                                      <p:cBhvr>
                                        <p:cTn id="56" dur="1" fill="hold">
                                          <p:stCondLst>
                                            <p:cond delay="0"/>
                                          </p:stCondLst>
                                        </p:cTn>
                                        <p:tgtEl>
                                          <p:spTgt spid="2">
                                            <p:txEl>
                                              <p:pRg st="5" end="5"/>
                                            </p:txEl>
                                          </p:spTgt>
                                        </p:tgtEl>
                                        <p:attrNameLst>
                                          <p:attrName>style.visibility</p:attrName>
                                        </p:attrNameLst>
                                      </p:cBhvr>
                                      <p:to>
                                        <p:strVal val="visible"/>
                                      </p:to>
                                    </p:set>
                                    <p:anim calcmode="lin" valueType="num">
                                      <p:cBhvr>
                                        <p:cTn id="57" dur="500" fill="hold"/>
                                        <p:tgtEl>
                                          <p:spTgt spid="2">
                                            <p:txEl>
                                              <p:pRg st="5" end="5"/>
                                            </p:txEl>
                                          </p:spTgt>
                                        </p:tgtEl>
                                        <p:attrNameLst>
                                          <p:attrName>ppt_w</p:attrName>
                                        </p:attrNameLst>
                                      </p:cBhvr>
                                      <p:tavLst>
                                        <p:tav tm="0">
                                          <p:val>
                                            <p:fltVal val="0"/>
                                          </p:val>
                                        </p:tav>
                                        <p:tav tm="100000">
                                          <p:val>
                                            <p:strVal val="#ppt_w"/>
                                          </p:val>
                                        </p:tav>
                                      </p:tavLst>
                                    </p:anim>
                                    <p:anim calcmode="lin" valueType="num">
                                      <p:cBhvr>
                                        <p:cTn id="58" dur="500" fill="hold"/>
                                        <p:tgtEl>
                                          <p:spTgt spid="2">
                                            <p:txEl>
                                              <p:pRg st="5" end="5"/>
                                            </p:txEl>
                                          </p:spTgt>
                                        </p:tgtEl>
                                        <p:attrNameLst>
                                          <p:attrName>ppt_h</p:attrName>
                                        </p:attrNameLst>
                                      </p:cBhvr>
                                      <p:tavLst>
                                        <p:tav tm="0">
                                          <p:val>
                                            <p:fltVal val="0"/>
                                          </p:val>
                                        </p:tav>
                                        <p:tav tm="100000">
                                          <p:val>
                                            <p:strVal val="#ppt_h"/>
                                          </p:val>
                                        </p:tav>
                                      </p:tavLst>
                                    </p:anim>
                                    <p:animEffect transition="in" filter="fade">
                                      <p:cBhvr>
                                        <p:cTn id="59" dur="500"/>
                                        <p:tgtEl>
                                          <p:spTgt spid="2">
                                            <p:txEl>
                                              <p:pRg st="5" end="5"/>
                                            </p:txEl>
                                          </p:spTgt>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53" presetClass="entr" presetSubtype="16" fill="hold" nodeType="clickEffect">
                                  <p:stCondLst>
                                    <p:cond delay="0"/>
                                  </p:stCondLst>
                                  <p:childTnLst>
                                    <p:set>
                                      <p:cBhvr>
                                        <p:cTn id="63" dur="1" fill="hold">
                                          <p:stCondLst>
                                            <p:cond delay="0"/>
                                          </p:stCondLst>
                                        </p:cTn>
                                        <p:tgtEl>
                                          <p:spTgt spid="2">
                                            <p:txEl>
                                              <p:pRg st="6" end="6"/>
                                            </p:txEl>
                                          </p:spTgt>
                                        </p:tgtEl>
                                        <p:attrNameLst>
                                          <p:attrName>style.visibility</p:attrName>
                                        </p:attrNameLst>
                                      </p:cBhvr>
                                      <p:to>
                                        <p:strVal val="visible"/>
                                      </p:to>
                                    </p:set>
                                    <p:anim calcmode="lin" valueType="num">
                                      <p:cBhvr>
                                        <p:cTn id="64" dur="500" fill="hold"/>
                                        <p:tgtEl>
                                          <p:spTgt spid="2">
                                            <p:txEl>
                                              <p:pRg st="6" end="6"/>
                                            </p:txEl>
                                          </p:spTgt>
                                        </p:tgtEl>
                                        <p:attrNameLst>
                                          <p:attrName>ppt_w</p:attrName>
                                        </p:attrNameLst>
                                      </p:cBhvr>
                                      <p:tavLst>
                                        <p:tav tm="0">
                                          <p:val>
                                            <p:fltVal val="0"/>
                                          </p:val>
                                        </p:tav>
                                        <p:tav tm="100000">
                                          <p:val>
                                            <p:strVal val="#ppt_w"/>
                                          </p:val>
                                        </p:tav>
                                      </p:tavLst>
                                    </p:anim>
                                    <p:anim calcmode="lin" valueType="num">
                                      <p:cBhvr>
                                        <p:cTn id="65" dur="500" fill="hold"/>
                                        <p:tgtEl>
                                          <p:spTgt spid="2">
                                            <p:txEl>
                                              <p:pRg st="6" end="6"/>
                                            </p:txEl>
                                          </p:spTgt>
                                        </p:tgtEl>
                                        <p:attrNameLst>
                                          <p:attrName>ppt_h</p:attrName>
                                        </p:attrNameLst>
                                      </p:cBhvr>
                                      <p:tavLst>
                                        <p:tav tm="0">
                                          <p:val>
                                            <p:fltVal val="0"/>
                                          </p:val>
                                        </p:tav>
                                        <p:tav tm="100000">
                                          <p:val>
                                            <p:strVal val="#ppt_h"/>
                                          </p:val>
                                        </p:tav>
                                      </p:tavLst>
                                    </p:anim>
                                    <p:animEffect transition="in" filter="fade">
                                      <p:cBhvr>
                                        <p:cTn id="66" dur="500"/>
                                        <p:tgtEl>
                                          <p:spTgt spid="2">
                                            <p:txEl>
                                              <p:pRg st="6" end="6"/>
                                            </p:txEl>
                                          </p:spTgt>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53" presetClass="entr" presetSubtype="16" fill="hold" grpId="0" nodeType="clickEffect">
                                  <p:stCondLst>
                                    <p:cond delay="0"/>
                                  </p:stCondLst>
                                  <p:childTnLst>
                                    <p:set>
                                      <p:cBhvr>
                                        <p:cTn id="70" dur="1" fill="hold">
                                          <p:stCondLst>
                                            <p:cond delay="0"/>
                                          </p:stCondLst>
                                        </p:cTn>
                                        <p:tgtEl>
                                          <p:spTgt spid="9"/>
                                        </p:tgtEl>
                                        <p:attrNameLst>
                                          <p:attrName>style.visibility</p:attrName>
                                        </p:attrNameLst>
                                      </p:cBhvr>
                                      <p:to>
                                        <p:strVal val="visible"/>
                                      </p:to>
                                    </p:set>
                                    <p:anim calcmode="lin" valueType="num">
                                      <p:cBhvr>
                                        <p:cTn id="71" dur="500" fill="hold"/>
                                        <p:tgtEl>
                                          <p:spTgt spid="9"/>
                                        </p:tgtEl>
                                        <p:attrNameLst>
                                          <p:attrName>ppt_w</p:attrName>
                                        </p:attrNameLst>
                                      </p:cBhvr>
                                      <p:tavLst>
                                        <p:tav tm="0">
                                          <p:val>
                                            <p:fltVal val="0"/>
                                          </p:val>
                                        </p:tav>
                                        <p:tav tm="100000">
                                          <p:val>
                                            <p:strVal val="#ppt_w"/>
                                          </p:val>
                                        </p:tav>
                                      </p:tavLst>
                                    </p:anim>
                                    <p:anim calcmode="lin" valueType="num">
                                      <p:cBhvr>
                                        <p:cTn id="72" dur="500" fill="hold"/>
                                        <p:tgtEl>
                                          <p:spTgt spid="9"/>
                                        </p:tgtEl>
                                        <p:attrNameLst>
                                          <p:attrName>ppt_h</p:attrName>
                                        </p:attrNameLst>
                                      </p:cBhvr>
                                      <p:tavLst>
                                        <p:tav tm="0">
                                          <p:val>
                                            <p:fltVal val="0"/>
                                          </p:val>
                                        </p:tav>
                                        <p:tav tm="100000">
                                          <p:val>
                                            <p:strVal val="#ppt_h"/>
                                          </p:val>
                                        </p:tav>
                                      </p:tavLst>
                                    </p:anim>
                                    <p:animEffect transition="in" filter="fade">
                                      <p:cBhvr>
                                        <p:cTn id="73" dur="500"/>
                                        <p:tgtEl>
                                          <p:spTgt spid="9"/>
                                        </p:tgtEl>
                                      </p:cBhvr>
                                    </p:animEffect>
                                  </p:childTnLst>
                                </p:cTn>
                              </p:par>
                              <p:par>
                                <p:cTn id="74" presetID="53" presetClass="entr" presetSubtype="0" fill="hold" grpId="0" nodeType="withEffect">
                                  <p:stCondLst>
                                    <p:cond delay="0"/>
                                  </p:stCondLst>
                                  <p:childTnLst>
                                    <p:set>
                                      <p:cBhvr>
                                        <p:cTn id="75" dur="1" fill="hold">
                                          <p:stCondLst>
                                            <p:cond delay="0"/>
                                          </p:stCondLst>
                                        </p:cTn>
                                        <p:tgtEl>
                                          <p:spTgt spid="11"/>
                                        </p:tgtEl>
                                        <p:attrNameLst>
                                          <p:attrName>style.visibility</p:attrName>
                                        </p:attrNameLst>
                                      </p:cBhvr>
                                      <p:to>
                                        <p:strVal val="visible"/>
                                      </p:to>
                                    </p:set>
                                    <p:anim calcmode="lin" valueType="num">
                                      <p:cBhvr>
                                        <p:cTn id="76" dur="500" fill="hold"/>
                                        <p:tgtEl>
                                          <p:spTgt spid="11"/>
                                        </p:tgtEl>
                                        <p:attrNameLst>
                                          <p:attrName>ppt_w</p:attrName>
                                        </p:attrNameLst>
                                      </p:cBhvr>
                                      <p:tavLst>
                                        <p:tav tm="0">
                                          <p:val>
                                            <p:fltVal val="0"/>
                                          </p:val>
                                        </p:tav>
                                        <p:tav tm="100000">
                                          <p:val>
                                            <p:strVal val="#ppt_w"/>
                                          </p:val>
                                        </p:tav>
                                      </p:tavLst>
                                    </p:anim>
                                    <p:anim calcmode="lin" valueType="num">
                                      <p:cBhvr>
                                        <p:cTn id="77" dur="500" fill="hold"/>
                                        <p:tgtEl>
                                          <p:spTgt spid="11"/>
                                        </p:tgtEl>
                                        <p:attrNameLst>
                                          <p:attrName>ppt_h</p:attrName>
                                        </p:attrNameLst>
                                      </p:cBhvr>
                                      <p:tavLst>
                                        <p:tav tm="0">
                                          <p:val>
                                            <p:fltVal val="0"/>
                                          </p:val>
                                        </p:tav>
                                        <p:tav tm="100000">
                                          <p:val>
                                            <p:strVal val="#ppt_h"/>
                                          </p:val>
                                        </p:tav>
                                      </p:tavLst>
                                    </p:anim>
                                    <p:animEffect transition="in" filter="fade">
                                      <p:cBhvr>
                                        <p:cTn id="78" dur="500"/>
                                        <p:tgtEl>
                                          <p:spTgt spid="11"/>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53" presetClass="entr" presetSubtype="16" fill="hold" grpId="0" nodeType="clickEffect">
                                  <p:stCondLst>
                                    <p:cond delay="0"/>
                                  </p:stCondLst>
                                  <p:childTnLst>
                                    <p:set>
                                      <p:cBhvr>
                                        <p:cTn id="82" dur="1" fill="hold">
                                          <p:stCondLst>
                                            <p:cond delay="0"/>
                                          </p:stCondLst>
                                        </p:cTn>
                                        <p:tgtEl>
                                          <p:spTgt spid="10"/>
                                        </p:tgtEl>
                                        <p:attrNameLst>
                                          <p:attrName>style.visibility</p:attrName>
                                        </p:attrNameLst>
                                      </p:cBhvr>
                                      <p:to>
                                        <p:strVal val="visible"/>
                                      </p:to>
                                    </p:set>
                                    <p:anim calcmode="lin" valueType="num">
                                      <p:cBhvr>
                                        <p:cTn id="83" dur="500" fill="hold"/>
                                        <p:tgtEl>
                                          <p:spTgt spid="10"/>
                                        </p:tgtEl>
                                        <p:attrNameLst>
                                          <p:attrName>ppt_w</p:attrName>
                                        </p:attrNameLst>
                                      </p:cBhvr>
                                      <p:tavLst>
                                        <p:tav tm="0">
                                          <p:val>
                                            <p:fltVal val="0"/>
                                          </p:val>
                                        </p:tav>
                                        <p:tav tm="100000">
                                          <p:val>
                                            <p:strVal val="#ppt_w"/>
                                          </p:val>
                                        </p:tav>
                                      </p:tavLst>
                                    </p:anim>
                                    <p:anim calcmode="lin" valueType="num">
                                      <p:cBhvr>
                                        <p:cTn id="84" dur="500" fill="hold"/>
                                        <p:tgtEl>
                                          <p:spTgt spid="10"/>
                                        </p:tgtEl>
                                        <p:attrNameLst>
                                          <p:attrName>ppt_h</p:attrName>
                                        </p:attrNameLst>
                                      </p:cBhvr>
                                      <p:tavLst>
                                        <p:tav tm="0">
                                          <p:val>
                                            <p:fltVal val="0"/>
                                          </p:val>
                                        </p:tav>
                                        <p:tav tm="100000">
                                          <p:val>
                                            <p:strVal val="#ppt_h"/>
                                          </p:val>
                                        </p:tav>
                                      </p:tavLst>
                                    </p:anim>
                                    <p:animEffect transition="in" filter="fade">
                                      <p:cBhvr>
                                        <p:cTn id="85" dur="500"/>
                                        <p:tgtEl>
                                          <p:spTgt spid="10"/>
                                        </p:tgtEl>
                                      </p:cBhvr>
                                    </p:animEffect>
                                  </p:childTnLst>
                                </p:cTn>
                              </p:par>
                              <p:par>
                                <p:cTn id="86" presetID="53" presetClass="entr" presetSubtype="0" fill="hold" grpId="0" nodeType="withEffect">
                                  <p:stCondLst>
                                    <p:cond delay="0"/>
                                  </p:stCondLst>
                                  <p:childTnLst>
                                    <p:set>
                                      <p:cBhvr>
                                        <p:cTn id="87" dur="1" fill="hold">
                                          <p:stCondLst>
                                            <p:cond delay="0"/>
                                          </p:stCondLst>
                                        </p:cTn>
                                        <p:tgtEl>
                                          <p:spTgt spid="8"/>
                                        </p:tgtEl>
                                        <p:attrNameLst>
                                          <p:attrName>style.visibility</p:attrName>
                                        </p:attrNameLst>
                                      </p:cBhvr>
                                      <p:to>
                                        <p:strVal val="visible"/>
                                      </p:to>
                                    </p:set>
                                    <p:anim calcmode="lin" valueType="num">
                                      <p:cBhvr>
                                        <p:cTn id="88" dur="500" fill="hold"/>
                                        <p:tgtEl>
                                          <p:spTgt spid="8"/>
                                        </p:tgtEl>
                                        <p:attrNameLst>
                                          <p:attrName>ppt_w</p:attrName>
                                        </p:attrNameLst>
                                      </p:cBhvr>
                                      <p:tavLst>
                                        <p:tav tm="0">
                                          <p:val>
                                            <p:fltVal val="0"/>
                                          </p:val>
                                        </p:tav>
                                        <p:tav tm="100000">
                                          <p:val>
                                            <p:strVal val="#ppt_w"/>
                                          </p:val>
                                        </p:tav>
                                      </p:tavLst>
                                    </p:anim>
                                    <p:anim calcmode="lin" valueType="num">
                                      <p:cBhvr>
                                        <p:cTn id="89" dur="500" fill="hold"/>
                                        <p:tgtEl>
                                          <p:spTgt spid="8"/>
                                        </p:tgtEl>
                                        <p:attrNameLst>
                                          <p:attrName>ppt_h</p:attrName>
                                        </p:attrNameLst>
                                      </p:cBhvr>
                                      <p:tavLst>
                                        <p:tav tm="0">
                                          <p:val>
                                            <p:fltVal val="0"/>
                                          </p:val>
                                        </p:tav>
                                        <p:tav tm="100000">
                                          <p:val>
                                            <p:strVal val="#ppt_h"/>
                                          </p:val>
                                        </p:tav>
                                      </p:tavLst>
                                    </p:anim>
                                    <p:animEffect transition="in" filter="fade">
                                      <p:cBhvr>
                                        <p:cTn id="90" dur="500"/>
                                        <p:tgtEl>
                                          <p:spTgt spid="8"/>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53" presetClass="entr" presetSubtype="0" fill="hold" nodeType="clickEffect">
                                  <p:stCondLst>
                                    <p:cond delay="0"/>
                                  </p:stCondLst>
                                  <p:childTnLst>
                                    <p:set>
                                      <p:cBhvr>
                                        <p:cTn id="94" dur="1" fill="hold">
                                          <p:stCondLst>
                                            <p:cond delay="0"/>
                                          </p:stCondLst>
                                        </p:cTn>
                                        <p:tgtEl>
                                          <p:spTgt spid="22531">
                                            <p:txEl>
                                              <p:pRg st="9" end="9"/>
                                            </p:txEl>
                                          </p:spTgt>
                                        </p:tgtEl>
                                        <p:attrNameLst>
                                          <p:attrName>style.visibility</p:attrName>
                                        </p:attrNameLst>
                                      </p:cBhvr>
                                      <p:to>
                                        <p:strVal val="visible"/>
                                      </p:to>
                                    </p:set>
                                    <p:anim calcmode="lin" valueType="num">
                                      <p:cBhvr>
                                        <p:cTn id="95" dur="500" fill="hold"/>
                                        <p:tgtEl>
                                          <p:spTgt spid="22531">
                                            <p:txEl>
                                              <p:pRg st="9" end="9"/>
                                            </p:txEl>
                                          </p:spTgt>
                                        </p:tgtEl>
                                        <p:attrNameLst>
                                          <p:attrName>ppt_w</p:attrName>
                                        </p:attrNameLst>
                                      </p:cBhvr>
                                      <p:tavLst>
                                        <p:tav tm="0">
                                          <p:val>
                                            <p:fltVal val="0"/>
                                          </p:val>
                                        </p:tav>
                                        <p:tav tm="100000">
                                          <p:val>
                                            <p:strVal val="#ppt_w"/>
                                          </p:val>
                                        </p:tav>
                                      </p:tavLst>
                                    </p:anim>
                                    <p:anim calcmode="lin" valueType="num">
                                      <p:cBhvr>
                                        <p:cTn id="96" dur="500" fill="hold"/>
                                        <p:tgtEl>
                                          <p:spTgt spid="22531">
                                            <p:txEl>
                                              <p:pRg st="9" end="9"/>
                                            </p:txEl>
                                          </p:spTgt>
                                        </p:tgtEl>
                                        <p:attrNameLst>
                                          <p:attrName>ppt_h</p:attrName>
                                        </p:attrNameLst>
                                      </p:cBhvr>
                                      <p:tavLst>
                                        <p:tav tm="0">
                                          <p:val>
                                            <p:fltVal val="0"/>
                                          </p:val>
                                        </p:tav>
                                        <p:tav tm="100000">
                                          <p:val>
                                            <p:strVal val="#ppt_h"/>
                                          </p:val>
                                        </p:tav>
                                      </p:tavLst>
                                    </p:anim>
                                    <p:animEffect transition="in" filter="fade">
                                      <p:cBhvr>
                                        <p:cTn id="97" dur="500"/>
                                        <p:tgtEl>
                                          <p:spTgt spid="22531">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9" grpId="0" animBg="1"/>
      <p:bldP spid="10" grpId="0" animBg="1"/>
      <p:bldP spid="1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0D4C0F4B-F218-42FF-B5D7-8979236FA4AB}"/>
              </a:ext>
            </a:extLst>
          </p:cNvPr>
          <p:cNvSpPr txBox="1">
            <a:spLocks noChangeArrowheads="1"/>
          </p:cNvSpPr>
          <p:nvPr/>
        </p:nvSpPr>
        <p:spPr bwMode="auto">
          <a:xfrm>
            <a:off x="428625" y="889000"/>
            <a:ext cx="8505825" cy="3968750"/>
          </a:xfrm>
          <a:prstGeom prst="rect">
            <a:avLst/>
          </a:prstGeom>
          <a:noFill/>
          <a:ln w="9525">
            <a:noFill/>
            <a:miter lim="800000"/>
            <a:headEnd/>
            <a:tailEnd/>
          </a:ln>
        </p:spPr>
        <p:txBody>
          <a:bodyPr/>
          <a:lstStyle/>
          <a:p>
            <a:pPr marL="273050" indent="-273050" eaLnBrk="1" hangingPunct="1">
              <a:spcBef>
                <a:spcPct val="20000"/>
              </a:spcBef>
              <a:buSzPct val="100000"/>
              <a:buFont typeface="Wingdings" pitchFamily="2" charset="2"/>
              <a:buChar char="Ø"/>
              <a:defRPr/>
            </a:pPr>
            <a:r>
              <a:rPr lang="zh-CN" altLang="en-US" sz="2200" b="1" dirty="0">
                <a:latin typeface="+mn-ea"/>
                <a:ea typeface="+mn-ea"/>
                <a:cs typeface="Times New Roman" pitchFamily="18" charset="0"/>
              </a:rPr>
              <a:t>在</a:t>
            </a:r>
            <a:r>
              <a:rPr lang="zh-CN" altLang="en-US" sz="2200" b="1" dirty="0">
                <a:solidFill>
                  <a:srgbClr val="FF0000"/>
                </a:solidFill>
                <a:latin typeface="+mn-ea"/>
                <a:ea typeface="+mn-ea"/>
                <a:cs typeface="Times New Roman" pitchFamily="18" charset="0"/>
              </a:rPr>
              <a:t>最右推导</a:t>
            </a:r>
            <a:r>
              <a:rPr lang="zh-CN" altLang="en-US" sz="2200" b="1" dirty="0">
                <a:latin typeface="+mn-ea"/>
                <a:ea typeface="+mn-ea"/>
                <a:cs typeface="Times New Roman" pitchFamily="18" charset="0"/>
              </a:rPr>
              <a:t>中，总是选择每个句型的</a:t>
            </a:r>
            <a:r>
              <a:rPr lang="zh-CN" altLang="en-US" sz="2200" b="1" dirty="0">
                <a:solidFill>
                  <a:schemeClr val="tx2">
                    <a:lumMod val="60000"/>
                    <a:lumOff val="40000"/>
                  </a:schemeClr>
                </a:solidFill>
                <a:latin typeface="+mn-ea"/>
                <a:ea typeface="+mn-ea"/>
                <a:cs typeface="Times New Roman" pitchFamily="18" charset="0"/>
              </a:rPr>
              <a:t>最右非终结符</a:t>
            </a:r>
            <a:r>
              <a:rPr lang="zh-CN" altLang="en-US" sz="2200" b="1" dirty="0">
                <a:latin typeface="+mn-ea"/>
                <a:ea typeface="+mn-ea"/>
                <a:cs typeface="Times New Roman" pitchFamily="18" charset="0"/>
              </a:rPr>
              <a:t>进行替换</a:t>
            </a:r>
            <a:endParaRPr lang="en-US" altLang="zh-CN" sz="2200" b="1" dirty="0">
              <a:latin typeface="+mn-ea"/>
              <a:ea typeface="+mn-ea"/>
              <a:cs typeface="Times New Roman" pitchFamily="18" charset="0"/>
            </a:endParaRPr>
          </a:p>
          <a:p>
            <a:pPr marL="576263" lvl="1" indent="-273050" eaLnBrk="1" hangingPunct="1">
              <a:spcBef>
                <a:spcPct val="20000"/>
              </a:spcBef>
              <a:buSzPct val="100000"/>
              <a:buFont typeface="Wingdings" pitchFamily="2" charset="2"/>
              <a:buChar char="Ø"/>
              <a:defRPr/>
            </a:pPr>
            <a:r>
              <a:rPr lang="zh-CN" altLang="en-US" sz="2200" b="1" dirty="0">
                <a:latin typeface="+mn-ea"/>
                <a:ea typeface="+mn-ea"/>
                <a:cs typeface="Times New Roman" pitchFamily="18" charset="0"/>
              </a:rPr>
              <a:t>例</a:t>
            </a:r>
            <a:endParaRPr lang="en-US" altLang="zh-CN" sz="2200" b="1" dirty="0">
              <a:latin typeface="+mn-ea"/>
              <a:ea typeface="+mn-ea"/>
              <a:cs typeface="Times New Roman" pitchFamily="18" charset="0"/>
            </a:endParaRPr>
          </a:p>
          <a:p>
            <a:pPr marL="576263" lvl="1" indent="-273050" eaLnBrk="1" hangingPunct="1">
              <a:spcBef>
                <a:spcPct val="20000"/>
              </a:spcBef>
              <a:buClr>
                <a:schemeClr val="accent1"/>
              </a:buClr>
              <a:buSzPct val="100000"/>
              <a:buFont typeface="Symbol" pitchFamily="18" charset="2"/>
              <a:buNone/>
              <a:defRPr/>
            </a:pPr>
            <a:endParaRPr lang="en-US" altLang="zh-CN" sz="2200" b="1" dirty="0">
              <a:latin typeface="+mn-ea"/>
              <a:ea typeface="+mn-ea"/>
              <a:cs typeface="Times New Roman" pitchFamily="18" charset="0"/>
            </a:endParaRPr>
          </a:p>
          <a:p>
            <a:pPr marL="576263" lvl="1" indent="-273050" eaLnBrk="1" hangingPunct="1">
              <a:spcBef>
                <a:spcPct val="20000"/>
              </a:spcBef>
              <a:buClr>
                <a:schemeClr val="accent1"/>
              </a:buClr>
              <a:buSzPct val="100000"/>
              <a:buFont typeface="Symbol" pitchFamily="18" charset="2"/>
              <a:buNone/>
              <a:defRPr/>
            </a:pPr>
            <a:endParaRPr lang="en-US" altLang="zh-CN" sz="2200" b="1" dirty="0">
              <a:latin typeface="+mn-ea"/>
              <a:ea typeface="+mn-ea"/>
              <a:cs typeface="Times New Roman" pitchFamily="18" charset="0"/>
            </a:endParaRPr>
          </a:p>
          <a:p>
            <a:pPr marL="576263" lvl="1" indent="-273050" eaLnBrk="1" hangingPunct="1">
              <a:spcBef>
                <a:spcPct val="20000"/>
              </a:spcBef>
              <a:buClr>
                <a:schemeClr val="accent1"/>
              </a:buClr>
              <a:buSzPct val="100000"/>
              <a:buFont typeface="Symbol" pitchFamily="18" charset="2"/>
              <a:buNone/>
              <a:defRPr/>
            </a:pPr>
            <a:endParaRPr lang="en-US" altLang="zh-CN" sz="2200" b="1" dirty="0">
              <a:latin typeface="+mn-ea"/>
              <a:ea typeface="+mn-ea"/>
              <a:cs typeface="Times New Roman" pitchFamily="18" charset="0"/>
            </a:endParaRPr>
          </a:p>
          <a:p>
            <a:pPr marL="576263" lvl="1" indent="-273050" eaLnBrk="1" hangingPunct="1">
              <a:spcBef>
                <a:spcPct val="20000"/>
              </a:spcBef>
              <a:buClr>
                <a:schemeClr val="accent1"/>
              </a:buClr>
              <a:buSzPct val="100000"/>
              <a:buFont typeface="Wingdings" pitchFamily="2" charset="2"/>
              <a:buNone/>
              <a:defRPr/>
            </a:pPr>
            <a:endParaRPr lang="en-US" altLang="zh-CN" sz="2200" b="1" dirty="0">
              <a:latin typeface="+mn-ea"/>
              <a:ea typeface="+mn-ea"/>
              <a:cs typeface="Times New Roman" pitchFamily="18" charset="0"/>
            </a:endParaRPr>
          </a:p>
          <a:p>
            <a:pPr marL="576263" lvl="1" indent="-273050" eaLnBrk="1" hangingPunct="1">
              <a:spcBef>
                <a:spcPct val="20000"/>
              </a:spcBef>
              <a:buClr>
                <a:schemeClr val="accent1"/>
              </a:buClr>
              <a:buSzPct val="100000"/>
              <a:buFont typeface="Wingdings" pitchFamily="2" charset="2"/>
              <a:buNone/>
              <a:defRPr/>
            </a:pPr>
            <a:endParaRPr lang="en-US" altLang="zh-CN" sz="2200" b="1" dirty="0">
              <a:latin typeface="+mn-ea"/>
              <a:ea typeface="+mn-ea"/>
              <a:cs typeface="Times New Roman" pitchFamily="18" charset="0"/>
            </a:endParaRPr>
          </a:p>
          <a:p>
            <a:pPr marL="576263" lvl="1" indent="-273050" eaLnBrk="1" hangingPunct="1">
              <a:spcBef>
                <a:spcPct val="20000"/>
              </a:spcBef>
              <a:buSzPct val="100000"/>
              <a:buFont typeface="Wingdings" pitchFamily="2" charset="2"/>
              <a:buChar char="Ø"/>
              <a:defRPr/>
            </a:pPr>
            <a:endParaRPr lang="en-US" altLang="zh-CN" sz="2200" b="1" dirty="0">
              <a:latin typeface="+mn-ea"/>
              <a:ea typeface="+mn-ea"/>
            </a:endParaRPr>
          </a:p>
          <a:p>
            <a:pPr marL="576263" lvl="1" indent="-273050" eaLnBrk="1" hangingPunct="1">
              <a:spcBef>
                <a:spcPct val="20000"/>
              </a:spcBef>
              <a:buSzPct val="100000"/>
              <a:buFont typeface="Wingdings" pitchFamily="2" charset="2"/>
              <a:buChar char="Ø"/>
              <a:defRPr/>
            </a:pPr>
            <a:r>
              <a:rPr lang="zh-CN" altLang="en-US" sz="2200" b="1" dirty="0">
                <a:latin typeface="+mn-ea"/>
                <a:ea typeface="+mn-ea"/>
              </a:rPr>
              <a:t>在</a:t>
            </a:r>
            <a:r>
              <a:rPr lang="zh-CN" altLang="en-US" sz="2200" b="1" dirty="0">
                <a:solidFill>
                  <a:srgbClr val="0070C0"/>
                </a:solidFill>
                <a:latin typeface="+mn-ea"/>
                <a:ea typeface="+mn-ea"/>
              </a:rPr>
              <a:t>自底向上</a:t>
            </a:r>
            <a:r>
              <a:rPr lang="zh-CN" altLang="en-US" sz="2200" b="1" dirty="0">
                <a:latin typeface="+mn-ea"/>
                <a:ea typeface="+mn-ea"/>
              </a:rPr>
              <a:t>的分析中，总是采用</a:t>
            </a:r>
            <a:r>
              <a:rPr lang="zh-CN" altLang="en-US" sz="2200" b="1" dirty="0">
                <a:solidFill>
                  <a:srgbClr val="0070C0"/>
                </a:solidFill>
                <a:latin typeface="+mn-ea"/>
                <a:ea typeface="+mn-ea"/>
              </a:rPr>
              <a:t>最左归约</a:t>
            </a:r>
            <a:r>
              <a:rPr lang="zh-CN" altLang="en-US" sz="2200" b="1" dirty="0">
                <a:latin typeface="+mn-ea"/>
                <a:ea typeface="+mn-ea"/>
              </a:rPr>
              <a:t>的方式，因此把</a:t>
            </a:r>
            <a:r>
              <a:rPr lang="zh-CN" altLang="en-US" sz="2200" b="1" dirty="0">
                <a:solidFill>
                  <a:schemeClr val="tx2">
                    <a:lumMod val="60000"/>
                    <a:lumOff val="40000"/>
                  </a:schemeClr>
                </a:solidFill>
                <a:latin typeface="+mn-ea"/>
                <a:ea typeface="+mn-ea"/>
              </a:rPr>
              <a:t>最左归约</a:t>
            </a:r>
            <a:r>
              <a:rPr lang="zh-CN" altLang="en-US" sz="2200" b="1" dirty="0">
                <a:latin typeface="+mn-ea"/>
                <a:ea typeface="+mn-ea"/>
              </a:rPr>
              <a:t>称为</a:t>
            </a:r>
            <a:r>
              <a:rPr lang="zh-CN" altLang="en-US" sz="2200" b="1" dirty="0">
                <a:solidFill>
                  <a:srgbClr val="FF0000"/>
                </a:solidFill>
                <a:latin typeface="+mn-ea"/>
                <a:ea typeface="+mn-ea"/>
              </a:rPr>
              <a:t>规范归约</a:t>
            </a:r>
            <a:r>
              <a:rPr lang="zh-CN" altLang="en-US" sz="2200" b="1" dirty="0">
                <a:latin typeface="+mn-ea"/>
                <a:ea typeface="+mn-ea"/>
              </a:rPr>
              <a:t>，而</a:t>
            </a:r>
            <a:r>
              <a:rPr lang="zh-CN" altLang="en-US" sz="2200" b="1" dirty="0">
                <a:solidFill>
                  <a:schemeClr val="tx2">
                    <a:lumMod val="60000"/>
                    <a:lumOff val="40000"/>
                  </a:schemeClr>
                </a:solidFill>
                <a:latin typeface="+mn-ea"/>
                <a:ea typeface="+mn-ea"/>
              </a:rPr>
              <a:t>最右推导</a:t>
            </a:r>
            <a:r>
              <a:rPr lang="zh-CN" altLang="en-US" sz="2200" b="1" dirty="0">
                <a:latin typeface="+mn-ea"/>
                <a:ea typeface="+mn-ea"/>
              </a:rPr>
              <a:t>相应地称为</a:t>
            </a:r>
            <a:r>
              <a:rPr lang="zh-CN" altLang="en-US" sz="2200" b="1" dirty="0">
                <a:solidFill>
                  <a:srgbClr val="FF0000"/>
                </a:solidFill>
                <a:latin typeface="+mn-ea"/>
                <a:ea typeface="+mn-ea"/>
              </a:rPr>
              <a:t>规范推导</a:t>
            </a:r>
            <a:endParaRPr lang="en-US" altLang="zh-CN" sz="2200" b="1" dirty="0">
              <a:latin typeface="+mn-ea"/>
              <a:ea typeface="+mn-ea"/>
              <a:cs typeface="Times New Roman" pitchFamily="18" charset="0"/>
            </a:endParaRPr>
          </a:p>
        </p:txBody>
      </p:sp>
      <p:sp>
        <p:nvSpPr>
          <p:cNvPr id="11" name="Rectangle 2">
            <a:extLst>
              <a:ext uri="{FF2B5EF4-FFF2-40B4-BE49-F238E27FC236}">
                <a16:creationId xmlns:a16="http://schemas.microsoft.com/office/drawing/2014/main" id="{41B91042-EBFC-4FB3-B3A0-2E09AF35E3CF}"/>
              </a:ext>
            </a:extLst>
          </p:cNvPr>
          <p:cNvSpPr txBox="1">
            <a:spLocks noChangeArrowheads="1"/>
          </p:cNvSpPr>
          <p:nvPr/>
        </p:nvSpPr>
        <p:spPr bwMode="auto">
          <a:xfrm>
            <a:off x="755650" y="268288"/>
            <a:ext cx="7931150" cy="358775"/>
          </a:xfrm>
          <a:prstGeom prst="rect">
            <a:avLst/>
          </a:prstGeom>
          <a:noFill/>
          <a:ln w="9525">
            <a:noFill/>
            <a:miter lim="800000"/>
            <a:headEnd/>
            <a:tailEnd/>
          </a:ln>
        </p:spPr>
        <p:txBody>
          <a:bodyPr anchor="ctr"/>
          <a:lstStyle/>
          <a:p>
            <a:pPr eaLnBrk="1" hangingPunct="1">
              <a:defRPr/>
            </a:pPr>
            <a:r>
              <a:rPr lang="zh-CN" altLang="en-US" sz="3000" b="1" spc="300" dirty="0">
                <a:latin typeface="微软雅黑" pitchFamily="34" charset="-122"/>
                <a:ea typeface="微软雅黑" pitchFamily="34" charset="-122"/>
                <a:cs typeface="Times New Roman" pitchFamily="18" charset="0"/>
              </a:rPr>
              <a:t>最右推导</a:t>
            </a:r>
            <a:r>
              <a:rPr lang="en-US" altLang="zh-CN" sz="2500" b="1" spc="300" dirty="0">
                <a:latin typeface="Times New Roman" panose="02020603050405020304" pitchFamily="18" charset="0"/>
                <a:ea typeface="微软雅黑" pitchFamily="34" charset="-122"/>
                <a:cs typeface="Times New Roman" pitchFamily="18" charset="0"/>
              </a:rPr>
              <a:t>(</a:t>
            </a:r>
            <a:r>
              <a:rPr lang="en-US" altLang="zh-CN" sz="2500" b="1" i="1" dirty="0">
                <a:latin typeface="Times New Roman" panose="02020603050405020304" pitchFamily="18" charset="0"/>
                <a:ea typeface="微软雅黑" pitchFamily="34" charset="-122"/>
                <a:cs typeface="Times New Roman" pitchFamily="18" charset="0"/>
              </a:rPr>
              <a:t>Right</a:t>
            </a:r>
            <a:r>
              <a:rPr lang="en-US" altLang="zh-CN" sz="2500" b="1" dirty="0">
                <a:latin typeface="Times New Roman" panose="02020603050405020304" pitchFamily="18" charset="0"/>
                <a:ea typeface="微软雅黑" pitchFamily="34" charset="-122"/>
                <a:cs typeface="Times New Roman" pitchFamily="18" charset="0"/>
              </a:rPr>
              <a:t>-</a:t>
            </a:r>
            <a:r>
              <a:rPr lang="en-US" altLang="zh-CN" sz="2500" b="1" i="1" dirty="0">
                <a:latin typeface="Times New Roman" panose="02020603050405020304" pitchFamily="18" charset="0"/>
                <a:ea typeface="微软雅黑" pitchFamily="34" charset="-122"/>
                <a:cs typeface="Times New Roman" pitchFamily="18" charset="0"/>
              </a:rPr>
              <a:t>most Derivation</a:t>
            </a:r>
            <a:r>
              <a:rPr lang="en-US" altLang="zh-CN" sz="2500" b="1" spc="300" dirty="0">
                <a:latin typeface="Times New Roman" panose="02020603050405020304" pitchFamily="18" charset="0"/>
                <a:ea typeface="微软雅黑" pitchFamily="34" charset="-122"/>
                <a:cs typeface="Times New Roman" pitchFamily="18" charset="0"/>
              </a:rPr>
              <a:t>)</a:t>
            </a:r>
          </a:p>
        </p:txBody>
      </p:sp>
      <p:sp>
        <p:nvSpPr>
          <p:cNvPr id="12" name="矩形 11">
            <a:extLst>
              <a:ext uri="{FF2B5EF4-FFF2-40B4-BE49-F238E27FC236}">
                <a16:creationId xmlns:a16="http://schemas.microsoft.com/office/drawing/2014/main" id="{62A418AA-01E3-4338-BBB1-DB9412588ABE}"/>
              </a:ext>
            </a:extLst>
          </p:cNvPr>
          <p:cNvSpPr/>
          <p:nvPr/>
        </p:nvSpPr>
        <p:spPr>
          <a:xfrm>
            <a:off x="1655763" y="3351213"/>
            <a:ext cx="1979612" cy="733425"/>
          </a:xfrm>
          <a:prstGeom prst="rect">
            <a:avLst/>
          </a:prstGeom>
          <a:solidFill>
            <a:schemeClr val="accent2">
              <a:lumMod val="40000"/>
              <a:lumOff val="60000"/>
            </a:schemeClr>
          </a:solidFill>
          <a:ln w="12700">
            <a:solidFill>
              <a:schemeClr val="tx1"/>
            </a:solidFill>
          </a:ln>
        </p:spPr>
        <p:txBody>
          <a:bodyPr>
            <a:spAutoFit/>
          </a:bodyPr>
          <a:lstStyle>
            <a:lvl1pPr marL="342900" indent="-342900">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rgbClr val="3333CC"/>
              </a:buClr>
              <a:buSzPct val="60000"/>
              <a:defRPr/>
            </a:pPr>
            <a:r>
              <a:rPr lang="zh-CN" altLang="en-US" sz="2000" b="1">
                <a:latin typeface="楷体" panose="02010609060101010101" pitchFamily="49" charset="-122"/>
                <a:ea typeface="楷体" panose="02010609060101010101" pitchFamily="49" charset="-122"/>
                <a:cs typeface="Times New Roman" panose="02020603050405020304" pitchFamily="18" charset="0"/>
              </a:rPr>
              <a:t>输入</a:t>
            </a:r>
            <a:endParaRPr lang="en-US" altLang="zh-CN" sz="2000" b="1">
              <a:latin typeface="楷体" panose="02010609060101010101" pitchFamily="49" charset="-122"/>
              <a:ea typeface="楷体" panose="02010609060101010101" pitchFamily="49" charset="-122"/>
              <a:cs typeface="Times New Roman" panose="02020603050405020304" pitchFamily="18" charset="0"/>
            </a:endParaRPr>
          </a:p>
          <a:p>
            <a:pPr eaLnBrk="1" hangingPunct="1">
              <a:spcBef>
                <a:spcPct val="20000"/>
              </a:spcBef>
              <a:buClr>
                <a:srgbClr val="3333CC"/>
              </a:buClr>
              <a:buSzPct val="60000"/>
              <a:defRPr/>
            </a:pPr>
            <a:r>
              <a:rPr lang="en-US" altLang="zh-CN" b="1">
                <a:latin typeface="Times New Roman" panose="02020603050405020304" pitchFamily="18" charset="0"/>
                <a:ea typeface="楷体_GB2312"/>
                <a:cs typeface="Times New Roman" panose="02020603050405020304" pitchFamily="18" charset="0"/>
              </a:rPr>
              <a:t>id + ( id +  id )</a:t>
            </a:r>
            <a:endParaRPr lang="zh-CN" altLang="en-US" sz="1400" b="1"/>
          </a:p>
        </p:txBody>
      </p:sp>
      <p:sp>
        <p:nvSpPr>
          <p:cNvPr id="13" name="Rectangle 3">
            <a:extLst>
              <a:ext uri="{FF2B5EF4-FFF2-40B4-BE49-F238E27FC236}">
                <a16:creationId xmlns:a16="http://schemas.microsoft.com/office/drawing/2014/main" id="{E9215867-6ADB-499D-9892-57F963136306}"/>
              </a:ext>
            </a:extLst>
          </p:cNvPr>
          <p:cNvSpPr txBox="1">
            <a:spLocks noChangeArrowheads="1"/>
          </p:cNvSpPr>
          <p:nvPr/>
        </p:nvSpPr>
        <p:spPr bwMode="auto">
          <a:xfrm>
            <a:off x="1655763" y="1587500"/>
            <a:ext cx="1979612" cy="1763713"/>
          </a:xfrm>
          <a:prstGeom prst="rect">
            <a:avLst/>
          </a:prstGeom>
          <a:solidFill>
            <a:schemeClr val="accent5">
              <a:lumMod val="60000"/>
              <a:lumOff val="40000"/>
            </a:schemeClr>
          </a:solidFill>
          <a:ln w="12700">
            <a:solidFill>
              <a:schemeClr val="tx1"/>
            </a:solidFill>
            <a:miter lim="800000"/>
            <a:headEnd/>
            <a:tailEnd/>
          </a:ln>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lnSpc>
                <a:spcPts val="2400"/>
              </a:lnSpc>
              <a:spcBef>
                <a:spcPct val="20000"/>
              </a:spcBef>
              <a:buClr>
                <a:schemeClr val="folHlink"/>
              </a:buClr>
              <a:buSzPct val="60000"/>
              <a:buFont typeface="Wingdings" panose="05000000000000000000" pitchFamily="2" charset="2"/>
              <a:buNone/>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文法</a:t>
            </a: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algn="just" eaLnBrk="1" hangingPunct="1">
              <a:lnSpc>
                <a:spcPts val="2400"/>
              </a:lnSpc>
              <a:spcBef>
                <a:spcPct val="20000"/>
              </a:spcBef>
              <a:buClr>
                <a:schemeClr val="folHlink"/>
              </a:buClr>
              <a:buSzPct val="60000"/>
            </a:pPr>
            <a:r>
              <a:rPr lang="en-US" altLang="zh-CN" b="1" dirty="0">
                <a:latin typeface="Times New Roman" panose="02020603050405020304" pitchFamily="18" charset="0"/>
                <a:cs typeface="Times New Roman" panose="02020603050405020304" pitchFamily="18" charset="0"/>
              </a:rPr>
              <a:t>①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E → E + E </a:t>
            </a:r>
          </a:p>
          <a:p>
            <a:pPr algn="just" eaLnBrk="1" hangingPunct="1">
              <a:lnSpc>
                <a:spcPts val="2400"/>
              </a:lnSpc>
              <a:spcBef>
                <a:spcPct val="20000"/>
              </a:spcBef>
              <a:buClr>
                <a:schemeClr val="folHlink"/>
              </a:buClr>
              <a:buSzPct val="60000"/>
            </a:pPr>
            <a:r>
              <a:rPr lang="en-US" altLang="zh-CN" b="1" dirty="0">
                <a:latin typeface="Times New Roman" panose="02020603050405020304" pitchFamily="18" charset="0"/>
                <a:cs typeface="Times New Roman" panose="02020603050405020304" pitchFamily="18" charset="0"/>
              </a:rPr>
              <a:t>②</a:t>
            </a:r>
            <a:r>
              <a:rPr lang="en-US" altLang="zh-CN" b="1" i="1" dirty="0">
                <a:latin typeface="Times New Roman" panose="02020603050405020304" pitchFamily="18" charset="0"/>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E → E * E      </a:t>
            </a:r>
          </a:p>
          <a:p>
            <a:pPr algn="just" eaLnBrk="1" hangingPunct="1">
              <a:lnSpc>
                <a:spcPts val="2400"/>
              </a:lnSpc>
              <a:spcBef>
                <a:spcPct val="20000"/>
              </a:spcBef>
              <a:buClr>
                <a:schemeClr val="folHlink"/>
              </a:buClr>
              <a:buSzPct val="60000"/>
            </a:pPr>
            <a:r>
              <a:rPr lang="en-US" altLang="zh-CN" b="1" dirty="0">
                <a:latin typeface="Times New Roman" panose="02020603050405020304" pitchFamily="18" charset="0"/>
                <a:cs typeface="Times New Roman" panose="02020603050405020304" pitchFamily="18" charset="0"/>
              </a:rPr>
              <a:t>③</a:t>
            </a:r>
            <a:r>
              <a:rPr lang="en-US" altLang="zh-CN" b="1" i="1" dirty="0">
                <a:latin typeface="Times New Roman" panose="02020603050405020304" pitchFamily="18" charset="0"/>
                <a:ea typeface="楷体" panose="02010609060101010101" pitchFamily="49" charset="-122"/>
              </a:rPr>
              <a:t> E → </a:t>
            </a:r>
            <a:r>
              <a:rPr lang="en-US" altLang="zh-CN" b="1" dirty="0">
                <a:latin typeface="Times New Roman" panose="02020603050405020304" pitchFamily="18" charset="0"/>
                <a:ea typeface="楷体" panose="02010609060101010101" pitchFamily="49" charset="-122"/>
              </a:rPr>
              <a:t>( </a:t>
            </a:r>
            <a:r>
              <a:rPr lang="en-US" altLang="zh-CN" b="1" i="1" dirty="0">
                <a:latin typeface="Times New Roman" panose="02020603050405020304" pitchFamily="18" charset="0"/>
                <a:ea typeface="楷体" panose="02010609060101010101" pitchFamily="49" charset="-122"/>
              </a:rPr>
              <a:t>E </a:t>
            </a:r>
            <a:r>
              <a:rPr lang="en-US" altLang="zh-CN" b="1" dirty="0">
                <a:latin typeface="Times New Roman" panose="02020603050405020304" pitchFamily="18" charset="0"/>
                <a:ea typeface="楷体" panose="02010609060101010101" pitchFamily="49" charset="-122"/>
              </a:rPr>
              <a:t>)</a:t>
            </a:r>
          </a:p>
          <a:p>
            <a:pPr algn="just" eaLnBrk="1" hangingPunct="1">
              <a:lnSpc>
                <a:spcPts val="2400"/>
              </a:lnSpc>
              <a:spcBef>
                <a:spcPct val="20000"/>
              </a:spcBef>
              <a:buClr>
                <a:schemeClr val="folHlink"/>
              </a:buClr>
              <a:buSzPct val="60000"/>
            </a:pPr>
            <a:r>
              <a:rPr lang="en-US" altLang="zh-CN" b="1" dirty="0">
                <a:latin typeface="Times New Roman" panose="02020603050405020304" pitchFamily="18" charset="0"/>
                <a:cs typeface="Times New Roman" panose="02020603050405020304" pitchFamily="18" charset="0"/>
              </a:rPr>
              <a:t>④ </a:t>
            </a:r>
            <a:r>
              <a:rPr lang="en-US" altLang="zh-CN" b="1" i="1" dirty="0">
                <a:latin typeface="Times New Roman" panose="02020603050405020304" pitchFamily="18" charset="0"/>
                <a:ea typeface="楷体" panose="02010609060101010101" pitchFamily="49" charset="-122"/>
              </a:rPr>
              <a:t>E → </a:t>
            </a:r>
            <a:r>
              <a:rPr lang="en-US" altLang="zh-CN" b="1" dirty="0">
                <a:latin typeface="Times New Roman" panose="02020603050405020304" pitchFamily="18" charset="0"/>
                <a:ea typeface="楷体" panose="02010609060101010101" pitchFamily="49" charset="-122"/>
              </a:rPr>
              <a:t>id</a:t>
            </a:r>
          </a:p>
        </p:txBody>
      </p:sp>
      <p:sp>
        <p:nvSpPr>
          <p:cNvPr id="16" name="矩形 15">
            <a:extLst>
              <a:ext uri="{FF2B5EF4-FFF2-40B4-BE49-F238E27FC236}">
                <a16:creationId xmlns:a16="http://schemas.microsoft.com/office/drawing/2014/main" id="{639B5187-0816-49FE-9143-A026823E4B9E}"/>
              </a:ext>
            </a:extLst>
          </p:cNvPr>
          <p:cNvSpPr/>
          <p:nvPr/>
        </p:nvSpPr>
        <p:spPr>
          <a:xfrm>
            <a:off x="4284663" y="1323975"/>
            <a:ext cx="2366962" cy="2616200"/>
          </a:xfrm>
          <a:prstGeom prst="rect">
            <a:avLst/>
          </a:prstGeom>
          <a:noFill/>
          <a:ln w="12700">
            <a:noFill/>
          </a:ln>
        </p:spPr>
        <p:txBody>
          <a:bodyPr>
            <a:spAutoFit/>
          </a:bodyPr>
          <a:lstStyle/>
          <a:p>
            <a:pPr marL="190500" lvl="1" indent="-285750">
              <a:spcBef>
                <a:spcPct val="20000"/>
              </a:spcBef>
              <a:buClr>
                <a:srgbClr val="3333CC"/>
              </a:buClr>
              <a:buSzPct val="75000"/>
              <a:defRPr/>
            </a:pPr>
            <a:r>
              <a:rPr lang="zh-CN" altLang="en-US" sz="2000" b="1" dirty="0">
                <a:latin typeface="楷体" pitchFamily="49" charset="-122"/>
                <a:ea typeface="楷体" pitchFamily="49" charset="-122"/>
              </a:rPr>
              <a:t>   </a:t>
            </a:r>
            <a:endParaRPr lang="en-US" altLang="zh-CN" sz="2000" b="1" dirty="0">
              <a:latin typeface="楷体" pitchFamily="49" charset="-122"/>
              <a:ea typeface="楷体" pitchFamily="49" charset="-122"/>
            </a:endParaRPr>
          </a:p>
          <a:p>
            <a:pPr marL="190500" lvl="1" indent="-285750">
              <a:spcBef>
                <a:spcPct val="20000"/>
              </a:spcBef>
              <a:buClr>
                <a:srgbClr val="3333CC"/>
              </a:buClr>
              <a:buSzPct val="75000"/>
              <a:defRPr/>
            </a:pPr>
            <a:r>
              <a:rPr kumimoji="1" lang="en-US" altLang="zh-CN" sz="2000" b="1" i="1" kern="0" dirty="0">
                <a:solidFill>
                  <a:srgbClr val="FF0000"/>
                </a:solidFill>
                <a:latin typeface="Times New Roman" pitchFamily="18" charset="0"/>
                <a:cs typeface="Times New Roman" pitchFamily="18" charset="0"/>
              </a:rPr>
              <a:t>E</a:t>
            </a:r>
            <a:r>
              <a:rPr kumimoji="1" lang="en-US" altLang="zh-CN" sz="2000" b="1" kern="0" dirty="0">
                <a:solidFill>
                  <a:srgbClr val="FF0000"/>
                </a:solidFill>
                <a:latin typeface="Times New Roman" pitchFamily="18" charset="0"/>
                <a:cs typeface="Times New Roman" pitchFamily="18" charset="0"/>
              </a:rPr>
              <a:t> </a:t>
            </a:r>
            <a:r>
              <a:rPr kumimoji="1" lang="en-US" altLang="zh-CN" sz="2000" b="1" kern="0" dirty="0">
                <a:latin typeface="Times New Roman" pitchFamily="18" charset="0"/>
                <a:cs typeface="Times New Roman" pitchFamily="18" charset="0"/>
                <a:sym typeface="Symbol" pitchFamily="18" charset="2"/>
              </a:rPr>
              <a:t></a:t>
            </a:r>
            <a:r>
              <a:rPr kumimoji="1" lang="en-US" altLang="zh-CN" sz="2000" b="1" i="1" baseline="-25000" dirty="0" err="1">
                <a:latin typeface="Times New Roman" pitchFamily="18" charset="0"/>
              </a:rPr>
              <a:t>rm</a:t>
            </a:r>
            <a:r>
              <a:rPr kumimoji="1" lang="en-US" altLang="zh-CN" sz="2000" b="1" kern="0" dirty="0">
                <a:latin typeface="Times New Roman" pitchFamily="18" charset="0"/>
                <a:cs typeface="Times New Roman" pitchFamily="18" charset="0"/>
              </a:rPr>
              <a:t> </a:t>
            </a:r>
            <a:r>
              <a:rPr kumimoji="1" lang="en-US" altLang="zh-CN" sz="2000" b="1" i="1" kern="0" dirty="0">
                <a:latin typeface="Times New Roman" pitchFamily="18" charset="0"/>
                <a:cs typeface="Times New Roman" pitchFamily="18" charset="0"/>
              </a:rPr>
              <a:t>E </a:t>
            </a:r>
            <a:r>
              <a:rPr kumimoji="1" lang="en-US" altLang="zh-CN" sz="2000" b="1" kern="0" dirty="0">
                <a:latin typeface="Times New Roman" pitchFamily="18" charset="0"/>
                <a:cs typeface="Times New Roman" pitchFamily="18" charset="0"/>
              </a:rPr>
              <a:t>+ </a:t>
            </a:r>
            <a:r>
              <a:rPr kumimoji="1" lang="en-US" altLang="zh-CN" sz="2000" b="1" i="1" kern="0" dirty="0">
                <a:solidFill>
                  <a:srgbClr val="FF0000"/>
                </a:solidFill>
                <a:latin typeface="Times New Roman" pitchFamily="18" charset="0"/>
                <a:cs typeface="Times New Roman" pitchFamily="18" charset="0"/>
              </a:rPr>
              <a:t>E</a:t>
            </a:r>
            <a:r>
              <a:rPr kumimoji="1" lang="en-US" altLang="zh-CN" sz="2000" b="1" kern="0" dirty="0">
                <a:latin typeface="Times New Roman" pitchFamily="18" charset="0"/>
                <a:cs typeface="Times New Roman" pitchFamily="18" charset="0"/>
              </a:rPr>
              <a:t> </a:t>
            </a:r>
          </a:p>
          <a:p>
            <a:pPr marL="190500" lvl="1" indent="-285750">
              <a:spcBef>
                <a:spcPct val="20000"/>
              </a:spcBef>
              <a:buClr>
                <a:srgbClr val="3333CC"/>
              </a:buClr>
              <a:buSzPct val="75000"/>
              <a:defRPr/>
            </a:pPr>
            <a:r>
              <a:rPr kumimoji="1" lang="en-US" altLang="zh-CN" sz="2000" b="1" kern="0" dirty="0">
                <a:latin typeface="Times New Roman" pitchFamily="18" charset="0"/>
                <a:cs typeface="Times New Roman" pitchFamily="18" charset="0"/>
                <a:sym typeface="Symbol" pitchFamily="18" charset="2"/>
              </a:rPr>
              <a:t>   </a:t>
            </a:r>
            <a:r>
              <a:rPr kumimoji="1" lang="en-US" altLang="zh-CN" sz="2000" b="1" i="1" baseline="-25000" dirty="0" err="1">
                <a:latin typeface="Times New Roman" pitchFamily="18" charset="0"/>
              </a:rPr>
              <a:t>rm</a:t>
            </a:r>
            <a:r>
              <a:rPr kumimoji="1" lang="en-US" altLang="zh-CN" sz="2000" b="1" kern="0" dirty="0">
                <a:latin typeface="Times New Roman" pitchFamily="18" charset="0"/>
                <a:cs typeface="Times New Roman" pitchFamily="18" charset="0"/>
              </a:rPr>
              <a:t> </a:t>
            </a:r>
            <a:r>
              <a:rPr kumimoji="1" lang="en-US" altLang="zh-CN" sz="2000" b="1" i="1" kern="0" dirty="0">
                <a:latin typeface="Times New Roman" pitchFamily="18" charset="0"/>
                <a:cs typeface="Times New Roman" pitchFamily="18" charset="0"/>
              </a:rPr>
              <a:t>E</a:t>
            </a:r>
            <a:r>
              <a:rPr kumimoji="1" lang="en-US" altLang="zh-CN" sz="2000" b="1" kern="0" dirty="0">
                <a:latin typeface="Times New Roman" pitchFamily="18" charset="0"/>
                <a:cs typeface="Times New Roman" pitchFamily="18" charset="0"/>
              </a:rPr>
              <a:t> + (</a:t>
            </a:r>
            <a:r>
              <a:rPr kumimoji="1" lang="en-US" altLang="zh-CN" sz="2000" b="1" kern="0" dirty="0">
                <a:solidFill>
                  <a:srgbClr val="FF0000"/>
                </a:solidFill>
                <a:latin typeface="Times New Roman" pitchFamily="18" charset="0"/>
                <a:cs typeface="Times New Roman" pitchFamily="18" charset="0"/>
              </a:rPr>
              <a:t> </a:t>
            </a:r>
            <a:r>
              <a:rPr kumimoji="1" lang="en-US" altLang="zh-CN" sz="2000" b="1" i="1" kern="0" dirty="0">
                <a:solidFill>
                  <a:srgbClr val="FF0000"/>
                </a:solidFill>
                <a:latin typeface="Times New Roman" pitchFamily="18" charset="0"/>
                <a:cs typeface="Times New Roman" pitchFamily="18" charset="0"/>
              </a:rPr>
              <a:t>E </a:t>
            </a:r>
            <a:r>
              <a:rPr kumimoji="1" lang="en-US" altLang="zh-CN" sz="2000" b="1" kern="0" dirty="0">
                <a:latin typeface="Times New Roman" pitchFamily="18" charset="0"/>
                <a:cs typeface="Times New Roman" pitchFamily="18" charset="0"/>
              </a:rPr>
              <a:t>) </a:t>
            </a:r>
          </a:p>
          <a:p>
            <a:pPr marL="190500" lvl="1" indent="-285750">
              <a:spcBef>
                <a:spcPct val="20000"/>
              </a:spcBef>
              <a:buClr>
                <a:srgbClr val="3333CC"/>
              </a:buClr>
              <a:buSzPct val="75000"/>
              <a:defRPr/>
            </a:pPr>
            <a:r>
              <a:rPr kumimoji="1" lang="en-US" altLang="zh-CN" sz="2000" b="1" kern="0" dirty="0">
                <a:latin typeface="Times New Roman" pitchFamily="18" charset="0"/>
                <a:ea typeface="楷体_GB2312" pitchFamily="49" charset="-122"/>
                <a:cs typeface="Times New Roman" pitchFamily="18" charset="0"/>
                <a:sym typeface="Symbol" pitchFamily="18" charset="2"/>
              </a:rPr>
              <a:t>   </a:t>
            </a:r>
            <a:r>
              <a:rPr kumimoji="1" lang="en-US" altLang="zh-CN" sz="2000" b="1" kern="0" dirty="0">
                <a:latin typeface="Times New Roman" pitchFamily="18" charset="0"/>
                <a:cs typeface="Times New Roman" pitchFamily="18" charset="0"/>
                <a:sym typeface="Symbol" pitchFamily="18" charset="2"/>
              </a:rPr>
              <a:t></a:t>
            </a:r>
            <a:r>
              <a:rPr kumimoji="1" lang="en-US" altLang="zh-CN" sz="2000" b="1" i="1" baseline="-25000" dirty="0" err="1">
                <a:latin typeface="Times New Roman" pitchFamily="18" charset="0"/>
              </a:rPr>
              <a:t>rm</a:t>
            </a:r>
            <a:r>
              <a:rPr kumimoji="1" lang="en-US" altLang="zh-CN" sz="2000" b="1" kern="0" dirty="0">
                <a:latin typeface="Times New Roman" pitchFamily="18" charset="0"/>
                <a:cs typeface="Times New Roman" pitchFamily="18" charset="0"/>
              </a:rPr>
              <a:t> </a:t>
            </a:r>
            <a:r>
              <a:rPr kumimoji="1" lang="en-US" altLang="zh-CN" sz="2000" b="1" i="1" kern="0" dirty="0">
                <a:latin typeface="Times New Roman" pitchFamily="18" charset="0"/>
                <a:cs typeface="Times New Roman" pitchFamily="18" charset="0"/>
              </a:rPr>
              <a:t>E</a:t>
            </a:r>
            <a:r>
              <a:rPr kumimoji="1" lang="en-US" altLang="zh-CN" sz="2000" b="1" kern="0" dirty="0">
                <a:latin typeface="Times New Roman" pitchFamily="18" charset="0"/>
                <a:cs typeface="Times New Roman" pitchFamily="18" charset="0"/>
              </a:rPr>
              <a:t> + (</a:t>
            </a:r>
            <a:r>
              <a:rPr kumimoji="1" lang="en-US" altLang="zh-CN" sz="2000" b="1" kern="0" dirty="0">
                <a:solidFill>
                  <a:srgbClr val="FF0000"/>
                </a:solidFill>
                <a:latin typeface="Times New Roman" pitchFamily="18" charset="0"/>
                <a:cs typeface="Times New Roman" pitchFamily="18" charset="0"/>
              </a:rPr>
              <a:t> </a:t>
            </a:r>
            <a:r>
              <a:rPr kumimoji="1" lang="en-US" altLang="zh-CN" sz="2000" b="1" i="1" kern="0" dirty="0">
                <a:latin typeface="Times New Roman" pitchFamily="18" charset="0"/>
                <a:cs typeface="Times New Roman" pitchFamily="18" charset="0"/>
              </a:rPr>
              <a:t>E</a:t>
            </a:r>
            <a:r>
              <a:rPr kumimoji="1" lang="en-US" altLang="zh-CN" sz="2000" b="1" kern="0" dirty="0">
                <a:latin typeface="Times New Roman" pitchFamily="18" charset="0"/>
                <a:cs typeface="Times New Roman" pitchFamily="18" charset="0"/>
              </a:rPr>
              <a:t> + </a:t>
            </a:r>
            <a:r>
              <a:rPr kumimoji="1" lang="en-US" altLang="zh-CN" sz="2000" b="1" i="1" kern="0" dirty="0">
                <a:solidFill>
                  <a:srgbClr val="FF0000"/>
                </a:solidFill>
                <a:latin typeface="Times New Roman" pitchFamily="18" charset="0"/>
                <a:cs typeface="Times New Roman" pitchFamily="18" charset="0"/>
              </a:rPr>
              <a:t>E </a:t>
            </a:r>
            <a:r>
              <a:rPr kumimoji="1" lang="en-US" altLang="zh-CN" sz="2000" b="1" kern="0" dirty="0">
                <a:latin typeface="Times New Roman" pitchFamily="18" charset="0"/>
                <a:cs typeface="Times New Roman" pitchFamily="18" charset="0"/>
              </a:rPr>
              <a:t>) </a:t>
            </a:r>
          </a:p>
          <a:p>
            <a:pPr marL="190500" lvl="1" indent="-285750">
              <a:spcBef>
                <a:spcPct val="20000"/>
              </a:spcBef>
              <a:buClr>
                <a:srgbClr val="3333CC"/>
              </a:buClr>
              <a:buSzPct val="75000"/>
              <a:defRPr/>
            </a:pPr>
            <a:r>
              <a:rPr kumimoji="1" lang="en-US" altLang="zh-CN" sz="2000" b="1" kern="0" dirty="0">
                <a:latin typeface="Times New Roman" pitchFamily="18" charset="0"/>
                <a:cs typeface="Times New Roman" pitchFamily="18" charset="0"/>
              </a:rPr>
              <a:t>   </a:t>
            </a:r>
            <a:r>
              <a:rPr kumimoji="1" lang="en-US" altLang="zh-CN" sz="2000" b="1" kern="0" dirty="0">
                <a:latin typeface="Times New Roman" pitchFamily="18" charset="0"/>
                <a:cs typeface="Times New Roman" pitchFamily="18" charset="0"/>
                <a:sym typeface="Symbol" pitchFamily="18" charset="2"/>
              </a:rPr>
              <a:t></a:t>
            </a:r>
            <a:r>
              <a:rPr kumimoji="1" lang="en-US" altLang="zh-CN" sz="2000" b="1" i="1" baseline="-25000" dirty="0" err="1">
                <a:latin typeface="Times New Roman" pitchFamily="18" charset="0"/>
              </a:rPr>
              <a:t>rm</a:t>
            </a:r>
            <a:r>
              <a:rPr kumimoji="1" lang="en-US" altLang="zh-CN" sz="2000" b="1" kern="0" dirty="0">
                <a:latin typeface="Times New Roman" pitchFamily="18" charset="0"/>
                <a:cs typeface="Times New Roman" pitchFamily="18" charset="0"/>
              </a:rPr>
              <a:t> </a:t>
            </a:r>
            <a:r>
              <a:rPr kumimoji="1" lang="en-US" altLang="zh-CN" sz="2000" b="1" i="1" kern="0" dirty="0">
                <a:latin typeface="Times New Roman" pitchFamily="18" charset="0"/>
                <a:cs typeface="Times New Roman" pitchFamily="18" charset="0"/>
              </a:rPr>
              <a:t>E</a:t>
            </a:r>
            <a:r>
              <a:rPr kumimoji="1" lang="en-US" altLang="zh-CN" sz="2000" b="1" kern="0" dirty="0">
                <a:latin typeface="Times New Roman" pitchFamily="18" charset="0"/>
                <a:cs typeface="Times New Roman" pitchFamily="18" charset="0"/>
              </a:rPr>
              <a:t> + (</a:t>
            </a:r>
            <a:r>
              <a:rPr kumimoji="1" lang="en-US" altLang="zh-CN" sz="2000" b="1" kern="0" dirty="0">
                <a:solidFill>
                  <a:srgbClr val="FF0000"/>
                </a:solidFill>
                <a:latin typeface="Times New Roman" pitchFamily="18" charset="0"/>
                <a:cs typeface="Times New Roman" pitchFamily="18" charset="0"/>
              </a:rPr>
              <a:t> </a:t>
            </a:r>
            <a:r>
              <a:rPr kumimoji="1" lang="en-US" altLang="zh-CN" sz="2000" b="1" i="1" kern="0" dirty="0">
                <a:solidFill>
                  <a:srgbClr val="FF0000"/>
                </a:solidFill>
                <a:latin typeface="Times New Roman" pitchFamily="18" charset="0"/>
                <a:cs typeface="Times New Roman" pitchFamily="18" charset="0"/>
              </a:rPr>
              <a:t>E </a:t>
            </a:r>
            <a:r>
              <a:rPr kumimoji="1" lang="en-US" altLang="zh-CN" sz="2000" b="1" kern="0" dirty="0">
                <a:latin typeface="Times New Roman" pitchFamily="18" charset="0"/>
                <a:cs typeface="Times New Roman" pitchFamily="18" charset="0"/>
              </a:rPr>
              <a:t>+ id</a:t>
            </a:r>
            <a:r>
              <a:rPr kumimoji="1" lang="en-US" altLang="zh-CN" sz="2000" b="1" i="1" kern="0" dirty="0">
                <a:latin typeface="Times New Roman" pitchFamily="18" charset="0"/>
                <a:cs typeface="Times New Roman" pitchFamily="18" charset="0"/>
              </a:rPr>
              <a:t> </a:t>
            </a:r>
            <a:r>
              <a:rPr kumimoji="1" lang="en-US" altLang="zh-CN" sz="2000" b="1" kern="0" dirty="0">
                <a:latin typeface="Times New Roman" pitchFamily="18" charset="0"/>
                <a:cs typeface="Times New Roman" pitchFamily="18" charset="0"/>
              </a:rPr>
              <a:t>) </a:t>
            </a:r>
          </a:p>
          <a:p>
            <a:pPr marL="190500" lvl="1" indent="-285750">
              <a:spcBef>
                <a:spcPct val="20000"/>
              </a:spcBef>
              <a:buClr>
                <a:srgbClr val="3333CC"/>
              </a:buClr>
              <a:buSzPct val="75000"/>
              <a:defRPr/>
            </a:pPr>
            <a:r>
              <a:rPr kumimoji="1" lang="en-US" altLang="zh-CN" sz="2000" b="1" kern="0" dirty="0">
                <a:latin typeface="Times New Roman" pitchFamily="18" charset="0"/>
                <a:cs typeface="Times New Roman" pitchFamily="18" charset="0"/>
                <a:sym typeface="Symbol" pitchFamily="18" charset="2"/>
              </a:rPr>
              <a:t>   </a:t>
            </a:r>
            <a:r>
              <a:rPr kumimoji="1" lang="en-US" altLang="zh-CN" sz="2000" b="1" i="1" baseline="-25000" dirty="0" err="1">
                <a:latin typeface="Times New Roman" pitchFamily="18" charset="0"/>
              </a:rPr>
              <a:t>rm</a:t>
            </a:r>
            <a:r>
              <a:rPr kumimoji="1" lang="en-US" altLang="zh-CN" sz="2000" b="1" kern="0" dirty="0">
                <a:latin typeface="Times New Roman" pitchFamily="18" charset="0"/>
                <a:cs typeface="Times New Roman" pitchFamily="18" charset="0"/>
              </a:rPr>
              <a:t> </a:t>
            </a:r>
            <a:r>
              <a:rPr kumimoji="1" lang="en-US" altLang="zh-CN" sz="2000" b="1" i="1" kern="0" dirty="0">
                <a:solidFill>
                  <a:srgbClr val="FF0000"/>
                </a:solidFill>
                <a:latin typeface="Times New Roman" pitchFamily="18" charset="0"/>
                <a:cs typeface="Times New Roman" pitchFamily="18" charset="0"/>
              </a:rPr>
              <a:t>E </a:t>
            </a:r>
            <a:r>
              <a:rPr kumimoji="1" lang="en-US" altLang="zh-CN" sz="2000" b="1" kern="0" dirty="0">
                <a:latin typeface="Times New Roman" pitchFamily="18" charset="0"/>
                <a:cs typeface="Times New Roman" pitchFamily="18" charset="0"/>
              </a:rPr>
              <a:t>+ ( id + id</a:t>
            </a:r>
            <a:r>
              <a:rPr kumimoji="1" lang="en-US" altLang="zh-CN" sz="2000" b="1" i="1" kern="0" dirty="0">
                <a:solidFill>
                  <a:srgbClr val="FF0000"/>
                </a:solidFill>
                <a:latin typeface="Times New Roman" pitchFamily="18" charset="0"/>
                <a:cs typeface="Times New Roman" pitchFamily="18" charset="0"/>
              </a:rPr>
              <a:t> </a:t>
            </a:r>
            <a:r>
              <a:rPr kumimoji="1" lang="en-US" altLang="zh-CN" sz="2000" b="1" kern="0" dirty="0">
                <a:latin typeface="Times New Roman" pitchFamily="18" charset="0"/>
                <a:cs typeface="Times New Roman" pitchFamily="18" charset="0"/>
              </a:rPr>
              <a:t>)</a:t>
            </a:r>
          </a:p>
          <a:p>
            <a:pPr marL="190500" lvl="1" indent="-285750">
              <a:spcBef>
                <a:spcPct val="20000"/>
              </a:spcBef>
              <a:buClr>
                <a:srgbClr val="3333CC"/>
              </a:buClr>
              <a:buSzPct val="75000"/>
              <a:defRPr/>
            </a:pPr>
            <a:r>
              <a:rPr kumimoji="1" lang="en-US" altLang="zh-CN" sz="2000" b="1" kern="0" dirty="0">
                <a:latin typeface="Times New Roman" pitchFamily="18" charset="0"/>
                <a:cs typeface="Times New Roman" pitchFamily="18" charset="0"/>
              </a:rPr>
              <a:t>   </a:t>
            </a:r>
            <a:r>
              <a:rPr kumimoji="1" lang="en-US" altLang="zh-CN" sz="2000" b="1" kern="0" dirty="0">
                <a:latin typeface="Times New Roman" pitchFamily="18" charset="0"/>
                <a:cs typeface="Times New Roman" pitchFamily="18" charset="0"/>
                <a:sym typeface="Symbol" pitchFamily="18" charset="2"/>
              </a:rPr>
              <a:t></a:t>
            </a:r>
            <a:r>
              <a:rPr kumimoji="1" lang="en-US" altLang="zh-CN" sz="2000" b="1" i="1" baseline="-25000" dirty="0" err="1">
                <a:latin typeface="Times New Roman" pitchFamily="18" charset="0"/>
              </a:rPr>
              <a:t>rm</a:t>
            </a:r>
            <a:r>
              <a:rPr kumimoji="1" lang="en-US" altLang="zh-CN" sz="2000" b="1" kern="0" dirty="0">
                <a:latin typeface="Times New Roman" pitchFamily="18" charset="0"/>
                <a:cs typeface="Times New Roman" pitchFamily="18" charset="0"/>
              </a:rPr>
              <a:t> id + ( id + id )</a:t>
            </a:r>
          </a:p>
        </p:txBody>
      </p:sp>
      <p:sp>
        <p:nvSpPr>
          <p:cNvPr id="15" name="矩形 1">
            <a:extLst>
              <a:ext uri="{FF2B5EF4-FFF2-40B4-BE49-F238E27FC236}">
                <a16:creationId xmlns:a16="http://schemas.microsoft.com/office/drawing/2014/main" id="{45CB5307-46F2-4606-AB97-40A5546769A4}"/>
              </a:ext>
            </a:extLst>
          </p:cNvPr>
          <p:cNvSpPr>
            <a:spLocks noChangeArrowheads="1"/>
          </p:cNvSpPr>
          <p:nvPr/>
        </p:nvSpPr>
        <p:spPr bwMode="auto">
          <a:xfrm>
            <a:off x="6724650" y="2287588"/>
            <a:ext cx="415925" cy="1200150"/>
          </a:xfrm>
          <a:prstGeom prst="rect">
            <a:avLst/>
          </a:prstGeom>
          <a:noFill/>
          <a:ln>
            <a:noFill/>
          </a:ln>
        </p:spPr>
        <p:txBody>
          <a:bodyPr wrap="none">
            <a:spAutoFit/>
          </a:bodyPr>
          <a:lstStyle>
            <a:lvl1pPr>
              <a:defRPr>
                <a:solidFill>
                  <a:schemeClr val="tx1"/>
                </a:solidFill>
                <a:latin typeface="Tahoma" panose="020B0604030504040204" pitchFamily="34" charset="0"/>
                <a:ea typeface="楷体_GB2312" pitchFamily="49" charset="-122"/>
              </a:defRPr>
            </a:lvl1pPr>
            <a:lvl2pPr marL="742950" indent="-285750">
              <a:defRPr>
                <a:solidFill>
                  <a:schemeClr val="tx1"/>
                </a:solidFill>
                <a:latin typeface="Tahoma" panose="020B0604030504040204" pitchFamily="34" charset="0"/>
                <a:ea typeface="楷体_GB2312" pitchFamily="49" charset="-122"/>
              </a:defRPr>
            </a:lvl2pPr>
            <a:lvl3pPr marL="1143000" indent="-228600">
              <a:defRPr>
                <a:solidFill>
                  <a:schemeClr val="tx1"/>
                </a:solidFill>
                <a:latin typeface="Tahoma" panose="020B0604030504040204" pitchFamily="34" charset="0"/>
                <a:ea typeface="楷体_GB2312" pitchFamily="49" charset="-122"/>
              </a:defRPr>
            </a:lvl3pPr>
            <a:lvl4pPr marL="1600200" indent="-228600">
              <a:defRPr>
                <a:solidFill>
                  <a:schemeClr val="tx1"/>
                </a:solidFill>
                <a:latin typeface="Tahoma" panose="020B0604030504040204" pitchFamily="34" charset="0"/>
                <a:ea typeface="楷体_GB2312" pitchFamily="49" charset="-122"/>
              </a:defRPr>
            </a:lvl4pPr>
            <a:lvl5pPr marL="2057400" indent="-228600">
              <a:defRPr>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楷体_GB2312" pitchFamily="49" charset="-122"/>
              </a:defRPr>
            </a:lvl9pPr>
          </a:lstStyle>
          <a:p>
            <a:pPr algn="ctr" eaLnBrk="1" hangingPunct="1">
              <a:defRPr/>
            </a:pPr>
            <a:r>
              <a:rPr lang="zh-CN" altLang="en-US" b="1" dirty="0">
                <a:solidFill>
                  <a:schemeClr val="tx2">
                    <a:lumMod val="60000"/>
                    <a:lumOff val="40000"/>
                  </a:schemeClr>
                </a:solidFill>
                <a:latin typeface="楷体" panose="02010609060101010101" pitchFamily="49" charset="-122"/>
                <a:ea typeface="楷体" panose="02010609060101010101" pitchFamily="49" charset="-122"/>
                <a:cs typeface="Times New Roman" panose="02020603050405020304" pitchFamily="18" charset="0"/>
              </a:rPr>
              <a:t>最</a:t>
            </a:r>
            <a:endParaRPr lang="en-US" altLang="zh-CN" b="1" dirty="0">
              <a:solidFill>
                <a:schemeClr val="tx2">
                  <a:lumMod val="60000"/>
                  <a:lumOff val="40000"/>
                </a:schemeClr>
              </a:solidFill>
              <a:latin typeface="楷体" panose="02010609060101010101" pitchFamily="49" charset="-122"/>
              <a:ea typeface="楷体" panose="02010609060101010101" pitchFamily="49" charset="-122"/>
              <a:cs typeface="Times New Roman" panose="02020603050405020304" pitchFamily="18" charset="0"/>
            </a:endParaRPr>
          </a:p>
          <a:p>
            <a:pPr algn="ctr" eaLnBrk="1" hangingPunct="1">
              <a:defRPr/>
            </a:pPr>
            <a:r>
              <a:rPr lang="zh-CN" altLang="en-US" b="1" dirty="0">
                <a:solidFill>
                  <a:schemeClr val="tx2">
                    <a:lumMod val="60000"/>
                    <a:lumOff val="40000"/>
                  </a:schemeClr>
                </a:solidFill>
                <a:latin typeface="楷体" panose="02010609060101010101" pitchFamily="49" charset="-122"/>
                <a:ea typeface="楷体" panose="02010609060101010101" pitchFamily="49" charset="-122"/>
                <a:cs typeface="Times New Roman" panose="02020603050405020304" pitchFamily="18" charset="0"/>
              </a:rPr>
              <a:t>左</a:t>
            </a:r>
            <a:endParaRPr lang="en-US" altLang="zh-CN" b="1" dirty="0">
              <a:solidFill>
                <a:schemeClr val="tx2">
                  <a:lumMod val="60000"/>
                  <a:lumOff val="40000"/>
                </a:schemeClr>
              </a:solidFill>
              <a:latin typeface="楷体" panose="02010609060101010101" pitchFamily="49" charset="-122"/>
              <a:ea typeface="楷体" panose="02010609060101010101" pitchFamily="49" charset="-122"/>
              <a:cs typeface="Times New Roman" panose="02020603050405020304" pitchFamily="18" charset="0"/>
            </a:endParaRPr>
          </a:p>
          <a:p>
            <a:pPr algn="ctr" eaLnBrk="1" hangingPunct="1">
              <a:defRPr/>
            </a:pPr>
            <a:r>
              <a:rPr lang="zh-CN" altLang="en-US" b="1" dirty="0">
                <a:solidFill>
                  <a:schemeClr val="tx2">
                    <a:lumMod val="60000"/>
                    <a:lumOff val="40000"/>
                  </a:schemeClr>
                </a:solidFill>
                <a:latin typeface="楷体" panose="02010609060101010101" pitchFamily="49" charset="-122"/>
                <a:ea typeface="楷体" panose="02010609060101010101" pitchFamily="49" charset="-122"/>
                <a:cs typeface="Times New Roman" panose="02020603050405020304" pitchFamily="18" charset="0"/>
              </a:rPr>
              <a:t>归</a:t>
            </a:r>
            <a:endParaRPr lang="en-US" altLang="zh-CN" b="1" dirty="0">
              <a:solidFill>
                <a:schemeClr val="tx2">
                  <a:lumMod val="60000"/>
                  <a:lumOff val="40000"/>
                </a:schemeClr>
              </a:solidFill>
              <a:latin typeface="楷体" panose="02010609060101010101" pitchFamily="49" charset="-122"/>
              <a:ea typeface="楷体" panose="02010609060101010101" pitchFamily="49" charset="-122"/>
              <a:cs typeface="Times New Roman" panose="02020603050405020304" pitchFamily="18" charset="0"/>
            </a:endParaRPr>
          </a:p>
          <a:p>
            <a:pPr algn="ctr" eaLnBrk="1" hangingPunct="1">
              <a:defRPr/>
            </a:pPr>
            <a:r>
              <a:rPr lang="zh-CN" altLang="en-US" b="1" dirty="0">
                <a:solidFill>
                  <a:schemeClr val="tx2">
                    <a:lumMod val="60000"/>
                    <a:lumOff val="40000"/>
                  </a:schemeClr>
                </a:solidFill>
                <a:latin typeface="楷体" panose="02010609060101010101" pitchFamily="49" charset="-122"/>
                <a:ea typeface="楷体" panose="02010609060101010101" pitchFamily="49" charset="-122"/>
                <a:cs typeface="Times New Roman" panose="02020603050405020304" pitchFamily="18" charset="0"/>
              </a:rPr>
              <a:t>约</a:t>
            </a:r>
            <a:endParaRPr lang="en-US" altLang="zh-CN" b="1" dirty="0">
              <a:solidFill>
                <a:schemeClr val="tx2">
                  <a:lumMod val="60000"/>
                  <a:lumOff val="40000"/>
                </a:schemeClr>
              </a:solidFill>
              <a:latin typeface="楷体" panose="02010609060101010101" pitchFamily="49" charset="-122"/>
              <a:ea typeface="楷体" panose="02010609060101010101" pitchFamily="49" charset="-122"/>
              <a:cs typeface="Times New Roman" panose="02020603050405020304" pitchFamily="18" charset="0"/>
            </a:endParaRPr>
          </a:p>
        </p:txBody>
      </p:sp>
      <p:sp>
        <p:nvSpPr>
          <p:cNvPr id="17" name="AutoShape 6">
            <a:extLst>
              <a:ext uri="{FF2B5EF4-FFF2-40B4-BE49-F238E27FC236}">
                <a16:creationId xmlns:a16="http://schemas.microsoft.com/office/drawing/2014/main" id="{A4C7F11A-8D06-4CC1-8363-41683AE96BF4}"/>
              </a:ext>
            </a:extLst>
          </p:cNvPr>
          <p:cNvSpPr>
            <a:spLocks noChangeArrowheads="1"/>
          </p:cNvSpPr>
          <p:nvPr/>
        </p:nvSpPr>
        <p:spPr bwMode="auto">
          <a:xfrm>
            <a:off x="4211638" y="1957388"/>
            <a:ext cx="141287" cy="1860550"/>
          </a:xfrm>
          <a:prstGeom prst="downArrow">
            <a:avLst>
              <a:gd name="adj1" fmla="val 50000"/>
              <a:gd name="adj2" fmla="val 240466"/>
            </a:avLst>
          </a:prstGeom>
          <a:solidFill>
            <a:schemeClr val="accent2">
              <a:lumMod val="40000"/>
              <a:lumOff val="60000"/>
            </a:schemeClr>
          </a:solidFill>
          <a:ln w="12700">
            <a:solidFill>
              <a:schemeClr val="tx1"/>
            </a:solidFill>
            <a:miter lim="800000"/>
            <a:headEnd/>
            <a:tailEnd/>
          </a:ln>
        </p:spPr>
        <p:txBody>
          <a:bodyPr vert="eaVert" wrap="none" anchor="ctr"/>
          <a:lstStyle>
            <a:lvl1pPr>
              <a:defRPr>
                <a:solidFill>
                  <a:schemeClr val="tx1"/>
                </a:solidFill>
                <a:latin typeface="Tahoma" panose="020B0604030504040204" pitchFamily="34" charset="0"/>
                <a:ea typeface="楷体_GB2312" pitchFamily="49" charset="-122"/>
              </a:defRPr>
            </a:lvl1pPr>
            <a:lvl2pPr marL="742950" indent="-285750">
              <a:defRPr>
                <a:solidFill>
                  <a:schemeClr val="tx1"/>
                </a:solidFill>
                <a:latin typeface="Tahoma" panose="020B0604030504040204" pitchFamily="34" charset="0"/>
                <a:ea typeface="楷体_GB2312" pitchFamily="49" charset="-122"/>
              </a:defRPr>
            </a:lvl2pPr>
            <a:lvl3pPr marL="1143000" indent="-228600">
              <a:defRPr>
                <a:solidFill>
                  <a:schemeClr val="tx1"/>
                </a:solidFill>
                <a:latin typeface="Tahoma" panose="020B0604030504040204" pitchFamily="34" charset="0"/>
                <a:ea typeface="楷体_GB2312" pitchFamily="49" charset="-122"/>
              </a:defRPr>
            </a:lvl3pPr>
            <a:lvl4pPr marL="1600200" indent="-228600">
              <a:defRPr>
                <a:solidFill>
                  <a:schemeClr val="tx1"/>
                </a:solidFill>
                <a:latin typeface="Tahoma" panose="020B0604030504040204" pitchFamily="34" charset="0"/>
                <a:ea typeface="楷体_GB2312" pitchFamily="49" charset="-122"/>
              </a:defRPr>
            </a:lvl4pPr>
            <a:lvl5pPr marL="2057400" indent="-228600">
              <a:defRPr>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楷体_GB2312" pitchFamily="49" charset="-122"/>
              </a:defRPr>
            </a:lvl9pPr>
          </a:lstStyle>
          <a:p>
            <a:pPr eaLnBrk="1" hangingPunct="1">
              <a:defRPr/>
            </a:pPr>
            <a:endParaRPr lang="zh-CN" altLang="en-US"/>
          </a:p>
        </p:txBody>
      </p:sp>
      <p:sp>
        <p:nvSpPr>
          <p:cNvPr id="18" name="AutoShape 9">
            <a:extLst>
              <a:ext uri="{FF2B5EF4-FFF2-40B4-BE49-F238E27FC236}">
                <a16:creationId xmlns:a16="http://schemas.microsoft.com/office/drawing/2014/main" id="{3B07E6FA-248E-48D2-99CD-1ADCD623AEE5}"/>
              </a:ext>
            </a:extLst>
          </p:cNvPr>
          <p:cNvSpPr>
            <a:spLocks noChangeArrowheads="1"/>
          </p:cNvSpPr>
          <p:nvPr/>
        </p:nvSpPr>
        <p:spPr bwMode="auto">
          <a:xfrm rot="10800000">
            <a:off x="6659563" y="1957388"/>
            <a:ext cx="141287" cy="1868487"/>
          </a:xfrm>
          <a:prstGeom prst="downArrow">
            <a:avLst>
              <a:gd name="adj1" fmla="val 50000"/>
              <a:gd name="adj2" fmla="val 239605"/>
            </a:avLst>
          </a:prstGeom>
          <a:solidFill>
            <a:schemeClr val="accent2">
              <a:lumMod val="40000"/>
              <a:lumOff val="60000"/>
            </a:schemeClr>
          </a:solidFill>
          <a:ln w="12700">
            <a:solidFill>
              <a:schemeClr val="tx1"/>
            </a:solidFill>
            <a:miter lim="800000"/>
            <a:headEnd/>
            <a:tailEnd/>
          </a:ln>
        </p:spPr>
        <p:txBody>
          <a:bodyPr vert="eaVert" wrap="none" anchor="ctr"/>
          <a:lstStyle>
            <a:lvl1pPr>
              <a:defRPr>
                <a:solidFill>
                  <a:schemeClr val="tx1"/>
                </a:solidFill>
                <a:latin typeface="Tahoma" panose="020B0604030504040204" pitchFamily="34" charset="0"/>
                <a:ea typeface="楷体_GB2312" pitchFamily="49" charset="-122"/>
              </a:defRPr>
            </a:lvl1pPr>
            <a:lvl2pPr marL="742950" indent="-285750">
              <a:defRPr>
                <a:solidFill>
                  <a:schemeClr val="tx1"/>
                </a:solidFill>
                <a:latin typeface="Tahoma" panose="020B0604030504040204" pitchFamily="34" charset="0"/>
                <a:ea typeface="楷体_GB2312" pitchFamily="49" charset="-122"/>
              </a:defRPr>
            </a:lvl2pPr>
            <a:lvl3pPr marL="1143000" indent="-228600">
              <a:defRPr>
                <a:solidFill>
                  <a:schemeClr val="tx1"/>
                </a:solidFill>
                <a:latin typeface="Tahoma" panose="020B0604030504040204" pitchFamily="34" charset="0"/>
                <a:ea typeface="楷体_GB2312" pitchFamily="49" charset="-122"/>
              </a:defRPr>
            </a:lvl3pPr>
            <a:lvl4pPr marL="1600200" indent="-228600">
              <a:defRPr>
                <a:solidFill>
                  <a:schemeClr val="tx1"/>
                </a:solidFill>
                <a:latin typeface="Tahoma" panose="020B0604030504040204" pitchFamily="34" charset="0"/>
                <a:ea typeface="楷体_GB2312" pitchFamily="49" charset="-122"/>
              </a:defRPr>
            </a:lvl4pPr>
            <a:lvl5pPr marL="2057400" indent="-228600">
              <a:defRPr>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楷体_GB2312" pitchFamily="49" charset="-122"/>
              </a:defRPr>
            </a:lvl9pPr>
          </a:lstStyle>
          <a:p>
            <a:pPr eaLnBrk="1" hangingPunct="1">
              <a:defRPr/>
            </a:pPr>
            <a:endParaRPr lang="zh-CN" altLang="en-US"/>
          </a:p>
        </p:txBody>
      </p:sp>
      <p:sp>
        <p:nvSpPr>
          <p:cNvPr id="19" name="Rectangle 7">
            <a:extLst>
              <a:ext uri="{FF2B5EF4-FFF2-40B4-BE49-F238E27FC236}">
                <a16:creationId xmlns:a16="http://schemas.microsoft.com/office/drawing/2014/main" id="{37765DF5-C195-4A7F-9DD2-6A654C0E1407}"/>
              </a:ext>
            </a:extLst>
          </p:cNvPr>
          <p:cNvSpPr>
            <a:spLocks noChangeArrowheads="1"/>
          </p:cNvSpPr>
          <p:nvPr/>
        </p:nvSpPr>
        <p:spPr bwMode="auto">
          <a:xfrm>
            <a:off x="3833813" y="2287588"/>
            <a:ext cx="450850" cy="1200150"/>
          </a:xfrm>
          <a:prstGeom prst="rect">
            <a:avLst/>
          </a:prstGeom>
          <a:noFill/>
          <a:ln>
            <a:noFill/>
          </a:ln>
        </p:spPr>
        <p:txBody>
          <a:bodyPr>
            <a:spAutoFit/>
          </a:bodyPr>
          <a:lstStyle>
            <a:lvl1pPr>
              <a:defRPr>
                <a:solidFill>
                  <a:schemeClr val="tx1"/>
                </a:solidFill>
                <a:latin typeface="Tahoma" panose="020B0604030504040204" pitchFamily="34" charset="0"/>
                <a:ea typeface="楷体_GB2312" pitchFamily="49" charset="-122"/>
              </a:defRPr>
            </a:lvl1pPr>
            <a:lvl2pPr marL="742950" indent="-285750">
              <a:defRPr>
                <a:solidFill>
                  <a:schemeClr val="tx1"/>
                </a:solidFill>
                <a:latin typeface="Tahoma" panose="020B0604030504040204" pitchFamily="34" charset="0"/>
                <a:ea typeface="楷体_GB2312" pitchFamily="49" charset="-122"/>
              </a:defRPr>
            </a:lvl2pPr>
            <a:lvl3pPr marL="1143000" indent="-228600">
              <a:defRPr>
                <a:solidFill>
                  <a:schemeClr val="tx1"/>
                </a:solidFill>
                <a:latin typeface="Tahoma" panose="020B0604030504040204" pitchFamily="34" charset="0"/>
                <a:ea typeface="楷体_GB2312" pitchFamily="49" charset="-122"/>
              </a:defRPr>
            </a:lvl3pPr>
            <a:lvl4pPr marL="1600200" indent="-228600">
              <a:defRPr>
                <a:solidFill>
                  <a:schemeClr val="tx1"/>
                </a:solidFill>
                <a:latin typeface="Tahoma" panose="020B0604030504040204" pitchFamily="34" charset="0"/>
                <a:ea typeface="楷体_GB2312" pitchFamily="49" charset="-122"/>
              </a:defRPr>
            </a:lvl4pPr>
            <a:lvl5pPr marL="2057400" indent="-228600">
              <a:defRPr>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楷体_GB2312" pitchFamily="49" charset="-122"/>
              </a:defRPr>
            </a:lvl9pPr>
          </a:lstStyle>
          <a:p>
            <a:pPr algn="ctr" eaLnBrk="1" hangingPunct="1">
              <a:defRPr/>
            </a:pPr>
            <a:r>
              <a:rPr lang="zh-CN" altLang="en-US" b="1" dirty="0">
                <a:solidFill>
                  <a:schemeClr val="tx2">
                    <a:lumMod val="60000"/>
                    <a:lumOff val="40000"/>
                  </a:schemeClr>
                </a:solidFill>
                <a:latin typeface="楷体" panose="02010609060101010101" pitchFamily="49" charset="-122"/>
                <a:ea typeface="楷体" panose="02010609060101010101" pitchFamily="49" charset="-122"/>
              </a:rPr>
              <a:t>最</a:t>
            </a:r>
            <a:endParaRPr lang="en-US" altLang="zh-CN" b="1" dirty="0">
              <a:solidFill>
                <a:schemeClr val="tx2">
                  <a:lumMod val="60000"/>
                  <a:lumOff val="40000"/>
                </a:schemeClr>
              </a:solidFill>
              <a:latin typeface="楷体" panose="02010609060101010101" pitchFamily="49" charset="-122"/>
              <a:ea typeface="楷体" panose="02010609060101010101" pitchFamily="49" charset="-122"/>
            </a:endParaRPr>
          </a:p>
          <a:p>
            <a:pPr algn="ctr" eaLnBrk="1" hangingPunct="1">
              <a:defRPr/>
            </a:pPr>
            <a:r>
              <a:rPr lang="zh-CN" altLang="en-US" b="1" dirty="0">
                <a:solidFill>
                  <a:schemeClr val="tx2">
                    <a:lumMod val="60000"/>
                    <a:lumOff val="40000"/>
                  </a:schemeClr>
                </a:solidFill>
                <a:latin typeface="楷体" panose="02010609060101010101" pitchFamily="49" charset="-122"/>
                <a:ea typeface="楷体" panose="02010609060101010101" pitchFamily="49" charset="-122"/>
              </a:rPr>
              <a:t>右</a:t>
            </a:r>
            <a:endParaRPr lang="en-US" altLang="zh-CN" b="1" dirty="0">
              <a:solidFill>
                <a:schemeClr val="tx2">
                  <a:lumMod val="60000"/>
                  <a:lumOff val="40000"/>
                </a:schemeClr>
              </a:solidFill>
              <a:latin typeface="楷体" panose="02010609060101010101" pitchFamily="49" charset="-122"/>
              <a:ea typeface="楷体" panose="02010609060101010101" pitchFamily="49" charset="-122"/>
            </a:endParaRPr>
          </a:p>
          <a:p>
            <a:pPr algn="ctr" eaLnBrk="1" hangingPunct="1">
              <a:defRPr/>
            </a:pPr>
            <a:r>
              <a:rPr lang="zh-CN" altLang="en-US" b="1" dirty="0">
                <a:solidFill>
                  <a:schemeClr val="tx2">
                    <a:lumMod val="60000"/>
                    <a:lumOff val="40000"/>
                  </a:schemeClr>
                </a:solidFill>
                <a:latin typeface="楷体" panose="02010609060101010101" pitchFamily="49" charset="-122"/>
                <a:ea typeface="楷体" panose="02010609060101010101" pitchFamily="49" charset="-122"/>
              </a:rPr>
              <a:t>推</a:t>
            </a:r>
            <a:endParaRPr lang="en-US" altLang="zh-CN" b="1" dirty="0">
              <a:solidFill>
                <a:schemeClr val="tx2">
                  <a:lumMod val="60000"/>
                  <a:lumOff val="40000"/>
                </a:schemeClr>
              </a:solidFill>
              <a:latin typeface="楷体" panose="02010609060101010101" pitchFamily="49" charset="-122"/>
              <a:ea typeface="楷体" panose="02010609060101010101" pitchFamily="49" charset="-122"/>
            </a:endParaRPr>
          </a:p>
          <a:p>
            <a:pPr algn="ctr" eaLnBrk="1" hangingPunct="1">
              <a:defRPr/>
            </a:pPr>
            <a:r>
              <a:rPr lang="zh-CN" altLang="en-US" b="1" dirty="0">
                <a:solidFill>
                  <a:schemeClr val="tx2">
                    <a:lumMod val="60000"/>
                    <a:lumOff val="40000"/>
                  </a:schemeClr>
                </a:solidFill>
                <a:latin typeface="楷体" panose="02010609060101010101" pitchFamily="49" charset="-122"/>
                <a:ea typeface="楷体" panose="02010609060101010101" pitchFamily="49" charset="-122"/>
              </a:rPr>
              <a:t>导</a:t>
            </a:r>
          </a:p>
        </p:txBody>
      </p:sp>
      <p:sp>
        <p:nvSpPr>
          <p:cNvPr id="3" name="灯片编号占位符 2">
            <a:extLst>
              <a:ext uri="{FF2B5EF4-FFF2-40B4-BE49-F238E27FC236}">
                <a16:creationId xmlns:a16="http://schemas.microsoft.com/office/drawing/2014/main" id="{84F723FE-D5F6-4095-8B28-A645B5FD737F}"/>
              </a:ext>
            </a:extLst>
          </p:cNvPr>
          <p:cNvSpPr>
            <a:spLocks noGrp="1"/>
          </p:cNvSpPr>
          <p:nvPr>
            <p:ph type="sldNum" sz="quarter" idx="12"/>
          </p:nvPr>
        </p:nvSpPr>
        <p:spPr/>
        <p:txBody>
          <a:bodyPr/>
          <a:lstStyle/>
          <a:p>
            <a:pPr>
              <a:defRPr/>
            </a:pPr>
            <a:fld id="{EA567855-7F13-4FC5-AD61-2B82F6443E16}" type="slidenum">
              <a:rPr lang="zh-CN" altLang="en-US" smtClean="0"/>
              <a:pPr>
                <a:defRPr/>
              </a:pPr>
              <a:t>9</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 calcmode="lin" valueType="num">
                                      <p:cBhvr>
                                        <p:cTn id="7" dur="500" fill="hold"/>
                                        <p:tgtEl>
                                          <p:spTgt spid="8">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8">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8">
                                            <p:txEl>
                                              <p:pRg st="1" end="1"/>
                                            </p:txEl>
                                          </p:spTgt>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p:cTn id="12" dur="500" fill="hold"/>
                                        <p:tgtEl>
                                          <p:spTgt spid="13"/>
                                        </p:tgtEl>
                                        <p:attrNameLst>
                                          <p:attrName>ppt_w</p:attrName>
                                        </p:attrNameLst>
                                      </p:cBhvr>
                                      <p:tavLst>
                                        <p:tav tm="0">
                                          <p:val>
                                            <p:fltVal val="0"/>
                                          </p:val>
                                        </p:tav>
                                        <p:tav tm="100000">
                                          <p:val>
                                            <p:strVal val="#ppt_w"/>
                                          </p:val>
                                        </p:tav>
                                      </p:tavLst>
                                    </p:anim>
                                    <p:anim calcmode="lin" valueType="num">
                                      <p:cBhvr>
                                        <p:cTn id="13" dur="500" fill="hold"/>
                                        <p:tgtEl>
                                          <p:spTgt spid="13"/>
                                        </p:tgtEl>
                                        <p:attrNameLst>
                                          <p:attrName>ppt_h</p:attrName>
                                        </p:attrNameLst>
                                      </p:cBhvr>
                                      <p:tavLst>
                                        <p:tav tm="0">
                                          <p:val>
                                            <p:fltVal val="0"/>
                                          </p:val>
                                        </p:tav>
                                        <p:tav tm="100000">
                                          <p:val>
                                            <p:strVal val="#ppt_h"/>
                                          </p:val>
                                        </p:tav>
                                      </p:tavLst>
                                    </p:anim>
                                    <p:animEffect transition="in" filter="fade">
                                      <p:cBhvr>
                                        <p:cTn id="14" dur="500"/>
                                        <p:tgtEl>
                                          <p:spTgt spid="13"/>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p:cTn id="17" dur="500" fill="hold"/>
                                        <p:tgtEl>
                                          <p:spTgt spid="12"/>
                                        </p:tgtEl>
                                        <p:attrNameLst>
                                          <p:attrName>ppt_w</p:attrName>
                                        </p:attrNameLst>
                                      </p:cBhvr>
                                      <p:tavLst>
                                        <p:tav tm="0">
                                          <p:val>
                                            <p:fltVal val="0"/>
                                          </p:val>
                                        </p:tav>
                                        <p:tav tm="100000">
                                          <p:val>
                                            <p:strVal val="#ppt_w"/>
                                          </p:val>
                                        </p:tav>
                                      </p:tavLst>
                                    </p:anim>
                                    <p:anim calcmode="lin" valueType="num">
                                      <p:cBhvr>
                                        <p:cTn id="18" dur="500" fill="hold"/>
                                        <p:tgtEl>
                                          <p:spTgt spid="12"/>
                                        </p:tgtEl>
                                        <p:attrNameLst>
                                          <p:attrName>ppt_h</p:attrName>
                                        </p:attrNameLst>
                                      </p:cBhvr>
                                      <p:tavLst>
                                        <p:tav tm="0">
                                          <p:val>
                                            <p:fltVal val="0"/>
                                          </p:val>
                                        </p:tav>
                                        <p:tav tm="100000">
                                          <p:val>
                                            <p:strVal val="#ppt_h"/>
                                          </p:val>
                                        </p:tav>
                                      </p:tavLst>
                                    </p:anim>
                                    <p:animEffect transition="in" filter="fade">
                                      <p:cBhvr>
                                        <p:cTn id="19" dur="500"/>
                                        <p:tgtEl>
                                          <p:spTgt spid="12"/>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53" presetClass="entr" presetSubtype="16" fill="hold" nodeType="clickEffect">
                                  <p:stCondLst>
                                    <p:cond delay="0"/>
                                  </p:stCondLst>
                                  <p:childTnLst>
                                    <p:set>
                                      <p:cBhvr>
                                        <p:cTn id="23" dur="1" fill="hold">
                                          <p:stCondLst>
                                            <p:cond delay="0"/>
                                          </p:stCondLst>
                                        </p:cTn>
                                        <p:tgtEl>
                                          <p:spTgt spid="16">
                                            <p:txEl>
                                              <p:pRg st="0" end="0"/>
                                            </p:txEl>
                                          </p:spTgt>
                                        </p:tgtEl>
                                        <p:attrNameLst>
                                          <p:attrName>style.visibility</p:attrName>
                                        </p:attrNameLst>
                                      </p:cBhvr>
                                      <p:to>
                                        <p:strVal val="visible"/>
                                      </p:to>
                                    </p:set>
                                    <p:anim calcmode="lin" valueType="num">
                                      <p:cBhvr>
                                        <p:cTn id="24" dur="500" fill="hold"/>
                                        <p:tgtEl>
                                          <p:spTgt spid="16">
                                            <p:txEl>
                                              <p:pRg st="0" end="0"/>
                                            </p:txEl>
                                          </p:spTgt>
                                        </p:tgtEl>
                                        <p:attrNameLst>
                                          <p:attrName>ppt_w</p:attrName>
                                        </p:attrNameLst>
                                      </p:cBhvr>
                                      <p:tavLst>
                                        <p:tav tm="0">
                                          <p:val>
                                            <p:fltVal val="0"/>
                                          </p:val>
                                        </p:tav>
                                        <p:tav tm="100000">
                                          <p:val>
                                            <p:strVal val="#ppt_w"/>
                                          </p:val>
                                        </p:tav>
                                      </p:tavLst>
                                    </p:anim>
                                    <p:anim calcmode="lin" valueType="num">
                                      <p:cBhvr>
                                        <p:cTn id="25" dur="500" fill="hold"/>
                                        <p:tgtEl>
                                          <p:spTgt spid="16">
                                            <p:txEl>
                                              <p:pRg st="0" end="0"/>
                                            </p:txEl>
                                          </p:spTgt>
                                        </p:tgtEl>
                                        <p:attrNameLst>
                                          <p:attrName>ppt_h</p:attrName>
                                        </p:attrNameLst>
                                      </p:cBhvr>
                                      <p:tavLst>
                                        <p:tav tm="0">
                                          <p:val>
                                            <p:fltVal val="0"/>
                                          </p:val>
                                        </p:tav>
                                        <p:tav tm="100000">
                                          <p:val>
                                            <p:strVal val="#ppt_h"/>
                                          </p:val>
                                        </p:tav>
                                      </p:tavLst>
                                    </p:anim>
                                    <p:animEffect transition="in" filter="fade">
                                      <p:cBhvr>
                                        <p:cTn id="26" dur="500"/>
                                        <p:tgtEl>
                                          <p:spTgt spid="16">
                                            <p:txEl>
                                              <p:pRg st="0" end="0"/>
                                            </p:txEl>
                                          </p:spTgt>
                                        </p:tgtEl>
                                      </p:cBhvr>
                                    </p:animEffect>
                                  </p:childTnLst>
                                </p:cTn>
                              </p:par>
                              <p:par>
                                <p:cTn id="27" presetID="53" presetClass="entr" presetSubtype="16" fill="hold" nodeType="withEffect">
                                  <p:stCondLst>
                                    <p:cond delay="0"/>
                                  </p:stCondLst>
                                  <p:childTnLst>
                                    <p:set>
                                      <p:cBhvr>
                                        <p:cTn id="28" dur="1" fill="hold">
                                          <p:stCondLst>
                                            <p:cond delay="0"/>
                                          </p:stCondLst>
                                        </p:cTn>
                                        <p:tgtEl>
                                          <p:spTgt spid="16">
                                            <p:txEl>
                                              <p:pRg st="1" end="1"/>
                                            </p:txEl>
                                          </p:spTgt>
                                        </p:tgtEl>
                                        <p:attrNameLst>
                                          <p:attrName>style.visibility</p:attrName>
                                        </p:attrNameLst>
                                      </p:cBhvr>
                                      <p:to>
                                        <p:strVal val="visible"/>
                                      </p:to>
                                    </p:set>
                                    <p:anim calcmode="lin" valueType="num">
                                      <p:cBhvr>
                                        <p:cTn id="29" dur="500" fill="hold"/>
                                        <p:tgtEl>
                                          <p:spTgt spid="16">
                                            <p:txEl>
                                              <p:pRg st="1" end="1"/>
                                            </p:txEl>
                                          </p:spTgt>
                                        </p:tgtEl>
                                        <p:attrNameLst>
                                          <p:attrName>ppt_w</p:attrName>
                                        </p:attrNameLst>
                                      </p:cBhvr>
                                      <p:tavLst>
                                        <p:tav tm="0">
                                          <p:val>
                                            <p:fltVal val="0"/>
                                          </p:val>
                                        </p:tav>
                                        <p:tav tm="100000">
                                          <p:val>
                                            <p:strVal val="#ppt_w"/>
                                          </p:val>
                                        </p:tav>
                                      </p:tavLst>
                                    </p:anim>
                                    <p:anim calcmode="lin" valueType="num">
                                      <p:cBhvr>
                                        <p:cTn id="30" dur="500" fill="hold"/>
                                        <p:tgtEl>
                                          <p:spTgt spid="16">
                                            <p:txEl>
                                              <p:pRg st="1" end="1"/>
                                            </p:txEl>
                                          </p:spTgt>
                                        </p:tgtEl>
                                        <p:attrNameLst>
                                          <p:attrName>ppt_h</p:attrName>
                                        </p:attrNameLst>
                                      </p:cBhvr>
                                      <p:tavLst>
                                        <p:tav tm="0">
                                          <p:val>
                                            <p:fltVal val="0"/>
                                          </p:val>
                                        </p:tav>
                                        <p:tav tm="100000">
                                          <p:val>
                                            <p:strVal val="#ppt_h"/>
                                          </p:val>
                                        </p:tav>
                                      </p:tavLst>
                                    </p:anim>
                                    <p:animEffect transition="in" filter="fade">
                                      <p:cBhvr>
                                        <p:cTn id="31" dur="500"/>
                                        <p:tgtEl>
                                          <p:spTgt spid="16">
                                            <p:txEl>
                                              <p:pRg st="1" end="1"/>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53" presetClass="entr" presetSubtype="16" fill="hold" nodeType="clickEffect">
                                  <p:stCondLst>
                                    <p:cond delay="0"/>
                                  </p:stCondLst>
                                  <p:childTnLst>
                                    <p:set>
                                      <p:cBhvr>
                                        <p:cTn id="35" dur="1" fill="hold">
                                          <p:stCondLst>
                                            <p:cond delay="0"/>
                                          </p:stCondLst>
                                        </p:cTn>
                                        <p:tgtEl>
                                          <p:spTgt spid="16">
                                            <p:txEl>
                                              <p:pRg st="2" end="2"/>
                                            </p:txEl>
                                          </p:spTgt>
                                        </p:tgtEl>
                                        <p:attrNameLst>
                                          <p:attrName>style.visibility</p:attrName>
                                        </p:attrNameLst>
                                      </p:cBhvr>
                                      <p:to>
                                        <p:strVal val="visible"/>
                                      </p:to>
                                    </p:set>
                                    <p:anim calcmode="lin" valueType="num">
                                      <p:cBhvr>
                                        <p:cTn id="36" dur="500" fill="hold"/>
                                        <p:tgtEl>
                                          <p:spTgt spid="16">
                                            <p:txEl>
                                              <p:pRg st="2" end="2"/>
                                            </p:txEl>
                                          </p:spTgt>
                                        </p:tgtEl>
                                        <p:attrNameLst>
                                          <p:attrName>ppt_w</p:attrName>
                                        </p:attrNameLst>
                                      </p:cBhvr>
                                      <p:tavLst>
                                        <p:tav tm="0">
                                          <p:val>
                                            <p:fltVal val="0"/>
                                          </p:val>
                                        </p:tav>
                                        <p:tav tm="100000">
                                          <p:val>
                                            <p:strVal val="#ppt_w"/>
                                          </p:val>
                                        </p:tav>
                                      </p:tavLst>
                                    </p:anim>
                                    <p:anim calcmode="lin" valueType="num">
                                      <p:cBhvr>
                                        <p:cTn id="37" dur="500" fill="hold"/>
                                        <p:tgtEl>
                                          <p:spTgt spid="16">
                                            <p:txEl>
                                              <p:pRg st="2" end="2"/>
                                            </p:txEl>
                                          </p:spTgt>
                                        </p:tgtEl>
                                        <p:attrNameLst>
                                          <p:attrName>ppt_h</p:attrName>
                                        </p:attrNameLst>
                                      </p:cBhvr>
                                      <p:tavLst>
                                        <p:tav tm="0">
                                          <p:val>
                                            <p:fltVal val="0"/>
                                          </p:val>
                                        </p:tav>
                                        <p:tav tm="100000">
                                          <p:val>
                                            <p:strVal val="#ppt_h"/>
                                          </p:val>
                                        </p:tav>
                                      </p:tavLst>
                                    </p:anim>
                                    <p:animEffect transition="in" filter="fade">
                                      <p:cBhvr>
                                        <p:cTn id="38" dur="500"/>
                                        <p:tgtEl>
                                          <p:spTgt spid="16">
                                            <p:txEl>
                                              <p:pRg st="2" end="2"/>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53" presetClass="entr" presetSubtype="16" fill="hold" nodeType="clickEffect">
                                  <p:stCondLst>
                                    <p:cond delay="0"/>
                                  </p:stCondLst>
                                  <p:childTnLst>
                                    <p:set>
                                      <p:cBhvr>
                                        <p:cTn id="42" dur="1" fill="hold">
                                          <p:stCondLst>
                                            <p:cond delay="0"/>
                                          </p:stCondLst>
                                        </p:cTn>
                                        <p:tgtEl>
                                          <p:spTgt spid="16">
                                            <p:txEl>
                                              <p:pRg st="3" end="3"/>
                                            </p:txEl>
                                          </p:spTgt>
                                        </p:tgtEl>
                                        <p:attrNameLst>
                                          <p:attrName>style.visibility</p:attrName>
                                        </p:attrNameLst>
                                      </p:cBhvr>
                                      <p:to>
                                        <p:strVal val="visible"/>
                                      </p:to>
                                    </p:set>
                                    <p:anim calcmode="lin" valueType="num">
                                      <p:cBhvr>
                                        <p:cTn id="43" dur="500" fill="hold"/>
                                        <p:tgtEl>
                                          <p:spTgt spid="16">
                                            <p:txEl>
                                              <p:pRg st="3" end="3"/>
                                            </p:txEl>
                                          </p:spTgt>
                                        </p:tgtEl>
                                        <p:attrNameLst>
                                          <p:attrName>ppt_w</p:attrName>
                                        </p:attrNameLst>
                                      </p:cBhvr>
                                      <p:tavLst>
                                        <p:tav tm="0">
                                          <p:val>
                                            <p:fltVal val="0"/>
                                          </p:val>
                                        </p:tav>
                                        <p:tav tm="100000">
                                          <p:val>
                                            <p:strVal val="#ppt_w"/>
                                          </p:val>
                                        </p:tav>
                                      </p:tavLst>
                                    </p:anim>
                                    <p:anim calcmode="lin" valueType="num">
                                      <p:cBhvr>
                                        <p:cTn id="44" dur="500" fill="hold"/>
                                        <p:tgtEl>
                                          <p:spTgt spid="16">
                                            <p:txEl>
                                              <p:pRg st="3" end="3"/>
                                            </p:txEl>
                                          </p:spTgt>
                                        </p:tgtEl>
                                        <p:attrNameLst>
                                          <p:attrName>ppt_h</p:attrName>
                                        </p:attrNameLst>
                                      </p:cBhvr>
                                      <p:tavLst>
                                        <p:tav tm="0">
                                          <p:val>
                                            <p:fltVal val="0"/>
                                          </p:val>
                                        </p:tav>
                                        <p:tav tm="100000">
                                          <p:val>
                                            <p:strVal val="#ppt_h"/>
                                          </p:val>
                                        </p:tav>
                                      </p:tavLst>
                                    </p:anim>
                                    <p:animEffect transition="in" filter="fade">
                                      <p:cBhvr>
                                        <p:cTn id="45" dur="500"/>
                                        <p:tgtEl>
                                          <p:spTgt spid="16">
                                            <p:txEl>
                                              <p:pRg st="3" end="3"/>
                                            </p:txEl>
                                          </p:spTgt>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53" presetClass="entr" presetSubtype="16" fill="hold" nodeType="clickEffect">
                                  <p:stCondLst>
                                    <p:cond delay="0"/>
                                  </p:stCondLst>
                                  <p:childTnLst>
                                    <p:set>
                                      <p:cBhvr>
                                        <p:cTn id="49" dur="1" fill="hold">
                                          <p:stCondLst>
                                            <p:cond delay="0"/>
                                          </p:stCondLst>
                                        </p:cTn>
                                        <p:tgtEl>
                                          <p:spTgt spid="16">
                                            <p:txEl>
                                              <p:pRg st="4" end="4"/>
                                            </p:txEl>
                                          </p:spTgt>
                                        </p:tgtEl>
                                        <p:attrNameLst>
                                          <p:attrName>style.visibility</p:attrName>
                                        </p:attrNameLst>
                                      </p:cBhvr>
                                      <p:to>
                                        <p:strVal val="visible"/>
                                      </p:to>
                                    </p:set>
                                    <p:anim calcmode="lin" valueType="num">
                                      <p:cBhvr>
                                        <p:cTn id="50" dur="500" fill="hold"/>
                                        <p:tgtEl>
                                          <p:spTgt spid="16">
                                            <p:txEl>
                                              <p:pRg st="4" end="4"/>
                                            </p:txEl>
                                          </p:spTgt>
                                        </p:tgtEl>
                                        <p:attrNameLst>
                                          <p:attrName>ppt_w</p:attrName>
                                        </p:attrNameLst>
                                      </p:cBhvr>
                                      <p:tavLst>
                                        <p:tav tm="0">
                                          <p:val>
                                            <p:fltVal val="0"/>
                                          </p:val>
                                        </p:tav>
                                        <p:tav tm="100000">
                                          <p:val>
                                            <p:strVal val="#ppt_w"/>
                                          </p:val>
                                        </p:tav>
                                      </p:tavLst>
                                    </p:anim>
                                    <p:anim calcmode="lin" valueType="num">
                                      <p:cBhvr>
                                        <p:cTn id="51" dur="500" fill="hold"/>
                                        <p:tgtEl>
                                          <p:spTgt spid="16">
                                            <p:txEl>
                                              <p:pRg st="4" end="4"/>
                                            </p:txEl>
                                          </p:spTgt>
                                        </p:tgtEl>
                                        <p:attrNameLst>
                                          <p:attrName>ppt_h</p:attrName>
                                        </p:attrNameLst>
                                      </p:cBhvr>
                                      <p:tavLst>
                                        <p:tav tm="0">
                                          <p:val>
                                            <p:fltVal val="0"/>
                                          </p:val>
                                        </p:tav>
                                        <p:tav tm="100000">
                                          <p:val>
                                            <p:strVal val="#ppt_h"/>
                                          </p:val>
                                        </p:tav>
                                      </p:tavLst>
                                    </p:anim>
                                    <p:animEffect transition="in" filter="fade">
                                      <p:cBhvr>
                                        <p:cTn id="52" dur="500"/>
                                        <p:tgtEl>
                                          <p:spTgt spid="16">
                                            <p:txEl>
                                              <p:pRg st="4" end="4"/>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53" presetClass="entr" presetSubtype="16" fill="hold" nodeType="clickEffect">
                                  <p:stCondLst>
                                    <p:cond delay="0"/>
                                  </p:stCondLst>
                                  <p:childTnLst>
                                    <p:set>
                                      <p:cBhvr>
                                        <p:cTn id="56" dur="1" fill="hold">
                                          <p:stCondLst>
                                            <p:cond delay="0"/>
                                          </p:stCondLst>
                                        </p:cTn>
                                        <p:tgtEl>
                                          <p:spTgt spid="16">
                                            <p:txEl>
                                              <p:pRg st="5" end="5"/>
                                            </p:txEl>
                                          </p:spTgt>
                                        </p:tgtEl>
                                        <p:attrNameLst>
                                          <p:attrName>style.visibility</p:attrName>
                                        </p:attrNameLst>
                                      </p:cBhvr>
                                      <p:to>
                                        <p:strVal val="visible"/>
                                      </p:to>
                                    </p:set>
                                    <p:anim calcmode="lin" valueType="num">
                                      <p:cBhvr>
                                        <p:cTn id="57" dur="500" fill="hold"/>
                                        <p:tgtEl>
                                          <p:spTgt spid="16">
                                            <p:txEl>
                                              <p:pRg st="5" end="5"/>
                                            </p:txEl>
                                          </p:spTgt>
                                        </p:tgtEl>
                                        <p:attrNameLst>
                                          <p:attrName>ppt_w</p:attrName>
                                        </p:attrNameLst>
                                      </p:cBhvr>
                                      <p:tavLst>
                                        <p:tav tm="0">
                                          <p:val>
                                            <p:fltVal val="0"/>
                                          </p:val>
                                        </p:tav>
                                        <p:tav tm="100000">
                                          <p:val>
                                            <p:strVal val="#ppt_w"/>
                                          </p:val>
                                        </p:tav>
                                      </p:tavLst>
                                    </p:anim>
                                    <p:anim calcmode="lin" valueType="num">
                                      <p:cBhvr>
                                        <p:cTn id="58" dur="500" fill="hold"/>
                                        <p:tgtEl>
                                          <p:spTgt spid="16">
                                            <p:txEl>
                                              <p:pRg st="5" end="5"/>
                                            </p:txEl>
                                          </p:spTgt>
                                        </p:tgtEl>
                                        <p:attrNameLst>
                                          <p:attrName>ppt_h</p:attrName>
                                        </p:attrNameLst>
                                      </p:cBhvr>
                                      <p:tavLst>
                                        <p:tav tm="0">
                                          <p:val>
                                            <p:fltVal val="0"/>
                                          </p:val>
                                        </p:tav>
                                        <p:tav tm="100000">
                                          <p:val>
                                            <p:strVal val="#ppt_h"/>
                                          </p:val>
                                        </p:tav>
                                      </p:tavLst>
                                    </p:anim>
                                    <p:animEffect transition="in" filter="fade">
                                      <p:cBhvr>
                                        <p:cTn id="59" dur="500"/>
                                        <p:tgtEl>
                                          <p:spTgt spid="16">
                                            <p:txEl>
                                              <p:pRg st="5" end="5"/>
                                            </p:txEl>
                                          </p:spTgt>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53" presetClass="entr" presetSubtype="16" fill="hold" nodeType="clickEffect">
                                  <p:stCondLst>
                                    <p:cond delay="0"/>
                                  </p:stCondLst>
                                  <p:childTnLst>
                                    <p:set>
                                      <p:cBhvr>
                                        <p:cTn id="63" dur="1" fill="hold">
                                          <p:stCondLst>
                                            <p:cond delay="0"/>
                                          </p:stCondLst>
                                        </p:cTn>
                                        <p:tgtEl>
                                          <p:spTgt spid="16">
                                            <p:txEl>
                                              <p:pRg st="6" end="6"/>
                                            </p:txEl>
                                          </p:spTgt>
                                        </p:tgtEl>
                                        <p:attrNameLst>
                                          <p:attrName>style.visibility</p:attrName>
                                        </p:attrNameLst>
                                      </p:cBhvr>
                                      <p:to>
                                        <p:strVal val="visible"/>
                                      </p:to>
                                    </p:set>
                                    <p:anim calcmode="lin" valueType="num">
                                      <p:cBhvr>
                                        <p:cTn id="64" dur="500" fill="hold"/>
                                        <p:tgtEl>
                                          <p:spTgt spid="16">
                                            <p:txEl>
                                              <p:pRg st="6" end="6"/>
                                            </p:txEl>
                                          </p:spTgt>
                                        </p:tgtEl>
                                        <p:attrNameLst>
                                          <p:attrName>ppt_w</p:attrName>
                                        </p:attrNameLst>
                                      </p:cBhvr>
                                      <p:tavLst>
                                        <p:tav tm="0">
                                          <p:val>
                                            <p:fltVal val="0"/>
                                          </p:val>
                                        </p:tav>
                                        <p:tav tm="100000">
                                          <p:val>
                                            <p:strVal val="#ppt_w"/>
                                          </p:val>
                                        </p:tav>
                                      </p:tavLst>
                                    </p:anim>
                                    <p:anim calcmode="lin" valueType="num">
                                      <p:cBhvr>
                                        <p:cTn id="65" dur="500" fill="hold"/>
                                        <p:tgtEl>
                                          <p:spTgt spid="16">
                                            <p:txEl>
                                              <p:pRg st="6" end="6"/>
                                            </p:txEl>
                                          </p:spTgt>
                                        </p:tgtEl>
                                        <p:attrNameLst>
                                          <p:attrName>ppt_h</p:attrName>
                                        </p:attrNameLst>
                                      </p:cBhvr>
                                      <p:tavLst>
                                        <p:tav tm="0">
                                          <p:val>
                                            <p:fltVal val="0"/>
                                          </p:val>
                                        </p:tav>
                                        <p:tav tm="100000">
                                          <p:val>
                                            <p:strVal val="#ppt_h"/>
                                          </p:val>
                                        </p:tav>
                                      </p:tavLst>
                                    </p:anim>
                                    <p:animEffect transition="in" filter="fade">
                                      <p:cBhvr>
                                        <p:cTn id="66" dur="500"/>
                                        <p:tgtEl>
                                          <p:spTgt spid="16">
                                            <p:txEl>
                                              <p:pRg st="6" end="6"/>
                                            </p:txEl>
                                          </p:spTgt>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53" presetClass="entr" presetSubtype="16" fill="hold" grpId="0" nodeType="clickEffect">
                                  <p:stCondLst>
                                    <p:cond delay="0"/>
                                  </p:stCondLst>
                                  <p:childTnLst>
                                    <p:set>
                                      <p:cBhvr>
                                        <p:cTn id="70" dur="1" fill="hold">
                                          <p:stCondLst>
                                            <p:cond delay="0"/>
                                          </p:stCondLst>
                                        </p:cTn>
                                        <p:tgtEl>
                                          <p:spTgt spid="17"/>
                                        </p:tgtEl>
                                        <p:attrNameLst>
                                          <p:attrName>style.visibility</p:attrName>
                                        </p:attrNameLst>
                                      </p:cBhvr>
                                      <p:to>
                                        <p:strVal val="visible"/>
                                      </p:to>
                                    </p:set>
                                    <p:anim calcmode="lin" valueType="num">
                                      <p:cBhvr>
                                        <p:cTn id="71" dur="500" fill="hold"/>
                                        <p:tgtEl>
                                          <p:spTgt spid="17"/>
                                        </p:tgtEl>
                                        <p:attrNameLst>
                                          <p:attrName>ppt_w</p:attrName>
                                        </p:attrNameLst>
                                      </p:cBhvr>
                                      <p:tavLst>
                                        <p:tav tm="0">
                                          <p:val>
                                            <p:fltVal val="0"/>
                                          </p:val>
                                        </p:tav>
                                        <p:tav tm="100000">
                                          <p:val>
                                            <p:strVal val="#ppt_w"/>
                                          </p:val>
                                        </p:tav>
                                      </p:tavLst>
                                    </p:anim>
                                    <p:anim calcmode="lin" valueType="num">
                                      <p:cBhvr>
                                        <p:cTn id="72" dur="500" fill="hold"/>
                                        <p:tgtEl>
                                          <p:spTgt spid="17"/>
                                        </p:tgtEl>
                                        <p:attrNameLst>
                                          <p:attrName>ppt_h</p:attrName>
                                        </p:attrNameLst>
                                      </p:cBhvr>
                                      <p:tavLst>
                                        <p:tav tm="0">
                                          <p:val>
                                            <p:fltVal val="0"/>
                                          </p:val>
                                        </p:tav>
                                        <p:tav tm="100000">
                                          <p:val>
                                            <p:strVal val="#ppt_h"/>
                                          </p:val>
                                        </p:tav>
                                      </p:tavLst>
                                    </p:anim>
                                    <p:animEffect transition="in" filter="fade">
                                      <p:cBhvr>
                                        <p:cTn id="73" dur="500"/>
                                        <p:tgtEl>
                                          <p:spTgt spid="17"/>
                                        </p:tgtEl>
                                      </p:cBhvr>
                                    </p:animEffect>
                                  </p:childTnLst>
                                </p:cTn>
                              </p:par>
                              <p:par>
                                <p:cTn id="74" presetID="53" presetClass="entr" presetSubtype="0" fill="hold" grpId="0" nodeType="withEffect">
                                  <p:stCondLst>
                                    <p:cond delay="0"/>
                                  </p:stCondLst>
                                  <p:childTnLst>
                                    <p:set>
                                      <p:cBhvr>
                                        <p:cTn id="75" dur="1" fill="hold">
                                          <p:stCondLst>
                                            <p:cond delay="0"/>
                                          </p:stCondLst>
                                        </p:cTn>
                                        <p:tgtEl>
                                          <p:spTgt spid="19"/>
                                        </p:tgtEl>
                                        <p:attrNameLst>
                                          <p:attrName>style.visibility</p:attrName>
                                        </p:attrNameLst>
                                      </p:cBhvr>
                                      <p:to>
                                        <p:strVal val="visible"/>
                                      </p:to>
                                    </p:set>
                                    <p:anim calcmode="lin" valueType="num">
                                      <p:cBhvr>
                                        <p:cTn id="76" dur="500" fill="hold"/>
                                        <p:tgtEl>
                                          <p:spTgt spid="19"/>
                                        </p:tgtEl>
                                        <p:attrNameLst>
                                          <p:attrName>ppt_w</p:attrName>
                                        </p:attrNameLst>
                                      </p:cBhvr>
                                      <p:tavLst>
                                        <p:tav tm="0">
                                          <p:val>
                                            <p:fltVal val="0"/>
                                          </p:val>
                                        </p:tav>
                                        <p:tav tm="100000">
                                          <p:val>
                                            <p:strVal val="#ppt_w"/>
                                          </p:val>
                                        </p:tav>
                                      </p:tavLst>
                                    </p:anim>
                                    <p:anim calcmode="lin" valueType="num">
                                      <p:cBhvr>
                                        <p:cTn id="77" dur="500" fill="hold"/>
                                        <p:tgtEl>
                                          <p:spTgt spid="19"/>
                                        </p:tgtEl>
                                        <p:attrNameLst>
                                          <p:attrName>ppt_h</p:attrName>
                                        </p:attrNameLst>
                                      </p:cBhvr>
                                      <p:tavLst>
                                        <p:tav tm="0">
                                          <p:val>
                                            <p:fltVal val="0"/>
                                          </p:val>
                                        </p:tav>
                                        <p:tav tm="100000">
                                          <p:val>
                                            <p:strVal val="#ppt_h"/>
                                          </p:val>
                                        </p:tav>
                                      </p:tavLst>
                                    </p:anim>
                                    <p:animEffect transition="in" filter="fade">
                                      <p:cBhvr>
                                        <p:cTn id="78" dur="500"/>
                                        <p:tgtEl>
                                          <p:spTgt spid="19"/>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53" presetClass="entr" presetSubtype="16" fill="hold" grpId="0" nodeType="clickEffect">
                                  <p:stCondLst>
                                    <p:cond delay="0"/>
                                  </p:stCondLst>
                                  <p:childTnLst>
                                    <p:set>
                                      <p:cBhvr>
                                        <p:cTn id="82" dur="1" fill="hold">
                                          <p:stCondLst>
                                            <p:cond delay="0"/>
                                          </p:stCondLst>
                                        </p:cTn>
                                        <p:tgtEl>
                                          <p:spTgt spid="18"/>
                                        </p:tgtEl>
                                        <p:attrNameLst>
                                          <p:attrName>style.visibility</p:attrName>
                                        </p:attrNameLst>
                                      </p:cBhvr>
                                      <p:to>
                                        <p:strVal val="visible"/>
                                      </p:to>
                                    </p:set>
                                    <p:anim calcmode="lin" valueType="num">
                                      <p:cBhvr>
                                        <p:cTn id="83" dur="500" fill="hold"/>
                                        <p:tgtEl>
                                          <p:spTgt spid="18"/>
                                        </p:tgtEl>
                                        <p:attrNameLst>
                                          <p:attrName>ppt_w</p:attrName>
                                        </p:attrNameLst>
                                      </p:cBhvr>
                                      <p:tavLst>
                                        <p:tav tm="0">
                                          <p:val>
                                            <p:fltVal val="0"/>
                                          </p:val>
                                        </p:tav>
                                        <p:tav tm="100000">
                                          <p:val>
                                            <p:strVal val="#ppt_w"/>
                                          </p:val>
                                        </p:tav>
                                      </p:tavLst>
                                    </p:anim>
                                    <p:anim calcmode="lin" valueType="num">
                                      <p:cBhvr>
                                        <p:cTn id="84" dur="500" fill="hold"/>
                                        <p:tgtEl>
                                          <p:spTgt spid="18"/>
                                        </p:tgtEl>
                                        <p:attrNameLst>
                                          <p:attrName>ppt_h</p:attrName>
                                        </p:attrNameLst>
                                      </p:cBhvr>
                                      <p:tavLst>
                                        <p:tav tm="0">
                                          <p:val>
                                            <p:fltVal val="0"/>
                                          </p:val>
                                        </p:tav>
                                        <p:tav tm="100000">
                                          <p:val>
                                            <p:strVal val="#ppt_h"/>
                                          </p:val>
                                        </p:tav>
                                      </p:tavLst>
                                    </p:anim>
                                    <p:animEffect transition="in" filter="fade">
                                      <p:cBhvr>
                                        <p:cTn id="85" dur="500"/>
                                        <p:tgtEl>
                                          <p:spTgt spid="18"/>
                                        </p:tgtEl>
                                      </p:cBhvr>
                                    </p:animEffect>
                                  </p:childTnLst>
                                </p:cTn>
                              </p:par>
                              <p:par>
                                <p:cTn id="86" presetID="53" presetClass="entr" presetSubtype="0" fill="hold" grpId="0" nodeType="withEffect">
                                  <p:stCondLst>
                                    <p:cond delay="0"/>
                                  </p:stCondLst>
                                  <p:childTnLst>
                                    <p:set>
                                      <p:cBhvr>
                                        <p:cTn id="87" dur="1" fill="hold">
                                          <p:stCondLst>
                                            <p:cond delay="0"/>
                                          </p:stCondLst>
                                        </p:cTn>
                                        <p:tgtEl>
                                          <p:spTgt spid="15"/>
                                        </p:tgtEl>
                                        <p:attrNameLst>
                                          <p:attrName>style.visibility</p:attrName>
                                        </p:attrNameLst>
                                      </p:cBhvr>
                                      <p:to>
                                        <p:strVal val="visible"/>
                                      </p:to>
                                    </p:set>
                                    <p:anim calcmode="lin" valueType="num">
                                      <p:cBhvr>
                                        <p:cTn id="88" dur="500" fill="hold"/>
                                        <p:tgtEl>
                                          <p:spTgt spid="15"/>
                                        </p:tgtEl>
                                        <p:attrNameLst>
                                          <p:attrName>ppt_w</p:attrName>
                                        </p:attrNameLst>
                                      </p:cBhvr>
                                      <p:tavLst>
                                        <p:tav tm="0">
                                          <p:val>
                                            <p:fltVal val="0"/>
                                          </p:val>
                                        </p:tav>
                                        <p:tav tm="100000">
                                          <p:val>
                                            <p:strVal val="#ppt_w"/>
                                          </p:val>
                                        </p:tav>
                                      </p:tavLst>
                                    </p:anim>
                                    <p:anim calcmode="lin" valueType="num">
                                      <p:cBhvr>
                                        <p:cTn id="89" dur="500" fill="hold"/>
                                        <p:tgtEl>
                                          <p:spTgt spid="15"/>
                                        </p:tgtEl>
                                        <p:attrNameLst>
                                          <p:attrName>ppt_h</p:attrName>
                                        </p:attrNameLst>
                                      </p:cBhvr>
                                      <p:tavLst>
                                        <p:tav tm="0">
                                          <p:val>
                                            <p:fltVal val="0"/>
                                          </p:val>
                                        </p:tav>
                                        <p:tav tm="100000">
                                          <p:val>
                                            <p:strVal val="#ppt_h"/>
                                          </p:val>
                                        </p:tav>
                                      </p:tavLst>
                                    </p:anim>
                                    <p:animEffect transition="in" filter="fade">
                                      <p:cBhvr>
                                        <p:cTn id="90" dur="500"/>
                                        <p:tgtEl>
                                          <p:spTgt spid="15"/>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53" presetClass="entr" presetSubtype="0" fill="hold" nodeType="clickEffect">
                                  <p:stCondLst>
                                    <p:cond delay="0"/>
                                  </p:stCondLst>
                                  <p:childTnLst>
                                    <p:set>
                                      <p:cBhvr>
                                        <p:cTn id="94" dur="1" fill="hold">
                                          <p:stCondLst>
                                            <p:cond delay="0"/>
                                          </p:stCondLst>
                                        </p:cTn>
                                        <p:tgtEl>
                                          <p:spTgt spid="8">
                                            <p:txEl>
                                              <p:pRg st="8" end="8"/>
                                            </p:txEl>
                                          </p:spTgt>
                                        </p:tgtEl>
                                        <p:attrNameLst>
                                          <p:attrName>style.visibility</p:attrName>
                                        </p:attrNameLst>
                                      </p:cBhvr>
                                      <p:to>
                                        <p:strVal val="visible"/>
                                      </p:to>
                                    </p:set>
                                    <p:anim calcmode="lin" valueType="num">
                                      <p:cBhvr>
                                        <p:cTn id="95" dur="500" fill="hold"/>
                                        <p:tgtEl>
                                          <p:spTgt spid="8">
                                            <p:txEl>
                                              <p:pRg st="8" end="8"/>
                                            </p:txEl>
                                          </p:spTgt>
                                        </p:tgtEl>
                                        <p:attrNameLst>
                                          <p:attrName>ppt_w</p:attrName>
                                        </p:attrNameLst>
                                      </p:cBhvr>
                                      <p:tavLst>
                                        <p:tav tm="0">
                                          <p:val>
                                            <p:fltVal val="0"/>
                                          </p:val>
                                        </p:tav>
                                        <p:tav tm="100000">
                                          <p:val>
                                            <p:strVal val="#ppt_w"/>
                                          </p:val>
                                        </p:tav>
                                      </p:tavLst>
                                    </p:anim>
                                    <p:anim calcmode="lin" valueType="num">
                                      <p:cBhvr>
                                        <p:cTn id="96" dur="500" fill="hold"/>
                                        <p:tgtEl>
                                          <p:spTgt spid="8">
                                            <p:txEl>
                                              <p:pRg st="8" end="8"/>
                                            </p:txEl>
                                          </p:spTgt>
                                        </p:tgtEl>
                                        <p:attrNameLst>
                                          <p:attrName>ppt_h</p:attrName>
                                        </p:attrNameLst>
                                      </p:cBhvr>
                                      <p:tavLst>
                                        <p:tav tm="0">
                                          <p:val>
                                            <p:fltVal val="0"/>
                                          </p:val>
                                        </p:tav>
                                        <p:tav tm="100000">
                                          <p:val>
                                            <p:strVal val="#ppt_h"/>
                                          </p:val>
                                        </p:tav>
                                      </p:tavLst>
                                    </p:anim>
                                    <p:animEffect transition="in" filter="fade">
                                      <p:cBhvr>
                                        <p:cTn id="97" dur="500"/>
                                        <p:tgtEl>
                                          <p:spTgt spid="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5" grpId="0"/>
      <p:bldP spid="17" grpId="0" animBg="1"/>
      <p:bldP spid="18" grpId="0" animBg="1"/>
      <p:bldP spid="1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BCDF4573-8794-4BFF-B791-FD49E64BABD4}"/>
              </a:ext>
            </a:extLst>
          </p:cNvPr>
          <p:cNvSpPr>
            <a:spLocks noGrp="1" noChangeArrowheads="1"/>
          </p:cNvSpPr>
          <p:nvPr>
            <p:ph type="title"/>
          </p:nvPr>
        </p:nvSpPr>
        <p:spPr>
          <a:xfrm>
            <a:off x="714375" y="268288"/>
            <a:ext cx="8388350" cy="358775"/>
          </a:xfrm>
        </p:spPr>
        <p:txBody>
          <a:bodyPr/>
          <a:lstStyle/>
          <a:p>
            <a:pPr eaLnBrk="1" hangingPunct="1"/>
            <a:r>
              <a:rPr lang="zh-CN" altLang="en-US" sz="3000">
                <a:solidFill>
                  <a:schemeClr val="tx1"/>
                </a:solidFill>
                <a:latin typeface="微软雅黑" panose="020B0503020204020204" pitchFamily="34" charset="-122"/>
                <a:ea typeface="微软雅黑" panose="020B0503020204020204" pitchFamily="34" charset="-122"/>
              </a:rPr>
              <a:t>最左推导和最右推导的唯一性</a:t>
            </a:r>
            <a:endPar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矩形 5">
            <a:extLst>
              <a:ext uri="{FF2B5EF4-FFF2-40B4-BE49-F238E27FC236}">
                <a16:creationId xmlns:a16="http://schemas.microsoft.com/office/drawing/2014/main" id="{766782DC-085C-44A7-AD8D-9F0602A7619A}"/>
              </a:ext>
            </a:extLst>
          </p:cNvPr>
          <p:cNvSpPr/>
          <p:nvPr/>
        </p:nvSpPr>
        <p:spPr>
          <a:xfrm>
            <a:off x="6072188" y="755650"/>
            <a:ext cx="2414587" cy="2032000"/>
          </a:xfrm>
          <a:prstGeom prst="rect">
            <a:avLst/>
          </a:prstGeom>
          <a:solidFill>
            <a:schemeClr val="accent2">
              <a:lumMod val="40000"/>
              <a:lumOff val="60000"/>
            </a:schemeClr>
          </a:solidFill>
          <a:ln w="12700">
            <a:solidFill>
              <a:schemeClr val="tx1"/>
            </a:solidFill>
          </a:ln>
        </p:spPr>
        <p:txBody>
          <a:bodyPr>
            <a:spAutoFit/>
          </a:bodyPr>
          <a:lstStyle/>
          <a:p>
            <a:pPr marL="190500" lvl="1" indent="-285750">
              <a:spcBef>
                <a:spcPct val="20000"/>
              </a:spcBef>
              <a:buClr>
                <a:srgbClr val="3333CC"/>
              </a:buClr>
              <a:buSzPct val="75000"/>
              <a:defRPr/>
            </a:pPr>
            <a:r>
              <a:rPr kumimoji="1" lang="en-US" altLang="zh-CN" b="1" i="1" kern="0" dirty="0">
                <a:solidFill>
                  <a:srgbClr val="FF0000"/>
                </a:solidFill>
                <a:latin typeface="Times New Roman" pitchFamily="18" charset="0"/>
                <a:cs typeface="Times New Roman" pitchFamily="18" charset="0"/>
              </a:rPr>
              <a:t>E</a:t>
            </a:r>
            <a:r>
              <a:rPr kumimoji="1" lang="en-US" altLang="zh-CN" b="1" kern="0" dirty="0">
                <a:solidFill>
                  <a:srgbClr val="000000"/>
                </a:solidFill>
                <a:latin typeface="Times New Roman" pitchFamily="18" charset="0"/>
                <a:cs typeface="Times New Roman" pitchFamily="18" charset="0"/>
              </a:rPr>
              <a:t> </a:t>
            </a:r>
            <a:r>
              <a:rPr kumimoji="1" lang="en-US" altLang="zh-CN" b="1" kern="0" dirty="0">
                <a:solidFill>
                  <a:srgbClr val="000000"/>
                </a:solidFill>
                <a:latin typeface="Times New Roman" pitchFamily="18" charset="0"/>
                <a:cs typeface="Times New Roman" pitchFamily="18" charset="0"/>
                <a:sym typeface="Symbol" pitchFamily="18" charset="2"/>
              </a:rPr>
              <a:t></a:t>
            </a:r>
            <a:r>
              <a:rPr kumimoji="1" lang="en-US" altLang="zh-CN" b="1" i="1" baseline="-25000" dirty="0">
                <a:solidFill>
                  <a:srgbClr val="000000"/>
                </a:solidFill>
                <a:latin typeface="Times New Roman" pitchFamily="18" charset="0"/>
              </a:rPr>
              <a:t>lm</a:t>
            </a:r>
            <a:r>
              <a:rPr kumimoji="1" lang="en-US" altLang="zh-CN" b="1" kern="0" dirty="0">
                <a:solidFill>
                  <a:srgbClr val="000000"/>
                </a:solidFill>
                <a:latin typeface="Times New Roman" pitchFamily="18" charset="0"/>
                <a:cs typeface="Times New Roman" pitchFamily="18" charset="0"/>
              </a:rPr>
              <a:t> </a:t>
            </a:r>
            <a:r>
              <a:rPr kumimoji="1" lang="en-US" altLang="zh-CN" b="1" i="1" kern="0" dirty="0">
                <a:solidFill>
                  <a:srgbClr val="FF0000"/>
                </a:solidFill>
                <a:latin typeface="Times New Roman" pitchFamily="18" charset="0"/>
                <a:cs typeface="Times New Roman" pitchFamily="18" charset="0"/>
              </a:rPr>
              <a:t>E</a:t>
            </a:r>
            <a:r>
              <a:rPr kumimoji="1" lang="en-US" altLang="zh-CN" b="1" i="1" kern="0" dirty="0">
                <a:solidFill>
                  <a:srgbClr val="000000"/>
                </a:solidFill>
                <a:latin typeface="Times New Roman" pitchFamily="18" charset="0"/>
                <a:cs typeface="Times New Roman" pitchFamily="18" charset="0"/>
              </a:rPr>
              <a:t> </a:t>
            </a:r>
            <a:r>
              <a:rPr kumimoji="1" lang="en-US" altLang="zh-CN" b="1" kern="0" dirty="0">
                <a:solidFill>
                  <a:srgbClr val="000000"/>
                </a:solidFill>
                <a:latin typeface="Times New Roman" pitchFamily="18" charset="0"/>
                <a:cs typeface="Times New Roman" pitchFamily="18" charset="0"/>
              </a:rPr>
              <a:t>+ </a:t>
            </a:r>
            <a:r>
              <a:rPr kumimoji="1" lang="en-US" altLang="zh-CN" b="1" i="1" kern="0" dirty="0">
                <a:solidFill>
                  <a:srgbClr val="000000"/>
                </a:solidFill>
                <a:latin typeface="Times New Roman" pitchFamily="18" charset="0"/>
                <a:cs typeface="Times New Roman" pitchFamily="18" charset="0"/>
              </a:rPr>
              <a:t>E</a:t>
            </a:r>
            <a:r>
              <a:rPr kumimoji="1" lang="en-US" altLang="zh-CN" b="1" kern="0" dirty="0">
                <a:solidFill>
                  <a:srgbClr val="000000"/>
                </a:solidFill>
                <a:latin typeface="Times New Roman" pitchFamily="18" charset="0"/>
                <a:cs typeface="Times New Roman" pitchFamily="18" charset="0"/>
              </a:rPr>
              <a:t> </a:t>
            </a:r>
          </a:p>
          <a:p>
            <a:pPr marL="190500" lvl="1" indent="-285750">
              <a:spcBef>
                <a:spcPct val="20000"/>
              </a:spcBef>
              <a:buClr>
                <a:srgbClr val="3333CC"/>
              </a:buClr>
              <a:buSzPct val="75000"/>
              <a:defRPr/>
            </a:pPr>
            <a:r>
              <a:rPr kumimoji="1" lang="en-US" altLang="zh-CN" b="1" kern="0" dirty="0">
                <a:solidFill>
                  <a:srgbClr val="000000"/>
                </a:solidFill>
                <a:latin typeface="Times New Roman" pitchFamily="18" charset="0"/>
                <a:cs typeface="Times New Roman" pitchFamily="18" charset="0"/>
                <a:sym typeface="Symbol" pitchFamily="18" charset="2"/>
              </a:rPr>
              <a:t>   </a:t>
            </a:r>
            <a:r>
              <a:rPr kumimoji="1" lang="en-US" altLang="zh-CN" b="1" i="1" baseline="-25000" dirty="0">
                <a:solidFill>
                  <a:srgbClr val="000000"/>
                </a:solidFill>
                <a:latin typeface="Times New Roman" pitchFamily="18" charset="0"/>
              </a:rPr>
              <a:t>lm</a:t>
            </a:r>
            <a:r>
              <a:rPr kumimoji="1" lang="en-US" altLang="zh-CN" b="1" kern="0" dirty="0">
                <a:solidFill>
                  <a:srgbClr val="000000"/>
                </a:solidFill>
                <a:latin typeface="Times New Roman" pitchFamily="18" charset="0"/>
                <a:cs typeface="Times New Roman" pitchFamily="18" charset="0"/>
              </a:rPr>
              <a:t> </a:t>
            </a:r>
            <a:r>
              <a:rPr kumimoji="1" lang="en-US" altLang="zh-CN" b="1" u="sng" kern="0" dirty="0">
                <a:solidFill>
                  <a:srgbClr val="000000"/>
                </a:solidFill>
                <a:latin typeface="Times New Roman" pitchFamily="18" charset="0"/>
                <a:cs typeface="Times New Roman" pitchFamily="18" charset="0"/>
              </a:rPr>
              <a:t>id</a:t>
            </a:r>
            <a:r>
              <a:rPr kumimoji="1" lang="en-US" altLang="zh-CN" b="1" kern="0" dirty="0">
                <a:solidFill>
                  <a:srgbClr val="000000"/>
                </a:solidFill>
                <a:latin typeface="Times New Roman" pitchFamily="18" charset="0"/>
                <a:cs typeface="Times New Roman" pitchFamily="18" charset="0"/>
              </a:rPr>
              <a:t> + </a:t>
            </a:r>
            <a:r>
              <a:rPr kumimoji="1" lang="en-US" altLang="zh-CN" b="1" i="1" kern="0" dirty="0">
                <a:solidFill>
                  <a:srgbClr val="FF0000"/>
                </a:solidFill>
                <a:latin typeface="Times New Roman" pitchFamily="18" charset="0"/>
                <a:cs typeface="Times New Roman" pitchFamily="18" charset="0"/>
              </a:rPr>
              <a:t>E</a:t>
            </a:r>
            <a:r>
              <a:rPr kumimoji="1" lang="en-US" altLang="zh-CN" b="1" kern="0" dirty="0">
                <a:solidFill>
                  <a:srgbClr val="000000"/>
                </a:solidFill>
                <a:latin typeface="Times New Roman" pitchFamily="18" charset="0"/>
                <a:cs typeface="Times New Roman" pitchFamily="18" charset="0"/>
              </a:rPr>
              <a:t> </a:t>
            </a:r>
          </a:p>
          <a:p>
            <a:pPr marL="190500" lvl="1" indent="-285750">
              <a:spcBef>
                <a:spcPct val="20000"/>
              </a:spcBef>
              <a:buClr>
                <a:srgbClr val="3333CC"/>
              </a:buClr>
              <a:buSzPct val="75000"/>
              <a:defRPr/>
            </a:pPr>
            <a:r>
              <a:rPr kumimoji="1" lang="en-US" altLang="zh-CN" b="1" kern="0" dirty="0">
                <a:solidFill>
                  <a:srgbClr val="000000"/>
                </a:solidFill>
                <a:latin typeface="Times New Roman" pitchFamily="18" charset="0"/>
                <a:ea typeface="楷体_GB2312" pitchFamily="49" charset="-122"/>
                <a:cs typeface="Times New Roman" pitchFamily="18" charset="0"/>
                <a:sym typeface="Symbol" pitchFamily="18" charset="2"/>
              </a:rPr>
              <a:t>   </a:t>
            </a:r>
            <a:r>
              <a:rPr kumimoji="1" lang="en-US" altLang="zh-CN" b="1" kern="0" dirty="0">
                <a:solidFill>
                  <a:srgbClr val="000000"/>
                </a:solidFill>
                <a:latin typeface="Times New Roman" pitchFamily="18" charset="0"/>
                <a:cs typeface="Times New Roman" pitchFamily="18" charset="0"/>
                <a:sym typeface="Symbol" pitchFamily="18" charset="2"/>
              </a:rPr>
              <a:t></a:t>
            </a:r>
            <a:r>
              <a:rPr kumimoji="1" lang="en-US" altLang="zh-CN" b="1" i="1" baseline="-25000" dirty="0">
                <a:solidFill>
                  <a:srgbClr val="000000"/>
                </a:solidFill>
                <a:latin typeface="Times New Roman" pitchFamily="18" charset="0"/>
              </a:rPr>
              <a:t>lm</a:t>
            </a:r>
            <a:r>
              <a:rPr kumimoji="1" lang="en-US" altLang="zh-CN" b="1" kern="0" dirty="0">
                <a:solidFill>
                  <a:srgbClr val="000000"/>
                </a:solidFill>
                <a:latin typeface="Times New Roman" pitchFamily="18" charset="0"/>
                <a:cs typeface="Times New Roman" pitchFamily="18" charset="0"/>
              </a:rPr>
              <a:t> id + </a:t>
            </a:r>
            <a:r>
              <a:rPr kumimoji="1" lang="en-US" altLang="zh-CN" b="1" u="sng" kern="0" dirty="0">
                <a:solidFill>
                  <a:srgbClr val="000000"/>
                </a:solidFill>
                <a:latin typeface="Times New Roman" pitchFamily="18" charset="0"/>
                <a:cs typeface="Times New Roman" pitchFamily="18" charset="0"/>
              </a:rPr>
              <a:t>( </a:t>
            </a:r>
            <a:r>
              <a:rPr kumimoji="1" lang="en-US" altLang="zh-CN" b="1" i="1" u="sng" kern="0" dirty="0">
                <a:solidFill>
                  <a:srgbClr val="FF0000"/>
                </a:solidFill>
                <a:latin typeface="Times New Roman" pitchFamily="18" charset="0"/>
                <a:cs typeface="Times New Roman" pitchFamily="18" charset="0"/>
              </a:rPr>
              <a:t>E</a:t>
            </a:r>
            <a:r>
              <a:rPr kumimoji="1" lang="en-US" altLang="zh-CN" b="1" i="1" u="sng" kern="0" dirty="0">
                <a:solidFill>
                  <a:srgbClr val="000000"/>
                </a:solidFill>
                <a:latin typeface="Times New Roman" pitchFamily="18" charset="0"/>
                <a:cs typeface="Times New Roman" pitchFamily="18" charset="0"/>
              </a:rPr>
              <a:t> </a:t>
            </a:r>
            <a:r>
              <a:rPr kumimoji="1" lang="en-US" altLang="zh-CN" b="1" u="sng" kern="0" dirty="0">
                <a:solidFill>
                  <a:srgbClr val="000000"/>
                </a:solidFill>
                <a:latin typeface="Times New Roman" pitchFamily="18" charset="0"/>
                <a:cs typeface="Times New Roman" pitchFamily="18" charset="0"/>
              </a:rPr>
              <a:t>)</a:t>
            </a:r>
            <a:r>
              <a:rPr kumimoji="1" lang="en-US" altLang="zh-CN" b="1" kern="0" dirty="0">
                <a:solidFill>
                  <a:srgbClr val="000000"/>
                </a:solidFill>
                <a:latin typeface="Times New Roman" pitchFamily="18" charset="0"/>
                <a:cs typeface="Times New Roman" pitchFamily="18" charset="0"/>
              </a:rPr>
              <a:t> </a:t>
            </a:r>
          </a:p>
          <a:p>
            <a:pPr marL="190500" lvl="1" indent="-285750">
              <a:spcBef>
                <a:spcPct val="20000"/>
              </a:spcBef>
              <a:buClr>
                <a:srgbClr val="3333CC"/>
              </a:buClr>
              <a:buSzPct val="75000"/>
              <a:defRPr/>
            </a:pPr>
            <a:r>
              <a:rPr kumimoji="1" lang="en-US" altLang="zh-CN" b="1" kern="0" dirty="0">
                <a:solidFill>
                  <a:srgbClr val="000000"/>
                </a:solidFill>
                <a:latin typeface="Times New Roman" pitchFamily="18" charset="0"/>
                <a:cs typeface="Times New Roman" pitchFamily="18" charset="0"/>
              </a:rPr>
              <a:t>   </a:t>
            </a:r>
            <a:r>
              <a:rPr kumimoji="1" lang="en-US" altLang="zh-CN" b="1" kern="0" dirty="0">
                <a:solidFill>
                  <a:srgbClr val="000000"/>
                </a:solidFill>
                <a:latin typeface="Times New Roman" pitchFamily="18" charset="0"/>
                <a:cs typeface="Times New Roman" pitchFamily="18" charset="0"/>
                <a:sym typeface="Symbol" pitchFamily="18" charset="2"/>
              </a:rPr>
              <a:t></a:t>
            </a:r>
            <a:r>
              <a:rPr kumimoji="1" lang="en-US" altLang="zh-CN" b="1" i="1" baseline="-25000" dirty="0">
                <a:solidFill>
                  <a:srgbClr val="000000"/>
                </a:solidFill>
                <a:latin typeface="Times New Roman" pitchFamily="18" charset="0"/>
              </a:rPr>
              <a:t>lm</a:t>
            </a:r>
            <a:r>
              <a:rPr kumimoji="1" lang="en-US" altLang="zh-CN" b="1" kern="0" dirty="0">
                <a:solidFill>
                  <a:srgbClr val="000000"/>
                </a:solidFill>
                <a:latin typeface="Times New Roman" pitchFamily="18" charset="0"/>
                <a:cs typeface="Times New Roman" pitchFamily="18" charset="0"/>
              </a:rPr>
              <a:t> id + ( </a:t>
            </a:r>
            <a:r>
              <a:rPr kumimoji="1" lang="en-US" altLang="zh-CN" b="1" i="1" u="sng" kern="0" dirty="0">
                <a:solidFill>
                  <a:srgbClr val="FF0000"/>
                </a:solidFill>
                <a:latin typeface="Times New Roman" pitchFamily="18" charset="0"/>
                <a:cs typeface="Times New Roman" pitchFamily="18" charset="0"/>
              </a:rPr>
              <a:t>E</a:t>
            </a:r>
            <a:r>
              <a:rPr kumimoji="1" lang="en-US" altLang="zh-CN" b="1" i="1" u="sng" kern="0" dirty="0">
                <a:solidFill>
                  <a:srgbClr val="000000"/>
                </a:solidFill>
                <a:latin typeface="Times New Roman" pitchFamily="18" charset="0"/>
                <a:cs typeface="Times New Roman" pitchFamily="18" charset="0"/>
              </a:rPr>
              <a:t> </a:t>
            </a:r>
            <a:r>
              <a:rPr kumimoji="1" lang="en-US" altLang="zh-CN" b="1" u="sng" kern="0" dirty="0">
                <a:solidFill>
                  <a:srgbClr val="000000"/>
                </a:solidFill>
                <a:latin typeface="Times New Roman" pitchFamily="18" charset="0"/>
                <a:cs typeface="Times New Roman" pitchFamily="18" charset="0"/>
              </a:rPr>
              <a:t>+ </a:t>
            </a:r>
            <a:r>
              <a:rPr kumimoji="1" lang="en-US" altLang="zh-CN" b="1" i="1" u="sng" kern="0" dirty="0">
                <a:solidFill>
                  <a:srgbClr val="000000"/>
                </a:solidFill>
                <a:latin typeface="Times New Roman" pitchFamily="18" charset="0"/>
                <a:cs typeface="Times New Roman" pitchFamily="18" charset="0"/>
              </a:rPr>
              <a:t>E</a:t>
            </a:r>
            <a:r>
              <a:rPr kumimoji="1" lang="en-US" altLang="zh-CN" b="1" i="1" kern="0" dirty="0">
                <a:solidFill>
                  <a:srgbClr val="000000"/>
                </a:solidFill>
                <a:latin typeface="Times New Roman" pitchFamily="18" charset="0"/>
                <a:cs typeface="Times New Roman" pitchFamily="18" charset="0"/>
              </a:rPr>
              <a:t> </a:t>
            </a:r>
            <a:r>
              <a:rPr kumimoji="1" lang="en-US" altLang="zh-CN" b="1" kern="0" dirty="0">
                <a:solidFill>
                  <a:srgbClr val="000000"/>
                </a:solidFill>
                <a:latin typeface="Times New Roman" pitchFamily="18" charset="0"/>
                <a:cs typeface="Times New Roman" pitchFamily="18" charset="0"/>
              </a:rPr>
              <a:t>) </a:t>
            </a:r>
          </a:p>
          <a:p>
            <a:pPr marL="190500" lvl="1" indent="-285750">
              <a:spcBef>
                <a:spcPct val="20000"/>
              </a:spcBef>
              <a:buClr>
                <a:srgbClr val="3333CC"/>
              </a:buClr>
              <a:buSzPct val="75000"/>
              <a:defRPr/>
            </a:pPr>
            <a:r>
              <a:rPr kumimoji="1" lang="en-US" altLang="zh-CN" b="1" kern="0" dirty="0">
                <a:solidFill>
                  <a:srgbClr val="000000"/>
                </a:solidFill>
                <a:latin typeface="Times New Roman" pitchFamily="18" charset="0"/>
                <a:cs typeface="Times New Roman" pitchFamily="18" charset="0"/>
                <a:sym typeface="Symbol" pitchFamily="18" charset="2"/>
              </a:rPr>
              <a:t>   </a:t>
            </a:r>
            <a:r>
              <a:rPr kumimoji="1" lang="en-US" altLang="zh-CN" b="1" i="1" baseline="-25000" dirty="0">
                <a:solidFill>
                  <a:srgbClr val="000000"/>
                </a:solidFill>
                <a:latin typeface="Times New Roman" pitchFamily="18" charset="0"/>
              </a:rPr>
              <a:t>lm</a:t>
            </a:r>
            <a:r>
              <a:rPr kumimoji="1" lang="en-US" altLang="zh-CN" b="1" kern="0" dirty="0">
                <a:solidFill>
                  <a:srgbClr val="000000"/>
                </a:solidFill>
                <a:latin typeface="Times New Roman" pitchFamily="18" charset="0"/>
                <a:cs typeface="Times New Roman" pitchFamily="18" charset="0"/>
              </a:rPr>
              <a:t> id + ( </a:t>
            </a:r>
            <a:r>
              <a:rPr kumimoji="1" lang="en-US" altLang="zh-CN" b="1" u="sng" kern="0" dirty="0">
                <a:solidFill>
                  <a:srgbClr val="000000"/>
                </a:solidFill>
                <a:latin typeface="Times New Roman" pitchFamily="18" charset="0"/>
                <a:cs typeface="Times New Roman" pitchFamily="18" charset="0"/>
              </a:rPr>
              <a:t>id</a:t>
            </a:r>
            <a:r>
              <a:rPr kumimoji="1" lang="en-US" altLang="zh-CN" b="1" kern="0" dirty="0">
                <a:solidFill>
                  <a:srgbClr val="000000"/>
                </a:solidFill>
                <a:latin typeface="Times New Roman" pitchFamily="18" charset="0"/>
                <a:cs typeface="Times New Roman" pitchFamily="18" charset="0"/>
              </a:rPr>
              <a:t> + </a:t>
            </a:r>
            <a:r>
              <a:rPr kumimoji="1" lang="en-US" altLang="zh-CN" b="1" i="1" kern="0" dirty="0">
                <a:solidFill>
                  <a:srgbClr val="FF0000"/>
                </a:solidFill>
                <a:latin typeface="Times New Roman" pitchFamily="18" charset="0"/>
                <a:cs typeface="Times New Roman" pitchFamily="18" charset="0"/>
              </a:rPr>
              <a:t>E</a:t>
            </a:r>
            <a:r>
              <a:rPr kumimoji="1" lang="en-US" altLang="zh-CN" b="1" i="1" kern="0" dirty="0">
                <a:solidFill>
                  <a:srgbClr val="000000"/>
                </a:solidFill>
                <a:latin typeface="Times New Roman" pitchFamily="18" charset="0"/>
                <a:cs typeface="Times New Roman" pitchFamily="18" charset="0"/>
              </a:rPr>
              <a:t> </a:t>
            </a:r>
            <a:r>
              <a:rPr kumimoji="1" lang="en-US" altLang="zh-CN" b="1" kern="0" dirty="0">
                <a:solidFill>
                  <a:srgbClr val="000000"/>
                </a:solidFill>
                <a:latin typeface="Times New Roman" pitchFamily="18" charset="0"/>
                <a:cs typeface="Times New Roman" pitchFamily="18" charset="0"/>
              </a:rPr>
              <a:t>)</a:t>
            </a:r>
          </a:p>
          <a:p>
            <a:pPr marL="190500" lvl="1" indent="-285750">
              <a:spcBef>
                <a:spcPct val="20000"/>
              </a:spcBef>
              <a:buClr>
                <a:srgbClr val="3333CC"/>
              </a:buClr>
              <a:buSzPct val="75000"/>
              <a:defRPr/>
            </a:pPr>
            <a:r>
              <a:rPr kumimoji="1" lang="en-US" altLang="zh-CN" b="1" kern="0" dirty="0">
                <a:solidFill>
                  <a:srgbClr val="000000"/>
                </a:solidFill>
                <a:latin typeface="Times New Roman" pitchFamily="18" charset="0"/>
                <a:cs typeface="Times New Roman" pitchFamily="18" charset="0"/>
              </a:rPr>
              <a:t>   </a:t>
            </a:r>
            <a:r>
              <a:rPr kumimoji="1" lang="en-US" altLang="zh-CN" b="1" kern="0" dirty="0">
                <a:solidFill>
                  <a:srgbClr val="000000"/>
                </a:solidFill>
                <a:latin typeface="Times New Roman" pitchFamily="18" charset="0"/>
                <a:cs typeface="Times New Roman" pitchFamily="18" charset="0"/>
                <a:sym typeface="Symbol" pitchFamily="18" charset="2"/>
              </a:rPr>
              <a:t></a:t>
            </a:r>
            <a:r>
              <a:rPr kumimoji="1" lang="en-US" altLang="zh-CN" b="1" i="1" baseline="-25000" dirty="0">
                <a:solidFill>
                  <a:srgbClr val="000000"/>
                </a:solidFill>
                <a:latin typeface="Times New Roman" pitchFamily="18" charset="0"/>
              </a:rPr>
              <a:t>lm</a:t>
            </a:r>
            <a:r>
              <a:rPr kumimoji="1" lang="en-US" altLang="zh-CN" b="1" kern="0" dirty="0">
                <a:solidFill>
                  <a:srgbClr val="000000"/>
                </a:solidFill>
                <a:latin typeface="Times New Roman" pitchFamily="18" charset="0"/>
                <a:cs typeface="Times New Roman" pitchFamily="18" charset="0"/>
              </a:rPr>
              <a:t> id + ( id + </a:t>
            </a:r>
            <a:r>
              <a:rPr kumimoji="1" lang="en-US" altLang="zh-CN" b="1" u="sng" kern="0" dirty="0">
                <a:solidFill>
                  <a:srgbClr val="000000"/>
                </a:solidFill>
                <a:latin typeface="Times New Roman" pitchFamily="18" charset="0"/>
                <a:cs typeface="Times New Roman" pitchFamily="18" charset="0"/>
              </a:rPr>
              <a:t>id</a:t>
            </a:r>
            <a:r>
              <a:rPr kumimoji="1" lang="en-US" altLang="zh-CN" b="1" kern="0" dirty="0">
                <a:solidFill>
                  <a:srgbClr val="000000"/>
                </a:solidFill>
                <a:latin typeface="Times New Roman" pitchFamily="18" charset="0"/>
                <a:cs typeface="Times New Roman" pitchFamily="18" charset="0"/>
              </a:rPr>
              <a:t> )</a:t>
            </a:r>
          </a:p>
        </p:txBody>
      </p:sp>
      <p:grpSp>
        <p:nvGrpSpPr>
          <p:cNvPr id="2" name="组合 3">
            <a:extLst>
              <a:ext uri="{FF2B5EF4-FFF2-40B4-BE49-F238E27FC236}">
                <a16:creationId xmlns:a16="http://schemas.microsoft.com/office/drawing/2014/main" id="{D63DC5FA-98F5-4516-BD14-F2C4CF2423CB}"/>
              </a:ext>
            </a:extLst>
          </p:cNvPr>
          <p:cNvGrpSpPr>
            <a:grpSpLocks/>
          </p:cNvGrpSpPr>
          <p:nvPr/>
        </p:nvGrpSpPr>
        <p:grpSpPr bwMode="auto">
          <a:xfrm>
            <a:off x="3286125" y="1643063"/>
            <a:ext cx="2720975" cy="2109787"/>
            <a:chOff x="3315223" y="3225232"/>
            <a:chExt cx="2720535" cy="2815873"/>
          </a:xfrm>
        </p:grpSpPr>
        <p:sp>
          <p:nvSpPr>
            <p:cNvPr id="3" name="矩形 2">
              <a:extLst>
                <a:ext uri="{FF2B5EF4-FFF2-40B4-BE49-F238E27FC236}">
                  <a16:creationId xmlns:a16="http://schemas.microsoft.com/office/drawing/2014/main" id="{1AFCCE7F-8C75-4A60-A302-A40A0BF6CFC1}"/>
                </a:ext>
              </a:extLst>
            </p:cNvPr>
            <p:cNvSpPr/>
            <p:nvPr/>
          </p:nvSpPr>
          <p:spPr>
            <a:xfrm>
              <a:off x="4026308" y="3225232"/>
              <a:ext cx="503157" cy="2881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2000" b="1" i="1" dirty="0">
                  <a:solidFill>
                    <a:schemeClr val="tx1"/>
                  </a:solidFill>
                  <a:latin typeface="Times New Roman" pitchFamily="18" charset="0"/>
                  <a:cs typeface="Times New Roman" pitchFamily="18" charset="0"/>
                </a:rPr>
                <a:t>E</a:t>
              </a:r>
              <a:endParaRPr lang="zh-CN" altLang="en-US" sz="2000" b="1" i="1" dirty="0">
                <a:solidFill>
                  <a:schemeClr val="tx1"/>
                </a:solidFill>
                <a:latin typeface="Times New Roman" pitchFamily="18" charset="0"/>
                <a:cs typeface="Times New Roman" pitchFamily="18" charset="0"/>
              </a:endParaRPr>
            </a:p>
          </p:txBody>
        </p:sp>
        <p:cxnSp>
          <p:nvCxnSpPr>
            <p:cNvPr id="5" name="直接连接符 4">
              <a:extLst>
                <a:ext uri="{FF2B5EF4-FFF2-40B4-BE49-F238E27FC236}">
                  <a16:creationId xmlns:a16="http://schemas.microsoft.com/office/drawing/2014/main" id="{47C68301-1FAF-4EB4-A42E-96297B63268F}"/>
                </a:ext>
              </a:extLst>
            </p:cNvPr>
            <p:cNvCxnSpPr/>
            <p:nvPr/>
          </p:nvCxnSpPr>
          <p:spPr>
            <a:xfrm flipH="1">
              <a:off x="3567595" y="3608733"/>
              <a:ext cx="682515" cy="25001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866B88B3-21D2-4AAD-93B8-F2681FB2B981}"/>
                </a:ext>
              </a:extLst>
            </p:cNvPr>
            <p:cNvCxnSpPr/>
            <p:nvPr/>
          </p:nvCxnSpPr>
          <p:spPr>
            <a:xfrm>
              <a:off x="4250110" y="3608733"/>
              <a:ext cx="0" cy="2775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0347F287-DED1-4248-9313-FC716F0E8F5C}"/>
                </a:ext>
              </a:extLst>
            </p:cNvPr>
            <p:cNvCxnSpPr/>
            <p:nvPr/>
          </p:nvCxnSpPr>
          <p:spPr>
            <a:xfrm>
              <a:off x="4250110" y="3608733"/>
              <a:ext cx="747591" cy="27756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矩形 16">
              <a:extLst>
                <a:ext uri="{FF2B5EF4-FFF2-40B4-BE49-F238E27FC236}">
                  <a16:creationId xmlns:a16="http://schemas.microsoft.com/office/drawing/2014/main" id="{75AA0887-CBC5-463E-8B6C-311D950FA45C}"/>
                </a:ext>
              </a:extLst>
            </p:cNvPr>
            <p:cNvSpPr/>
            <p:nvPr/>
          </p:nvSpPr>
          <p:spPr>
            <a:xfrm>
              <a:off x="3315223" y="3907483"/>
              <a:ext cx="503157" cy="2860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2000" b="1" i="1" dirty="0">
                  <a:solidFill>
                    <a:schemeClr val="tx1"/>
                  </a:solidFill>
                  <a:latin typeface="Times New Roman" pitchFamily="18" charset="0"/>
                  <a:cs typeface="Times New Roman" pitchFamily="18" charset="0"/>
                </a:rPr>
                <a:t>E</a:t>
              </a:r>
              <a:endParaRPr lang="zh-CN" altLang="en-US" sz="2000" b="1" i="1" dirty="0">
                <a:solidFill>
                  <a:schemeClr val="tx1"/>
                </a:solidFill>
                <a:latin typeface="Times New Roman" pitchFamily="18" charset="0"/>
                <a:cs typeface="Times New Roman" pitchFamily="18" charset="0"/>
              </a:endParaRPr>
            </a:p>
          </p:txBody>
        </p:sp>
        <p:sp>
          <p:nvSpPr>
            <p:cNvPr id="18" name="矩形 17">
              <a:extLst>
                <a:ext uri="{FF2B5EF4-FFF2-40B4-BE49-F238E27FC236}">
                  <a16:creationId xmlns:a16="http://schemas.microsoft.com/office/drawing/2014/main" id="{739A1DA3-38F4-401F-85AD-9904F019B99F}"/>
                </a:ext>
              </a:extLst>
            </p:cNvPr>
            <p:cNvSpPr/>
            <p:nvPr/>
          </p:nvSpPr>
          <p:spPr>
            <a:xfrm>
              <a:off x="4005674" y="3899008"/>
              <a:ext cx="503156" cy="2881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2000" b="1" dirty="0">
                  <a:solidFill>
                    <a:schemeClr val="tx1"/>
                  </a:solidFill>
                  <a:latin typeface="Times New Roman" pitchFamily="18" charset="0"/>
                  <a:cs typeface="Times New Roman" pitchFamily="18" charset="0"/>
                </a:rPr>
                <a:t>+</a:t>
              </a:r>
              <a:endParaRPr lang="zh-CN" altLang="en-US" sz="2000" b="1" dirty="0">
                <a:solidFill>
                  <a:schemeClr val="tx1"/>
                </a:solidFill>
                <a:latin typeface="Times New Roman" pitchFamily="18" charset="0"/>
                <a:cs typeface="Times New Roman" pitchFamily="18" charset="0"/>
              </a:endParaRPr>
            </a:p>
          </p:txBody>
        </p:sp>
        <p:sp>
          <p:nvSpPr>
            <p:cNvPr id="19" name="矩形 18">
              <a:extLst>
                <a:ext uri="{FF2B5EF4-FFF2-40B4-BE49-F238E27FC236}">
                  <a16:creationId xmlns:a16="http://schemas.microsoft.com/office/drawing/2014/main" id="{8CE4AAA9-DA64-4B3D-B2C7-75F98A6CAB07}"/>
                </a:ext>
              </a:extLst>
            </p:cNvPr>
            <p:cNvSpPr/>
            <p:nvPr/>
          </p:nvSpPr>
          <p:spPr>
            <a:xfrm>
              <a:off x="4746916" y="3928671"/>
              <a:ext cx="503157" cy="2881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2000" b="1" i="1" dirty="0">
                  <a:solidFill>
                    <a:schemeClr val="tx1"/>
                  </a:solidFill>
                  <a:latin typeface="Times New Roman" pitchFamily="18" charset="0"/>
                  <a:cs typeface="Times New Roman" pitchFamily="18" charset="0"/>
                </a:rPr>
                <a:t>E</a:t>
              </a:r>
              <a:endParaRPr lang="zh-CN" altLang="en-US" sz="2000" b="1" i="1" dirty="0">
                <a:solidFill>
                  <a:schemeClr val="tx1"/>
                </a:solidFill>
                <a:latin typeface="Times New Roman" pitchFamily="18" charset="0"/>
                <a:cs typeface="Times New Roman" pitchFamily="18" charset="0"/>
              </a:endParaRPr>
            </a:p>
          </p:txBody>
        </p:sp>
        <p:cxnSp>
          <p:nvCxnSpPr>
            <p:cNvPr id="20" name="直接连接符 19">
              <a:extLst>
                <a:ext uri="{FF2B5EF4-FFF2-40B4-BE49-F238E27FC236}">
                  <a16:creationId xmlns:a16="http://schemas.microsoft.com/office/drawing/2014/main" id="{950ED5BC-B69C-449A-AC65-793C1D252218}"/>
                </a:ext>
              </a:extLst>
            </p:cNvPr>
            <p:cNvCxnSpPr/>
            <p:nvPr/>
          </p:nvCxnSpPr>
          <p:spPr>
            <a:xfrm>
              <a:off x="3585054" y="4216826"/>
              <a:ext cx="0" cy="27756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矩形 20">
              <a:extLst>
                <a:ext uri="{FF2B5EF4-FFF2-40B4-BE49-F238E27FC236}">
                  <a16:creationId xmlns:a16="http://schemas.microsoft.com/office/drawing/2014/main" id="{F606854D-5C2B-4D9B-A55D-236E0633ACD4}"/>
                </a:ext>
              </a:extLst>
            </p:cNvPr>
            <p:cNvSpPr/>
            <p:nvPr/>
          </p:nvSpPr>
          <p:spPr>
            <a:xfrm>
              <a:off x="3337444" y="4507100"/>
              <a:ext cx="503157" cy="2881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2000" b="1" dirty="0">
                  <a:solidFill>
                    <a:schemeClr val="tx1"/>
                  </a:solidFill>
                  <a:latin typeface="Times New Roman" pitchFamily="18" charset="0"/>
                  <a:cs typeface="Times New Roman" pitchFamily="18" charset="0"/>
                </a:rPr>
                <a:t>id</a:t>
              </a:r>
              <a:endParaRPr lang="zh-CN" altLang="en-US" sz="2000" b="1" dirty="0">
                <a:solidFill>
                  <a:schemeClr val="tx1"/>
                </a:solidFill>
                <a:latin typeface="Times New Roman" pitchFamily="18" charset="0"/>
                <a:cs typeface="Times New Roman" pitchFamily="18" charset="0"/>
              </a:endParaRPr>
            </a:p>
          </p:txBody>
        </p:sp>
        <p:cxnSp>
          <p:nvCxnSpPr>
            <p:cNvPr id="28" name="直接连接符 27">
              <a:extLst>
                <a:ext uri="{FF2B5EF4-FFF2-40B4-BE49-F238E27FC236}">
                  <a16:creationId xmlns:a16="http://schemas.microsoft.com/office/drawing/2014/main" id="{DDB5DE3D-7D3C-43A0-8B7C-95705CB639E0}"/>
                </a:ext>
              </a:extLst>
            </p:cNvPr>
            <p:cNvCxnSpPr/>
            <p:nvPr/>
          </p:nvCxnSpPr>
          <p:spPr>
            <a:xfrm flipH="1">
              <a:off x="4316774" y="4223182"/>
              <a:ext cx="684101" cy="25001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ECDF3751-0488-4FEA-88C0-F5CCE8821475}"/>
                </a:ext>
              </a:extLst>
            </p:cNvPr>
            <p:cNvCxnSpPr/>
            <p:nvPr/>
          </p:nvCxnSpPr>
          <p:spPr>
            <a:xfrm>
              <a:off x="5000875" y="4223182"/>
              <a:ext cx="0" cy="27756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7671B22F-3D5C-4E2E-9FCA-9B415CDCAC02}"/>
                </a:ext>
              </a:extLst>
            </p:cNvPr>
            <p:cNvCxnSpPr/>
            <p:nvPr/>
          </p:nvCxnSpPr>
          <p:spPr>
            <a:xfrm>
              <a:off x="5000875" y="4223182"/>
              <a:ext cx="746004" cy="27756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矩形 30">
              <a:extLst>
                <a:ext uri="{FF2B5EF4-FFF2-40B4-BE49-F238E27FC236}">
                  <a16:creationId xmlns:a16="http://schemas.microsoft.com/office/drawing/2014/main" id="{1185C5B6-B4AD-44C0-9739-28052944FCFB}"/>
                </a:ext>
              </a:extLst>
            </p:cNvPr>
            <p:cNvSpPr/>
            <p:nvPr/>
          </p:nvSpPr>
          <p:spPr>
            <a:xfrm>
              <a:off x="4064402" y="4521932"/>
              <a:ext cx="503157" cy="2860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2000" dirty="0">
                  <a:solidFill>
                    <a:schemeClr val="tx1"/>
                  </a:solidFill>
                  <a:latin typeface="Times New Roman" pitchFamily="18" charset="0"/>
                  <a:cs typeface="Times New Roman" pitchFamily="18" charset="0"/>
                </a:rPr>
                <a:t>(</a:t>
              </a:r>
              <a:endParaRPr lang="zh-CN" altLang="en-US" sz="2000" dirty="0">
                <a:solidFill>
                  <a:schemeClr val="tx1"/>
                </a:solidFill>
                <a:latin typeface="Times New Roman" pitchFamily="18" charset="0"/>
                <a:cs typeface="Times New Roman" pitchFamily="18" charset="0"/>
              </a:endParaRPr>
            </a:p>
          </p:txBody>
        </p:sp>
        <p:sp>
          <p:nvSpPr>
            <p:cNvPr id="32" name="矩形 31">
              <a:extLst>
                <a:ext uri="{FF2B5EF4-FFF2-40B4-BE49-F238E27FC236}">
                  <a16:creationId xmlns:a16="http://schemas.microsoft.com/office/drawing/2014/main" id="{A7EBB012-6A36-4FB0-B9D4-7F17CB53A697}"/>
                </a:ext>
              </a:extLst>
            </p:cNvPr>
            <p:cNvSpPr/>
            <p:nvPr/>
          </p:nvSpPr>
          <p:spPr>
            <a:xfrm>
              <a:off x="4785010" y="4513457"/>
              <a:ext cx="503157" cy="2881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2000" b="1" i="1" dirty="0">
                  <a:solidFill>
                    <a:schemeClr val="tx1"/>
                  </a:solidFill>
                  <a:latin typeface="Times New Roman" pitchFamily="18" charset="0"/>
                  <a:cs typeface="Times New Roman" pitchFamily="18" charset="0"/>
                </a:rPr>
                <a:t>E</a:t>
              </a:r>
              <a:endParaRPr lang="zh-CN" altLang="en-US" sz="2000" b="1" i="1" dirty="0">
                <a:solidFill>
                  <a:schemeClr val="tx1"/>
                </a:solidFill>
                <a:latin typeface="Times New Roman" pitchFamily="18" charset="0"/>
                <a:cs typeface="Times New Roman" pitchFamily="18" charset="0"/>
              </a:endParaRPr>
            </a:p>
          </p:txBody>
        </p:sp>
        <p:sp>
          <p:nvSpPr>
            <p:cNvPr id="33" name="矩形 32">
              <a:extLst>
                <a:ext uri="{FF2B5EF4-FFF2-40B4-BE49-F238E27FC236}">
                  <a16:creationId xmlns:a16="http://schemas.microsoft.com/office/drawing/2014/main" id="{BB4EB759-9ED6-437A-8296-E116797CDFAB}"/>
                </a:ext>
              </a:extLst>
            </p:cNvPr>
            <p:cNvSpPr/>
            <p:nvPr/>
          </p:nvSpPr>
          <p:spPr>
            <a:xfrm>
              <a:off x="5496095" y="4543120"/>
              <a:ext cx="503157" cy="2881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2000" dirty="0">
                  <a:solidFill>
                    <a:schemeClr val="tx1"/>
                  </a:solidFill>
                  <a:latin typeface="Times New Roman" pitchFamily="18" charset="0"/>
                  <a:cs typeface="Times New Roman" pitchFamily="18" charset="0"/>
                </a:rPr>
                <a:t>)</a:t>
              </a:r>
              <a:endParaRPr lang="zh-CN" altLang="en-US" sz="2000" dirty="0">
                <a:solidFill>
                  <a:schemeClr val="tx1"/>
                </a:solidFill>
                <a:latin typeface="Times New Roman" pitchFamily="18" charset="0"/>
                <a:cs typeface="Times New Roman" pitchFamily="18" charset="0"/>
              </a:endParaRPr>
            </a:p>
          </p:txBody>
        </p:sp>
        <p:cxnSp>
          <p:nvCxnSpPr>
            <p:cNvPr id="34" name="直接连接符 33">
              <a:extLst>
                <a:ext uri="{FF2B5EF4-FFF2-40B4-BE49-F238E27FC236}">
                  <a16:creationId xmlns:a16="http://schemas.microsoft.com/office/drawing/2014/main" id="{50C36AA6-AD91-4E5C-B299-601FF86F56F8}"/>
                </a:ext>
              </a:extLst>
            </p:cNvPr>
            <p:cNvCxnSpPr/>
            <p:nvPr/>
          </p:nvCxnSpPr>
          <p:spPr>
            <a:xfrm flipH="1">
              <a:off x="4372327" y="4810088"/>
              <a:ext cx="684102" cy="25001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A7770708-81EC-47FF-B3E5-57C034C781C5}"/>
                </a:ext>
              </a:extLst>
            </p:cNvPr>
            <p:cNvCxnSpPr/>
            <p:nvPr/>
          </p:nvCxnSpPr>
          <p:spPr>
            <a:xfrm>
              <a:off x="5056429" y="4810088"/>
              <a:ext cx="0" cy="27756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447C0241-60D5-4BB8-B4AC-0FAE5788517E}"/>
                </a:ext>
              </a:extLst>
            </p:cNvPr>
            <p:cNvCxnSpPr/>
            <p:nvPr/>
          </p:nvCxnSpPr>
          <p:spPr>
            <a:xfrm>
              <a:off x="5056429" y="4810088"/>
              <a:ext cx="747591" cy="27756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矩形 36">
              <a:extLst>
                <a:ext uri="{FF2B5EF4-FFF2-40B4-BE49-F238E27FC236}">
                  <a16:creationId xmlns:a16="http://schemas.microsoft.com/office/drawing/2014/main" id="{23F4714A-FA0F-4F53-B8D3-7336572B4DF9}"/>
                </a:ext>
              </a:extLst>
            </p:cNvPr>
            <p:cNvSpPr/>
            <p:nvPr/>
          </p:nvSpPr>
          <p:spPr>
            <a:xfrm>
              <a:off x="4121543" y="5108837"/>
              <a:ext cx="503157" cy="2881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2000" b="1" i="1" dirty="0">
                  <a:solidFill>
                    <a:schemeClr val="tx1"/>
                  </a:solidFill>
                  <a:latin typeface="Times New Roman" pitchFamily="18" charset="0"/>
                  <a:cs typeface="Times New Roman" pitchFamily="18" charset="0"/>
                </a:rPr>
                <a:t>E</a:t>
              </a:r>
              <a:endParaRPr lang="zh-CN" altLang="en-US" sz="2000" b="1" i="1" dirty="0">
                <a:solidFill>
                  <a:schemeClr val="tx1"/>
                </a:solidFill>
                <a:latin typeface="Times New Roman" pitchFamily="18" charset="0"/>
                <a:cs typeface="Times New Roman" pitchFamily="18" charset="0"/>
              </a:endParaRPr>
            </a:p>
          </p:txBody>
        </p:sp>
        <p:sp>
          <p:nvSpPr>
            <p:cNvPr id="38" name="矩形 37">
              <a:extLst>
                <a:ext uri="{FF2B5EF4-FFF2-40B4-BE49-F238E27FC236}">
                  <a16:creationId xmlns:a16="http://schemas.microsoft.com/office/drawing/2014/main" id="{55ED9D17-9089-4F94-961F-E0F6F9AFB280}"/>
                </a:ext>
              </a:extLst>
            </p:cNvPr>
            <p:cNvSpPr/>
            <p:nvPr/>
          </p:nvSpPr>
          <p:spPr>
            <a:xfrm>
              <a:off x="4832628" y="5100362"/>
              <a:ext cx="503157" cy="2881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2000" b="1" dirty="0">
                  <a:solidFill>
                    <a:schemeClr val="tx1"/>
                  </a:solidFill>
                  <a:latin typeface="Times New Roman" pitchFamily="18" charset="0"/>
                  <a:cs typeface="Times New Roman" pitchFamily="18" charset="0"/>
                </a:rPr>
                <a:t>+</a:t>
              </a:r>
              <a:endParaRPr lang="zh-CN" altLang="en-US" sz="2000" b="1" dirty="0">
                <a:solidFill>
                  <a:schemeClr val="tx1"/>
                </a:solidFill>
                <a:latin typeface="Times New Roman" pitchFamily="18" charset="0"/>
                <a:cs typeface="Times New Roman" pitchFamily="18" charset="0"/>
              </a:endParaRPr>
            </a:p>
          </p:txBody>
        </p:sp>
        <p:sp>
          <p:nvSpPr>
            <p:cNvPr id="39" name="矩形 38">
              <a:extLst>
                <a:ext uri="{FF2B5EF4-FFF2-40B4-BE49-F238E27FC236}">
                  <a16:creationId xmlns:a16="http://schemas.microsoft.com/office/drawing/2014/main" id="{82EC09AB-9581-44D9-97D1-1A866FE03DB7}"/>
                </a:ext>
              </a:extLst>
            </p:cNvPr>
            <p:cNvSpPr/>
            <p:nvPr/>
          </p:nvSpPr>
          <p:spPr>
            <a:xfrm>
              <a:off x="5529428" y="5151213"/>
              <a:ext cx="503156" cy="2902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2000" b="1" i="1" dirty="0">
                  <a:solidFill>
                    <a:schemeClr val="tx1"/>
                  </a:solidFill>
                  <a:latin typeface="Times New Roman" pitchFamily="18" charset="0"/>
                  <a:cs typeface="Times New Roman" pitchFamily="18" charset="0"/>
                </a:rPr>
                <a:t>E</a:t>
              </a:r>
              <a:endParaRPr lang="zh-CN" altLang="en-US" sz="2000" b="1" i="1" dirty="0">
                <a:solidFill>
                  <a:schemeClr val="tx1"/>
                </a:solidFill>
                <a:latin typeface="Times New Roman" pitchFamily="18" charset="0"/>
                <a:cs typeface="Times New Roman" pitchFamily="18" charset="0"/>
              </a:endParaRPr>
            </a:p>
          </p:txBody>
        </p:sp>
        <p:cxnSp>
          <p:nvCxnSpPr>
            <p:cNvPr id="40" name="直接连接符 39">
              <a:extLst>
                <a:ext uri="{FF2B5EF4-FFF2-40B4-BE49-F238E27FC236}">
                  <a16:creationId xmlns:a16="http://schemas.microsoft.com/office/drawing/2014/main" id="{4745B526-1ABF-4EEB-A171-B9DE85EA07A6}"/>
                </a:ext>
              </a:extLst>
            </p:cNvPr>
            <p:cNvCxnSpPr/>
            <p:nvPr/>
          </p:nvCxnSpPr>
          <p:spPr>
            <a:xfrm>
              <a:off x="4367566" y="5441488"/>
              <a:ext cx="0" cy="27544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矩形 40">
              <a:extLst>
                <a:ext uri="{FF2B5EF4-FFF2-40B4-BE49-F238E27FC236}">
                  <a16:creationId xmlns:a16="http://schemas.microsoft.com/office/drawing/2014/main" id="{0D8839DA-E88D-4FA0-B1C7-1BEC7F8B8223}"/>
                </a:ext>
              </a:extLst>
            </p:cNvPr>
            <p:cNvSpPr/>
            <p:nvPr/>
          </p:nvSpPr>
          <p:spPr>
            <a:xfrm>
              <a:off x="4119956" y="5731761"/>
              <a:ext cx="503156" cy="2881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2000" b="1" dirty="0">
                  <a:solidFill>
                    <a:schemeClr val="tx1"/>
                  </a:solidFill>
                  <a:latin typeface="Times New Roman" pitchFamily="18" charset="0"/>
                  <a:cs typeface="Times New Roman" pitchFamily="18" charset="0"/>
                </a:rPr>
                <a:t>id</a:t>
              </a:r>
              <a:endParaRPr lang="zh-CN" altLang="en-US" sz="2000" b="1" dirty="0">
                <a:solidFill>
                  <a:schemeClr val="tx1"/>
                </a:solidFill>
                <a:latin typeface="Times New Roman" pitchFamily="18" charset="0"/>
                <a:cs typeface="Times New Roman" pitchFamily="18" charset="0"/>
              </a:endParaRPr>
            </a:p>
          </p:txBody>
        </p:sp>
        <p:cxnSp>
          <p:nvCxnSpPr>
            <p:cNvPr id="42" name="直接连接符 41">
              <a:extLst>
                <a:ext uri="{FF2B5EF4-FFF2-40B4-BE49-F238E27FC236}">
                  <a16:creationId xmlns:a16="http://schemas.microsoft.com/office/drawing/2014/main" id="{66364067-3634-4180-BADF-0749F7DA411E}"/>
                </a:ext>
              </a:extLst>
            </p:cNvPr>
            <p:cNvCxnSpPr/>
            <p:nvPr/>
          </p:nvCxnSpPr>
          <p:spPr>
            <a:xfrm>
              <a:off x="5761165" y="5475388"/>
              <a:ext cx="0" cy="27756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3" name="矩形 42">
              <a:extLst>
                <a:ext uri="{FF2B5EF4-FFF2-40B4-BE49-F238E27FC236}">
                  <a16:creationId xmlns:a16="http://schemas.microsoft.com/office/drawing/2014/main" id="{22C3667C-9970-417F-9187-281D8EDBDD1E}"/>
                </a:ext>
              </a:extLst>
            </p:cNvPr>
            <p:cNvSpPr/>
            <p:nvPr/>
          </p:nvSpPr>
          <p:spPr>
            <a:xfrm>
              <a:off x="5532602" y="5752949"/>
              <a:ext cx="503156" cy="2881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2000" b="1" dirty="0">
                  <a:solidFill>
                    <a:schemeClr val="tx1"/>
                  </a:solidFill>
                  <a:latin typeface="Times New Roman" pitchFamily="18" charset="0"/>
                  <a:cs typeface="Times New Roman" pitchFamily="18" charset="0"/>
                </a:rPr>
                <a:t>id</a:t>
              </a:r>
              <a:endParaRPr lang="zh-CN" altLang="en-US" sz="2000" b="1" dirty="0">
                <a:solidFill>
                  <a:schemeClr val="tx1"/>
                </a:solidFill>
                <a:latin typeface="Times New Roman" pitchFamily="18" charset="0"/>
                <a:cs typeface="Times New Roman" pitchFamily="18" charset="0"/>
              </a:endParaRPr>
            </a:p>
          </p:txBody>
        </p:sp>
      </p:grpSp>
      <p:sp>
        <p:nvSpPr>
          <p:cNvPr id="44" name="矩形 43">
            <a:extLst>
              <a:ext uri="{FF2B5EF4-FFF2-40B4-BE49-F238E27FC236}">
                <a16:creationId xmlns:a16="http://schemas.microsoft.com/office/drawing/2014/main" id="{EC30C59C-04C5-43A4-98EB-D804517F0A63}"/>
              </a:ext>
            </a:extLst>
          </p:cNvPr>
          <p:cNvSpPr/>
          <p:nvPr/>
        </p:nvSpPr>
        <p:spPr>
          <a:xfrm>
            <a:off x="6072188" y="2917825"/>
            <a:ext cx="2414587" cy="2032000"/>
          </a:xfrm>
          <a:prstGeom prst="rect">
            <a:avLst/>
          </a:prstGeom>
          <a:solidFill>
            <a:schemeClr val="accent2">
              <a:lumMod val="40000"/>
              <a:lumOff val="60000"/>
            </a:schemeClr>
          </a:solidFill>
          <a:ln w="12700">
            <a:solidFill>
              <a:schemeClr val="tx1"/>
            </a:solidFill>
          </a:ln>
        </p:spPr>
        <p:txBody>
          <a:bodyPr>
            <a:spAutoFit/>
          </a:bodyPr>
          <a:lstStyle>
            <a:lvl1pPr marL="342900" indent="-342900">
              <a:defRPr>
                <a:solidFill>
                  <a:schemeClr val="tx1"/>
                </a:solidFill>
                <a:latin typeface="Tahoma" panose="020B0604030504040204" pitchFamily="34" charset="0"/>
                <a:ea typeface="宋体" panose="02010600030101010101" pitchFamily="2" charset="-122"/>
              </a:defRPr>
            </a:lvl1pPr>
            <a:lvl2pPr marL="19050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lvl="1">
              <a:spcBef>
                <a:spcPct val="20000"/>
              </a:spcBef>
              <a:buClr>
                <a:srgbClr val="3333CC"/>
              </a:buClr>
              <a:buSzPct val="75000"/>
              <a:defRPr/>
            </a:pPr>
            <a:r>
              <a:rPr kumimoji="1" lang="en-US" altLang="zh-CN" b="1" i="1" dirty="0">
                <a:solidFill>
                  <a:srgbClr val="FF0000"/>
                </a:solidFill>
                <a:latin typeface="Times New Roman" panose="02020603050405020304" pitchFamily="18" charset="0"/>
                <a:cs typeface="Times New Roman" panose="02020603050405020304" pitchFamily="18" charset="0"/>
              </a:rPr>
              <a:t>E</a:t>
            </a:r>
            <a:r>
              <a:rPr kumimoji="1" lang="en-US" altLang="zh-CN" b="1" dirty="0">
                <a:solidFill>
                  <a:srgbClr val="000000"/>
                </a:solidFill>
                <a:latin typeface="Times New Roman" panose="02020603050405020304" pitchFamily="18" charset="0"/>
                <a:cs typeface="Times New Roman" panose="02020603050405020304" pitchFamily="18" charset="0"/>
              </a:rPr>
              <a:t> </a:t>
            </a:r>
            <a:r>
              <a:rPr kumimoji="1" lang="en-US" altLang="zh-CN" b="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b="1" i="1" baseline="-25000" dirty="0">
                <a:solidFill>
                  <a:srgbClr val="000000"/>
                </a:solidFill>
                <a:latin typeface="Times New Roman" panose="02020603050405020304" pitchFamily="18" charset="0"/>
                <a:sym typeface="Symbol" panose="05050102010706020507" pitchFamily="18" charset="2"/>
              </a:rPr>
              <a:t>rm</a:t>
            </a:r>
            <a:r>
              <a:rPr kumimoji="1" lang="en-US" altLang="zh-CN" b="1" dirty="0">
                <a:solidFill>
                  <a:srgbClr val="000000"/>
                </a:solidFill>
                <a:latin typeface="Times New Roman" panose="02020603050405020304" pitchFamily="18" charset="0"/>
                <a:cs typeface="Times New Roman" panose="02020603050405020304" pitchFamily="18" charset="0"/>
              </a:rPr>
              <a:t> </a:t>
            </a:r>
            <a:r>
              <a:rPr kumimoji="1" lang="en-US" altLang="zh-CN" b="1" i="1" dirty="0">
                <a:solidFill>
                  <a:srgbClr val="000000"/>
                </a:solidFill>
                <a:latin typeface="Times New Roman" panose="02020603050405020304" pitchFamily="18" charset="0"/>
                <a:cs typeface="Times New Roman" panose="02020603050405020304" pitchFamily="18" charset="0"/>
              </a:rPr>
              <a:t>E </a:t>
            </a:r>
            <a:r>
              <a:rPr kumimoji="1" lang="en-US" altLang="zh-CN" b="1" dirty="0">
                <a:solidFill>
                  <a:srgbClr val="000000"/>
                </a:solidFill>
                <a:latin typeface="Times New Roman" panose="02020603050405020304" pitchFamily="18" charset="0"/>
                <a:cs typeface="Times New Roman" panose="02020603050405020304" pitchFamily="18" charset="0"/>
              </a:rPr>
              <a:t>+ </a:t>
            </a:r>
            <a:r>
              <a:rPr kumimoji="1" lang="en-US" altLang="zh-CN" b="1" i="1" dirty="0">
                <a:solidFill>
                  <a:srgbClr val="FF0000"/>
                </a:solidFill>
                <a:latin typeface="Times New Roman" panose="02020603050405020304" pitchFamily="18" charset="0"/>
                <a:cs typeface="Times New Roman" panose="02020603050405020304" pitchFamily="18" charset="0"/>
              </a:rPr>
              <a:t>E</a:t>
            </a:r>
          </a:p>
          <a:p>
            <a:pPr lvl="1">
              <a:spcBef>
                <a:spcPct val="20000"/>
              </a:spcBef>
              <a:buClr>
                <a:srgbClr val="3333CC"/>
              </a:buClr>
              <a:buSzPct val="75000"/>
              <a:defRPr/>
            </a:pPr>
            <a:r>
              <a:rPr kumimoji="1" lang="en-US" altLang="zh-CN" b="1" dirty="0">
                <a:solidFill>
                  <a:srgbClr val="000000"/>
                </a:solidFill>
                <a:latin typeface="Times New Roman" panose="02020603050405020304" pitchFamily="18" charset="0"/>
                <a:cs typeface="Times New Roman" panose="02020603050405020304" pitchFamily="18" charset="0"/>
              </a:rPr>
              <a:t>   </a:t>
            </a:r>
            <a:r>
              <a:rPr kumimoji="1" lang="en-US" altLang="zh-CN" b="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b="1" i="1" baseline="-25000" dirty="0">
                <a:solidFill>
                  <a:srgbClr val="000000"/>
                </a:solidFill>
                <a:latin typeface="Times New Roman" panose="02020603050405020304" pitchFamily="18" charset="0"/>
                <a:sym typeface="Symbol" panose="05050102010706020507" pitchFamily="18" charset="2"/>
              </a:rPr>
              <a:t>rm</a:t>
            </a:r>
            <a:r>
              <a:rPr kumimoji="1" lang="en-US" altLang="zh-CN" b="1" dirty="0">
                <a:solidFill>
                  <a:srgbClr val="000000"/>
                </a:solidFill>
                <a:latin typeface="Times New Roman" panose="02020603050405020304" pitchFamily="18" charset="0"/>
                <a:cs typeface="Times New Roman" panose="02020603050405020304" pitchFamily="18" charset="0"/>
              </a:rPr>
              <a:t> </a:t>
            </a:r>
            <a:r>
              <a:rPr kumimoji="1" lang="en-US" altLang="zh-CN" b="1" i="1" dirty="0">
                <a:solidFill>
                  <a:srgbClr val="000000"/>
                </a:solidFill>
                <a:latin typeface="Times New Roman" panose="02020603050405020304" pitchFamily="18" charset="0"/>
                <a:cs typeface="Times New Roman" panose="02020603050405020304" pitchFamily="18" charset="0"/>
              </a:rPr>
              <a:t>E </a:t>
            </a:r>
            <a:r>
              <a:rPr kumimoji="1" lang="en-US" altLang="zh-CN" b="1" dirty="0">
                <a:solidFill>
                  <a:srgbClr val="000000"/>
                </a:solidFill>
                <a:latin typeface="Times New Roman" panose="02020603050405020304" pitchFamily="18" charset="0"/>
                <a:cs typeface="Times New Roman" panose="02020603050405020304" pitchFamily="18" charset="0"/>
              </a:rPr>
              <a:t>+</a:t>
            </a:r>
            <a:r>
              <a:rPr kumimoji="1" lang="en-US" altLang="zh-CN" b="1" u="sng" dirty="0">
                <a:solidFill>
                  <a:srgbClr val="000000"/>
                </a:solidFill>
                <a:latin typeface="Times New Roman" panose="02020603050405020304" pitchFamily="18" charset="0"/>
                <a:cs typeface="Times New Roman" panose="02020603050405020304" pitchFamily="18" charset="0"/>
              </a:rPr>
              <a:t> ( </a:t>
            </a:r>
            <a:r>
              <a:rPr kumimoji="1" lang="en-US" altLang="zh-CN" b="1" i="1" u="sng" dirty="0">
                <a:solidFill>
                  <a:srgbClr val="FF0000"/>
                </a:solidFill>
                <a:latin typeface="Times New Roman" panose="02020603050405020304" pitchFamily="18" charset="0"/>
                <a:cs typeface="Times New Roman" panose="02020603050405020304" pitchFamily="18" charset="0"/>
              </a:rPr>
              <a:t>E</a:t>
            </a:r>
            <a:r>
              <a:rPr kumimoji="1" lang="en-US" altLang="zh-CN" b="1" i="1" u="sng" dirty="0">
                <a:solidFill>
                  <a:srgbClr val="000000"/>
                </a:solidFill>
                <a:latin typeface="Times New Roman" panose="02020603050405020304" pitchFamily="18" charset="0"/>
                <a:cs typeface="Times New Roman" panose="02020603050405020304" pitchFamily="18" charset="0"/>
              </a:rPr>
              <a:t> </a:t>
            </a:r>
            <a:r>
              <a:rPr kumimoji="1" lang="en-US" altLang="zh-CN" b="1" u="sng" dirty="0">
                <a:solidFill>
                  <a:srgbClr val="000000"/>
                </a:solidFill>
                <a:latin typeface="Times New Roman" panose="02020603050405020304" pitchFamily="18" charset="0"/>
                <a:cs typeface="Times New Roman" panose="02020603050405020304" pitchFamily="18" charset="0"/>
              </a:rPr>
              <a:t>)</a:t>
            </a:r>
          </a:p>
          <a:p>
            <a:pPr lvl="1">
              <a:spcBef>
                <a:spcPct val="20000"/>
              </a:spcBef>
              <a:buClr>
                <a:srgbClr val="3333CC"/>
              </a:buClr>
              <a:buSzPct val="75000"/>
              <a:defRPr/>
            </a:pPr>
            <a:r>
              <a:rPr kumimoji="1" lang="en-US" altLang="zh-CN" b="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b="1" i="1" baseline="-25000" dirty="0">
                <a:solidFill>
                  <a:srgbClr val="000000"/>
                </a:solidFill>
                <a:latin typeface="Times New Roman" panose="02020603050405020304" pitchFamily="18" charset="0"/>
                <a:sym typeface="Symbol" panose="05050102010706020507" pitchFamily="18" charset="2"/>
              </a:rPr>
              <a:t>rm</a:t>
            </a:r>
            <a:r>
              <a:rPr kumimoji="1" lang="en-US" altLang="zh-CN" b="1" dirty="0">
                <a:solidFill>
                  <a:srgbClr val="000000"/>
                </a:solidFill>
                <a:latin typeface="Times New Roman" panose="02020603050405020304" pitchFamily="18" charset="0"/>
                <a:cs typeface="Times New Roman" panose="02020603050405020304" pitchFamily="18" charset="0"/>
              </a:rPr>
              <a:t> </a:t>
            </a:r>
            <a:r>
              <a:rPr kumimoji="1" lang="en-US" altLang="zh-CN" b="1" i="1" dirty="0">
                <a:solidFill>
                  <a:srgbClr val="000000"/>
                </a:solidFill>
                <a:latin typeface="Times New Roman" panose="02020603050405020304" pitchFamily="18" charset="0"/>
                <a:cs typeface="Times New Roman" panose="02020603050405020304" pitchFamily="18" charset="0"/>
              </a:rPr>
              <a:t>E </a:t>
            </a:r>
            <a:r>
              <a:rPr kumimoji="1" lang="en-US" altLang="zh-CN" b="1" dirty="0">
                <a:solidFill>
                  <a:srgbClr val="000000"/>
                </a:solidFill>
                <a:latin typeface="Times New Roman" panose="02020603050405020304" pitchFamily="18" charset="0"/>
                <a:cs typeface="Times New Roman" panose="02020603050405020304" pitchFamily="18" charset="0"/>
              </a:rPr>
              <a:t>+ (</a:t>
            </a:r>
            <a:r>
              <a:rPr kumimoji="1" lang="en-US" altLang="zh-CN" b="1" u="sng" dirty="0">
                <a:solidFill>
                  <a:srgbClr val="000000"/>
                </a:solidFill>
                <a:latin typeface="Times New Roman" panose="02020603050405020304" pitchFamily="18" charset="0"/>
                <a:cs typeface="Times New Roman" panose="02020603050405020304" pitchFamily="18" charset="0"/>
              </a:rPr>
              <a:t> </a:t>
            </a:r>
            <a:r>
              <a:rPr kumimoji="1" lang="en-US" altLang="zh-CN" b="1" i="1" u="sng" dirty="0">
                <a:solidFill>
                  <a:srgbClr val="000000"/>
                </a:solidFill>
                <a:latin typeface="Times New Roman" panose="02020603050405020304" pitchFamily="18" charset="0"/>
                <a:cs typeface="Times New Roman" panose="02020603050405020304" pitchFamily="18" charset="0"/>
              </a:rPr>
              <a:t>E </a:t>
            </a:r>
            <a:r>
              <a:rPr kumimoji="1" lang="en-US" altLang="zh-CN" b="1" u="sng" dirty="0">
                <a:solidFill>
                  <a:srgbClr val="000000"/>
                </a:solidFill>
                <a:latin typeface="Times New Roman" panose="02020603050405020304" pitchFamily="18" charset="0"/>
                <a:cs typeface="Times New Roman" panose="02020603050405020304" pitchFamily="18" charset="0"/>
              </a:rPr>
              <a:t>+ </a:t>
            </a:r>
            <a:r>
              <a:rPr kumimoji="1" lang="en-US" altLang="zh-CN" b="1" i="1" u="sng" dirty="0">
                <a:solidFill>
                  <a:srgbClr val="FF0000"/>
                </a:solidFill>
                <a:latin typeface="Times New Roman" panose="02020603050405020304" pitchFamily="18" charset="0"/>
                <a:cs typeface="Times New Roman" panose="02020603050405020304" pitchFamily="18" charset="0"/>
              </a:rPr>
              <a:t>E</a:t>
            </a:r>
            <a:r>
              <a:rPr kumimoji="1" lang="en-US" altLang="zh-CN" b="1" i="1" u="sng" dirty="0">
                <a:solidFill>
                  <a:srgbClr val="000000"/>
                </a:solidFill>
                <a:latin typeface="Times New Roman" panose="02020603050405020304" pitchFamily="18" charset="0"/>
                <a:cs typeface="Times New Roman" panose="02020603050405020304" pitchFamily="18" charset="0"/>
              </a:rPr>
              <a:t> </a:t>
            </a:r>
            <a:r>
              <a:rPr kumimoji="1" lang="en-US" altLang="zh-CN" b="1" dirty="0">
                <a:solidFill>
                  <a:srgbClr val="000000"/>
                </a:solidFill>
                <a:latin typeface="Times New Roman" panose="02020603050405020304" pitchFamily="18" charset="0"/>
                <a:cs typeface="Times New Roman" panose="02020603050405020304" pitchFamily="18" charset="0"/>
              </a:rPr>
              <a:t>)</a:t>
            </a:r>
          </a:p>
          <a:p>
            <a:pPr lvl="1">
              <a:spcBef>
                <a:spcPct val="20000"/>
              </a:spcBef>
              <a:buClr>
                <a:srgbClr val="3333CC"/>
              </a:buClr>
              <a:buSzPct val="75000"/>
              <a:defRPr/>
            </a:pPr>
            <a:r>
              <a:rPr kumimoji="1" lang="en-US" altLang="zh-CN" b="1" dirty="0">
                <a:solidFill>
                  <a:srgbClr val="000000"/>
                </a:solidFill>
                <a:latin typeface="Times New Roman" panose="02020603050405020304" pitchFamily="18" charset="0"/>
                <a:cs typeface="Times New Roman" panose="02020603050405020304" pitchFamily="18" charset="0"/>
              </a:rPr>
              <a:t>   </a:t>
            </a:r>
            <a:r>
              <a:rPr kumimoji="1" lang="en-US" altLang="zh-CN" b="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b="1" i="1" baseline="-25000" dirty="0">
                <a:solidFill>
                  <a:srgbClr val="000000"/>
                </a:solidFill>
                <a:latin typeface="Times New Roman" panose="02020603050405020304" pitchFamily="18" charset="0"/>
                <a:sym typeface="Symbol" panose="05050102010706020507" pitchFamily="18" charset="2"/>
              </a:rPr>
              <a:t>rm</a:t>
            </a:r>
            <a:r>
              <a:rPr kumimoji="1" lang="en-US" altLang="zh-CN" b="1" dirty="0">
                <a:solidFill>
                  <a:srgbClr val="000000"/>
                </a:solidFill>
                <a:latin typeface="Times New Roman" panose="02020603050405020304" pitchFamily="18" charset="0"/>
                <a:cs typeface="Times New Roman" panose="02020603050405020304" pitchFamily="18" charset="0"/>
              </a:rPr>
              <a:t> </a:t>
            </a:r>
            <a:r>
              <a:rPr kumimoji="1" lang="en-US" altLang="zh-CN" b="1" i="1" dirty="0">
                <a:solidFill>
                  <a:srgbClr val="000000"/>
                </a:solidFill>
                <a:latin typeface="Times New Roman" panose="02020603050405020304" pitchFamily="18" charset="0"/>
                <a:cs typeface="Times New Roman" panose="02020603050405020304" pitchFamily="18" charset="0"/>
              </a:rPr>
              <a:t>E </a:t>
            </a:r>
            <a:r>
              <a:rPr kumimoji="1" lang="en-US" altLang="zh-CN" b="1" dirty="0">
                <a:solidFill>
                  <a:srgbClr val="000000"/>
                </a:solidFill>
                <a:latin typeface="Times New Roman" panose="02020603050405020304" pitchFamily="18" charset="0"/>
                <a:cs typeface="Times New Roman" panose="02020603050405020304" pitchFamily="18" charset="0"/>
              </a:rPr>
              <a:t>+ ( </a:t>
            </a:r>
            <a:r>
              <a:rPr kumimoji="1" lang="en-US" altLang="zh-CN" b="1" i="1" dirty="0">
                <a:solidFill>
                  <a:srgbClr val="FF0000"/>
                </a:solidFill>
                <a:latin typeface="Times New Roman" panose="02020603050405020304" pitchFamily="18" charset="0"/>
                <a:cs typeface="Times New Roman" panose="02020603050405020304" pitchFamily="18" charset="0"/>
              </a:rPr>
              <a:t>E</a:t>
            </a:r>
            <a:r>
              <a:rPr kumimoji="1" lang="en-US" altLang="zh-CN" b="1" i="1" dirty="0">
                <a:solidFill>
                  <a:srgbClr val="000000"/>
                </a:solidFill>
                <a:latin typeface="Times New Roman" panose="02020603050405020304" pitchFamily="18" charset="0"/>
                <a:cs typeface="Times New Roman" panose="02020603050405020304" pitchFamily="18" charset="0"/>
              </a:rPr>
              <a:t> </a:t>
            </a:r>
            <a:r>
              <a:rPr kumimoji="1" lang="en-US" altLang="zh-CN" b="1" dirty="0">
                <a:solidFill>
                  <a:srgbClr val="000000"/>
                </a:solidFill>
                <a:latin typeface="Times New Roman" panose="02020603050405020304" pitchFamily="18" charset="0"/>
                <a:cs typeface="Times New Roman" panose="02020603050405020304" pitchFamily="18" charset="0"/>
              </a:rPr>
              <a:t>+</a:t>
            </a:r>
            <a:r>
              <a:rPr kumimoji="1" lang="en-US" altLang="zh-CN" b="1" u="sng" dirty="0">
                <a:solidFill>
                  <a:srgbClr val="000000"/>
                </a:solidFill>
                <a:latin typeface="Times New Roman" panose="02020603050405020304" pitchFamily="18" charset="0"/>
                <a:cs typeface="Times New Roman" panose="02020603050405020304" pitchFamily="18" charset="0"/>
              </a:rPr>
              <a:t> id </a:t>
            </a:r>
            <a:r>
              <a:rPr kumimoji="1" lang="en-US" altLang="zh-CN" b="1" dirty="0">
                <a:solidFill>
                  <a:srgbClr val="000000"/>
                </a:solidFill>
                <a:latin typeface="Times New Roman" panose="02020603050405020304" pitchFamily="18" charset="0"/>
                <a:cs typeface="Times New Roman" panose="02020603050405020304" pitchFamily="18" charset="0"/>
              </a:rPr>
              <a:t>)</a:t>
            </a:r>
          </a:p>
          <a:p>
            <a:pPr lvl="1">
              <a:spcBef>
                <a:spcPct val="20000"/>
              </a:spcBef>
              <a:buClr>
                <a:srgbClr val="3333CC"/>
              </a:buClr>
              <a:buSzPct val="75000"/>
              <a:defRPr/>
            </a:pPr>
            <a:r>
              <a:rPr kumimoji="1" lang="en-US" altLang="zh-CN" b="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b="1" i="1" baseline="-25000" dirty="0">
                <a:solidFill>
                  <a:srgbClr val="000000"/>
                </a:solidFill>
                <a:latin typeface="Times New Roman" panose="02020603050405020304" pitchFamily="18" charset="0"/>
                <a:sym typeface="Symbol" panose="05050102010706020507" pitchFamily="18" charset="2"/>
              </a:rPr>
              <a:t>rm</a:t>
            </a:r>
            <a:r>
              <a:rPr kumimoji="1" lang="en-US" altLang="zh-CN" b="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b="1" i="1" dirty="0">
                <a:solidFill>
                  <a:srgbClr val="FF0000"/>
                </a:solidFill>
                <a:latin typeface="Times New Roman" panose="02020603050405020304" pitchFamily="18" charset="0"/>
                <a:cs typeface="Times New Roman" panose="02020603050405020304" pitchFamily="18" charset="0"/>
              </a:rPr>
              <a:t>E</a:t>
            </a:r>
            <a:r>
              <a:rPr kumimoji="1" lang="en-US" altLang="zh-CN" b="1" i="1" dirty="0">
                <a:solidFill>
                  <a:srgbClr val="000000"/>
                </a:solidFill>
                <a:latin typeface="Times New Roman" panose="02020603050405020304" pitchFamily="18" charset="0"/>
                <a:cs typeface="Times New Roman" panose="02020603050405020304" pitchFamily="18" charset="0"/>
              </a:rPr>
              <a:t> </a:t>
            </a:r>
            <a:r>
              <a:rPr kumimoji="1" lang="en-US" altLang="zh-CN" b="1" dirty="0">
                <a:solidFill>
                  <a:srgbClr val="000000"/>
                </a:solidFill>
                <a:latin typeface="Times New Roman" panose="02020603050405020304" pitchFamily="18" charset="0"/>
                <a:cs typeface="Times New Roman" panose="02020603050405020304" pitchFamily="18" charset="0"/>
              </a:rPr>
              <a:t>+ (</a:t>
            </a:r>
            <a:r>
              <a:rPr kumimoji="1" lang="en-US" altLang="zh-CN" b="1" u="sng" dirty="0">
                <a:solidFill>
                  <a:srgbClr val="000000"/>
                </a:solidFill>
                <a:latin typeface="Times New Roman" panose="02020603050405020304" pitchFamily="18" charset="0"/>
                <a:cs typeface="Times New Roman" panose="02020603050405020304" pitchFamily="18" charset="0"/>
              </a:rPr>
              <a:t> id </a:t>
            </a:r>
            <a:r>
              <a:rPr kumimoji="1" lang="en-US" altLang="zh-CN" b="1" dirty="0">
                <a:solidFill>
                  <a:srgbClr val="000000"/>
                </a:solidFill>
                <a:latin typeface="Times New Roman" panose="02020603050405020304" pitchFamily="18" charset="0"/>
                <a:cs typeface="Times New Roman" panose="02020603050405020304" pitchFamily="18" charset="0"/>
              </a:rPr>
              <a:t>+ id )</a:t>
            </a:r>
          </a:p>
          <a:p>
            <a:pPr lvl="1">
              <a:spcBef>
                <a:spcPct val="20000"/>
              </a:spcBef>
              <a:buClr>
                <a:srgbClr val="3333CC"/>
              </a:buClr>
              <a:buSzPct val="75000"/>
              <a:defRPr/>
            </a:pPr>
            <a:r>
              <a:rPr kumimoji="1" lang="en-US" altLang="zh-CN" b="1" dirty="0">
                <a:solidFill>
                  <a:srgbClr val="000000"/>
                </a:solidFill>
                <a:latin typeface="Times New Roman" panose="02020603050405020304" pitchFamily="18" charset="0"/>
                <a:cs typeface="Times New Roman" panose="02020603050405020304" pitchFamily="18" charset="0"/>
              </a:rPr>
              <a:t>   </a:t>
            </a:r>
            <a:r>
              <a:rPr kumimoji="1" lang="en-US" altLang="zh-CN" b="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b="1" i="1" baseline="-25000" dirty="0">
                <a:solidFill>
                  <a:srgbClr val="000000"/>
                </a:solidFill>
                <a:latin typeface="Times New Roman" panose="02020603050405020304" pitchFamily="18" charset="0"/>
                <a:sym typeface="Symbol" panose="05050102010706020507" pitchFamily="18" charset="2"/>
              </a:rPr>
              <a:t>rm</a:t>
            </a:r>
            <a:r>
              <a:rPr kumimoji="1" lang="en-US" altLang="zh-CN" b="1" u="sng" dirty="0">
                <a:solidFill>
                  <a:srgbClr val="000000"/>
                </a:solidFill>
                <a:latin typeface="Times New Roman" panose="02020603050405020304" pitchFamily="18" charset="0"/>
                <a:cs typeface="Times New Roman" panose="02020603050405020304" pitchFamily="18" charset="0"/>
              </a:rPr>
              <a:t> id </a:t>
            </a:r>
            <a:r>
              <a:rPr kumimoji="1" lang="en-US" altLang="zh-CN" b="1" dirty="0">
                <a:solidFill>
                  <a:srgbClr val="000000"/>
                </a:solidFill>
                <a:latin typeface="Times New Roman" panose="02020603050405020304" pitchFamily="18" charset="0"/>
                <a:cs typeface="Times New Roman" panose="02020603050405020304" pitchFamily="18" charset="0"/>
              </a:rPr>
              <a:t>+ ( id + id )</a:t>
            </a:r>
            <a:endParaRPr lang="en-US" altLang="zh-CN" b="1" dirty="0">
              <a:solidFill>
                <a:srgbClr val="000000"/>
              </a:solidFill>
              <a:latin typeface="Times New Roman" panose="02020603050405020304" pitchFamily="18" charset="0"/>
            </a:endParaRPr>
          </a:p>
        </p:txBody>
      </p:sp>
      <p:sp>
        <p:nvSpPr>
          <p:cNvPr id="45" name="Rectangle 6">
            <a:extLst>
              <a:ext uri="{FF2B5EF4-FFF2-40B4-BE49-F238E27FC236}">
                <a16:creationId xmlns:a16="http://schemas.microsoft.com/office/drawing/2014/main" id="{8C975F50-0B0E-4223-A278-15179BC7C5AE}"/>
              </a:ext>
            </a:extLst>
          </p:cNvPr>
          <p:cNvSpPr>
            <a:spLocks noChangeArrowheads="1"/>
          </p:cNvSpPr>
          <p:nvPr/>
        </p:nvSpPr>
        <p:spPr bwMode="auto">
          <a:xfrm>
            <a:off x="785813" y="714375"/>
            <a:ext cx="2389187" cy="2114550"/>
          </a:xfrm>
          <a:prstGeom prst="rect">
            <a:avLst/>
          </a:prstGeom>
          <a:solidFill>
            <a:schemeClr val="accent2">
              <a:lumMod val="40000"/>
              <a:lumOff val="60000"/>
            </a:schemeClr>
          </a:solidFill>
          <a:ln w="12700">
            <a:solidFill>
              <a:schemeClr val="tx1"/>
            </a:solidFill>
            <a:miter lim="800000"/>
            <a:headEnd/>
            <a:tailEnd/>
          </a:ln>
        </p:spPr>
        <p:txBody>
          <a:bodyPr/>
          <a:lstStyle>
            <a:lvl1pPr marL="342900" indent="-342900">
              <a:defRPr>
                <a:solidFill>
                  <a:schemeClr val="tx1"/>
                </a:solidFill>
                <a:latin typeface="Tahoma" panose="020B0604030504040204" pitchFamily="34" charset="0"/>
                <a:ea typeface="宋体" panose="02010600030101010101" pitchFamily="2" charset="-122"/>
              </a:defRPr>
            </a:lvl1pPr>
            <a:lvl2pPr marL="19050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lvl="1">
              <a:spcBef>
                <a:spcPct val="20000"/>
              </a:spcBef>
              <a:buClr>
                <a:srgbClr val="3333CC"/>
              </a:buClr>
              <a:buSzPct val="75000"/>
              <a:defRPr/>
            </a:pPr>
            <a:r>
              <a:rPr kumimoji="1" lang="en-US" altLang="zh-CN" b="1" i="1" dirty="0">
                <a:solidFill>
                  <a:srgbClr val="FF0000"/>
                </a:solidFill>
                <a:latin typeface="Times New Roman" panose="02020603050405020304" pitchFamily="18" charset="0"/>
                <a:cs typeface="Times New Roman" panose="02020603050405020304" pitchFamily="18" charset="0"/>
              </a:rPr>
              <a:t>E</a:t>
            </a:r>
            <a:r>
              <a:rPr kumimoji="1" lang="en-US" altLang="zh-CN" b="1" dirty="0">
                <a:solidFill>
                  <a:srgbClr val="FFFF00"/>
                </a:solidFill>
                <a:latin typeface="Times New Roman" panose="02020603050405020304" pitchFamily="18" charset="0"/>
                <a:cs typeface="Times New Roman" panose="02020603050405020304" pitchFamily="18" charset="0"/>
              </a:rPr>
              <a:t> </a:t>
            </a:r>
            <a:r>
              <a:rPr kumimoji="1" lang="en-US" altLang="zh-CN" b="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b="1" dirty="0">
                <a:solidFill>
                  <a:srgbClr val="FFFF00"/>
                </a:solidFill>
                <a:latin typeface="Times New Roman" panose="02020603050405020304" pitchFamily="18" charset="0"/>
                <a:cs typeface="Times New Roman" panose="02020603050405020304" pitchFamily="18" charset="0"/>
              </a:rPr>
              <a:t> </a:t>
            </a:r>
            <a:r>
              <a:rPr kumimoji="1" lang="en-US" altLang="zh-CN" b="1" i="1" dirty="0">
                <a:latin typeface="Times New Roman" panose="02020603050405020304" pitchFamily="18" charset="0"/>
                <a:cs typeface="Times New Roman" panose="02020603050405020304" pitchFamily="18" charset="0"/>
              </a:rPr>
              <a:t>E </a:t>
            </a:r>
            <a:r>
              <a:rPr kumimoji="1" lang="en-US" altLang="zh-CN" b="1" dirty="0">
                <a:latin typeface="Times New Roman" panose="02020603050405020304" pitchFamily="18" charset="0"/>
                <a:cs typeface="Times New Roman" panose="02020603050405020304" pitchFamily="18" charset="0"/>
              </a:rPr>
              <a:t>+</a:t>
            </a:r>
            <a:r>
              <a:rPr kumimoji="1" lang="en-US" altLang="zh-CN" b="1" dirty="0">
                <a:solidFill>
                  <a:srgbClr val="3333CC"/>
                </a:solidFill>
                <a:latin typeface="Times New Roman" panose="02020603050405020304" pitchFamily="18" charset="0"/>
                <a:cs typeface="Times New Roman" panose="02020603050405020304" pitchFamily="18" charset="0"/>
              </a:rPr>
              <a:t> </a:t>
            </a:r>
            <a:r>
              <a:rPr kumimoji="1" lang="en-US" altLang="zh-CN" b="1" i="1" dirty="0">
                <a:solidFill>
                  <a:srgbClr val="FF0000"/>
                </a:solidFill>
                <a:latin typeface="Times New Roman" panose="02020603050405020304" pitchFamily="18" charset="0"/>
                <a:cs typeface="Times New Roman" panose="02020603050405020304" pitchFamily="18" charset="0"/>
              </a:rPr>
              <a:t>E</a:t>
            </a:r>
            <a:r>
              <a:rPr kumimoji="1" lang="en-US" altLang="zh-CN" b="1" dirty="0">
                <a:solidFill>
                  <a:srgbClr val="FFFF00"/>
                </a:solidFill>
                <a:latin typeface="Times New Roman" panose="02020603050405020304" pitchFamily="18" charset="0"/>
                <a:cs typeface="Times New Roman" panose="02020603050405020304" pitchFamily="18" charset="0"/>
              </a:rPr>
              <a:t> </a:t>
            </a:r>
            <a:endParaRPr kumimoji="1" lang="en-US" altLang="zh-CN" b="1" dirty="0">
              <a:solidFill>
                <a:srgbClr val="000000"/>
              </a:solidFill>
              <a:latin typeface="Times New Roman" panose="02020603050405020304" pitchFamily="18" charset="0"/>
              <a:cs typeface="Times New Roman" panose="02020603050405020304" pitchFamily="18" charset="0"/>
            </a:endParaRPr>
          </a:p>
          <a:p>
            <a:pPr lvl="1">
              <a:spcBef>
                <a:spcPct val="20000"/>
              </a:spcBef>
              <a:buClr>
                <a:srgbClr val="3333CC"/>
              </a:buClr>
              <a:buSzPct val="75000"/>
              <a:defRPr/>
            </a:pPr>
            <a:r>
              <a:rPr kumimoji="1" lang="en-US" altLang="zh-CN" b="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b="1" dirty="0">
                <a:solidFill>
                  <a:srgbClr val="FFFF00"/>
                </a:solidFill>
                <a:latin typeface="Times New Roman" panose="02020603050405020304" pitchFamily="18" charset="0"/>
                <a:cs typeface="Times New Roman" panose="02020603050405020304" pitchFamily="18" charset="0"/>
              </a:rPr>
              <a:t> </a:t>
            </a:r>
            <a:r>
              <a:rPr kumimoji="1" lang="en-US" altLang="zh-CN" b="1" i="1" dirty="0">
                <a:latin typeface="Times New Roman" panose="02020603050405020304" pitchFamily="18" charset="0"/>
                <a:cs typeface="Times New Roman" panose="02020603050405020304" pitchFamily="18" charset="0"/>
              </a:rPr>
              <a:t>E </a:t>
            </a:r>
            <a:r>
              <a:rPr kumimoji="1" lang="en-US" altLang="zh-CN" b="1" dirty="0">
                <a:latin typeface="Times New Roman" panose="02020603050405020304" pitchFamily="18" charset="0"/>
                <a:cs typeface="Times New Roman" panose="02020603050405020304" pitchFamily="18" charset="0"/>
              </a:rPr>
              <a:t>+</a:t>
            </a:r>
            <a:r>
              <a:rPr kumimoji="1" lang="en-US" altLang="zh-CN" b="1" u="sng" dirty="0">
                <a:latin typeface="Times New Roman" panose="02020603050405020304" pitchFamily="18" charset="0"/>
                <a:cs typeface="Times New Roman" panose="02020603050405020304" pitchFamily="18" charset="0"/>
              </a:rPr>
              <a:t> ( </a:t>
            </a:r>
            <a:r>
              <a:rPr kumimoji="1" lang="en-US" altLang="zh-CN" b="1" i="1" u="sng" dirty="0">
                <a:solidFill>
                  <a:srgbClr val="FF0000"/>
                </a:solidFill>
                <a:latin typeface="Times New Roman" panose="02020603050405020304" pitchFamily="18" charset="0"/>
                <a:cs typeface="Times New Roman" panose="02020603050405020304" pitchFamily="18" charset="0"/>
              </a:rPr>
              <a:t>E </a:t>
            </a:r>
            <a:r>
              <a:rPr kumimoji="1" lang="en-US" altLang="zh-CN" b="1" u="sng" dirty="0">
                <a:latin typeface="Times New Roman" panose="02020603050405020304" pitchFamily="18" charset="0"/>
                <a:cs typeface="Times New Roman" panose="02020603050405020304" pitchFamily="18" charset="0"/>
              </a:rPr>
              <a:t>) </a:t>
            </a:r>
          </a:p>
          <a:p>
            <a:pPr lvl="1">
              <a:spcBef>
                <a:spcPct val="20000"/>
              </a:spcBef>
              <a:buClr>
                <a:srgbClr val="3333CC"/>
              </a:buClr>
              <a:buSzPct val="75000"/>
              <a:defRPr/>
            </a:pPr>
            <a:r>
              <a:rPr kumimoji="1" lang="en-US" altLang="zh-CN" b="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b="1" dirty="0">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b="1" dirty="0">
                <a:latin typeface="Times New Roman" panose="02020603050405020304" pitchFamily="18" charset="0"/>
                <a:cs typeface="Times New Roman" panose="02020603050405020304" pitchFamily="18" charset="0"/>
              </a:rPr>
              <a:t> </a:t>
            </a:r>
            <a:r>
              <a:rPr kumimoji="1" lang="en-US" altLang="zh-CN" b="1" i="1" dirty="0">
                <a:latin typeface="Times New Roman" panose="02020603050405020304" pitchFamily="18" charset="0"/>
                <a:cs typeface="Times New Roman" panose="02020603050405020304" pitchFamily="18" charset="0"/>
              </a:rPr>
              <a:t>E </a:t>
            </a:r>
            <a:r>
              <a:rPr kumimoji="1" lang="en-US" altLang="zh-CN" b="1" dirty="0">
                <a:latin typeface="Times New Roman" panose="02020603050405020304" pitchFamily="18" charset="0"/>
                <a:cs typeface="Times New Roman" panose="02020603050405020304" pitchFamily="18" charset="0"/>
              </a:rPr>
              <a:t>+ (</a:t>
            </a:r>
            <a:r>
              <a:rPr kumimoji="1" lang="en-US" altLang="zh-CN" b="1" u="sng" dirty="0">
                <a:latin typeface="Times New Roman" panose="02020603050405020304" pitchFamily="18" charset="0"/>
                <a:cs typeface="Times New Roman" panose="02020603050405020304" pitchFamily="18" charset="0"/>
              </a:rPr>
              <a:t> </a:t>
            </a:r>
            <a:r>
              <a:rPr kumimoji="1" lang="en-US" altLang="zh-CN" b="1" i="1" u="sng" dirty="0">
                <a:solidFill>
                  <a:srgbClr val="FF0000"/>
                </a:solidFill>
                <a:latin typeface="Times New Roman" panose="02020603050405020304" pitchFamily="18" charset="0"/>
                <a:cs typeface="Times New Roman" panose="02020603050405020304" pitchFamily="18" charset="0"/>
              </a:rPr>
              <a:t>E </a:t>
            </a:r>
            <a:r>
              <a:rPr kumimoji="1" lang="en-US" altLang="zh-CN" b="1" u="sng" dirty="0">
                <a:latin typeface="Times New Roman" panose="02020603050405020304" pitchFamily="18" charset="0"/>
                <a:cs typeface="Times New Roman" panose="02020603050405020304" pitchFamily="18" charset="0"/>
              </a:rPr>
              <a:t>+ </a:t>
            </a:r>
            <a:r>
              <a:rPr kumimoji="1" lang="en-US" altLang="zh-CN" b="1" i="1" u="sng" dirty="0">
                <a:latin typeface="Times New Roman" panose="02020603050405020304" pitchFamily="18" charset="0"/>
                <a:cs typeface="Times New Roman" panose="02020603050405020304" pitchFamily="18" charset="0"/>
              </a:rPr>
              <a:t>E</a:t>
            </a:r>
            <a:r>
              <a:rPr kumimoji="1" lang="en-US" altLang="zh-CN" b="1" i="1" dirty="0">
                <a:latin typeface="Times New Roman" panose="02020603050405020304" pitchFamily="18" charset="0"/>
                <a:cs typeface="Times New Roman" panose="02020603050405020304" pitchFamily="18" charset="0"/>
              </a:rPr>
              <a:t> </a:t>
            </a:r>
            <a:r>
              <a:rPr kumimoji="1" lang="en-US" altLang="zh-CN" b="1" dirty="0">
                <a:latin typeface="Times New Roman" panose="02020603050405020304" pitchFamily="18" charset="0"/>
                <a:cs typeface="Times New Roman" panose="02020603050405020304" pitchFamily="18" charset="0"/>
              </a:rPr>
              <a:t>)</a:t>
            </a:r>
          </a:p>
          <a:p>
            <a:pPr lvl="1">
              <a:spcBef>
                <a:spcPct val="20000"/>
              </a:spcBef>
              <a:buClr>
                <a:srgbClr val="3333CC"/>
              </a:buClr>
              <a:buSzPct val="75000"/>
              <a:defRPr/>
            </a:pPr>
            <a:r>
              <a:rPr kumimoji="1" lang="en-US" altLang="zh-CN" b="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b="1" dirty="0">
                <a:solidFill>
                  <a:srgbClr val="FFFF00"/>
                </a:solidFill>
                <a:latin typeface="Times New Roman" panose="02020603050405020304" pitchFamily="18" charset="0"/>
                <a:cs typeface="Times New Roman" panose="02020603050405020304" pitchFamily="18" charset="0"/>
              </a:rPr>
              <a:t> </a:t>
            </a:r>
            <a:r>
              <a:rPr kumimoji="1" lang="en-US" altLang="zh-CN" b="1" i="1" dirty="0">
                <a:solidFill>
                  <a:srgbClr val="FF0000"/>
                </a:solidFill>
                <a:latin typeface="Times New Roman" panose="02020603050405020304" pitchFamily="18" charset="0"/>
                <a:cs typeface="Times New Roman" panose="02020603050405020304" pitchFamily="18" charset="0"/>
              </a:rPr>
              <a:t>E </a:t>
            </a:r>
            <a:r>
              <a:rPr kumimoji="1" lang="en-US" altLang="zh-CN" b="1" dirty="0">
                <a:latin typeface="Times New Roman" panose="02020603050405020304" pitchFamily="18" charset="0"/>
                <a:cs typeface="Times New Roman" panose="02020603050405020304" pitchFamily="18" charset="0"/>
              </a:rPr>
              <a:t>+ (</a:t>
            </a:r>
            <a:r>
              <a:rPr kumimoji="1" lang="en-US" altLang="zh-CN" b="1" u="sng" dirty="0">
                <a:latin typeface="Times New Roman" panose="02020603050405020304" pitchFamily="18" charset="0"/>
                <a:cs typeface="Times New Roman" panose="02020603050405020304" pitchFamily="18" charset="0"/>
              </a:rPr>
              <a:t> id </a:t>
            </a:r>
            <a:r>
              <a:rPr kumimoji="1" lang="en-US" altLang="zh-CN" b="1" dirty="0">
                <a:latin typeface="Times New Roman" panose="02020603050405020304" pitchFamily="18" charset="0"/>
                <a:cs typeface="Times New Roman" panose="02020603050405020304" pitchFamily="18" charset="0"/>
              </a:rPr>
              <a:t>+ </a:t>
            </a:r>
            <a:r>
              <a:rPr kumimoji="1" lang="en-US" altLang="zh-CN" b="1" i="1" dirty="0">
                <a:latin typeface="Times New Roman" panose="02020603050405020304" pitchFamily="18" charset="0"/>
                <a:cs typeface="Times New Roman" panose="02020603050405020304" pitchFamily="18" charset="0"/>
              </a:rPr>
              <a:t>E </a:t>
            </a:r>
            <a:r>
              <a:rPr kumimoji="1" lang="en-US" altLang="zh-CN" b="1" dirty="0">
                <a:latin typeface="Times New Roman" panose="02020603050405020304" pitchFamily="18" charset="0"/>
                <a:cs typeface="Times New Roman" panose="02020603050405020304" pitchFamily="18" charset="0"/>
              </a:rPr>
              <a:t>)</a:t>
            </a:r>
          </a:p>
          <a:p>
            <a:pPr lvl="1">
              <a:spcBef>
                <a:spcPct val="20000"/>
              </a:spcBef>
              <a:buClr>
                <a:srgbClr val="3333CC"/>
              </a:buClr>
              <a:buSzPct val="75000"/>
              <a:defRPr/>
            </a:pPr>
            <a:r>
              <a:rPr kumimoji="1" lang="en-US" altLang="zh-CN" b="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b="1" dirty="0">
                <a:solidFill>
                  <a:srgbClr val="FFFF00"/>
                </a:solidFill>
                <a:latin typeface="Times New Roman" panose="02020603050405020304" pitchFamily="18" charset="0"/>
                <a:cs typeface="Times New Roman" panose="02020603050405020304" pitchFamily="18" charset="0"/>
              </a:rPr>
              <a:t> </a:t>
            </a:r>
            <a:r>
              <a:rPr kumimoji="1" lang="en-US" altLang="zh-CN" b="1" u="sng" dirty="0">
                <a:latin typeface="Times New Roman" panose="02020603050405020304" pitchFamily="18" charset="0"/>
                <a:cs typeface="Times New Roman" panose="02020603050405020304" pitchFamily="18" charset="0"/>
              </a:rPr>
              <a:t>id</a:t>
            </a:r>
            <a:r>
              <a:rPr kumimoji="1" lang="en-US" altLang="zh-CN" b="1" dirty="0">
                <a:latin typeface="Times New Roman" panose="02020603050405020304" pitchFamily="18" charset="0"/>
                <a:cs typeface="Times New Roman" panose="02020603050405020304" pitchFamily="18" charset="0"/>
              </a:rPr>
              <a:t> + ( id + </a:t>
            </a:r>
            <a:r>
              <a:rPr kumimoji="1" lang="en-US" altLang="zh-CN" b="1" i="1" dirty="0">
                <a:solidFill>
                  <a:srgbClr val="FF0000"/>
                </a:solidFill>
                <a:latin typeface="Times New Roman" panose="02020603050405020304" pitchFamily="18" charset="0"/>
                <a:cs typeface="Times New Roman" panose="02020603050405020304" pitchFamily="18" charset="0"/>
              </a:rPr>
              <a:t>E </a:t>
            </a:r>
            <a:r>
              <a:rPr kumimoji="1" lang="en-US" altLang="zh-CN" b="1" dirty="0">
                <a:latin typeface="Times New Roman" panose="02020603050405020304" pitchFamily="18" charset="0"/>
                <a:cs typeface="Times New Roman" panose="02020603050405020304" pitchFamily="18" charset="0"/>
              </a:rPr>
              <a:t>)</a:t>
            </a:r>
          </a:p>
          <a:p>
            <a:pPr lvl="1">
              <a:spcBef>
                <a:spcPct val="20000"/>
              </a:spcBef>
              <a:buClr>
                <a:srgbClr val="3333CC"/>
              </a:buClr>
              <a:buSzPct val="75000"/>
              <a:defRPr/>
            </a:pPr>
            <a:r>
              <a:rPr kumimoji="1" lang="en-US" altLang="zh-CN" b="1" dirty="0">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b="1" dirty="0">
                <a:latin typeface="Times New Roman" panose="02020603050405020304" pitchFamily="18" charset="0"/>
                <a:cs typeface="Times New Roman" panose="02020603050405020304" pitchFamily="18" charset="0"/>
              </a:rPr>
              <a:t> id + ( id +</a:t>
            </a:r>
            <a:r>
              <a:rPr kumimoji="1" lang="en-US" altLang="zh-CN" b="1" u="sng" dirty="0">
                <a:latin typeface="Times New Roman" panose="02020603050405020304" pitchFamily="18" charset="0"/>
                <a:cs typeface="Times New Roman" panose="02020603050405020304" pitchFamily="18" charset="0"/>
              </a:rPr>
              <a:t> id </a:t>
            </a:r>
            <a:r>
              <a:rPr kumimoji="1" lang="en-US" altLang="zh-CN" b="1" dirty="0">
                <a:latin typeface="Times New Roman" panose="02020603050405020304" pitchFamily="18" charset="0"/>
                <a:cs typeface="Times New Roman" panose="02020603050405020304" pitchFamily="18" charset="0"/>
              </a:rPr>
              <a:t>)</a:t>
            </a:r>
          </a:p>
        </p:txBody>
      </p:sp>
      <p:sp>
        <p:nvSpPr>
          <p:cNvPr id="46" name="Rectangle 6">
            <a:extLst>
              <a:ext uri="{FF2B5EF4-FFF2-40B4-BE49-F238E27FC236}">
                <a16:creationId xmlns:a16="http://schemas.microsoft.com/office/drawing/2014/main" id="{ABFAC76F-5DEF-414A-8BEC-484F9D83FC4E}"/>
              </a:ext>
            </a:extLst>
          </p:cNvPr>
          <p:cNvSpPr>
            <a:spLocks noChangeArrowheads="1"/>
          </p:cNvSpPr>
          <p:nvPr/>
        </p:nvSpPr>
        <p:spPr bwMode="auto">
          <a:xfrm>
            <a:off x="785813" y="2930525"/>
            <a:ext cx="2389187" cy="2019300"/>
          </a:xfrm>
          <a:prstGeom prst="rect">
            <a:avLst/>
          </a:prstGeom>
          <a:solidFill>
            <a:schemeClr val="accent2">
              <a:lumMod val="40000"/>
              <a:lumOff val="60000"/>
            </a:schemeClr>
          </a:solidFill>
          <a:ln w="12700">
            <a:solidFill>
              <a:schemeClr val="tx1"/>
            </a:solidFill>
            <a:miter lim="800000"/>
            <a:headEnd/>
            <a:tailEnd/>
          </a:ln>
        </p:spPr>
        <p:txBody>
          <a:bodyPr/>
          <a:lstStyle>
            <a:lvl1pPr marL="342900" indent="-342900">
              <a:defRPr>
                <a:solidFill>
                  <a:schemeClr val="tx1"/>
                </a:solidFill>
                <a:latin typeface="Tahoma" panose="020B0604030504040204" pitchFamily="34" charset="0"/>
                <a:ea typeface="宋体" panose="02010600030101010101" pitchFamily="2" charset="-122"/>
              </a:defRPr>
            </a:lvl1pPr>
            <a:lvl2pPr marL="19050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lvl="1">
              <a:spcBef>
                <a:spcPct val="20000"/>
              </a:spcBef>
              <a:buClr>
                <a:srgbClr val="3333CC"/>
              </a:buClr>
              <a:buSzPct val="75000"/>
              <a:defRPr/>
            </a:pPr>
            <a:r>
              <a:rPr kumimoji="1" lang="en-US" altLang="zh-CN" b="1" i="1" dirty="0">
                <a:solidFill>
                  <a:srgbClr val="FF0000"/>
                </a:solidFill>
                <a:latin typeface="Times New Roman" panose="02020603050405020304" pitchFamily="18" charset="0"/>
                <a:cs typeface="Times New Roman" panose="02020603050405020304" pitchFamily="18" charset="0"/>
              </a:rPr>
              <a:t>E</a:t>
            </a:r>
            <a:r>
              <a:rPr kumimoji="1" lang="en-US" altLang="zh-CN" b="1" dirty="0">
                <a:solidFill>
                  <a:srgbClr val="FFFF00"/>
                </a:solidFill>
                <a:latin typeface="Times New Roman" panose="02020603050405020304" pitchFamily="18" charset="0"/>
                <a:cs typeface="Times New Roman" panose="02020603050405020304" pitchFamily="18" charset="0"/>
              </a:rPr>
              <a:t> </a:t>
            </a:r>
            <a:r>
              <a:rPr kumimoji="1" lang="en-US" altLang="zh-CN" b="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b="1" dirty="0">
                <a:solidFill>
                  <a:srgbClr val="FFFF00"/>
                </a:solidFill>
                <a:latin typeface="Times New Roman" panose="02020603050405020304" pitchFamily="18" charset="0"/>
                <a:cs typeface="Times New Roman" panose="02020603050405020304" pitchFamily="18" charset="0"/>
              </a:rPr>
              <a:t> </a:t>
            </a:r>
            <a:r>
              <a:rPr kumimoji="1" lang="en-US" altLang="zh-CN" b="1" i="1" dirty="0">
                <a:solidFill>
                  <a:srgbClr val="FF0000"/>
                </a:solidFill>
                <a:latin typeface="Times New Roman" panose="02020603050405020304" pitchFamily="18" charset="0"/>
                <a:cs typeface="Times New Roman" panose="02020603050405020304" pitchFamily="18" charset="0"/>
              </a:rPr>
              <a:t>E</a:t>
            </a:r>
            <a:r>
              <a:rPr kumimoji="1" lang="en-US" altLang="zh-CN" b="1" i="1" dirty="0">
                <a:latin typeface="Times New Roman" panose="02020603050405020304" pitchFamily="18" charset="0"/>
                <a:cs typeface="Times New Roman" panose="02020603050405020304" pitchFamily="18" charset="0"/>
              </a:rPr>
              <a:t> </a:t>
            </a:r>
            <a:r>
              <a:rPr kumimoji="1" lang="en-US" altLang="zh-CN" b="1" dirty="0">
                <a:latin typeface="Times New Roman" panose="02020603050405020304" pitchFamily="18" charset="0"/>
                <a:cs typeface="Times New Roman" panose="02020603050405020304" pitchFamily="18" charset="0"/>
              </a:rPr>
              <a:t>+</a:t>
            </a:r>
            <a:r>
              <a:rPr kumimoji="1" lang="en-US" altLang="zh-CN" b="1" dirty="0">
                <a:solidFill>
                  <a:srgbClr val="3333CC"/>
                </a:solidFill>
                <a:latin typeface="Times New Roman" panose="02020603050405020304" pitchFamily="18" charset="0"/>
                <a:cs typeface="Times New Roman" panose="02020603050405020304" pitchFamily="18" charset="0"/>
              </a:rPr>
              <a:t> </a:t>
            </a:r>
            <a:r>
              <a:rPr kumimoji="1" lang="en-US" altLang="zh-CN" b="1" i="1" dirty="0">
                <a:latin typeface="Times New Roman" panose="02020603050405020304" pitchFamily="18" charset="0"/>
                <a:cs typeface="Times New Roman" panose="02020603050405020304" pitchFamily="18" charset="0"/>
              </a:rPr>
              <a:t>E</a:t>
            </a:r>
            <a:r>
              <a:rPr kumimoji="1" lang="en-US" altLang="zh-CN" b="1" dirty="0">
                <a:solidFill>
                  <a:srgbClr val="FFFF00"/>
                </a:solidFill>
                <a:latin typeface="Times New Roman" panose="02020603050405020304" pitchFamily="18" charset="0"/>
                <a:cs typeface="Times New Roman" panose="02020603050405020304" pitchFamily="18" charset="0"/>
              </a:rPr>
              <a:t> </a:t>
            </a:r>
            <a:endParaRPr kumimoji="1" lang="en-US" altLang="zh-CN" b="1" dirty="0">
              <a:solidFill>
                <a:srgbClr val="000000"/>
              </a:solidFill>
              <a:latin typeface="Times New Roman" panose="02020603050405020304" pitchFamily="18" charset="0"/>
              <a:cs typeface="Times New Roman" panose="02020603050405020304" pitchFamily="18" charset="0"/>
            </a:endParaRPr>
          </a:p>
          <a:p>
            <a:pPr lvl="1">
              <a:spcBef>
                <a:spcPct val="20000"/>
              </a:spcBef>
              <a:buClr>
                <a:srgbClr val="3333CC"/>
              </a:buClr>
              <a:buSzPct val="75000"/>
              <a:defRPr/>
            </a:pPr>
            <a:r>
              <a:rPr kumimoji="1" lang="en-US" altLang="zh-CN" b="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b="1" dirty="0">
                <a:solidFill>
                  <a:srgbClr val="FFFF00"/>
                </a:solidFill>
                <a:latin typeface="Times New Roman" panose="02020603050405020304" pitchFamily="18" charset="0"/>
                <a:cs typeface="Times New Roman" panose="02020603050405020304" pitchFamily="18" charset="0"/>
              </a:rPr>
              <a:t> </a:t>
            </a:r>
            <a:r>
              <a:rPr kumimoji="1" lang="en-US" altLang="zh-CN" b="1" u="sng" dirty="0">
                <a:latin typeface="Times New Roman" panose="02020603050405020304" pitchFamily="18" charset="0"/>
                <a:cs typeface="Times New Roman" panose="02020603050405020304" pitchFamily="18" charset="0"/>
              </a:rPr>
              <a:t>id</a:t>
            </a:r>
            <a:r>
              <a:rPr kumimoji="1" lang="en-US" altLang="zh-CN" b="1" dirty="0">
                <a:latin typeface="Times New Roman" panose="02020603050405020304" pitchFamily="18" charset="0"/>
                <a:cs typeface="Times New Roman" panose="02020603050405020304" pitchFamily="18" charset="0"/>
              </a:rPr>
              <a:t> +  </a:t>
            </a:r>
            <a:r>
              <a:rPr kumimoji="1" lang="en-US" altLang="zh-CN" b="1" i="1" dirty="0">
                <a:solidFill>
                  <a:srgbClr val="FF0000"/>
                </a:solidFill>
                <a:latin typeface="Times New Roman" panose="02020603050405020304" pitchFamily="18" charset="0"/>
                <a:cs typeface="Times New Roman" panose="02020603050405020304" pitchFamily="18" charset="0"/>
              </a:rPr>
              <a:t>E </a:t>
            </a:r>
            <a:r>
              <a:rPr kumimoji="1" lang="en-US" altLang="zh-CN" b="1" dirty="0">
                <a:latin typeface="Times New Roman" panose="02020603050405020304" pitchFamily="18" charset="0"/>
                <a:cs typeface="Times New Roman" panose="02020603050405020304" pitchFamily="18" charset="0"/>
              </a:rPr>
              <a:t> </a:t>
            </a:r>
          </a:p>
          <a:p>
            <a:pPr lvl="1">
              <a:spcBef>
                <a:spcPct val="20000"/>
              </a:spcBef>
              <a:buClr>
                <a:srgbClr val="3333CC"/>
              </a:buClr>
              <a:buSzPct val="75000"/>
              <a:defRPr/>
            </a:pPr>
            <a:r>
              <a:rPr kumimoji="1" lang="en-US" altLang="zh-CN" b="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b="1" dirty="0">
                <a:solidFill>
                  <a:srgbClr val="FFFF00"/>
                </a:solidFill>
                <a:latin typeface="Times New Roman" panose="02020603050405020304" pitchFamily="18" charset="0"/>
                <a:cs typeface="Times New Roman" panose="02020603050405020304" pitchFamily="18" charset="0"/>
              </a:rPr>
              <a:t> </a:t>
            </a:r>
            <a:r>
              <a:rPr kumimoji="1" lang="en-US" altLang="zh-CN" b="1" dirty="0">
                <a:latin typeface="Times New Roman" panose="02020603050405020304" pitchFamily="18" charset="0"/>
                <a:cs typeface="Times New Roman" panose="02020603050405020304" pitchFamily="18" charset="0"/>
              </a:rPr>
              <a:t>id +</a:t>
            </a:r>
            <a:r>
              <a:rPr kumimoji="1" lang="en-US" altLang="zh-CN" b="1" u="sng" dirty="0">
                <a:latin typeface="Times New Roman" panose="02020603050405020304" pitchFamily="18" charset="0"/>
                <a:cs typeface="Times New Roman" panose="02020603050405020304" pitchFamily="18" charset="0"/>
              </a:rPr>
              <a:t> ( </a:t>
            </a:r>
            <a:r>
              <a:rPr kumimoji="1" lang="en-US" altLang="zh-CN" b="1" i="1" u="sng" dirty="0">
                <a:solidFill>
                  <a:srgbClr val="FF0000"/>
                </a:solidFill>
                <a:latin typeface="Times New Roman" panose="02020603050405020304" pitchFamily="18" charset="0"/>
                <a:cs typeface="Times New Roman" panose="02020603050405020304" pitchFamily="18" charset="0"/>
              </a:rPr>
              <a:t>E </a:t>
            </a:r>
            <a:r>
              <a:rPr kumimoji="1" lang="en-US" altLang="zh-CN" b="1" u="sng" dirty="0">
                <a:latin typeface="Times New Roman" panose="02020603050405020304" pitchFamily="18" charset="0"/>
                <a:cs typeface="Times New Roman" panose="02020603050405020304" pitchFamily="18" charset="0"/>
              </a:rPr>
              <a:t>) </a:t>
            </a:r>
            <a:endParaRPr kumimoji="1" lang="en-US" altLang="zh-CN" b="1" u="sng" dirty="0">
              <a:solidFill>
                <a:srgbClr val="000000"/>
              </a:solidFill>
              <a:latin typeface="Times New Roman" panose="02020603050405020304" pitchFamily="18" charset="0"/>
              <a:cs typeface="Times New Roman" panose="02020603050405020304" pitchFamily="18" charset="0"/>
              <a:sym typeface="Symbol" panose="05050102010706020507" pitchFamily="18" charset="2"/>
            </a:endParaRPr>
          </a:p>
          <a:p>
            <a:pPr lvl="1">
              <a:spcBef>
                <a:spcPct val="20000"/>
              </a:spcBef>
              <a:buClr>
                <a:srgbClr val="3333CC"/>
              </a:buClr>
              <a:buSzPct val="75000"/>
              <a:defRPr/>
            </a:pPr>
            <a:r>
              <a:rPr kumimoji="1" lang="zh-CN" altLang="en-US" b="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b="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b="1" dirty="0">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b="1" dirty="0">
                <a:latin typeface="Times New Roman" panose="02020603050405020304" pitchFamily="18" charset="0"/>
                <a:cs typeface="Times New Roman" panose="02020603050405020304" pitchFamily="18" charset="0"/>
              </a:rPr>
              <a:t> id + ( </a:t>
            </a:r>
            <a:r>
              <a:rPr kumimoji="1" lang="en-US" altLang="zh-CN" b="1" i="1" u="sng" dirty="0">
                <a:latin typeface="Times New Roman" panose="02020603050405020304" pitchFamily="18" charset="0"/>
                <a:cs typeface="Times New Roman" panose="02020603050405020304" pitchFamily="18" charset="0"/>
              </a:rPr>
              <a:t>E</a:t>
            </a:r>
            <a:r>
              <a:rPr kumimoji="1" lang="en-US" altLang="zh-CN" b="1" i="1" u="sng" dirty="0">
                <a:solidFill>
                  <a:srgbClr val="FF0000"/>
                </a:solidFill>
                <a:latin typeface="Times New Roman" panose="02020603050405020304" pitchFamily="18" charset="0"/>
                <a:cs typeface="Times New Roman" panose="02020603050405020304" pitchFamily="18" charset="0"/>
              </a:rPr>
              <a:t> </a:t>
            </a:r>
            <a:r>
              <a:rPr kumimoji="1" lang="en-US" altLang="zh-CN" b="1" u="sng" dirty="0">
                <a:latin typeface="Times New Roman" panose="02020603050405020304" pitchFamily="18" charset="0"/>
                <a:cs typeface="Times New Roman" panose="02020603050405020304" pitchFamily="18" charset="0"/>
              </a:rPr>
              <a:t>+ </a:t>
            </a:r>
            <a:r>
              <a:rPr kumimoji="1" lang="en-US" altLang="zh-CN" b="1" i="1" u="sng" dirty="0">
                <a:solidFill>
                  <a:srgbClr val="FF0000"/>
                </a:solidFill>
                <a:latin typeface="Times New Roman" panose="02020603050405020304" pitchFamily="18" charset="0"/>
                <a:cs typeface="Times New Roman" panose="02020603050405020304" pitchFamily="18" charset="0"/>
              </a:rPr>
              <a:t>E</a:t>
            </a:r>
            <a:r>
              <a:rPr kumimoji="1" lang="en-US" altLang="zh-CN" b="1" i="1" dirty="0">
                <a:latin typeface="Times New Roman" panose="02020603050405020304" pitchFamily="18" charset="0"/>
                <a:cs typeface="Times New Roman" panose="02020603050405020304" pitchFamily="18" charset="0"/>
              </a:rPr>
              <a:t> </a:t>
            </a:r>
            <a:r>
              <a:rPr kumimoji="1" lang="en-US" altLang="zh-CN" b="1" dirty="0">
                <a:latin typeface="Times New Roman" panose="02020603050405020304" pitchFamily="18" charset="0"/>
                <a:cs typeface="Times New Roman" panose="02020603050405020304" pitchFamily="18" charset="0"/>
              </a:rPr>
              <a:t>)</a:t>
            </a:r>
          </a:p>
          <a:p>
            <a:pPr lvl="1">
              <a:spcBef>
                <a:spcPct val="20000"/>
              </a:spcBef>
              <a:buClr>
                <a:srgbClr val="3333CC"/>
              </a:buClr>
              <a:buSzPct val="75000"/>
              <a:defRPr/>
            </a:pPr>
            <a:r>
              <a:rPr kumimoji="1" lang="en-US" altLang="zh-CN" b="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b="1" dirty="0">
                <a:solidFill>
                  <a:srgbClr val="FFFF00"/>
                </a:solidFill>
                <a:latin typeface="Times New Roman" panose="02020603050405020304" pitchFamily="18" charset="0"/>
                <a:cs typeface="Times New Roman" panose="02020603050405020304" pitchFamily="18" charset="0"/>
              </a:rPr>
              <a:t> </a:t>
            </a:r>
            <a:r>
              <a:rPr kumimoji="1" lang="en-US" altLang="zh-CN" b="1" dirty="0">
                <a:latin typeface="Times New Roman" panose="02020603050405020304" pitchFamily="18" charset="0"/>
                <a:cs typeface="Times New Roman" panose="02020603050405020304" pitchFamily="18" charset="0"/>
              </a:rPr>
              <a:t>id</a:t>
            </a:r>
            <a:r>
              <a:rPr kumimoji="1" lang="en-US" altLang="zh-CN" b="1" i="1" dirty="0">
                <a:solidFill>
                  <a:srgbClr val="FF0000"/>
                </a:solidFill>
                <a:latin typeface="Times New Roman" panose="02020603050405020304" pitchFamily="18" charset="0"/>
                <a:cs typeface="Times New Roman" panose="02020603050405020304" pitchFamily="18" charset="0"/>
              </a:rPr>
              <a:t> </a:t>
            </a:r>
            <a:r>
              <a:rPr kumimoji="1" lang="en-US" altLang="zh-CN" b="1" dirty="0">
                <a:latin typeface="Times New Roman" panose="02020603050405020304" pitchFamily="18" charset="0"/>
                <a:cs typeface="Times New Roman" panose="02020603050405020304" pitchFamily="18" charset="0"/>
              </a:rPr>
              <a:t>+ ( </a:t>
            </a:r>
            <a:r>
              <a:rPr kumimoji="1" lang="en-US" altLang="zh-CN" b="1" i="1" dirty="0">
                <a:solidFill>
                  <a:srgbClr val="FF0000"/>
                </a:solidFill>
                <a:latin typeface="Times New Roman" panose="02020603050405020304" pitchFamily="18" charset="0"/>
                <a:cs typeface="Times New Roman" panose="02020603050405020304" pitchFamily="18" charset="0"/>
              </a:rPr>
              <a:t>E</a:t>
            </a:r>
            <a:r>
              <a:rPr kumimoji="1" lang="en-US" altLang="zh-CN" b="1" i="1" dirty="0">
                <a:latin typeface="Times New Roman" panose="02020603050405020304" pitchFamily="18" charset="0"/>
                <a:cs typeface="Times New Roman" panose="02020603050405020304" pitchFamily="18" charset="0"/>
              </a:rPr>
              <a:t> </a:t>
            </a:r>
            <a:r>
              <a:rPr kumimoji="1" lang="en-US" altLang="zh-CN" b="1" dirty="0">
                <a:latin typeface="Times New Roman" panose="02020603050405020304" pitchFamily="18" charset="0"/>
                <a:cs typeface="Times New Roman" panose="02020603050405020304" pitchFamily="18" charset="0"/>
              </a:rPr>
              <a:t>+ </a:t>
            </a:r>
            <a:r>
              <a:rPr kumimoji="1" lang="en-US" altLang="zh-CN" b="1" u="sng" dirty="0">
                <a:latin typeface="Times New Roman" panose="02020603050405020304" pitchFamily="18" charset="0"/>
                <a:cs typeface="Times New Roman" panose="02020603050405020304" pitchFamily="18" charset="0"/>
              </a:rPr>
              <a:t>id</a:t>
            </a:r>
            <a:r>
              <a:rPr kumimoji="1" lang="en-US" altLang="zh-CN" b="1" i="1" dirty="0">
                <a:latin typeface="Times New Roman" panose="02020603050405020304" pitchFamily="18" charset="0"/>
                <a:cs typeface="Times New Roman" panose="02020603050405020304" pitchFamily="18" charset="0"/>
              </a:rPr>
              <a:t> </a:t>
            </a:r>
            <a:r>
              <a:rPr kumimoji="1" lang="en-US" altLang="zh-CN" b="1" dirty="0">
                <a:latin typeface="Times New Roman" panose="02020603050405020304" pitchFamily="18" charset="0"/>
                <a:cs typeface="Times New Roman" panose="02020603050405020304" pitchFamily="18" charset="0"/>
              </a:rPr>
              <a:t>)</a:t>
            </a:r>
          </a:p>
          <a:p>
            <a:pPr lvl="1">
              <a:spcBef>
                <a:spcPct val="20000"/>
              </a:spcBef>
              <a:buClr>
                <a:srgbClr val="3333CC"/>
              </a:buClr>
              <a:buSzPct val="75000"/>
              <a:defRPr/>
            </a:pPr>
            <a:r>
              <a:rPr kumimoji="1" lang="en-US" altLang="zh-CN" b="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b="1" dirty="0">
                <a:solidFill>
                  <a:srgbClr val="FFFF00"/>
                </a:solidFill>
                <a:latin typeface="Times New Roman" panose="02020603050405020304" pitchFamily="18" charset="0"/>
                <a:cs typeface="Times New Roman" panose="02020603050405020304" pitchFamily="18" charset="0"/>
              </a:rPr>
              <a:t> </a:t>
            </a:r>
            <a:r>
              <a:rPr kumimoji="1" lang="en-US" altLang="zh-CN" b="1" dirty="0">
                <a:latin typeface="Times New Roman" panose="02020603050405020304" pitchFamily="18" charset="0"/>
                <a:cs typeface="Times New Roman" panose="02020603050405020304" pitchFamily="18" charset="0"/>
              </a:rPr>
              <a:t>id + ( </a:t>
            </a:r>
            <a:r>
              <a:rPr kumimoji="1" lang="en-US" altLang="zh-CN" b="1" u="sng" dirty="0">
                <a:latin typeface="Times New Roman" panose="02020603050405020304" pitchFamily="18" charset="0"/>
                <a:cs typeface="Times New Roman" panose="02020603050405020304" pitchFamily="18" charset="0"/>
              </a:rPr>
              <a:t>id</a:t>
            </a:r>
            <a:r>
              <a:rPr kumimoji="1" lang="en-US" altLang="zh-CN" b="1" dirty="0">
                <a:latin typeface="Times New Roman" panose="02020603050405020304" pitchFamily="18" charset="0"/>
                <a:cs typeface="Times New Roman" panose="02020603050405020304" pitchFamily="18" charset="0"/>
              </a:rPr>
              <a:t> + id</a:t>
            </a:r>
            <a:r>
              <a:rPr kumimoji="1" lang="en-US" altLang="zh-CN" b="1" i="1" dirty="0">
                <a:solidFill>
                  <a:srgbClr val="FF0000"/>
                </a:solidFill>
                <a:latin typeface="Times New Roman" panose="02020603050405020304" pitchFamily="18" charset="0"/>
                <a:cs typeface="Times New Roman" panose="02020603050405020304" pitchFamily="18" charset="0"/>
              </a:rPr>
              <a:t> </a:t>
            </a:r>
            <a:r>
              <a:rPr kumimoji="1" lang="en-US" altLang="zh-CN" b="1" dirty="0">
                <a:latin typeface="Times New Roman" panose="02020603050405020304" pitchFamily="18" charset="0"/>
                <a:cs typeface="Times New Roman" panose="02020603050405020304" pitchFamily="18" charset="0"/>
              </a:rPr>
              <a:t>)</a:t>
            </a:r>
          </a:p>
        </p:txBody>
      </p:sp>
      <p:sp>
        <p:nvSpPr>
          <p:cNvPr id="7" name="灯片编号占位符 6">
            <a:extLst>
              <a:ext uri="{FF2B5EF4-FFF2-40B4-BE49-F238E27FC236}">
                <a16:creationId xmlns:a16="http://schemas.microsoft.com/office/drawing/2014/main" id="{FFC808DC-93A2-4A28-9ADF-77056F1E212E}"/>
              </a:ext>
            </a:extLst>
          </p:cNvPr>
          <p:cNvSpPr>
            <a:spLocks noGrp="1"/>
          </p:cNvSpPr>
          <p:nvPr>
            <p:ph type="sldNum" sz="quarter" idx="12"/>
          </p:nvPr>
        </p:nvSpPr>
        <p:spPr/>
        <p:txBody>
          <a:bodyPr/>
          <a:lstStyle/>
          <a:p>
            <a:pPr>
              <a:defRPr/>
            </a:pPr>
            <a:fld id="{EA567855-7F13-4FC5-AD61-2B82F6443E16}" type="slidenum">
              <a:rPr lang="zh-CN" altLang="en-US" smtClean="0"/>
              <a:pPr>
                <a:defRPr/>
              </a:pPr>
              <a:t>10</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p:cTn id="14" dur="500" fill="hold"/>
                                        <p:tgtEl>
                                          <p:spTgt spid="6"/>
                                        </p:tgtEl>
                                        <p:attrNameLst>
                                          <p:attrName>ppt_w</p:attrName>
                                        </p:attrNameLst>
                                      </p:cBhvr>
                                      <p:tavLst>
                                        <p:tav tm="0">
                                          <p:val>
                                            <p:fltVal val="0"/>
                                          </p:val>
                                        </p:tav>
                                        <p:tav tm="100000">
                                          <p:val>
                                            <p:strVal val="#ppt_w"/>
                                          </p:val>
                                        </p:tav>
                                      </p:tavLst>
                                    </p:anim>
                                    <p:anim calcmode="lin" valueType="num">
                                      <p:cBhvr>
                                        <p:cTn id="15" dur="500" fill="hold"/>
                                        <p:tgtEl>
                                          <p:spTgt spid="6"/>
                                        </p:tgtEl>
                                        <p:attrNameLst>
                                          <p:attrName>ppt_h</p:attrName>
                                        </p:attrNameLst>
                                      </p:cBhvr>
                                      <p:tavLst>
                                        <p:tav tm="0">
                                          <p:val>
                                            <p:fltVal val="0"/>
                                          </p:val>
                                        </p:tav>
                                        <p:tav tm="100000">
                                          <p:val>
                                            <p:strVal val="#ppt_h"/>
                                          </p:val>
                                        </p:tav>
                                      </p:tavLst>
                                    </p:anim>
                                    <p:animEffect transition="in" filter="fade">
                                      <p:cBhvr>
                                        <p:cTn id="16" dur="500"/>
                                        <p:tgtEl>
                                          <p:spTgt spid="6"/>
                                        </p:tgtEl>
                                      </p:cBhvr>
                                    </p:animEffect>
                                  </p:childTnLst>
                                </p:cTn>
                              </p:par>
                              <p:par>
                                <p:cTn id="17" presetID="53" presetClass="entr" presetSubtype="0" fill="hold" grpId="0" nodeType="withEffect">
                                  <p:stCondLst>
                                    <p:cond delay="0"/>
                                  </p:stCondLst>
                                  <p:childTnLst>
                                    <p:set>
                                      <p:cBhvr>
                                        <p:cTn id="18" dur="1" fill="hold">
                                          <p:stCondLst>
                                            <p:cond delay="0"/>
                                          </p:stCondLst>
                                        </p:cTn>
                                        <p:tgtEl>
                                          <p:spTgt spid="44"/>
                                        </p:tgtEl>
                                        <p:attrNameLst>
                                          <p:attrName>style.visibility</p:attrName>
                                        </p:attrNameLst>
                                      </p:cBhvr>
                                      <p:to>
                                        <p:strVal val="visible"/>
                                      </p:to>
                                    </p:set>
                                    <p:anim calcmode="lin" valueType="num">
                                      <p:cBhvr>
                                        <p:cTn id="19" dur="500" fill="hold"/>
                                        <p:tgtEl>
                                          <p:spTgt spid="44"/>
                                        </p:tgtEl>
                                        <p:attrNameLst>
                                          <p:attrName>ppt_w</p:attrName>
                                        </p:attrNameLst>
                                      </p:cBhvr>
                                      <p:tavLst>
                                        <p:tav tm="0">
                                          <p:val>
                                            <p:fltVal val="0"/>
                                          </p:val>
                                        </p:tav>
                                        <p:tav tm="100000">
                                          <p:val>
                                            <p:strVal val="#ppt_w"/>
                                          </p:val>
                                        </p:tav>
                                      </p:tavLst>
                                    </p:anim>
                                    <p:anim calcmode="lin" valueType="num">
                                      <p:cBhvr>
                                        <p:cTn id="20" dur="500" fill="hold"/>
                                        <p:tgtEl>
                                          <p:spTgt spid="44"/>
                                        </p:tgtEl>
                                        <p:attrNameLst>
                                          <p:attrName>ppt_h</p:attrName>
                                        </p:attrNameLst>
                                      </p:cBhvr>
                                      <p:tavLst>
                                        <p:tav tm="0">
                                          <p:val>
                                            <p:fltVal val="0"/>
                                          </p:val>
                                        </p:tav>
                                        <p:tav tm="100000">
                                          <p:val>
                                            <p:strVal val="#ppt_h"/>
                                          </p:val>
                                        </p:tav>
                                      </p:tavLst>
                                    </p:anim>
                                    <p:animEffect transition="in" filter="fade">
                                      <p:cBhvr>
                                        <p:cTn id="21" dur="500"/>
                                        <p:tgtEl>
                                          <p:spTgt spid="44"/>
                                        </p:tgtEl>
                                      </p:cBhvr>
                                    </p:animEffect>
                                  </p:childTnLst>
                                </p:cTn>
                              </p:par>
                              <p:par>
                                <p:cTn id="22" presetID="53" presetClass="entr" presetSubtype="0" fill="hold" grpId="0" nodeType="withEffect">
                                  <p:stCondLst>
                                    <p:cond delay="0"/>
                                  </p:stCondLst>
                                  <p:childTnLst>
                                    <p:set>
                                      <p:cBhvr>
                                        <p:cTn id="23" dur="1" fill="hold">
                                          <p:stCondLst>
                                            <p:cond delay="0"/>
                                          </p:stCondLst>
                                        </p:cTn>
                                        <p:tgtEl>
                                          <p:spTgt spid="45">
                                            <p:bg/>
                                          </p:spTgt>
                                        </p:tgtEl>
                                        <p:attrNameLst>
                                          <p:attrName>style.visibility</p:attrName>
                                        </p:attrNameLst>
                                      </p:cBhvr>
                                      <p:to>
                                        <p:strVal val="visible"/>
                                      </p:to>
                                    </p:set>
                                    <p:anim calcmode="lin" valueType="num">
                                      <p:cBhvr>
                                        <p:cTn id="24" dur="500" fill="hold"/>
                                        <p:tgtEl>
                                          <p:spTgt spid="45">
                                            <p:bg/>
                                          </p:spTgt>
                                        </p:tgtEl>
                                        <p:attrNameLst>
                                          <p:attrName>ppt_w</p:attrName>
                                        </p:attrNameLst>
                                      </p:cBhvr>
                                      <p:tavLst>
                                        <p:tav tm="0">
                                          <p:val>
                                            <p:fltVal val="0"/>
                                          </p:val>
                                        </p:tav>
                                        <p:tav tm="100000">
                                          <p:val>
                                            <p:strVal val="#ppt_w"/>
                                          </p:val>
                                        </p:tav>
                                      </p:tavLst>
                                    </p:anim>
                                    <p:anim calcmode="lin" valueType="num">
                                      <p:cBhvr>
                                        <p:cTn id="25" dur="500" fill="hold"/>
                                        <p:tgtEl>
                                          <p:spTgt spid="45">
                                            <p:bg/>
                                          </p:spTgt>
                                        </p:tgtEl>
                                        <p:attrNameLst>
                                          <p:attrName>ppt_h</p:attrName>
                                        </p:attrNameLst>
                                      </p:cBhvr>
                                      <p:tavLst>
                                        <p:tav tm="0">
                                          <p:val>
                                            <p:fltVal val="0"/>
                                          </p:val>
                                        </p:tav>
                                        <p:tav tm="100000">
                                          <p:val>
                                            <p:strVal val="#ppt_h"/>
                                          </p:val>
                                        </p:tav>
                                      </p:tavLst>
                                    </p:anim>
                                    <p:animEffect transition="in" filter="fade">
                                      <p:cBhvr>
                                        <p:cTn id="26" dur="500"/>
                                        <p:tgtEl>
                                          <p:spTgt spid="45">
                                            <p:bg/>
                                          </p:spTgt>
                                        </p:tgtEl>
                                      </p:cBhvr>
                                    </p:animEffect>
                                  </p:childTnLst>
                                </p:cTn>
                              </p:par>
                              <p:par>
                                <p:cTn id="27" presetID="53" presetClass="entr" presetSubtype="0" fill="hold" grpId="0" nodeType="withEffect">
                                  <p:stCondLst>
                                    <p:cond delay="0"/>
                                  </p:stCondLst>
                                  <p:childTnLst>
                                    <p:set>
                                      <p:cBhvr>
                                        <p:cTn id="28" dur="1" fill="hold">
                                          <p:stCondLst>
                                            <p:cond delay="0"/>
                                          </p:stCondLst>
                                        </p:cTn>
                                        <p:tgtEl>
                                          <p:spTgt spid="45">
                                            <p:txEl>
                                              <p:pRg st="0" end="0"/>
                                            </p:txEl>
                                          </p:spTgt>
                                        </p:tgtEl>
                                        <p:attrNameLst>
                                          <p:attrName>style.visibility</p:attrName>
                                        </p:attrNameLst>
                                      </p:cBhvr>
                                      <p:to>
                                        <p:strVal val="visible"/>
                                      </p:to>
                                    </p:set>
                                    <p:anim calcmode="lin" valueType="num">
                                      <p:cBhvr>
                                        <p:cTn id="29" dur="500" fill="hold"/>
                                        <p:tgtEl>
                                          <p:spTgt spid="45">
                                            <p:txEl>
                                              <p:pRg st="0" end="0"/>
                                            </p:txEl>
                                          </p:spTgt>
                                        </p:tgtEl>
                                        <p:attrNameLst>
                                          <p:attrName>ppt_w</p:attrName>
                                        </p:attrNameLst>
                                      </p:cBhvr>
                                      <p:tavLst>
                                        <p:tav tm="0">
                                          <p:val>
                                            <p:fltVal val="0"/>
                                          </p:val>
                                        </p:tav>
                                        <p:tav tm="100000">
                                          <p:val>
                                            <p:strVal val="#ppt_w"/>
                                          </p:val>
                                        </p:tav>
                                      </p:tavLst>
                                    </p:anim>
                                    <p:anim calcmode="lin" valueType="num">
                                      <p:cBhvr>
                                        <p:cTn id="30" dur="500" fill="hold"/>
                                        <p:tgtEl>
                                          <p:spTgt spid="45">
                                            <p:txEl>
                                              <p:pRg st="0" end="0"/>
                                            </p:txEl>
                                          </p:spTgt>
                                        </p:tgtEl>
                                        <p:attrNameLst>
                                          <p:attrName>ppt_h</p:attrName>
                                        </p:attrNameLst>
                                      </p:cBhvr>
                                      <p:tavLst>
                                        <p:tav tm="0">
                                          <p:val>
                                            <p:fltVal val="0"/>
                                          </p:val>
                                        </p:tav>
                                        <p:tav tm="100000">
                                          <p:val>
                                            <p:strVal val="#ppt_h"/>
                                          </p:val>
                                        </p:tav>
                                      </p:tavLst>
                                    </p:anim>
                                    <p:animEffect transition="in" filter="fade">
                                      <p:cBhvr>
                                        <p:cTn id="31" dur="500"/>
                                        <p:tgtEl>
                                          <p:spTgt spid="45">
                                            <p:txEl>
                                              <p:pRg st="0" end="0"/>
                                            </p:txEl>
                                          </p:spTgt>
                                        </p:tgtEl>
                                      </p:cBhvr>
                                    </p:animEffect>
                                  </p:childTnLst>
                                </p:cTn>
                              </p:par>
                              <p:par>
                                <p:cTn id="32" presetID="53" presetClass="entr" presetSubtype="0" fill="hold" grpId="0" nodeType="withEffect">
                                  <p:stCondLst>
                                    <p:cond delay="0"/>
                                  </p:stCondLst>
                                  <p:childTnLst>
                                    <p:set>
                                      <p:cBhvr>
                                        <p:cTn id="33" dur="1" fill="hold">
                                          <p:stCondLst>
                                            <p:cond delay="0"/>
                                          </p:stCondLst>
                                        </p:cTn>
                                        <p:tgtEl>
                                          <p:spTgt spid="45">
                                            <p:txEl>
                                              <p:pRg st="1" end="1"/>
                                            </p:txEl>
                                          </p:spTgt>
                                        </p:tgtEl>
                                        <p:attrNameLst>
                                          <p:attrName>style.visibility</p:attrName>
                                        </p:attrNameLst>
                                      </p:cBhvr>
                                      <p:to>
                                        <p:strVal val="visible"/>
                                      </p:to>
                                    </p:set>
                                    <p:anim calcmode="lin" valueType="num">
                                      <p:cBhvr>
                                        <p:cTn id="34" dur="500" fill="hold"/>
                                        <p:tgtEl>
                                          <p:spTgt spid="45">
                                            <p:txEl>
                                              <p:pRg st="1" end="1"/>
                                            </p:txEl>
                                          </p:spTgt>
                                        </p:tgtEl>
                                        <p:attrNameLst>
                                          <p:attrName>ppt_w</p:attrName>
                                        </p:attrNameLst>
                                      </p:cBhvr>
                                      <p:tavLst>
                                        <p:tav tm="0">
                                          <p:val>
                                            <p:fltVal val="0"/>
                                          </p:val>
                                        </p:tav>
                                        <p:tav tm="100000">
                                          <p:val>
                                            <p:strVal val="#ppt_w"/>
                                          </p:val>
                                        </p:tav>
                                      </p:tavLst>
                                    </p:anim>
                                    <p:anim calcmode="lin" valueType="num">
                                      <p:cBhvr>
                                        <p:cTn id="35" dur="500" fill="hold"/>
                                        <p:tgtEl>
                                          <p:spTgt spid="45">
                                            <p:txEl>
                                              <p:pRg st="1" end="1"/>
                                            </p:txEl>
                                          </p:spTgt>
                                        </p:tgtEl>
                                        <p:attrNameLst>
                                          <p:attrName>ppt_h</p:attrName>
                                        </p:attrNameLst>
                                      </p:cBhvr>
                                      <p:tavLst>
                                        <p:tav tm="0">
                                          <p:val>
                                            <p:fltVal val="0"/>
                                          </p:val>
                                        </p:tav>
                                        <p:tav tm="100000">
                                          <p:val>
                                            <p:strVal val="#ppt_h"/>
                                          </p:val>
                                        </p:tav>
                                      </p:tavLst>
                                    </p:anim>
                                    <p:animEffect transition="in" filter="fade">
                                      <p:cBhvr>
                                        <p:cTn id="36" dur="500"/>
                                        <p:tgtEl>
                                          <p:spTgt spid="45">
                                            <p:txEl>
                                              <p:pRg st="1" end="1"/>
                                            </p:txEl>
                                          </p:spTgt>
                                        </p:tgtEl>
                                      </p:cBhvr>
                                    </p:animEffect>
                                  </p:childTnLst>
                                </p:cTn>
                              </p:par>
                              <p:par>
                                <p:cTn id="37" presetID="53" presetClass="entr" presetSubtype="0" fill="hold" grpId="0" nodeType="withEffect">
                                  <p:stCondLst>
                                    <p:cond delay="0"/>
                                  </p:stCondLst>
                                  <p:childTnLst>
                                    <p:set>
                                      <p:cBhvr>
                                        <p:cTn id="38" dur="1" fill="hold">
                                          <p:stCondLst>
                                            <p:cond delay="0"/>
                                          </p:stCondLst>
                                        </p:cTn>
                                        <p:tgtEl>
                                          <p:spTgt spid="45">
                                            <p:txEl>
                                              <p:pRg st="2" end="2"/>
                                            </p:txEl>
                                          </p:spTgt>
                                        </p:tgtEl>
                                        <p:attrNameLst>
                                          <p:attrName>style.visibility</p:attrName>
                                        </p:attrNameLst>
                                      </p:cBhvr>
                                      <p:to>
                                        <p:strVal val="visible"/>
                                      </p:to>
                                    </p:set>
                                    <p:anim calcmode="lin" valueType="num">
                                      <p:cBhvr>
                                        <p:cTn id="39" dur="500" fill="hold"/>
                                        <p:tgtEl>
                                          <p:spTgt spid="45">
                                            <p:txEl>
                                              <p:pRg st="2" end="2"/>
                                            </p:txEl>
                                          </p:spTgt>
                                        </p:tgtEl>
                                        <p:attrNameLst>
                                          <p:attrName>ppt_w</p:attrName>
                                        </p:attrNameLst>
                                      </p:cBhvr>
                                      <p:tavLst>
                                        <p:tav tm="0">
                                          <p:val>
                                            <p:fltVal val="0"/>
                                          </p:val>
                                        </p:tav>
                                        <p:tav tm="100000">
                                          <p:val>
                                            <p:strVal val="#ppt_w"/>
                                          </p:val>
                                        </p:tav>
                                      </p:tavLst>
                                    </p:anim>
                                    <p:anim calcmode="lin" valueType="num">
                                      <p:cBhvr>
                                        <p:cTn id="40" dur="500" fill="hold"/>
                                        <p:tgtEl>
                                          <p:spTgt spid="45">
                                            <p:txEl>
                                              <p:pRg st="2" end="2"/>
                                            </p:txEl>
                                          </p:spTgt>
                                        </p:tgtEl>
                                        <p:attrNameLst>
                                          <p:attrName>ppt_h</p:attrName>
                                        </p:attrNameLst>
                                      </p:cBhvr>
                                      <p:tavLst>
                                        <p:tav tm="0">
                                          <p:val>
                                            <p:fltVal val="0"/>
                                          </p:val>
                                        </p:tav>
                                        <p:tav tm="100000">
                                          <p:val>
                                            <p:strVal val="#ppt_h"/>
                                          </p:val>
                                        </p:tav>
                                      </p:tavLst>
                                    </p:anim>
                                    <p:animEffect transition="in" filter="fade">
                                      <p:cBhvr>
                                        <p:cTn id="41" dur="500"/>
                                        <p:tgtEl>
                                          <p:spTgt spid="45">
                                            <p:txEl>
                                              <p:pRg st="2" end="2"/>
                                            </p:txEl>
                                          </p:spTgt>
                                        </p:tgtEl>
                                      </p:cBhvr>
                                    </p:animEffect>
                                  </p:childTnLst>
                                </p:cTn>
                              </p:par>
                              <p:par>
                                <p:cTn id="42" presetID="53" presetClass="entr" presetSubtype="0" fill="hold" grpId="0" nodeType="withEffect">
                                  <p:stCondLst>
                                    <p:cond delay="0"/>
                                  </p:stCondLst>
                                  <p:childTnLst>
                                    <p:set>
                                      <p:cBhvr>
                                        <p:cTn id="43" dur="1" fill="hold">
                                          <p:stCondLst>
                                            <p:cond delay="0"/>
                                          </p:stCondLst>
                                        </p:cTn>
                                        <p:tgtEl>
                                          <p:spTgt spid="45">
                                            <p:txEl>
                                              <p:pRg st="3" end="3"/>
                                            </p:txEl>
                                          </p:spTgt>
                                        </p:tgtEl>
                                        <p:attrNameLst>
                                          <p:attrName>style.visibility</p:attrName>
                                        </p:attrNameLst>
                                      </p:cBhvr>
                                      <p:to>
                                        <p:strVal val="visible"/>
                                      </p:to>
                                    </p:set>
                                    <p:anim calcmode="lin" valueType="num">
                                      <p:cBhvr>
                                        <p:cTn id="44" dur="500" fill="hold"/>
                                        <p:tgtEl>
                                          <p:spTgt spid="45">
                                            <p:txEl>
                                              <p:pRg st="3" end="3"/>
                                            </p:txEl>
                                          </p:spTgt>
                                        </p:tgtEl>
                                        <p:attrNameLst>
                                          <p:attrName>ppt_w</p:attrName>
                                        </p:attrNameLst>
                                      </p:cBhvr>
                                      <p:tavLst>
                                        <p:tav tm="0">
                                          <p:val>
                                            <p:fltVal val="0"/>
                                          </p:val>
                                        </p:tav>
                                        <p:tav tm="100000">
                                          <p:val>
                                            <p:strVal val="#ppt_w"/>
                                          </p:val>
                                        </p:tav>
                                      </p:tavLst>
                                    </p:anim>
                                    <p:anim calcmode="lin" valueType="num">
                                      <p:cBhvr>
                                        <p:cTn id="45" dur="500" fill="hold"/>
                                        <p:tgtEl>
                                          <p:spTgt spid="45">
                                            <p:txEl>
                                              <p:pRg st="3" end="3"/>
                                            </p:txEl>
                                          </p:spTgt>
                                        </p:tgtEl>
                                        <p:attrNameLst>
                                          <p:attrName>ppt_h</p:attrName>
                                        </p:attrNameLst>
                                      </p:cBhvr>
                                      <p:tavLst>
                                        <p:tav tm="0">
                                          <p:val>
                                            <p:fltVal val="0"/>
                                          </p:val>
                                        </p:tav>
                                        <p:tav tm="100000">
                                          <p:val>
                                            <p:strVal val="#ppt_h"/>
                                          </p:val>
                                        </p:tav>
                                      </p:tavLst>
                                    </p:anim>
                                    <p:animEffect transition="in" filter="fade">
                                      <p:cBhvr>
                                        <p:cTn id="46" dur="500"/>
                                        <p:tgtEl>
                                          <p:spTgt spid="45">
                                            <p:txEl>
                                              <p:pRg st="3" end="3"/>
                                            </p:txEl>
                                          </p:spTgt>
                                        </p:tgtEl>
                                      </p:cBhvr>
                                    </p:animEffect>
                                  </p:childTnLst>
                                </p:cTn>
                              </p:par>
                              <p:par>
                                <p:cTn id="47" presetID="53" presetClass="entr" presetSubtype="0" fill="hold" grpId="0" nodeType="withEffect">
                                  <p:stCondLst>
                                    <p:cond delay="0"/>
                                  </p:stCondLst>
                                  <p:childTnLst>
                                    <p:set>
                                      <p:cBhvr>
                                        <p:cTn id="48" dur="1" fill="hold">
                                          <p:stCondLst>
                                            <p:cond delay="0"/>
                                          </p:stCondLst>
                                        </p:cTn>
                                        <p:tgtEl>
                                          <p:spTgt spid="45">
                                            <p:txEl>
                                              <p:pRg st="4" end="4"/>
                                            </p:txEl>
                                          </p:spTgt>
                                        </p:tgtEl>
                                        <p:attrNameLst>
                                          <p:attrName>style.visibility</p:attrName>
                                        </p:attrNameLst>
                                      </p:cBhvr>
                                      <p:to>
                                        <p:strVal val="visible"/>
                                      </p:to>
                                    </p:set>
                                    <p:anim calcmode="lin" valueType="num">
                                      <p:cBhvr>
                                        <p:cTn id="49" dur="500" fill="hold"/>
                                        <p:tgtEl>
                                          <p:spTgt spid="45">
                                            <p:txEl>
                                              <p:pRg st="4" end="4"/>
                                            </p:txEl>
                                          </p:spTgt>
                                        </p:tgtEl>
                                        <p:attrNameLst>
                                          <p:attrName>ppt_w</p:attrName>
                                        </p:attrNameLst>
                                      </p:cBhvr>
                                      <p:tavLst>
                                        <p:tav tm="0">
                                          <p:val>
                                            <p:fltVal val="0"/>
                                          </p:val>
                                        </p:tav>
                                        <p:tav tm="100000">
                                          <p:val>
                                            <p:strVal val="#ppt_w"/>
                                          </p:val>
                                        </p:tav>
                                      </p:tavLst>
                                    </p:anim>
                                    <p:anim calcmode="lin" valueType="num">
                                      <p:cBhvr>
                                        <p:cTn id="50" dur="500" fill="hold"/>
                                        <p:tgtEl>
                                          <p:spTgt spid="45">
                                            <p:txEl>
                                              <p:pRg st="4" end="4"/>
                                            </p:txEl>
                                          </p:spTgt>
                                        </p:tgtEl>
                                        <p:attrNameLst>
                                          <p:attrName>ppt_h</p:attrName>
                                        </p:attrNameLst>
                                      </p:cBhvr>
                                      <p:tavLst>
                                        <p:tav tm="0">
                                          <p:val>
                                            <p:fltVal val="0"/>
                                          </p:val>
                                        </p:tav>
                                        <p:tav tm="100000">
                                          <p:val>
                                            <p:strVal val="#ppt_h"/>
                                          </p:val>
                                        </p:tav>
                                      </p:tavLst>
                                    </p:anim>
                                    <p:animEffect transition="in" filter="fade">
                                      <p:cBhvr>
                                        <p:cTn id="51" dur="500"/>
                                        <p:tgtEl>
                                          <p:spTgt spid="45">
                                            <p:txEl>
                                              <p:pRg st="4" end="4"/>
                                            </p:txEl>
                                          </p:spTgt>
                                        </p:tgtEl>
                                      </p:cBhvr>
                                    </p:animEffect>
                                  </p:childTnLst>
                                </p:cTn>
                              </p:par>
                              <p:par>
                                <p:cTn id="52" presetID="53" presetClass="entr" presetSubtype="0" fill="hold" grpId="0" nodeType="withEffect">
                                  <p:stCondLst>
                                    <p:cond delay="0"/>
                                  </p:stCondLst>
                                  <p:childTnLst>
                                    <p:set>
                                      <p:cBhvr>
                                        <p:cTn id="53" dur="1" fill="hold">
                                          <p:stCondLst>
                                            <p:cond delay="0"/>
                                          </p:stCondLst>
                                        </p:cTn>
                                        <p:tgtEl>
                                          <p:spTgt spid="45">
                                            <p:txEl>
                                              <p:pRg st="5" end="5"/>
                                            </p:txEl>
                                          </p:spTgt>
                                        </p:tgtEl>
                                        <p:attrNameLst>
                                          <p:attrName>style.visibility</p:attrName>
                                        </p:attrNameLst>
                                      </p:cBhvr>
                                      <p:to>
                                        <p:strVal val="visible"/>
                                      </p:to>
                                    </p:set>
                                    <p:anim calcmode="lin" valueType="num">
                                      <p:cBhvr>
                                        <p:cTn id="54" dur="500" fill="hold"/>
                                        <p:tgtEl>
                                          <p:spTgt spid="45">
                                            <p:txEl>
                                              <p:pRg st="5" end="5"/>
                                            </p:txEl>
                                          </p:spTgt>
                                        </p:tgtEl>
                                        <p:attrNameLst>
                                          <p:attrName>ppt_w</p:attrName>
                                        </p:attrNameLst>
                                      </p:cBhvr>
                                      <p:tavLst>
                                        <p:tav tm="0">
                                          <p:val>
                                            <p:fltVal val="0"/>
                                          </p:val>
                                        </p:tav>
                                        <p:tav tm="100000">
                                          <p:val>
                                            <p:strVal val="#ppt_w"/>
                                          </p:val>
                                        </p:tav>
                                      </p:tavLst>
                                    </p:anim>
                                    <p:anim calcmode="lin" valueType="num">
                                      <p:cBhvr>
                                        <p:cTn id="55" dur="500" fill="hold"/>
                                        <p:tgtEl>
                                          <p:spTgt spid="45">
                                            <p:txEl>
                                              <p:pRg st="5" end="5"/>
                                            </p:txEl>
                                          </p:spTgt>
                                        </p:tgtEl>
                                        <p:attrNameLst>
                                          <p:attrName>ppt_h</p:attrName>
                                        </p:attrNameLst>
                                      </p:cBhvr>
                                      <p:tavLst>
                                        <p:tav tm="0">
                                          <p:val>
                                            <p:fltVal val="0"/>
                                          </p:val>
                                        </p:tav>
                                        <p:tav tm="100000">
                                          <p:val>
                                            <p:strVal val="#ppt_h"/>
                                          </p:val>
                                        </p:tav>
                                      </p:tavLst>
                                    </p:anim>
                                    <p:animEffect transition="in" filter="fade">
                                      <p:cBhvr>
                                        <p:cTn id="56" dur="500"/>
                                        <p:tgtEl>
                                          <p:spTgt spid="45">
                                            <p:txEl>
                                              <p:pRg st="5" end="5"/>
                                            </p:txEl>
                                          </p:spTgt>
                                        </p:tgtEl>
                                      </p:cBhvr>
                                    </p:animEffect>
                                  </p:childTnLst>
                                </p:cTn>
                              </p:par>
                              <p:par>
                                <p:cTn id="57" presetID="53" presetClass="entr" presetSubtype="0" fill="hold" grpId="0" nodeType="withEffect">
                                  <p:stCondLst>
                                    <p:cond delay="0"/>
                                  </p:stCondLst>
                                  <p:childTnLst>
                                    <p:set>
                                      <p:cBhvr>
                                        <p:cTn id="58" dur="1" fill="hold">
                                          <p:stCondLst>
                                            <p:cond delay="0"/>
                                          </p:stCondLst>
                                        </p:cTn>
                                        <p:tgtEl>
                                          <p:spTgt spid="46">
                                            <p:bg/>
                                          </p:spTgt>
                                        </p:tgtEl>
                                        <p:attrNameLst>
                                          <p:attrName>style.visibility</p:attrName>
                                        </p:attrNameLst>
                                      </p:cBhvr>
                                      <p:to>
                                        <p:strVal val="visible"/>
                                      </p:to>
                                    </p:set>
                                    <p:anim calcmode="lin" valueType="num">
                                      <p:cBhvr>
                                        <p:cTn id="59" dur="500" fill="hold"/>
                                        <p:tgtEl>
                                          <p:spTgt spid="46">
                                            <p:bg/>
                                          </p:spTgt>
                                        </p:tgtEl>
                                        <p:attrNameLst>
                                          <p:attrName>ppt_w</p:attrName>
                                        </p:attrNameLst>
                                      </p:cBhvr>
                                      <p:tavLst>
                                        <p:tav tm="0">
                                          <p:val>
                                            <p:fltVal val="0"/>
                                          </p:val>
                                        </p:tav>
                                        <p:tav tm="100000">
                                          <p:val>
                                            <p:strVal val="#ppt_w"/>
                                          </p:val>
                                        </p:tav>
                                      </p:tavLst>
                                    </p:anim>
                                    <p:anim calcmode="lin" valueType="num">
                                      <p:cBhvr>
                                        <p:cTn id="60" dur="500" fill="hold"/>
                                        <p:tgtEl>
                                          <p:spTgt spid="46">
                                            <p:bg/>
                                          </p:spTgt>
                                        </p:tgtEl>
                                        <p:attrNameLst>
                                          <p:attrName>ppt_h</p:attrName>
                                        </p:attrNameLst>
                                      </p:cBhvr>
                                      <p:tavLst>
                                        <p:tav tm="0">
                                          <p:val>
                                            <p:fltVal val="0"/>
                                          </p:val>
                                        </p:tav>
                                        <p:tav tm="100000">
                                          <p:val>
                                            <p:strVal val="#ppt_h"/>
                                          </p:val>
                                        </p:tav>
                                      </p:tavLst>
                                    </p:anim>
                                    <p:animEffect transition="in" filter="fade">
                                      <p:cBhvr>
                                        <p:cTn id="61" dur="500"/>
                                        <p:tgtEl>
                                          <p:spTgt spid="46">
                                            <p:bg/>
                                          </p:spTgt>
                                        </p:tgtEl>
                                      </p:cBhvr>
                                    </p:animEffect>
                                  </p:childTnLst>
                                </p:cTn>
                              </p:par>
                              <p:par>
                                <p:cTn id="62" presetID="53" presetClass="entr" presetSubtype="0" fill="hold" grpId="0" nodeType="withEffect">
                                  <p:stCondLst>
                                    <p:cond delay="0"/>
                                  </p:stCondLst>
                                  <p:childTnLst>
                                    <p:set>
                                      <p:cBhvr>
                                        <p:cTn id="63" dur="1" fill="hold">
                                          <p:stCondLst>
                                            <p:cond delay="0"/>
                                          </p:stCondLst>
                                        </p:cTn>
                                        <p:tgtEl>
                                          <p:spTgt spid="46">
                                            <p:txEl>
                                              <p:pRg st="0" end="0"/>
                                            </p:txEl>
                                          </p:spTgt>
                                        </p:tgtEl>
                                        <p:attrNameLst>
                                          <p:attrName>style.visibility</p:attrName>
                                        </p:attrNameLst>
                                      </p:cBhvr>
                                      <p:to>
                                        <p:strVal val="visible"/>
                                      </p:to>
                                    </p:set>
                                    <p:anim calcmode="lin" valueType="num">
                                      <p:cBhvr>
                                        <p:cTn id="64" dur="500" fill="hold"/>
                                        <p:tgtEl>
                                          <p:spTgt spid="46">
                                            <p:txEl>
                                              <p:pRg st="0" end="0"/>
                                            </p:txEl>
                                          </p:spTgt>
                                        </p:tgtEl>
                                        <p:attrNameLst>
                                          <p:attrName>ppt_w</p:attrName>
                                        </p:attrNameLst>
                                      </p:cBhvr>
                                      <p:tavLst>
                                        <p:tav tm="0">
                                          <p:val>
                                            <p:fltVal val="0"/>
                                          </p:val>
                                        </p:tav>
                                        <p:tav tm="100000">
                                          <p:val>
                                            <p:strVal val="#ppt_w"/>
                                          </p:val>
                                        </p:tav>
                                      </p:tavLst>
                                    </p:anim>
                                    <p:anim calcmode="lin" valueType="num">
                                      <p:cBhvr>
                                        <p:cTn id="65" dur="500" fill="hold"/>
                                        <p:tgtEl>
                                          <p:spTgt spid="46">
                                            <p:txEl>
                                              <p:pRg st="0" end="0"/>
                                            </p:txEl>
                                          </p:spTgt>
                                        </p:tgtEl>
                                        <p:attrNameLst>
                                          <p:attrName>ppt_h</p:attrName>
                                        </p:attrNameLst>
                                      </p:cBhvr>
                                      <p:tavLst>
                                        <p:tav tm="0">
                                          <p:val>
                                            <p:fltVal val="0"/>
                                          </p:val>
                                        </p:tav>
                                        <p:tav tm="100000">
                                          <p:val>
                                            <p:strVal val="#ppt_h"/>
                                          </p:val>
                                        </p:tav>
                                      </p:tavLst>
                                    </p:anim>
                                    <p:animEffect transition="in" filter="fade">
                                      <p:cBhvr>
                                        <p:cTn id="66" dur="500"/>
                                        <p:tgtEl>
                                          <p:spTgt spid="46">
                                            <p:txEl>
                                              <p:pRg st="0" end="0"/>
                                            </p:txEl>
                                          </p:spTgt>
                                        </p:tgtEl>
                                      </p:cBhvr>
                                    </p:animEffect>
                                  </p:childTnLst>
                                </p:cTn>
                              </p:par>
                              <p:par>
                                <p:cTn id="67" presetID="53" presetClass="entr" presetSubtype="0" fill="hold" grpId="0" nodeType="withEffect">
                                  <p:stCondLst>
                                    <p:cond delay="0"/>
                                  </p:stCondLst>
                                  <p:childTnLst>
                                    <p:set>
                                      <p:cBhvr>
                                        <p:cTn id="68" dur="1" fill="hold">
                                          <p:stCondLst>
                                            <p:cond delay="0"/>
                                          </p:stCondLst>
                                        </p:cTn>
                                        <p:tgtEl>
                                          <p:spTgt spid="46">
                                            <p:txEl>
                                              <p:pRg st="1" end="1"/>
                                            </p:txEl>
                                          </p:spTgt>
                                        </p:tgtEl>
                                        <p:attrNameLst>
                                          <p:attrName>style.visibility</p:attrName>
                                        </p:attrNameLst>
                                      </p:cBhvr>
                                      <p:to>
                                        <p:strVal val="visible"/>
                                      </p:to>
                                    </p:set>
                                    <p:anim calcmode="lin" valueType="num">
                                      <p:cBhvr>
                                        <p:cTn id="69" dur="500" fill="hold"/>
                                        <p:tgtEl>
                                          <p:spTgt spid="46">
                                            <p:txEl>
                                              <p:pRg st="1" end="1"/>
                                            </p:txEl>
                                          </p:spTgt>
                                        </p:tgtEl>
                                        <p:attrNameLst>
                                          <p:attrName>ppt_w</p:attrName>
                                        </p:attrNameLst>
                                      </p:cBhvr>
                                      <p:tavLst>
                                        <p:tav tm="0">
                                          <p:val>
                                            <p:fltVal val="0"/>
                                          </p:val>
                                        </p:tav>
                                        <p:tav tm="100000">
                                          <p:val>
                                            <p:strVal val="#ppt_w"/>
                                          </p:val>
                                        </p:tav>
                                      </p:tavLst>
                                    </p:anim>
                                    <p:anim calcmode="lin" valueType="num">
                                      <p:cBhvr>
                                        <p:cTn id="70" dur="500" fill="hold"/>
                                        <p:tgtEl>
                                          <p:spTgt spid="46">
                                            <p:txEl>
                                              <p:pRg st="1" end="1"/>
                                            </p:txEl>
                                          </p:spTgt>
                                        </p:tgtEl>
                                        <p:attrNameLst>
                                          <p:attrName>ppt_h</p:attrName>
                                        </p:attrNameLst>
                                      </p:cBhvr>
                                      <p:tavLst>
                                        <p:tav tm="0">
                                          <p:val>
                                            <p:fltVal val="0"/>
                                          </p:val>
                                        </p:tav>
                                        <p:tav tm="100000">
                                          <p:val>
                                            <p:strVal val="#ppt_h"/>
                                          </p:val>
                                        </p:tav>
                                      </p:tavLst>
                                    </p:anim>
                                    <p:animEffect transition="in" filter="fade">
                                      <p:cBhvr>
                                        <p:cTn id="71" dur="500"/>
                                        <p:tgtEl>
                                          <p:spTgt spid="46">
                                            <p:txEl>
                                              <p:pRg st="1" end="1"/>
                                            </p:txEl>
                                          </p:spTgt>
                                        </p:tgtEl>
                                      </p:cBhvr>
                                    </p:animEffect>
                                  </p:childTnLst>
                                </p:cTn>
                              </p:par>
                              <p:par>
                                <p:cTn id="72" presetID="53" presetClass="entr" presetSubtype="0" fill="hold" grpId="0" nodeType="withEffect">
                                  <p:stCondLst>
                                    <p:cond delay="0"/>
                                  </p:stCondLst>
                                  <p:childTnLst>
                                    <p:set>
                                      <p:cBhvr>
                                        <p:cTn id="73" dur="1" fill="hold">
                                          <p:stCondLst>
                                            <p:cond delay="0"/>
                                          </p:stCondLst>
                                        </p:cTn>
                                        <p:tgtEl>
                                          <p:spTgt spid="46">
                                            <p:txEl>
                                              <p:pRg st="2" end="2"/>
                                            </p:txEl>
                                          </p:spTgt>
                                        </p:tgtEl>
                                        <p:attrNameLst>
                                          <p:attrName>style.visibility</p:attrName>
                                        </p:attrNameLst>
                                      </p:cBhvr>
                                      <p:to>
                                        <p:strVal val="visible"/>
                                      </p:to>
                                    </p:set>
                                    <p:anim calcmode="lin" valueType="num">
                                      <p:cBhvr>
                                        <p:cTn id="74" dur="500" fill="hold"/>
                                        <p:tgtEl>
                                          <p:spTgt spid="46">
                                            <p:txEl>
                                              <p:pRg st="2" end="2"/>
                                            </p:txEl>
                                          </p:spTgt>
                                        </p:tgtEl>
                                        <p:attrNameLst>
                                          <p:attrName>ppt_w</p:attrName>
                                        </p:attrNameLst>
                                      </p:cBhvr>
                                      <p:tavLst>
                                        <p:tav tm="0">
                                          <p:val>
                                            <p:fltVal val="0"/>
                                          </p:val>
                                        </p:tav>
                                        <p:tav tm="100000">
                                          <p:val>
                                            <p:strVal val="#ppt_w"/>
                                          </p:val>
                                        </p:tav>
                                      </p:tavLst>
                                    </p:anim>
                                    <p:anim calcmode="lin" valueType="num">
                                      <p:cBhvr>
                                        <p:cTn id="75" dur="500" fill="hold"/>
                                        <p:tgtEl>
                                          <p:spTgt spid="46">
                                            <p:txEl>
                                              <p:pRg st="2" end="2"/>
                                            </p:txEl>
                                          </p:spTgt>
                                        </p:tgtEl>
                                        <p:attrNameLst>
                                          <p:attrName>ppt_h</p:attrName>
                                        </p:attrNameLst>
                                      </p:cBhvr>
                                      <p:tavLst>
                                        <p:tav tm="0">
                                          <p:val>
                                            <p:fltVal val="0"/>
                                          </p:val>
                                        </p:tav>
                                        <p:tav tm="100000">
                                          <p:val>
                                            <p:strVal val="#ppt_h"/>
                                          </p:val>
                                        </p:tav>
                                      </p:tavLst>
                                    </p:anim>
                                    <p:animEffect transition="in" filter="fade">
                                      <p:cBhvr>
                                        <p:cTn id="76" dur="500"/>
                                        <p:tgtEl>
                                          <p:spTgt spid="46">
                                            <p:txEl>
                                              <p:pRg st="2" end="2"/>
                                            </p:txEl>
                                          </p:spTgt>
                                        </p:tgtEl>
                                      </p:cBhvr>
                                    </p:animEffect>
                                  </p:childTnLst>
                                </p:cTn>
                              </p:par>
                              <p:par>
                                <p:cTn id="77" presetID="53" presetClass="entr" presetSubtype="0" fill="hold" grpId="0" nodeType="withEffect">
                                  <p:stCondLst>
                                    <p:cond delay="0"/>
                                  </p:stCondLst>
                                  <p:childTnLst>
                                    <p:set>
                                      <p:cBhvr>
                                        <p:cTn id="78" dur="1" fill="hold">
                                          <p:stCondLst>
                                            <p:cond delay="0"/>
                                          </p:stCondLst>
                                        </p:cTn>
                                        <p:tgtEl>
                                          <p:spTgt spid="46">
                                            <p:txEl>
                                              <p:pRg st="3" end="3"/>
                                            </p:txEl>
                                          </p:spTgt>
                                        </p:tgtEl>
                                        <p:attrNameLst>
                                          <p:attrName>style.visibility</p:attrName>
                                        </p:attrNameLst>
                                      </p:cBhvr>
                                      <p:to>
                                        <p:strVal val="visible"/>
                                      </p:to>
                                    </p:set>
                                    <p:anim calcmode="lin" valueType="num">
                                      <p:cBhvr>
                                        <p:cTn id="79" dur="500" fill="hold"/>
                                        <p:tgtEl>
                                          <p:spTgt spid="46">
                                            <p:txEl>
                                              <p:pRg st="3" end="3"/>
                                            </p:txEl>
                                          </p:spTgt>
                                        </p:tgtEl>
                                        <p:attrNameLst>
                                          <p:attrName>ppt_w</p:attrName>
                                        </p:attrNameLst>
                                      </p:cBhvr>
                                      <p:tavLst>
                                        <p:tav tm="0">
                                          <p:val>
                                            <p:fltVal val="0"/>
                                          </p:val>
                                        </p:tav>
                                        <p:tav tm="100000">
                                          <p:val>
                                            <p:strVal val="#ppt_w"/>
                                          </p:val>
                                        </p:tav>
                                      </p:tavLst>
                                    </p:anim>
                                    <p:anim calcmode="lin" valueType="num">
                                      <p:cBhvr>
                                        <p:cTn id="80" dur="500" fill="hold"/>
                                        <p:tgtEl>
                                          <p:spTgt spid="46">
                                            <p:txEl>
                                              <p:pRg st="3" end="3"/>
                                            </p:txEl>
                                          </p:spTgt>
                                        </p:tgtEl>
                                        <p:attrNameLst>
                                          <p:attrName>ppt_h</p:attrName>
                                        </p:attrNameLst>
                                      </p:cBhvr>
                                      <p:tavLst>
                                        <p:tav tm="0">
                                          <p:val>
                                            <p:fltVal val="0"/>
                                          </p:val>
                                        </p:tav>
                                        <p:tav tm="100000">
                                          <p:val>
                                            <p:strVal val="#ppt_h"/>
                                          </p:val>
                                        </p:tav>
                                      </p:tavLst>
                                    </p:anim>
                                    <p:animEffect transition="in" filter="fade">
                                      <p:cBhvr>
                                        <p:cTn id="81" dur="500"/>
                                        <p:tgtEl>
                                          <p:spTgt spid="46">
                                            <p:txEl>
                                              <p:pRg st="3" end="3"/>
                                            </p:txEl>
                                          </p:spTgt>
                                        </p:tgtEl>
                                      </p:cBhvr>
                                    </p:animEffect>
                                  </p:childTnLst>
                                </p:cTn>
                              </p:par>
                              <p:par>
                                <p:cTn id="82" presetID="53" presetClass="entr" presetSubtype="0" fill="hold" grpId="0" nodeType="withEffect">
                                  <p:stCondLst>
                                    <p:cond delay="0"/>
                                  </p:stCondLst>
                                  <p:childTnLst>
                                    <p:set>
                                      <p:cBhvr>
                                        <p:cTn id="83" dur="1" fill="hold">
                                          <p:stCondLst>
                                            <p:cond delay="0"/>
                                          </p:stCondLst>
                                        </p:cTn>
                                        <p:tgtEl>
                                          <p:spTgt spid="46">
                                            <p:txEl>
                                              <p:pRg st="4" end="4"/>
                                            </p:txEl>
                                          </p:spTgt>
                                        </p:tgtEl>
                                        <p:attrNameLst>
                                          <p:attrName>style.visibility</p:attrName>
                                        </p:attrNameLst>
                                      </p:cBhvr>
                                      <p:to>
                                        <p:strVal val="visible"/>
                                      </p:to>
                                    </p:set>
                                    <p:anim calcmode="lin" valueType="num">
                                      <p:cBhvr>
                                        <p:cTn id="84" dur="500" fill="hold"/>
                                        <p:tgtEl>
                                          <p:spTgt spid="46">
                                            <p:txEl>
                                              <p:pRg st="4" end="4"/>
                                            </p:txEl>
                                          </p:spTgt>
                                        </p:tgtEl>
                                        <p:attrNameLst>
                                          <p:attrName>ppt_w</p:attrName>
                                        </p:attrNameLst>
                                      </p:cBhvr>
                                      <p:tavLst>
                                        <p:tav tm="0">
                                          <p:val>
                                            <p:fltVal val="0"/>
                                          </p:val>
                                        </p:tav>
                                        <p:tav tm="100000">
                                          <p:val>
                                            <p:strVal val="#ppt_w"/>
                                          </p:val>
                                        </p:tav>
                                      </p:tavLst>
                                    </p:anim>
                                    <p:anim calcmode="lin" valueType="num">
                                      <p:cBhvr>
                                        <p:cTn id="85" dur="500" fill="hold"/>
                                        <p:tgtEl>
                                          <p:spTgt spid="46">
                                            <p:txEl>
                                              <p:pRg st="4" end="4"/>
                                            </p:txEl>
                                          </p:spTgt>
                                        </p:tgtEl>
                                        <p:attrNameLst>
                                          <p:attrName>ppt_h</p:attrName>
                                        </p:attrNameLst>
                                      </p:cBhvr>
                                      <p:tavLst>
                                        <p:tav tm="0">
                                          <p:val>
                                            <p:fltVal val="0"/>
                                          </p:val>
                                        </p:tav>
                                        <p:tav tm="100000">
                                          <p:val>
                                            <p:strVal val="#ppt_h"/>
                                          </p:val>
                                        </p:tav>
                                      </p:tavLst>
                                    </p:anim>
                                    <p:animEffect transition="in" filter="fade">
                                      <p:cBhvr>
                                        <p:cTn id="86" dur="500"/>
                                        <p:tgtEl>
                                          <p:spTgt spid="46">
                                            <p:txEl>
                                              <p:pRg st="4" end="4"/>
                                            </p:txEl>
                                          </p:spTgt>
                                        </p:tgtEl>
                                      </p:cBhvr>
                                    </p:animEffect>
                                  </p:childTnLst>
                                </p:cTn>
                              </p:par>
                              <p:par>
                                <p:cTn id="87" presetID="53" presetClass="entr" presetSubtype="0" fill="hold" grpId="0" nodeType="withEffect">
                                  <p:stCondLst>
                                    <p:cond delay="0"/>
                                  </p:stCondLst>
                                  <p:childTnLst>
                                    <p:set>
                                      <p:cBhvr>
                                        <p:cTn id="88" dur="1" fill="hold">
                                          <p:stCondLst>
                                            <p:cond delay="0"/>
                                          </p:stCondLst>
                                        </p:cTn>
                                        <p:tgtEl>
                                          <p:spTgt spid="46">
                                            <p:txEl>
                                              <p:pRg st="5" end="5"/>
                                            </p:txEl>
                                          </p:spTgt>
                                        </p:tgtEl>
                                        <p:attrNameLst>
                                          <p:attrName>style.visibility</p:attrName>
                                        </p:attrNameLst>
                                      </p:cBhvr>
                                      <p:to>
                                        <p:strVal val="visible"/>
                                      </p:to>
                                    </p:set>
                                    <p:anim calcmode="lin" valueType="num">
                                      <p:cBhvr>
                                        <p:cTn id="89" dur="500" fill="hold"/>
                                        <p:tgtEl>
                                          <p:spTgt spid="46">
                                            <p:txEl>
                                              <p:pRg st="5" end="5"/>
                                            </p:txEl>
                                          </p:spTgt>
                                        </p:tgtEl>
                                        <p:attrNameLst>
                                          <p:attrName>ppt_w</p:attrName>
                                        </p:attrNameLst>
                                      </p:cBhvr>
                                      <p:tavLst>
                                        <p:tav tm="0">
                                          <p:val>
                                            <p:fltVal val="0"/>
                                          </p:val>
                                        </p:tav>
                                        <p:tav tm="100000">
                                          <p:val>
                                            <p:strVal val="#ppt_w"/>
                                          </p:val>
                                        </p:tav>
                                      </p:tavLst>
                                    </p:anim>
                                    <p:anim calcmode="lin" valueType="num">
                                      <p:cBhvr>
                                        <p:cTn id="90" dur="500" fill="hold"/>
                                        <p:tgtEl>
                                          <p:spTgt spid="46">
                                            <p:txEl>
                                              <p:pRg st="5" end="5"/>
                                            </p:txEl>
                                          </p:spTgt>
                                        </p:tgtEl>
                                        <p:attrNameLst>
                                          <p:attrName>ppt_h</p:attrName>
                                        </p:attrNameLst>
                                      </p:cBhvr>
                                      <p:tavLst>
                                        <p:tav tm="0">
                                          <p:val>
                                            <p:fltVal val="0"/>
                                          </p:val>
                                        </p:tav>
                                        <p:tav tm="100000">
                                          <p:val>
                                            <p:strVal val="#ppt_h"/>
                                          </p:val>
                                        </p:tav>
                                      </p:tavLst>
                                    </p:anim>
                                    <p:animEffect transition="in" filter="fade">
                                      <p:cBhvr>
                                        <p:cTn id="91" dur="500"/>
                                        <p:tgtEl>
                                          <p:spTgt spid="4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4" grpId="0" animBg="1"/>
      <p:bldP spid="45" grpId="0" build="allAtOnce" animBg="1"/>
      <p:bldP spid="46" grpId="0" build="allAtOnce"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
            <a:extLst>
              <a:ext uri="{FF2B5EF4-FFF2-40B4-BE49-F238E27FC236}">
                <a16:creationId xmlns:a16="http://schemas.microsoft.com/office/drawing/2014/main" id="{92A4027E-101C-4448-AF80-E3251464418F}"/>
              </a:ext>
            </a:extLst>
          </p:cNvPr>
          <p:cNvSpPr>
            <a:spLocks noGrp="1" noChangeArrowheads="1"/>
          </p:cNvSpPr>
          <p:nvPr>
            <p:ph idx="1"/>
          </p:nvPr>
        </p:nvSpPr>
        <p:spPr>
          <a:xfrm>
            <a:off x="373063" y="1152401"/>
            <a:ext cx="8231187" cy="1923405"/>
          </a:xfrm>
        </p:spPr>
        <p:txBody>
          <a:bodyPr/>
          <a:lstStyle/>
          <a:p>
            <a:pPr eaLnBrk="1" hangingPunct="1">
              <a:lnSpc>
                <a:spcPts val="4500"/>
              </a:lnSpc>
              <a:buClrTx/>
              <a:buFont typeface="Wingdings" panose="05000000000000000000" pitchFamily="2" charset="2"/>
              <a:buChar char="Ø"/>
              <a:defRPr/>
            </a:pPr>
            <a:r>
              <a:rPr lang="zh-CN" altLang="en-US" sz="2800" b="1" dirty="0">
                <a:solidFill>
                  <a:schemeClr val="tx1"/>
                </a:solidFill>
                <a:cs typeface="Times New Roman" panose="02020603050405020304" pitchFamily="18" charset="0"/>
              </a:rPr>
              <a:t>总是选择每个句型的</a:t>
            </a:r>
            <a:r>
              <a:rPr lang="zh-CN" altLang="en-US" sz="2800" b="1" dirty="0">
                <a:solidFill>
                  <a:schemeClr val="tx2">
                    <a:lumMod val="60000"/>
                    <a:lumOff val="40000"/>
                  </a:schemeClr>
                </a:solidFill>
                <a:cs typeface="Times New Roman" panose="02020603050405020304" pitchFamily="18" charset="0"/>
              </a:rPr>
              <a:t>最左非终结符</a:t>
            </a:r>
            <a:r>
              <a:rPr lang="zh-CN" altLang="en-US" sz="2800" b="1" dirty="0">
                <a:solidFill>
                  <a:schemeClr val="tx1"/>
                </a:solidFill>
                <a:cs typeface="Times New Roman" panose="02020603050405020304" pitchFamily="18" charset="0"/>
              </a:rPr>
              <a:t>进行替换</a:t>
            </a:r>
            <a:endParaRPr lang="en-US" altLang="zh-CN" sz="2800" b="1" dirty="0">
              <a:solidFill>
                <a:schemeClr val="tx1"/>
              </a:solidFill>
              <a:cs typeface="Times New Roman" panose="02020603050405020304" pitchFamily="18" charset="0"/>
            </a:endParaRPr>
          </a:p>
          <a:p>
            <a:pPr eaLnBrk="1" hangingPunct="1">
              <a:lnSpc>
                <a:spcPts val="4500"/>
              </a:lnSpc>
              <a:buClrTx/>
              <a:buFont typeface="Wingdings" panose="05000000000000000000" pitchFamily="2" charset="2"/>
              <a:buChar char="Ø"/>
              <a:defRPr/>
            </a:pPr>
            <a:r>
              <a:rPr lang="zh-CN" altLang="en-US" sz="2800" b="1" dirty="0">
                <a:solidFill>
                  <a:schemeClr val="tx1"/>
                </a:solidFill>
                <a:cs typeface="Times New Roman" panose="02020603050405020304" pitchFamily="18" charset="0"/>
              </a:rPr>
              <a:t>根据输入流中的</a:t>
            </a:r>
            <a:r>
              <a:rPr lang="zh-CN" altLang="en-US" sz="2800" b="1" dirty="0">
                <a:solidFill>
                  <a:schemeClr val="tx2">
                    <a:lumMod val="60000"/>
                    <a:lumOff val="40000"/>
                  </a:schemeClr>
                </a:solidFill>
                <a:cs typeface="Times New Roman" panose="02020603050405020304" pitchFamily="18" charset="0"/>
              </a:rPr>
              <a:t>下一个终结符</a:t>
            </a:r>
            <a:r>
              <a:rPr lang="zh-CN" altLang="en-US" sz="2800" b="1" dirty="0">
                <a:solidFill>
                  <a:schemeClr val="tx1"/>
                </a:solidFill>
                <a:cs typeface="Times New Roman" panose="02020603050405020304" pitchFamily="18" charset="0"/>
              </a:rPr>
              <a:t>，选择最左非终结符的一个候选式</a:t>
            </a:r>
          </a:p>
        </p:txBody>
      </p:sp>
      <p:sp>
        <p:nvSpPr>
          <p:cNvPr id="2" name="标题 1">
            <a:extLst>
              <a:ext uri="{FF2B5EF4-FFF2-40B4-BE49-F238E27FC236}">
                <a16:creationId xmlns:a16="http://schemas.microsoft.com/office/drawing/2014/main" id="{8612DA4B-A6DE-4F87-80BC-68FD6FD70878}"/>
              </a:ext>
            </a:extLst>
          </p:cNvPr>
          <p:cNvSpPr>
            <a:spLocks noGrp="1"/>
          </p:cNvSpPr>
          <p:nvPr>
            <p:ph type="title"/>
          </p:nvPr>
        </p:nvSpPr>
        <p:spPr>
          <a:xfrm>
            <a:off x="755650" y="268288"/>
            <a:ext cx="7931150" cy="358775"/>
          </a:xfrm>
        </p:spPr>
        <p:txBody>
          <a:bodyPr/>
          <a:lstStyle/>
          <a:p>
            <a:pPr>
              <a:defRPr/>
            </a:pPr>
            <a:r>
              <a:rPr lang="zh-CN" altLang="en-US" sz="3000" spc="300" dirty="0">
                <a:solidFill>
                  <a:schemeClr val="tx1"/>
                </a:solidFill>
                <a:latin typeface="微软雅黑" pitchFamily="34" charset="-122"/>
                <a:ea typeface="微软雅黑" pitchFamily="34" charset="-122"/>
              </a:rPr>
              <a:t>自顶向下的语法分析采用最左推导方式</a:t>
            </a:r>
            <a:endParaRPr lang="zh-CN" altLang="en-US" dirty="0">
              <a:solidFill>
                <a:schemeClr val="tx1"/>
              </a:solidFill>
            </a:endParaRPr>
          </a:p>
        </p:txBody>
      </p:sp>
      <p:sp>
        <p:nvSpPr>
          <p:cNvPr id="3" name="矩形 2">
            <a:extLst>
              <a:ext uri="{FF2B5EF4-FFF2-40B4-BE49-F238E27FC236}">
                <a16:creationId xmlns:a16="http://schemas.microsoft.com/office/drawing/2014/main" id="{CFED01B7-8998-4924-9BFB-3F4C5A575FCD}"/>
              </a:ext>
            </a:extLst>
          </p:cNvPr>
          <p:cNvSpPr/>
          <p:nvPr/>
        </p:nvSpPr>
        <p:spPr>
          <a:xfrm>
            <a:off x="1475656" y="3363838"/>
            <a:ext cx="6079543" cy="127406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b="1" dirty="0">
                <a:solidFill>
                  <a:srgbClr val="0070C0"/>
                </a:solidFill>
              </a:rPr>
              <a:t>自顶向下分析的两个核心问题：</a:t>
            </a:r>
            <a:endParaRPr lang="en-US" altLang="zh-CN" sz="2400" b="1" dirty="0">
              <a:solidFill>
                <a:srgbClr val="0070C0"/>
              </a:solidFill>
            </a:endParaRPr>
          </a:p>
          <a:p>
            <a:pPr marL="342900" indent="-342900">
              <a:buFont typeface="Wingdings" panose="05000000000000000000" pitchFamily="2" charset="2"/>
              <a:buChar char="Ø"/>
            </a:pPr>
            <a:r>
              <a:rPr lang="zh-CN" altLang="en-US" sz="2400" b="1" dirty="0">
                <a:solidFill>
                  <a:srgbClr val="0070C0"/>
                </a:solidFill>
              </a:rPr>
              <a:t>最左推导解决了非终结符的选择</a:t>
            </a:r>
            <a:endParaRPr lang="en-US" altLang="zh-CN" sz="2400" b="1" dirty="0">
              <a:solidFill>
                <a:srgbClr val="0070C0"/>
              </a:solidFill>
            </a:endParaRPr>
          </a:p>
          <a:p>
            <a:pPr marL="342900" indent="-342900">
              <a:buFont typeface="Wingdings" panose="05000000000000000000" pitchFamily="2" charset="2"/>
              <a:buChar char="Ø"/>
            </a:pPr>
            <a:r>
              <a:rPr lang="zh-CN" altLang="en-US" sz="2400" b="1" dirty="0">
                <a:solidFill>
                  <a:srgbClr val="0070C0"/>
                </a:solidFill>
                <a:highlight>
                  <a:srgbClr val="FFFF00"/>
                </a:highlight>
              </a:rPr>
              <a:t>如何选择候选式呢？</a:t>
            </a:r>
          </a:p>
        </p:txBody>
      </p:sp>
      <p:sp>
        <p:nvSpPr>
          <p:cNvPr id="5" name="灯片编号占位符 4">
            <a:extLst>
              <a:ext uri="{FF2B5EF4-FFF2-40B4-BE49-F238E27FC236}">
                <a16:creationId xmlns:a16="http://schemas.microsoft.com/office/drawing/2014/main" id="{EF0E1190-A8A0-40E2-AD9C-30A6F1EB87A2}"/>
              </a:ext>
            </a:extLst>
          </p:cNvPr>
          <p:cNvSpPr>
            <a:spLocks noGrp="1"/>
          </p:cNvSpPr>
          <p:nvPr>
            <p:ph type="sldNum" sz="quarter" idx="12"/>
          </p:nvPr>
        </p:nvSpPr>
        <p:spPr/>
        <p:txBody>
          <a:bodyPr/>
          <a:lstStyle/>
          <a:p>
            <a:pPr>
              <a:defRPr/>
            </a:pPr>
            <a:fld id="{EA567855-7F13-4FC5-AD61-2B82F6443E16}" type="slidenum">
              <a:rPr lang="zh-CN" altLang="en-US" smtClean="0"/>
              <a:pPr>
                <a:defRPr/>
              </a:pPr>
              <a:t>11</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9458">
                                            <p:txEl>
                                              <p:pRg st="0" end="0"/>
                                            </p:txEl>
                                          </p:spTgt>
                                        </p:tgtEl>
                                        <p:attrNameLst>
                                          <p:attrName>style.visibility</p:attrName>
                                        </p:attrNameLst>
                                      </p:cBhvr>
                                      <p:to>
                                        <p:strVal val="visible"/>
                                      </p:to>
                                    </p:set>
                                    <p:animEffect transition="in" filter="wipe(down)">
                                      <p:cBhvr>
                                        <p:cTn id="7" dur="500"/>
                                        <p:tgtEl>
                                          <p:spTgt spid="1945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9458">
                                            <p:txEl>
                                              <p:pRg st="1" end="1"/>
                                            </p:txEl>
                                          </p:spTgt>
                                        </p:tgtEl>
                                        <p:attrNameLst>
                                          <p:attrName>style.visibility</p:attrName>
                                        </p:attrNameLst>
                                      </p:cBhvr>
                                      <p:to>
                                        <p:strVal val="visible"/>
                                      </p:to>
                                    </p:set>
                                    <p:animEffect transition="in" filter="wipe(down)">
                                      <p:cBhvr>
                                        <p:cTn id="17" dur="500"/>
                                        <p:tgtEl>
                                          <p:spTgt spid="1945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8" grpId="0" uiExpand="1" build="p"/>
      <p:bldP spid="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39" name="Rectangle 39">
            <a:extLst>
              <a:ext uri="{FF2B5EF4-FFF2-40B4-BE49-F238E27FC236}">
                <a16:creationId xmlns:a16="http://schemas.microsoft.com/office/drawing/2014/main" id="{C3815160-5EE4-4B55-A532-3B6F5B38B35A}"/>
              </a:ext>
            </a:extLst>
          </p:cNvPr>
          <p:cNvSpPr>
            <a:spLocks noGrp="1" noChangeArrowheads="1"/>
          </p:cNvSpPr>
          <p:nvPr>
            <p:ph idx="1"/>
          </p:nvPr>
        </p:nvSpPr>
        <p:spPr>
          <a:xfrm>
            <a:off x="785813" y="785813"/>
            <a:ext cx="5976937" cy="3246437"/>
          </a:xfrm>
        </p:spPr>
        <p:txBody>
          <a:bodyPr/>
          <a:lstStyle/>
          <a:p>
            <a:pPr eaLnBrk="1" hangingPunct="1">
              <a:buClrTx/>
              <a:buFont typeface="Wingdings" panose="05000000000000000000" pitchFamily="2" charset="2"/>
              <a:buChar char="Ø"/>
            </a:pPr>
            <a:r>
              <a:rPr lang="zh-CN" altLang="en-US" sz="2500" b="1" dirty="0">
                <a:solidFill>
                  <a:schemeClr val="tx1"/>
                </a:solidFill>
                <a:latin typeface="楷体" panose="02010609060101010101" pitchFamily="49" charset="-122"/>
                <a:cs typeface="Times New Roman" panose="02020603050405020304" pitchFamily="18" charset="0"/>
              </a:rPr>
              <a:t>文法</a:t>
            </a:r>
            <a:endParaRPr lang="en-US" altLang="zh-CN" sz="2500" b="1" dirty="0">
              <a:solidFill>
                <a:schemeClr val="tx1"/>
              </a:solidFill>
              <a:latin typeface="楷体" panose="02010609060101010101" pitchFamily="49" charset="-122"/>
              <a:cs typeface="Times New Roman" panose="02020603050405020304" pitchFamily="18" charset="0"/>
            </a:endParaRPr>
          </a:p>
          <a:p>
            <a:pPr marL="303213" lvl="1" indent="0" eaLnBrk="1" hangingPunct="1">
              <a:buFont typeface="Symbol" panose="05050102010706020507" pitchFamily="18" charset="2"/>
              <a:buNone/>
            </a:pPr>
            <a:r>
              <a:rPr lang="en-US" altLang="zh-CN" sz="25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① </a:t>
            </a:r>
            <a:r>
              <a:rPr lang="en-US" altLang="zh-CN" sz="2500" b="1" i="1" dirty="0">
                <a:solidFill>
                  <a:schemeClr val="tx1"/>
                </a:solidFill>
                <a:latin typeface="Times New Roman" panose="02020603050405020304" pitchFamily="18" charset="0"/>
                <a:ea typeface="楷体_GB2312"/>
                <a:cs typeface="Times New Roman" panose="02020603050405020304" pitchFamily="18" charset="0"/>
              </a:rPr>
              <a:t>E</a:t>
            </a:r>
            <a:r>
              <a:rPr lang="en-US" altLang="zh-CN" sz="2500" b="1" dirty="0">
                <a:solidFill>
                  <a:schemeClr val="tx1"/>
                </a:solidFill>
                <a:latin typeface="Times New Roman" panose="02020603050405020304" pitchFamily="18" charset="0"/>
                <a:ea typeface="楷体_GB2312"/>
                <a:cs typeface="Times New Roman" panose="02020603050405020304" pitchFamily="18" charset="0"/>
              </a:rPr>
              <a:t> → </a:t>
            </a:r>
            <a:r>
              <a:rPr lang="en-US" altLang="zh-CN" sz="2500" b="1" i="1" dirty="0">
                <a:solidFill>
                  <a:schemeClr val="tx1"/>
                </a:solidFill>
                <a:latin typeface="Times New Roman" panose="02020603050405020304" pitchFamily="18" charset="0"/>
                <a:ea typeface="楷体_GB2312"/>
                <a:cs typeface="Times New Roman" panose="02020603050405020304" pitchFamily="18" charset="0"/>
              </a:rPr>
              <a:t>T E’</a:t>
            </a:r>
            <a:r>
              <a:rPr lang="en-US" altLang="zh-CN" sz="2500" b="1" dirty="0">
                <a:solidFill>
                  <a:schemeClr val="tx1"/>
                </a:solidFill>
                <a:latin typeface="Times New Roman" panose="02020603050405020304" pitchFamily="18" charset="0"/>
                <a:ea typeface="楷体_GB2312"/>
                <a:cs typeface="Times New Roman" panose="02020603050405020304" pitchFamily="18" charset="0"/>
              </a:rPr>
              <a:t>        </a:t>
            </a:r>
          </a:p>
          <a:p>
            <a:pPr marL="303213" lvl="1" indent="0" eaLnBrk="1" hangingPunct="1">
              <a:buFont typeface="Symbol" panose="05050102010706020507" pitchFamily="18" charset="2"/>
              <a:buNone/>
            </a:pPr>
            <a:r>
              <a:rPr lang="en-US" altLang="zh-CN" sz="25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② </a:t>
            </a:r>
            <a:r>
              <a:rPr lang="en-US" altLang="zh-CN" sz="2500" b="1" i="1" dirty="0">
                <a:solidFill>
                  <a:schemeClr val="tx1"/>
                </a:solidFill>
                <a:latin typeface="Times New Roman" panose="02020603050405020304" pitchFamily="18" charset="0"/>
                <a:ea typeface="楷体_GB2312"/>
                <a:cs typeface="Times New Roman" panose="02020603050405020304" pitchFamily="18" charset="0"/>
              </a:rPr>
              <a:t>E’</a:t>
            </a:r>
            <a:r>
              <a:rPr lang="en-US" altLang="zh-CN" sz="2500" b="1" dirty="0">
                <a:solidFill>
                  <a:schemeClr val="tx1"/>
                </a:solidFill>
                <a:latin typeface="Times New Roman" panose="02020603050405020304" pitchFamily="18" charset="0"/>
                <a:ea typeface="楷体_GB2312"/>
                <a:cs typeface="Times New Roman" panose="02020603050405020304" pitchFamily="18" charset="0"/>
              </a:rPr>
              <a:t>→ </a:t>
            </a:r>
            <a:r>
              <a:rPr lang="en-US" altLang="zh-CN" sz="2500" b="1" dirty="0">
                <a:solidFill>
                  <a:srgbClr val="2D83F4"/>
                </a:solidFill>
                <a:latin typeface="Times New Roman" panose="02020603050405020304" pitchFamily="18" charset="0"/>
                <a:ea typeface="楷体_GB2312"/>
                <a:cs typeface="Times New Roman" panose="02020603050405020304" pitchFamily="18" charset="0"/>
              </a:rPr>
              <a:t>+ </a:t>
            </a:r>
            <a:r>
              <a:rPr lang="en-US" altLang="zh-CN" sz="2500" b="1" i="1" dirty="0">
                <a:solidFill>
                  <a:schemeClr val="tx1"/>
                </a:solidFill>
                <a:latin typeface="Times New Roman" panose="02020603050405020304" pitchFamily="18" charset="0"/>
                <a:ea typeface="楷体_GB2312"/>
                <a:cs typeface="Times New Roman" panose="02020603050405020304" pitchFamily="18" charset="0"/>
              </a:rPr>
              <a:t>T </a:t>
            </a:r>
            <a:r>
              <a:rPr lang="en-US" altLang="zh-CN" sz="2500" b="1" i="1" dirty="0" err="1">
                <a:solidFill>
                  <a:schemeClr val="tx1"/>
                </a:solidFill>
                <a:latin typeface="Times New Roman" panose="02020603050405020304" pitchFamily="18" charset="0"/>
                <a:ea typeface="楷体_GB2312"/>
                <a:cs typeface="Times New Roman" panose="02020603050405020304" pitchFamily="18" charset="0"/>
              </a:rPr>
              <a:t>E’</a:t>
            </a:r>
            <a:r>
              <a:rPr lang="en-US" altLang="zh-CN" sz="2500" b="1" dirty="0" err="1">
                <a:solidFill>
                  <a:schemeClr val="tx1"/>
                </a:solidFill>
                <a:latin typeface="Times New Roman" panose="02020603050405020304" pitchFamily="18" charset="0"/>
                <a:ea typeface="楷体_GB2312"/>
                <a:cs typeface="Times New Roman" panose="02020603050405020304" pitchFamily="18" charset="0"/>
              </a:rPr>
              <a:t>｜</a:t>
            </a:r>
            <a:r>
              <a:rPr lang="en-US" altLang="zh-CN" sz="2500" b="1" i="1" dirty="0" err="1">
                <a:solidFill>
                  <a:schemeClr val="tx1"/>
                </a:solidFill>
                <a:latin typeface="Times New Roman" panose="02020603050405020304" pitchFamily="18" charset="0"/>
                <a:ea typeface="楷体_GB2312"/>
                <a:cs typeface="Times New Roman" panose="02020603050405020304" pitchFamily="18" charset="0"/>
              </a:rPr>
              <a:t>ε</a:t>
            </a:r>
            <a:r>
              <a:rPr lang="en-US" altLang="zh-CN" sz="2500" b="1" dirty="0">
                <a:solidFill>
                  <a:schemeClr val="tx1"/>
                </a:solidFill>
                <a:latin typeface="Times New Roman" panose="02020603050405020304" pitchFamily="18" charset="0"/>
                <a:ea typeface="楷体_GB2312"/>
                <a:cs typeface="Times New Roman" panose="02020603050405020304" pitchFamily="18" charset="0"/>
              </a:rPr>
              <a:t>  </a:t>
            </a:r>
          </a:p>
          <a:p>
            <a:pPr marL="303213" lvl="1" indent="0" eaLnBrk="1" hangingPunct="1">
              <a:buFont typeface="Symbol" panose="05050102010706020507" pitchFamily="18" charset="2"/>
              <a:buNone/>
            </a:pPr>
            <a:r>
              <a:rPr lang="en-US" altLang="zh-CN" sz="25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③ </a:t>
            </a:r>
            <a:r>
              <a:rPr lang="en-US" altLang="zh-CN" sz="2500" b="1" i="1" dirty="0">
                <a:solidFill>
                  <a:schemeClr val="tx1"/>
                </a:solidFill>
                <a:latin typeface="Times New Roman" panose="02020603050405020304" pitchFamily="18" charset="0"/>
                <a:ea typeface="楷体_GB2312"/>
                <a:cs typeface="Times New Roman" panose="02020603050405020304" pitchFamily="18" charset="0"/>
              </a:rPr>
              <a:t>T</a:t>
            </a:r>
            <a:r>
              <a:rPr lang="en-US" altLang="zh-CN" sz="2500" b="1" dirty="0">
                <a:solidFill>
                  <a:schemeClr val="tx1"/>
                </a:solidFill>
                <a:latin typeface="Times New Roman" panose="02020603050405020304" pitchFamily="18" charset="0"/>
                <a:ea typeface="楷体_GB2312"/>
                <a:cs typeface="Times New Roman" panose="02020603050405020304" pitchFamily="18" charset="0"/>
              </a:rPr>
              <a:t> → </a:t>
            </a:r>
            <a:r>
              <a:rPr lang="en-US" altLang="zh-CN" sz="2500" b="1" i="1" dirty="0">
                <a:solidFill>
                  <a:schemeClr val="tx1"/>
                </a:solidFill>
                <a:latin typeface="Times New Roman" panose="02020603050405020304" pitchFamily="18" charset="0"/>
                <a:ea typeface="楷体_GB2312"/>
                <a:cs typeface="Times New Roman" panose="02020603050405020304" pitchFamily="18" charset="0"/>
              </a:rPr>
              <a:t>F T’</a:t>
            </a:r>
            <a:r>
              <a:rPr lang="en-US" altLang="zh-CN" sz="2500" b="1" dirty="0">
                <a:solidFill>
                  <a:schemeClr val="tx1"/>
                </a:solidFill>
                <a:latin typeface="Times New Roman" panose="02020603050405020304" pitchFamily="18" charset="0"/>
                <a:ea typeface="楷体_GB2312"/>
                <a:cs typeface="Times New Roman" panose="02020603050405020304" pitchFamily="18" charset="0"/>
              </a:rPr>
              <a:t>        </a:t>
            </a:r>
          </a:p>
          <a:p>
            <a:pPr marL="303213" lvl="1" indent="0" eaLnBrk="1" hangingPunct="1">
              <a:buFont typeface="Symbol" panose="05050102010706020507" pitchFamily="18" charset="2"/>
              <a:buNone/>
            </a:pPr>
            <a:r>
              <a:rPr lang="en-US" altLang="zh-CN" sz="25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④ </a:t>
            </a:r>
            <a:r>
              <a:rPr lang="en-US" altLang="zh-CN" sz="2500" b="1" i="1" dirty="0">
                <a:solidFill>
                  <a:schemeClr val="tx1"/>
                </a:solidFill>
                <a:latin typeface="Times New Roman" panose="02020603050405020304" pitchFamily="18" charset="0"/>
                <a:ea typeface="楷体_GB2312"/>
                <a:cs typeface="Times New Roman" panose="02020603050405020304" pitchFamily="18" charset="0"/>
              </a:rPr>
              <a:t>T’</a:t>
            </a:r>
            <a:r>
              <a:rPr lang="en-US" altLang="zh-CN" sz="2500" b="1" dirty="0">
                <a:solidFill>
                  <a:schemeClr val="tx1"/>
                </a:solidFill>
                <a:latin typeface="Times New Roman" panose="02020603050405020304" pitchFamily="18" charset="0"/>
                <a:ea typeface="楷体_GB2312"/>
                <a:cs typeface="Times New Roman" panose="02020603050405020304" pitchFamily="18" charset="0"/>
              </a:rPr>
              <a:t>→ </a:t>
            </a:r>
            <a:r>
              <a:rPr lang="en-US" altLang="zh-CN" sz="2500" b="1" dirty="0">
                <a:solidFill>
                  <a:srgbClr val="2D83F4"/>
                </a:solidFill>
                <a:latin typeface="Times New Roman" panose="02020603050405020304" pitchFamily="18" charset="0"/>
                <a:ea typeface="楷体_GB2312"/>
                <a:cs typeface="Times New Roman" panose="02020603050405020304" pitchFamily="18" charset="0"/>
              </a:rPr>
              <a:t>*</a:t>
            </a:r>
            <a:r>
              <a:rPr lang="en-US" altLang="zh-CN" sz="2500" b="1" dirty="0">
                <a:solidFill>
                  <a:srgbClr val="FF0000"/>
                </a:solidFill>
                <a:latin typeface="Times New Roman" panose="02020603050405020304" pitchFamily="18" charset="0"/>
                <a:ea typeface="楷体_GB2312"/>
                <a:cs typeface="Times New Roman" panose="02020603050405020304" pitchFamily="18" charset="0"/>
              </a:rPr>
              <a:t> </a:t>
            </a:r>
            <a:r>
              <a:rPr lang="en-US" altLang="zh-CN" sz="2500" b="1" i="1" dirty="0">
                <a:solidFill>
                  <a:schemeClr val="tx1"/>
                </a:solidFill>
                <a:latin typeface="Times New Roman" panose="02020603050405020304" pitchFamily="18" charset="0"/>
                <a:ea typeface="楷体_GB2312"/>
                <a:cs typeface="Times New Roman" panose="02020603050405020304" pitchFamily="18" charset="0"/>
              </a:rPr>
              <a:t>F </a:t>
            </a:r>
            <a:r>
              <a:rPr lang="en-US" altLang="zh-CN" sz="2500" b="1" i="1" dirty="0" err="1">
                <a:solidFill>
                  <a:schemeClr val="tx1"/>
                </a:solidFill>
                <a:latin typeface="Times New Roman" panose="02020603050405020304" pitchFamily="18" charset="0"/>
                <a:ea typeface="楷体_GB2312"/>
                <a:cs typeface="Times New Roman" panose="02020603050405020304" pitchFamily="18" charset="0"/>
              </a:rPr>
              <a:t>T’</a:t>
            </a:r>
            <a:r>
              <a:rPr lang="en-US" altLang="zh-CN" sz="2500" b="1" dirty="0" err="1">
                <a:solidFill>
                  <a:schemeClr val="tx1"/>
                </a:solidFill>
                <a:latin typeface="Times New Roman" panose="02020603050405020304" pitchFamily="18" charset="0"/>
                <a:ea typeface="楷体_GB2312"/>
                <a:cs typeface="Times New Roman" panose="02020603050405020304" pitchFamily="18" charset="0"/>
              </a:rPr>
              <a:t>｜</a:t>
            </a:r>
            <a:r>
              <a:rPr lang="en-US" altLang="zh-CN" sz="2500" b="1" i="1" dirty="0" err="1">
                <a:solidFill>
                  <a:schemeClr val="tx1"/>
                </a:solidFill>
                <a:latin typeface="Times New Roman" panose="02020603050405020304" pitchFamily="18" charset="0"/>
                <a:ea typeface="楷体_GB2312"/>
                <a:cs typeface="Times New Roman" panose="02020603050405020304" pitchFamily="18" charset="0"/>
              </a:rPr>
              <a:t>ε</a:t>
            </a:r>
            <a:r>
              <a:rPr lang="en-US" altLang="zh-CN" sz="2500" b="1" dirty="0">
                <a:solidFill>
                  <a:schemeClr val="tx1"/>
                </a:solidFill>
                <a:latin typeface="Times New Roman" panose="02020603050405020304" pitchFamily="18" charset="0"/>
                <a:ea typeface="楷体_GB2312"/>
                <a:cs typeface="Times New Roman" panose="02020603050405020304" pitchFamily="18" charset="0"/>
              </a:rPr>
              <a:t>  </a:t>
            </a:r>
          </a:p>
          <a:p>
            <a:pPr marL="303213" lvl="1" indent="0" eaLnBrk="1" hangingPunct="1">
              <a:buFont typeface="Symbol" panose="05050102010706020507" pitchFamily="18" charset="2"/>
              <a:buNone/>
            </a:pPr>
            <a:r>
              <a:rPr lang="en-US" altLang="zh-CN" sz="25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⑤ </a:t>
            </a:r>
            <a:r>
              <a:rPr lang="en-US" altLang="zh-CN" sz="2500" b="1" i="1" dirty="0">
                <a:solidFill>
                  <a:schemeClr val="tx1"/>
                </a:solidFill>
                <a:latin typeface="Times New Roman" panose="02020603050405020304" pitchFamily="18" charset="0"/>
                <a:ea typeface="楷体_GB2312"/>
                <a:cs typeface="Times New Roman" panose="02020603050405020304" pitchFamily="18" charset="0"/>
              </a:rPr>
              <a:t>F</a:t>
            </a:r>
            <a:r>
              <a:rPr lang="en-US" altLang="zh-CN" sz="2500" b="1" dirty="0">
                <a:solidFill>
                  <a:schemeClr val="tx1"/>
                </a:solidFill>
                <a:latin typeface="Times New Roman" panose="02020603050405020304" pitchFamily="18" charset="0"/>
                <a:ea typeface="楷体_GB2312"/>
                <a:cs typeface="Times New Roman" panose="02020603050405020304" pitchFamily="18" charset="0"/>
              </a:rPr>
              <a:t> → </a:t>
            </a:r>
            <a:r>
              <a:rPr lang="en-US" altLang="zh-CN" sz="2500" b="1" dirty="0">
                <a:solidFill>
                  <a:srgbClr val="2D83F4"/>
                </a:solidFill>
                <a:latin typeface="Times New Roman" panose="02020603050405020304" pitchFamily="18" charset="0"/>
                <a:ea typeface="楷体_GB2312"/>
                <a:cs typeface="Times New Roman" panose="02020603050405020304" pitchFamily="18" charset="0"/>
              </a:rPr>
              <a:t>(</a:t>
            </a:r>
            <a:r>
              <a:rPr lang="en-US" altLang="zh-CN" sz="2500" b="1" dirty="0">
                <a:solidFill>
                  <a:schemeClr val="tx1"/>
                </a:solidFill>
                <a:latin typeface="Times New Roman" panose="02020603050405020304" pitchFamily="18" charset="0"/>
                <a:ea typeface="楷体_GB2312"/>
                <a:cs typeface="Times New Roman" panose="02020603050405020304" pitchFamily="18" charset="0"/>
              </a:rPr>
              <a:t> </a:t>
            </a:r>
            <a:r>
              <a:rPr lang="en-US" altLang="zh-CN" sz="2500" b="1" i="1" dirty="0">
                <a:solidFill>
                  <a:schemeClr val="tx1"/>
                </a:solidFill>
                <a:latin typeface="Times New Roman" panose="02020603050405020304" pitchFamily="18" charset="0"/>
                <a:ea typeface="楷体_GB2312"/>
                <a:cs typeface="Times New Roman" panose="02020603050405020304" pitchFamily="18" charset="0"/>
              </a:rPr>
              <a:t>E</a:t>
            </a:r>
            <a:r>
              <a:rPr lang="en-US" altLang="zh-CN" sz="2500" b="1" dirty="0">
                <a:solidFill>
                  <a:schemeClr val="tx1"/>
                </a:solidFill>
                <a:latin typeface="Times New Roman" panose="02020603050405020304" pitchFamily="18" charset="0"/>
                <a:ea typeface="楷体_GB2312"/>
                <a:cs typeface="Times New Roman" panose="02020603050405020304" pitchFamily="18" charset="0"/>
              </a:rPr>
              <a:t> </a:t>
            </a:r>
            <a:r>
              <a:rPr lang="en-US" altLang="zh-CN" sz="2500" b="1" dirty="0">
                <a:solidFill>
                  <a:srgbClr val="2D83F4"/>
                </a:solidFill>
                <a:latin typeface="Times New Roman" panose="02020603050405020304" pitchFamily="18" charset="0"/>
                <a:ea typeface="楷体_GB2312"/>
                <a:cs typeface="Times New Roman" panose="02020603050405020304" pitchFamily="18" charset="0"/>
              </a:rPr>
              <a:t>)</a:t>
            </a:r>
            <a:r>
              <a:rPr lang="en-US" altLang="zh-CN" sz="2500" b="1" dirty="0">
                <a:solidFill>
                  <a:schemeClr val="tx1"/>
                </a:solidFill>
                <a:latin typeface="Times New Roman" panose="02020603050405020304" pitchFamily="18" charset="0"/>
                <a:ea typeface="楷体_GB2312"/>
                <a:cs typeface="Times New Roman" panose="02020603050405020304" pitchFamily="18" charset="0"/>
              </a:rPr>
              <a:t>｜</a:t>
            </a:r>
            <a:r>
              <a:rPr lang="en-US" altLang="zh-CN" sz="2500" b="1" dirty="0">
                <a:solidFill>
                  <a:srgbClr val="2D83F4"/>
                </a:solidFill>
                <a:latin typeface="Times New Roman" panose="02020603050405020304" pitchFamily="18" charset="0"/>
                <a:ea typeface="楷体_GB2312"/>
                <a:cs typeface="Times New Roman" panose="02020603050405020304" pitchFamily="18" charset="0"/>
              </a:rPr>
              <a:t>id</a:t>
            </a:r>
          </a:p>
          <a:p>
            <a:pPr eaLnBrk="1" hangingPunct="1">
              <a:buClrTx/>
              <a:buFont typeface="Wingdings" panose="05000000000000000000" pitchFamily="2" charset="2"/>
              <a:buChar char="Ø"/>
            </a:pPr>
            <a:r>
              <a:rPr lang="zh-CN" altLang="en-US" sz="2500" b="1" dirty="0">
                <a:solidFill>
                  <a:schemeClr val="tx1"/>
                </a:solidFill>
                <a:latin typeface="Times New Roman" panose="02020603050405020304" pitchFamily="18" charset="0"/>
                <a:cs typeface="Times New Roman" panose="02020603050405020304" pitchFamily="18" charset="0"/>
              </a:rPr>
              <a:t>输入</a:t>
            </a:r>
          </a:p>
          <a:p>
            <a:pPr marL="303213" lvl="1" indent="0" eaLnBrk="1" hangingPunct="1">
              <a:buFont typeface="Symbol" panose="05050102010706020507" pitchFamily="18" charset="2"/>
              <a:buNone/>
            </a:pPr>
            <a:r>
              <a:rPr lang="en-US" altLang="zh-CN" sz="2500" b="1" dirty="0">
                <a:solidFill>
                  <a:schemeClr val="tx1"/>
                </a:solidFill>
                <a:latin typeface="Times New Roman" panose="02020603050405020304" pitchFamily="18" charset="0"/>
                <a:ea typeface="楷体_GB2312"/>
                <a:cs typeface="Times New Roman" panose="02020603050405020304" pitchFamily="18" charset="0"/>
              </a:rPr>
              <a:t>    id + id * id$</a:t>
            </a:r>
            <a:br>
              <a:rPr lang="en-US" altLang="zh-CN" sz="2500" b="1" dirty="0">
                <a:solidFill>
                  <a:schemeClr val="tx1"/>
                </a:solidFill>
                <a:latin typeface="Times New Roman" panose="02020603050405020304" pitchFamily="18" charset="0"/>
                <a:ea typeface="楷体_GB2312"/>
                <a:cs typeface="Times New Roman" panose="02020603050405020304" pitchFamily="18" charset="0"/>
              </a:rPr>
            </a:br>
            <a:endParaRPr lang="en-US" altLang="zh-CN" sz="2500" b="1" dirty="0">
              <a:solidFill>
                <a:schemeClr val="tx1"/>
              </a:solidFill>
              <a:latin typeface="Times New Roman" panose="02020603050405020304" pitchFamily="18" charset="0"/>
              <a:ea typeface="楷体_GB2312"/>
              <a:cs typeface="Times New Roman" panose="02020603050405020304" pitchFamily="18" charset="0"/>
            </a:endParaRPr>
          </a:p>
        </p:txBody>
      </p:sp>
      <p:sp>
        <p:nvSpPr>
          <p:cNvPr id="704514" name="Text Box 2">
            <a:extLst>
              <a:ext uri="{FF2B5EF4-FFF2-40B4-BE49-F238E27FC236}">
                <a16:creationId xmlns:a16="http://schemas.microsoft.com/office/drawing/2014/main" id="{2EA5640C-A0AB-402C-8923-6CB42FB04EA2}"/>
              </a:ext>
            </a:extLst>
          </p:cNvPr>
          <p:cNvSpPr txBox="1">
            <a:spLocks noChangeArrowheads="1"/>
          </p:cNvSpPr>
          <p:nvPr/>
        </p:nvSpPr>
        <p:spPr bwMode="auto">
          <a:xfrm>
            <a:off x="5346278" y="339502"/>
            <a:ext cx="355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000" b="1" i="1">
                <a:latin typeface="Times New Roman" panose="02020603050405020304" pitchFamily="18" charset="0"/>
                <a:cs typeface="Times New Roman" panose="02020603050405020304" pitchFamily="18" charset="0"/>
              </a:rPr>
              <a:t>E</a:t>
            </a:r>
            <a:endParaRPr kumimoji="1" lang="zh-CN" altLang="en-US" sz="2000" b="1" i="1">
              <a:latin typeface="Times New Roman" panose="02020603050405020304" pitchFamily="18" charset="0"/>
              <a:cs typeface="Times New Roman" panose="02020603050405020304" pitchFamily="18" charset="0"/>
            </a:endParaRPr>
          </a:p>
        </p:txBody>
      </p:sp>
      <p:sp>
        <p:nvSpPr>
          <p:cNvPr id="704515" name="Text Box 3">
            <a:extLst>
              <a:ext uri="{FF2B5EF4-FFF2-40B4-BE49-F238E27FC236}">
                <a16:creationId xmlns:a16="http://schemas.microsoft.com/office/drawing/2014/main" id="{F320F322-6419-40A5-B2A6-3FF8B45F9FCC}"/>
              </a:ext>
            </a:extLst>
          </p:cNvPr>
          <p:cNvSpPr txBox="1">
            <a:spLocks noChangeArrowheads="1"/>
          </p:cNvSpPr>
          <p:nvPr/>
        </p:nvSpPr>
        <p:spPr bwMode="auto">
          <a:xfrm>
            <a:off x="4777953" y="915764"/>
            <a:ext cx="3413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000" b="1" i="1">
                <a:latin typeface="Times New Roman" panose="02020603050405020304" pitchFamily="18" charset="0"/>
                <a:cs typeface="Times New Roman" panose="02020603050405020304" pitchFamily="18" charset="0"/>
              </a:rPr>
              <a:t>T</a:t>
            </a:r>
            <a:endParaRPr kumimoji="1" lang="zh-CN" altLang="en-US" sz="2000" b="1" i="1">
              <a:latin typeface="Times New Roman" panose="02020603050405020304" pitchFamily="18" charset="0"/>
              <a:cs typeface="Times New Roman" panose="02020603050405020304" pitchFamily="18" charset="0"/>
            </a:endParaRPr>
          </a:p>
        </p:txBody>
      </p:sp>
      <p:sp>
        <p:nvSpPr>
          <p:cNvPr id="704516" name="Text Box 4">
            <a:extLst>
              <a:ext uri="{FF2B5EF4-FFF2-40B4-BE49-F238E27FC236}">
                <a16:creationId xmlns:a16="http://schemas.microsoft.com/office/drawing/2014/main" id="{9B56D05D-CC88-4342-9163-A40FCCC8DF84}"/>
              </a:ext>
            </a:extLst>
          </p:cNvPr>
          <p:cNvSpPr txBox="1">
            <a:spLocks noChangeArrowheads="1"/>
          </p:cNvSpPr>
          <p:nvPr/>
        </p:nvSpPr>
        <p:spPr bwMode="auto">
          <a:xfrm>
            <a:off x="5947941" y="915764"/>
            <a:ext cx="990600" cy="677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000" b="1" i="1">
                <a:latin typeface="Times New Roman" panose="02020603050405020304" pitchFamily="18" charset="0"/>
                <a:cs typeface="Times New Roman" panose="02020603050405020304" pitchFamily="18" charset="0"/>
              </a:rPr>
              <a:t>E</a:t>
            </a:r>
            <a:r>
              <a:rPr kumimoji="1" lang="en-US" altLang="zh-CN" sz="2000" b="1" i="1">
                <a:latin typeface="Times New Roman" panose="02020603050405020304" pitchFamily="18" charset="0"/>
              </a:rPr>
              <a:t>’</a:t>
            </a:r>
            <a:endParaRPr kumimoji="1" lang="zh-CN" altLang="en-US" sz="2000" b="1" i="1">
              <a:latin typeface="Times New Roman" panose="02020603050405020304" pitchFamily="18" charset="0"/>
            </a:endParaRPr>
          </a:p>
          <a:p>
            <a:endParaRPr kumimoji="1" lang="zh-CN" altLang="en-US" b="1" i="1">
              <a:latin typeface="Times New Roman" panose="02020603050405020304" pitchFamily="18" charset="0"/>
              <a:cs typeface="Times New Roman" panose="02020603050405020304" pitchFamily="18" charset="0"/>
            </a:endParaRPr>
          </a:p>
        </p:txBody>
      </p:sp>
      <p:cxnSp>
        <p:nvCxnSpPr>
          <p:cNvPr id="704517" name="AutoShape 5">
            <a:extLst>
              <a:ext uri="{FF2B5EF4-FFF2-40B4-BE49-F238E27FC236}">
                <a16:creationId xmlns:a16="http://schemas.microsoft.com/office/drawing/2014/main" id="{1592F02A-EB53-45F8-AE3D-63727E60AC05}"/>
              </a:ext>
            </a:extLst>
          </p:cNvPr>
          <p:cNvCxnSpPr>
            <a:cxnSpLocks noChangeShapeType="1"/>
          </p:cNvCxnSpPr>
          <p:nvPr/>
        </p:nvCxnSpPr>
        <p:spPr bwMode="auto">
          <a:xfrm flipV="1">
            <a:off x="5057353" y="709389"/>
            <a:ext cx="503238" cy="215900"/>
          </a:xfrm>
          <a:prstGeom prst="straightConnector1">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704518" name="AutoShape 6">
            <a:extLst>
              <a:ext uri="{FF2B5EF4-FFF2-40B4-BE49-F238E27FC236}">
                <a16:creationId xmlns:a16="http://schemas.microsoft.com/office/drawing/2014/main" id="{CDFB623F-FA0D-470E-A888-929DB4A86550}"/>
              </a:ext>
            </a:extLst>
          </p:cNvPr>
          <p:cNvCxnSpPr>
            <a:cxnSpLocks noChangeShapeType="1"/>
          </p:cNvCxnSpPr>
          <p:nvPr/>
        </p:nvCxnSpPr>
        <p:spPr bwMode="auto">
          <a:xfrm>
            <a:off x="5560591" y="718914"/>
            <a:ext cx="511175" cy="246063"/>
          </a:xfrm>
          <a:prstGeom prst="straightConnector1">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cxnSp>
      <p:sp>
        <p:nvSpPr>
          <p:cNvPr id="704519" name="Text Box 7">
            <a:extLst>
              <a:ext uri="{FF2B5EF4-FFF2-40B4-BE49-F238E27FC236}">
                <a16:creationId xmlns:a16="http://schemas.microsoft.com/office/drawing/2014/main" id="{E783F7A1-8826-4889-8660-D0C93572B72D}"/>
              </a:ext>
            </a:extLst>
          </p:cNvPr>
          <p:cNvSpPr txBox="1">
            <a:spLocks noChangeArrowheads="1"/>
          </p:cNvSpPr>
          <p:nvPr/>
        </p:nvSpPr>
        <p:spPr bwMode="auto">
          <a:xfrm>
            <a:off x="4452516" y="1501552"/>
            <a:ext cx="355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000" b="1" i="1">
                <a:latin typeface="Times New Roman" panose="02020603050405020304" pitchFamily="18" charset="0"/>
                <a:cs typeface="Times New Roman" panose="02020603050405020304" pitchFamily="18" charset="0"/>
              </a:rPr>
              <a:t>F</a:t>
            </a:r>
            <a:endParaRPr kumimoji="1" lang="zh-CN" altLang="en-US" sz="2000" b="1" i="1">
              <a:latin typeface="Times New Roman" panose="02020603050405020304" pitchFamily="18" charset="0"/>
              <a:cs typeface="Times New Roman" panose="02020603050405020304" pitchFamily="18" charset="0"/>
            </a:endParaRPr>
          </a:p>
        </p:txBody>
      </p:sp>
      <p:sp>
        <p:nvSpPr>
          <p:cNvPr id="704520" name="Text Box 8">
            <a:extLst>
              <a:ext uri="{FF2B5EF4-FFF2-40B4-BE49-F238E27FC236}">
                <a16:creationId xmlns:a16="http://schemas.microsoft.com/office/drawing/2014/main" id="{E7012436-8442-4304-B734-6C0F3AF8408A}"/>
              </a:ext>
            </a:extLst>
          </p:cNvPr>
          <p:cNvSpPr txBox="1">
            <a:spLocks noChangeArrowheads="1"/>
          </p:cNvSpPr>
          <p:nvPr/>
        </p:nvSpPr>
        <p:spPr bwMode="auto">
          <a:xfrm>
            <a:off x="4984328" y="1501552"/>
            <a:ext cx="6477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000" b="1" i="1">
                <a:latin typeface="Times New Roman" panose="02020603050405020304" pitchFamily="18" charset="0"/>
              </a:rPr>
              <a:t>T’</a:t>
            </a:r>
            <a:endParaRPr kumimoji="1" lang="zh-CN" altLang="en-US" sz="2000" b="1" i="1">
              <a:latin typeface="Times New Roman" panose="02020603050405020304" pitchFamily="18" charset="0"/>
            </a:endParaRPr>
          </a:p>
        </p:txBody>
      </p:sp>
      <p:cxnSp>
        <p:nvCxnSpPr>
          <p:cNvPr id="704521" name="AutoShape 9">
            <a:extLst>
              <a:ext uri="{FF2B5EF4-FFF2-40B4-BE49-F238E27FC236}">
                <a16:creationId xmlns:a16="http://schemas.microsoft.com/office/drawing/2014/main" id="{F3F9989D-B609-419B-88FD-849450CABE69}"/>
              </a:ext>
            </a:extLst>
          </p:cNvPr>
          <p:cNvCxnSpPr>
            <a:cxnSpLocks noChangeShapeType="1"/>
          </p:cNvCxnSpPr>
          <p:nvPr/>
        </p:nvCxnSpPr>
        <p:spPr bwMode="auto">
          <a:xfrm rot="5400000">
            <a:off x="4689053" y="1249139"/>
            <a:ext cx="185738" cy="319088"/>
          </a:xfrm>
          <a:prstGeom prst="straightConnector1">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704522" name="AutoShape 10">
            <a:extLst>
              <a:ext uri="{FF2B5EF4-FFF2-40B4-BE49-F238E27FC236}">
                <a16:creationId xmlns:a16="http://schemas.microsoft.com/office/drawing/2014/main" id="{7F2D524B-E18F-4A9C-B8DC-D79E1714565B}"/>
              </a:ext>
            </a:extLst>
          </p:cNvPr>
          <p:cNvCxnSpPr>
            <a:cxnSpLocks noChangeShapeType="1"/>
          </p:cNvCxnSpPr>
          <p:nvPr/>
        </p:nvCxnSpPr>
        <p:spPr bwMode="auto">
          <a:xfrm rot="16200000" flipH="1">
            <a:off x="4961309" y="1289621"/>
            <a:ext cx="225425" cy="277812"/>
          </a:xfrm>
          <a:prstGeom prst="straightConnector1">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cxnSp>
      <p:sp>
        <p:nvSpPr>
          <p:cNvPr id="704523" name="Text Box 11">
            <a:extLst>
              <a:ext uri="{FF2B5EF4-FFF2-40B4-BE49-F238E27FC236}">
                <a16:creationId xmlns:a16="http://schemas.microsoft.com/office/drawing/2014/main" id="{9B6A21CB-8FDC-4DDC-B280-1BC8E27CEA07}"/>
              </a:ext>
            </a:extLst>
          </p:cNvPr>
          <p:cNvSpPr txBox="1">
            <a:spLocks noChangeArrowheads="1"/>
          </p:cNvSpPr>
          <p:nvPr/>
        </p:nvSpPr>
        <p:spPr bwMode="auto">
          <a:xfrm>
            <a:off x="6019378" y="1541239"/>
            <a:ext cx="3413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000" b="1" i="1">
                <a:latin typeface="Times New Roman" panose="02020603050405020304" pitchFamily="18" charset="0"/>
                <a:cs typeface="Times New Roman" panose="02020603050405020304" pitchFamily="18" charset="0"/>
              </a:rPr>
              <a:t>T</a:t>
            </a:r>
            <a:endParaRPr kumimoji="1" lang="zh-CN" altLang="en-US" i="1">
              <a:solidFill>
                <a:schemeClr val="tx2"/>
              </a:solidFill>
              <a:latin typeface="Times New Roman" panose="02020603050405020304" pitchFamily="18" charset="0"/>
            </a:endParaRPr>
          </a:p>
        </p:txBody>
      </p:sp>
      <p:sp>
        <p:nvSpPr>
          <p:cNvPr id="704524" name="Text Box 12">
            <a:extLst>
              <a:ext uri="{FF2B5EF4-FFF2-40B4-BE49-F238E27FC236}">
                <a16:creationId xmlns:a16="http://schemas.microsoft.com/office/drawing/2014/main" id="{A35BADCB-A9BD-4649-ACB3-53C06DF3C5C0}"/>
              </a:ext>
            </a:extLst>
          </p:cNvPr>
          <p:cNvSpPr txBox="1">
            <a:spLocks noChangeArrowheads="1"/>
          </p:cNvSpPr>
          <p:nvPr/>
        </p:nvSpPr>
        <p:spPr bwMode="auto">
          <a:xfrm>
            <a:off x="5460578" y="1541239"/>
            <a:ext cx="4429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zh-CN" altLang="en-US" sz="2000" b="1">
                <a:latin typeface="Times New Roman" panose="02020603050405020304" pitchFamily="18" charset="0"/>
                <a:cs typeface="Times New Roman" panose="02020603050405020304" pitchFamily="18" charset="0"/>
              </a:rPr>
              <a:t>＋</a:t>
            </a:r>
          </a:p>
        </p:txBody>
      </p:sp>
      <p:sp>
        <p:nvSpPr>
          <p:cNvPr id="704525" name="Text Box 13">
            <a:extLst>
              <a:ext uri="{FF2B5EF4-FFF2-40B4-BE49-F238E27FC236}">
                <a16:creationId xmlns:a16="http://schemas.microsoft.com/office/drawing/2014/main" id="{F60E5F5C-9860-4029-AF45-553C63D0C686}"/>
              </a:ext>
            </a:extLst>
          </p:cNvPr>
          <p:cNvSpPr txBox="1">
            <a:spLocks noChangeArrowheads="1"/>
          </p:cNvSpPr>
          <p:nvPr/>
        </p:nvSpPr>
        <p:spPr bwMode="auto">
          <a:xfrm>
            <a:off x="6451178" y="1541239"/>
            <a:ext cx="441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000" b="1" i="1">
                <a:latin typeface="Times New Roman" panose="02020603050405020304" pitchFamily="18" charset="0"/>
                <a:cs typeface="Times New Roman" panose="02020603050405020304" pitchFamily="18" charset="0"/>
              </a:rPr>
              <a:t>E</a:t>
            </a:r>
            <a:r>
              <a:rPr kumimoji="1" lang="en-US" altLang="zh-CN" sz="2000" b="1" i="1">
                <a:latin typeface="Times New Roman" panose="02020603050405020304" pitchFamily="18" charset="0"/>
              </a:rPr>
              <a:t>’</a:t>
            </a:r>
            <a:endParaRPr kumimoji="1" lang="zh-CN" altLang="en-US" sz="2000" b="1" i="1">
              <a:latin typeface="Times New Roman" panose="02020603050405020304" pitchFamily="18" charset="0"/>
            </a:endParaRPr>
          </a:p>
        </p:txBody>
      </p:sp>
      <p:cxnSp>
        <p:nvCxnSpPr>
          <p:cNvPr id="704526" name="AutoShape 14">
            <a:extLst>
              <a:ext uri="{FF2B5EF4-FFF2-40B4-BE49-F238E27FC236}">
                <a16:creationId xmlns:a16="http://schemas.microsoft.com/office/drawing/2014/main" id="{5A0AA6ED-15EE-4E34-9DE4-93CF2AE9AD4D}"/>
              </a:ext>
            </a:extLst>
          </p:cNvPr>
          <p:cNvCxnSpPr>
            <a:cxnSpLocks noChangeShapeType="1"/>
          </p:cNvCxnSpPr>
          <p:nvPr/>
        </p:nvCxnSpPr>
        <p:spPr bwMode="auto">
          <a:xfrm flipV="1">
            <a:off x="5732041" y="1253902"/>
            <a:ext cx="503237" cy="360362"/>
          </a:xfrm>
          <a:prstGeom prst="straightConnector1">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704527" name="AutoShape 15">
            <a:extLst>
              <a:ext uri="{FF2B5EF4-FFF2-40B4-BE49-F238E27FC236}">
                <a16:creationId xmlns:a16="http://schemas.microsoft.com/office/drawing/2014/main" id="{BB7E1948-88B0-4D59-B969-47E6620C1CDF}"/>
              </a:ext>
            </a:extLst>
          </p:cNvPr>
          <p:cNvCxnSpPr>
            <a:cxnSpLocks noChangeShapeType="1"/>
          </p:cNvCxnSpPr>
          <p:nvPr/>
        </p:nvCxnSpPr>
        <p:spPr bwMode="auto">
          <a:xfrm>
            <a:off x="6235278" y="1253902"/>
            <a:ext cx="0" cy="360362"/>
          </a:xfrm>
          <a:prstGeom prst="straightConnector1">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704528" name="AutoShape 16">
            <a:extLst>
              <a:ext uri="{FF2B5EF4-FFF2-40B4-BE49-F238E27FC236}">
                <a16:creationId xmlns:a16="http://schemas.microsoft.com/office/drawing/2014/main" id="{D62529CD-76DA-4D95-BCB0-2ED76F8B2D80}"/>
              </a:ext>
            </a:extLst>
          </p:cNvPr>
          <p:cNvCxnSpPr>
            <a:cxnSpLocks noChangeShapeType="1"/>
          </p:cNvCxnSpPr>
          <p:nvPr/>
        </p:nvCxnSpPr>
        <p:spPr bwMode="auto">
          <a:xfrm>
            <a:off x="6235278" y="1253902"/>
            <a:ext cx="431800" cy="360362"/>
          </a:xfrm>
          <a:prstGeom prst="straightConnector1">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cxnSp>
      <p:sp>
        <p:nvSpPr>
          <p:cNvPr id="704529" name="Text Box 17">
            <a:extLst>
              <a:ext uri="{FF2B5EF4-FFF2-40B4-BE49-F238E27FC236}">
                <a16:creationId xmlns:a16="http://schemas.microsoft.com/office/drawing/2014/main" id="{4CA7ABE4-4350-4276-A4D0-87CC9B82B9B8}"/>
              </a:ext>
            </a:extLst>
          </p:cNvPr>
          <p:cNvSpPr txBox="1">
            <a:spLocks noChangeArrowheads="1"/>
          </p:cNvSpPr>
          <p:nvPr/>
        </p:nvSpPr>
        <p:spPr bwMode="auto">
          <a:xfrm>
            <a:off x="4417591" y="2149252"/>
            <a:ext cx="3984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000" b="1">
                <a:latin typeface="Times New Roman" panose="02020603050405020304" pitchFamily="18" charset="0"/>
              </a:rPr>
              <a:t>id</a:t>
            </a:r>
          </a:p>
        </p:txBody>
      </p:sp>
      <p:cxnSp>
        <p:nvCxnSpPr>
          <p:cNvPr id="704530" name="AutoShape 18">
            <a:extLst>
              <a:ext uri="{FF2B5EF4-FFF2-40B4-BE49-F238E27FC236}">
                <a16:creationId xmlns:a16="http://schemas.microsoft.com/office/drawing/2014/main" id="{023E2088-5817-4292-9C31-9F8869E89645}"/>
              </a:ext>
            </a:extLst>
          </p:cNvPr>
          <p:cNvCxnSpPr>
            <a:cxnSpLocks noChangeShapeType="1"/>
          </p:cNvCxnSpPr>
          <p:nvPr/>
        </p:nvCxnSpPr>
        <p:spPr bwMode="auto">
          <a:xfrm>
            <a:off x="4633491" y="1912714"/>
            <a:ext cx="0" cy="288925"/>
          </a:xfrm>
          <a:prstGeom prst="straightConnector1">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cxnSp>
      <p:sp>
        <p:nvSpPr>
          <p:cNvPr id="704531" name="Text Box 19">
            <a:extLst>
              <a:ext uri="{FF2B5EF4-FFF2-40B4-BE49-F238E27FC236}">
                <a16:creationId xmlns:a16="http://schemas.microsoft.com/office/drawing/2014/main" id="{26C6B59D-D635-4AEE-9784-70C7229934E7}"/>
              </a:ext>
            </a:extLst>
          </p:cNvPr>
          <p:cNvSpPr txBox="1">
            <a:spLocks noChangeArrowheads="1"/>
          </p:cNvSpPr>
          <p:nvPr/>
        </p:nvSpPr>
        <p:spPr bwMode="auto">
          <a:xfrm>
            <a:off x="5060528" y="2149252"/>
            <a:ext cx="2905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000" b="1" i="1">
                <a:latin typeface="Times New Roman" panose="02020603050405020304" pitchFamily="18" charset="0"/>
                <a:cs typeface="Times New Roman" panose="02020603050405020304" pitchFamily="18" charset="0"/>
              </a:rPr>
              <a:t>ε</a:t>
            </a:r>
          </a:p>
        </p:txBody>
      </p:sp>
      <p:cxnSp>
        <p:nvCxnSpPr>
          <p:cNvPr id="704532" name="AutoShape 20">
            <a:extLst>
              <a:ext uri="{FF2B5EF4-FFF2-40B4-BE49-F238E27FC236}">
                <a16:creationId xmlns:a16="http://schemas.microsoft.com/office/drawing/2014/main" id="{70A92719-D121-43F8-A71E-2625B6D298CC}"/>
              </a:ext>
            </a:extLst>
          </p:cNvPr>
          <p:cNvCxnSpPr>
            <a:cxnSpLocks noChangeShapeType="1"/>
          </p:cNvCxnSpPr>
          <p:nvPr/>
        </p:nvCxnSpPr>
        <p:spPr bwMode="auto">
          <a:xfrm>
            <a:off x="5227216" y="1912714"/>
            <a:ext cx="0" cy="288925"/>
          </a:xfrm>
          <a:prstGeom prst="straightConnector1">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cxnSp>
      <p:sp>
        <p:nvSpPr>
          <p:cNvPr id="704533" name="Text Box 21">
            <a:extLst>
              <a:ext uri="{FF2B5EF4-FFF2-40B4-BE49-F238E27FC236}">
                <a16:creationId xmlns:a16="http://schemas.microsoft.com/office/drawing/2014/main" id="{AD0F4DC1-CC37-4197-858A-A25A7B7EF0F6}"/>
              </a:ext>
            </a:extLst>
          </p:cNvPr>
          <p:cNvSpPr txBox="1">
            <a:spLocks noChangeArrowheads="1"/>
          </p:cNvSpPr>
          <p:nvPr/>
        </p:nvSpPr>
        <p:spPr bwMode="auto">
          <a:xfrm>
            <a:off x="5703466" y="2158777"/>
            <a:ext cx="355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000" b="1" i="1">
                <a:latin typeface="Times New Roman" panose="02020603050405020304" pitchFamily="18" charset="0"/>
                <a:cs typeface="Times New Roman" panose="02020603050405020304" pitchFamily="18" charset="0"/>
              </a:rPr>
              <a:t>F</a:t>
            </a:r>
            <a:endParaRPr kumimoji="1" lang="zh-CN" altLang="en-US" sz="2000" b="1" i="1">
              <a:latin typeface="Times New Roman" panose="02020603050405020304" pitchFamily="18" charset="0"/>
              <a:cs typeface="Times New Roman" panose="02020603050405020304" pitchFamily="18" charset="0"/>
            </a:endParaRPr>
          </a:p>
        </p:txBody>
      </p:sp>
      <p:sp>
        <p:nvSpPr>
          <p:cNvPr id="704534" name="Text Box 22">
            <a:extLst>
              <a:ext uri="{FF2B5EF4-FFF2-40B4-BE49-F238E27FC236}">
                <a16:creationId xmlns:a16="http://schemas.microsoft.com/office/drawing/2014/main" id="{650D5818-4921-46A9-92AE-AA9CDC9E120C}"/>
              </a:ext>
            </a:extLst>
          </p:cNvPr>
          <p:cNvSpPr txBox="1">
            <a:spLocks noChangeArrowheads="1"/>
          </p:cNvSpPr>
          <p:nvPr/>
        </p:nvSpPr>
        <p:spPr bwMode="auto">
          <a:xfrm>
            <a:off x="6276553" y="2149252"/>
            <a:ext cx="4270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000" b="1" i="1">
                <a:latin typeface="Times New Roman" panose="02020603050405020304" pitchFamily="18" charset="0"/>
              </a:rPr>
              <a:t>T’</a:t>
            </a:r>
            <a:endParaRPr kumimoji="1" lang="zh-CN" altLang="en-US" sz="2000" b="1" i="1">
              <a:latin typeface="Times New Roman" panose="02020603050405020304" pitchFamily="18" charset="0"/>
            </a:endParaRPr>
          </a:p>
        </p:txBody>
      </p:sp>
      <p:cxnSp>
        <p:nvCxnSpPr>
          <p:cNvPr id="704535" name="AutoShape 23">
            <a:extLst>
              <a:ext uri="{FF2B5EF4-FFF2-40B4-BE49-F238E27FC236}">
                <a16:creationId xmlns:a16="http://schemas.microsoft.com/office/drawing/2014/main" id="{DCC82608-3489-4E98-B6C9-0C3AABA2BADA}"/>
              </a:ext>
            </a:extLst>
          </p:cNvPr>
          <p:cNvCxnSpPr>
            <a:cxnSpLocks noChangeShapeType="1"/>
          </p:cNvCxnSpPr>
          <p:nvPr/>
        </p:nvCxnSpPr>
        <p:spPr bwMode="auto">
          <a:xfrm rot="10800000" flipV="1">
            <a:off x="5890791" y="1884139"/>
            <a:ext cx="309562" cy="274638"/>
          </a:xfrm>
          <a:prstGeom prst="straightConnector1">
            <a:avLst/>
          </a:prstGeom>
          <a:noFill/>
          <a:ln w="19431">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704536" name="AutoShape 24">
            <a:extLst>
              <a:ext uri="{FF2B5EF4-FFF2-40B4-BE49-F238E27FC236}">
                <a16:creationId xmlns:a16="http://schemas.microsoft.com/office/drawing/2014/main" id="{9DE9F11B-B1DD-499D-9687-BCFBEC144584}"/>
              </a:ext>
            </a:extLst>
          </p:cNvPr>
          <p:cNvCxnSpPr>
            <a:cxnSpLocks noChangeShapeType="1"/>
          </p:cNvCxnSpPr>
          <p:nvPr/>
        </p:nvCxnSpPr>
        <p:spPr bwMode="auto">
          <a:xfrm rot="16200000" flipH="1">
            <a:off x="6174159" y="1913508"/>
            <a:ext cx="306388" cy="247650"/>
          </a:xfrm>
          <a:prstGeom prst="straightConnector1">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cxnSp>
      <p:sp>
        <p:nvSpPr>
          <p:cNvPr id="704537" name="Text Box 25">
            <a:extLst>
              <a:ext uri="{FF2B5EF4-FFF2-40B4-BE49-F238E27FC236}">
                <a16:creationId xmlns:a16="http://schemas.microsoft.com/office/drawing/2014/main" id="{FA80ADDA-3CF4-4263-BBD5-D69ECC9C3566}"/>
              </a:ext>
            </a:extLst>
          </p:cNvPr>
          <p:cNvSpPr txBox="1">
            <a:spLocks noChangeArrowheads="1"/>
          </p:cNvSpPr>
          <p:nvPr/>
        </p:nvSpPr>
        <p:spPr bwMode="auto">
          <a:xfrm>
            <a:off x="5376441" y="2730277"/>
            <a:ext cx="3984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000" b="1">
                <a:latin typeface="Times New Roman" panose="02020603050405020304" pitchFamily="18" charset="0"/>
              </a:rPr>
              <a:t>id</a:t>
            </a:r>
          </a:p>
        </p:txBody>
      </p:sp>
      <p:cxnSp>
        <p:nvCxnSpPr>
          <p:cNvPr id="704538" name="AutoShape 26">
            <a:extLst>
              <a:ext uri="{FF2B5EF4-FFF2-40B4-BE49-F238E27FC236}">
                <a16:creationId xmlns:a16="http://schemas.microsoft.com/office/drawing/2014/main" id="{D04ACE63-F940-482D-93C2-7B6B1E543BBB}"/>
              </a:ext>
            </a:extLst>
          </p:cNvPr>
          <p:cNvCxnSpPr>
            <a:cxnSpLocks noChangeShapeType="1"/>
          </p:cNvCxnSpPr>
          <p:nvPr/>
        </p:nvCxnSpPr>
        <p:spPr bwMode="auto">
          <a:xfrm rot="5400000">
            <a:off x="5549478" y="2560415"/>
            <a:ext cx="223837" cy="201612"/>
          </a:xfrm>
          <a:prstGeom prst="straightConnector1">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cxnSp>
      <p:sp>
        <p:nvSpPr>
          <p:cNvPr id="704539" name="Text Box 27">
            <a:extLst>
              <a:ext uri="{FF2B5EF4-FFF2-40B4-BE49-F238E27FC236}">
                <a16:creationId xmlns:a16="http://schemas.microsoft.com/office/drawing/2014/main" id="{80F6FA9F-A69E-4E09-9775-0FB0BB487BB2}"/>
              </a:ext>
            </a:extLst>
          </p:cNvPr>
          <p:cNvSpPr txBox="1">
            <a:spLocks noChangeArrowheads="1"/>
          </p:cNvSpPr>
          <p:nvPr/>
        </p:nvSpPr>
        <p:spPr bwMode="auto">
          <a:xfrm>
            <a:off x="6771853" y="2117502"/>
            <a:ext cx="2905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000" b="1" i="1">
                <a:latin typeface="Times New Roman" panose="02020603050405020304" pitchFamily="18" charset="0"/>
                <a:cs typeface="Times New Roman" panose="02020603050405020304" pitchFamily="18" charset="0"/>
              </a:rPr>
              <a:t>ε</a:t>
            </a:r>
          </a:p>
        </p:txBody>
      </p:sp>
      <p:cxnSp>
        <p:nvCxnSpPr>
          <p:cNvPr id="704540" name="AutoShape 28">
            <a:extLst>
              <a:ext uri="{FF2B5EF4-FFF2-40B4-BE49-F238E27FC236}">
                <a16:creationId xmlns:a16="http://schemas.microsoft.com/office/drawing/2014/main" id="{EBCC5FD0-855D-4CE3-BCC8-1C9886F6DED0}"/>
              </a:ext>
            </a:extLst>
          </p:cNvPr>
          <p:cNvCxnSpPr>
            <a:cxnSpLocks noChangeShapeType="1"/>
            <a:stCxn id="704525" idx="2"/>
          </p:cNvCxnSpPr>
          <p:nvPr/>
        </p:nvCxnSpPr>
        <p:spPr bwMode="auto">
          <a:xfrm rot="16200000" flipH="1">
            <a:off x="6664697" y="1948433"/>
            <a:ext cx="260350" cy="246062"/>
          </a:xfrm>
          <a:prstGeom prst="straightConnector1">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cxnSp>
      <p:sp>
        <p:nvSpPr>
          <p:cNvPr id="704541" name="Text Box 29">
            <a:extLst>
              <a:ext uri="{FF2B5EF4-FFF2-40B4-BE49-F238E27FC236}">
                <a16:creationId xmlns:a16="http://schemas.microsoft.com/office/drawing/2014/main" id="{A7BD5E6D-082E-4B14-A78B-C65B558F844D}"/>
              </a:ext>
            </a:extLst>
          </p:cNvPr>
          <p:cNvSpPr txBox="1">
            <a:spLocks noChangeArrowheads="1"/>
          </p:cNvSpPr>
          <p:nvPr/>
        </p:nvSpPr>
        <p:spPr bwMode="auto">
          <a:xfrm>
            <a:off x="6274966" y="2844577"/>
            <a:ext cx="609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000" b="1" i="1">
                <a:latin typeface="Times New Roman" panose="02020603050405020304" pitchFamily="18" charset="0"/>
                <a:cs typeface="Times New Roman" panose="02020603050405020304" pitchFamily="18" charset="0"/>
              </a:rPr>
              <a:t>F</a:t>
            </a:r>
            <a:endParaRPr kumimoji="1" lang="zh-CN" altLang="en-US" sz="2000" b="1" i="1">
              <a:latin typeface="Times New Roman" panose="02020603050405020304" pitchFamily="18" charset="0"/>
              <a:cs typeface="Times New Roman" panose="02020603050405020304" pitchFamily="18" charset="0"/>
            </a:endParaRPr>
          </a:p>
        </p:txBody>
      </p:sp>
      <p:sp>
        <p:nvSpPr>
          <p:cNvPr id="704542" name="Text Box 30">
            <a:extLst>
              <a:ext uri="{FF2B5EF4-FFF2-40B4-BE49-F238E27FC236}">
                <a16:creationId xmlns:a16="http://schemas.microsoft.com/office/drawing/2014/main" id="{05E6F87B-59DC-4545-ACB8-3C6899A60AE9}"/>
              </a:ext>
            </a:extLst>
          </p:cNvPr>
          <p:cNvSpPr txBox="1">
            <a:spLocks noChangeArrowheads="1"/>
          </p:cNvSpPr>
          <p:nvPr/>
        </p:nvSpPr>
        <p:spPr bwMode="auto">
          <a:xfrm>
            <a:off x="5846341" y="2844577"/>
            <a:ext cx="4429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zh-CN" altLang="en-US" sz="2000" b="1">
                <a:latin typeface="Times New Roman" panose="02020603050405020304" pitchFamily="18" charset="0"/>
                <a:cs typeface="Times New Roman" panose="02020603050405020304" pitchFamily="18" charset="0"/>
              </a:rPr>
              <a:t>＊</a:t>
            </a:r>
            <a:endParaRPr kumimoji="1" lang="en-US" altLang="zh-CN" sz="2000" b="1">
              <a:latin typeface="Times New Roman" panose="02020603050405020304" pitchFamily="18" charset="0"/>
              <a:cs typeface="Times New Roman" panose="02020603050405020304" pitchFamily="18" charset="0"/>
            </a:endParaRPr>
          </a:p>
        </p:txBody>
      </p:sp>
      <p:sp>
        <p:nvSpPr>
          <p:cNvPr id="704543" name="Text Box 31">
            <a:extLst>
              <a:ext uri="{FF2B5EF4-FFF2-40B4-BE49-F238E27FC236}">
                <a16:creationId xmlns:a16="http://schemas.microsoft.com/office/drawing/2014/main" id="{278AB867-991D-4FBB-AF4C-30ACB457CB79}"/>
              </a:ext>
            </a:extLst>
          </p:cNvPr>
          <p:cNvSpPr txBox="1">
            <a:spLocks noChangeArrowheads="1"/>
          </p:cNvSpPr>
          <p:nvPr/>
        </p:nvSpPr>
        <p:spPr bwMode="auto">
          <a:xfrm>
            <a:off x="6632153" y="2844577"/>
            <a:ext cx="4270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000" b="1" i="1">
                <a:latin typeface="Times New Roman" panose="02020603050405020304" pitchFamily="18" charset="0"/>
              </a:rPr>
              <a:t>T’</a:t>
            </a:r>
            <a:endParaRPr kumimoji="1" lang="zh-CN" altLang="en-US" sz="2000" b="1" i="1">
              <a:latin typeface="Times New Roman" panose="02020603050405020304" pitchFamily="18" charset="0"/>
            </a:endParaRPr>
          </a:p>
        </p:txBody>
      </p:sp>
      <p:cxnSp>
        <p:nvCxnSpPr>
          <p:cNvPr id="704544" name="AutoShape 32">
            <a:extLst>
              <a:ext uri="{FF2B5EF4-FFF2-40B4-BE49-F238E27FC236}">
                <a16:creationId xmlns:a16="http://schemas.microsoft.com/office/drawing/2014/main" id="{CD118D4A-4615-4D0D-95C7-D5509714BC38}"/>
              </a:ext>
            </a:extLst>
          </p:cNvPr>
          <p:cNvCxnSpPr>
            <a:cxnSpLocks noChangeShapeType="1"/>
          </p:cNvCxnSpPr>
          <p:nvPr/>
        </p:nvCxnSpPr>
        <p:spPr bwMode="auto">
          <a:xfrm flipV="1">
            <a:off x="6132091" y="2538189"/>
            <a:ext cx="323850" cy="350838"/>
          </a:xfrm>
          <a:prstGeom prst="straightConnector1">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704545" name="AutoShape 33">
            <a:extLst>
              <a:ext uri="{FF2B5EF4-FFF2-40B4-BE49-F238E27FC236}">
                <a16:creationId xmlns:a16="http://schemas.microsoft.com/office/drawing/2014/main" id="{A6FA4357-BB26-49A3-A129-6BCAE3C38EF7}"/>
              </a:ext>
            </a:extLst>
          </p:cNvPr>
          <p:cNvCxnSpPr>
            <a:cxnSpLocks noChangeShapeType="1"/>
          </p:cNvCxnSpPr>
          <p:nvPr/>
        </p:nvCxnSpPr>
        <p:spPr bwMode="auto">
          <a:xfrm rot="5400000">
            <a:off x="6281316" y="2717577"/>
            <a:ext cx="357187" cy="1587"/>
          </a:xfrm>
          <a:prstGeom prst="straightConnector1">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704546" name="AutoShape 34">
            <a:extLst>
              <a:ext uri="{FF2B5EF4-FFF2-40B4-BE49-F238E27FC236}">
                <a16:creationId xmlns:a16="http://schemas.microsoft.com/office/drawing/2014/main" id="{01D21F48-2C65-494A-9462-5C10F3CEF5B8}"/>
              </a:ext>
            </a:extLst>
          </p:cNvPr>
          <p:cNvCxnSpPr>
            <a:cxnSpLocks noChangeShapeType="1"/>
          </p:cNvCxnSpPr>
          <p:nvPr/>
        </p:nvCxnSpPr>
        <p:spPr bwMode="auto">
          <a:xfrm rot="16200000" flipH="1">
            <a:off x="6424984" y="2573908"/>
            <a:ext cx="357188" cy="285750"/>
          </a:xfrm>
          <a:prstGeom prst="straightConnector1">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cxnSp>
      <p:sp>
        <p:nvSpPr>
          <p:cNvPr id="704547" name="Text Box 35">
            <a:extLst>
              <a:ext uri="{FF2B5EF4-FFF2-40B4-BE49-F238E27FC236}">
                <a16:creationId xmlns:a16="http://schemas.microsoft.com/office/drawing/2014/main" id="{45FCFA9B-6256-469B-84ED-CB507E0F5595}"/>
              </a:ext>
            </a:extLst>
          </p:cNvPr>
          <p:cNvSpPr txBox="1">
            <a:spLocks noChangeArrowheads="1"/>
          </p:cNvSpPr>
          <p:nvPr/>
        </p:nvSpPr>
        <p:spPr bwMode="auto">
          <a:xfrm>
            <a:off x="6306716" y="3416077"/>
            <a:ext cx="396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000" b="1">
                <a:latin typeface="Times New Roman" panose="02020603050405020304" pitchFamily="18" charset="0"/>
              </a:rPr>
              <a:t>id</a:t>
            </a:r>
          </a:p>
        </p:txBody>
      </p:sp>
      <p:cxnSp>
        <p:nvCxnSpPr>
          <p:cNvPr id="704548" name="AutoShape 36">
            <a:extLst>
              <a:ext uri="{FF2B5EF4-FFF2-40B4-BE49-F238E27FC236}">
                <a16:creationId xmlns:a16="http://schemas.microsoft.com/office/drawing/2014/main" id="{5A25E41F-CCC4-41BB-A358-F458A22BB2DF}"/>
              </a:ext>
            </a:extLst>
          </p:cNvPr>
          <p:cNvCxnSpPr>
            <a:cxnSpLocks noChangeShapeType="1"/>
          </p:cNvCxnSpPr>
          <p:nvPr/>
        </p:nvCxnSpPr>
        <p:spPr bwMode="auto">
          <a:xfrm flipH="1">
            <a:off x="6489278" y="3201764"/>
            <a:ext cx="0" cy="279400"/>
          </a:xfrm>
          <a:prstGeom prst="straightConnector1">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cxnSp>
      <p:sp>
        <p:nvSpPr>
          <p:cNvPr id="704549" name="Text Box 37">
            <a:extLst>
              <a:ext uri="{FF2B5EF4-FFF2-40B4-BE49-F238E27FC236}">
                <a16:creationId xmlns:a16="http://schemas.microsoft.com/office/drawing/2014/main" id="{2DDEC94D-2302-4C32-8FAB-B31E62CE4126}"/>
              </a:ext>
            </a:extLst>
          </p:cNvPr>
          <p:cNvSpPr txBox="1">
            <a:spLocks noChangeArrowheads="1"/>
          </p:cNvSpPr>
          <p:nvPr/>
        </p:nvSpPr>
        <p:spPr bwMode="auto">
          <a:xfrm>
            <a:off x="6989341" y="3416077"/>
            <a:ext cx="5349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000" b="1" i="1">
                <a:latin typeface="Times New Roman" panose="02020603050405020304" pitchFamily="18" charset="0"/>
                <a:cs typeface="Times New Roman" panose="02020603050405020304" pitchFamily="18" charset="0"/>
              </a:rPr>
              <a:t>ε</a:t>
            </a:r>
          </a:p>
        </p:txBody>
      </p:sp>
      <p:cxnSp>
        <p:nvCxnSpPr>
          <p:cNvPr id="704550" name="AutoShape 38">
            <a:extLst>
              <a:ext uri="{FF2B5EF4-FFF2-40B4-BE49-F238E27FC236}">
                <a16:creationId xmlns:a16="http://schemas.microsoft.com/office/drawing/2014/main" id="{68D95FC5-B1EA-4688-9662-785FF09F9E41}"/>
              </a:ext>
            </a:extLst>
          </p:cNvPr>
          <p:cNvCxnSpPr>
            <a:cxnSpLocks noChangeShapeType="1"/>
          </p:cNvCxnSpPr>
          <p:nvPr/>
        </p:nvCxnSpPr>
        <p:spPr bwMode="auto">
          <a:xfrm rot="16200000" flipH="1">
            <a:off x="6882185" y="3237482"/>
            <a:ext cx="285750" cy="214313"/>
          </a:xfrm>
          <a:prstGeom prst="straightConnector1">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cxnSp>
      <p:sp>
        <p:nvSpPr>
          <p:cNvPr id="704553" name="Line 41">
            <a:extLst>
              <a:ext uri="{FF2B5EF4-FFF2-40B4-BE49-F238E27FC236}">
                <a16:creationId xmlns:a16="http://schemas.microsoft.com/office/drawing/2014/main" id="{7BAEFD06-5F5A-4A0C-AC92-00702BA1CDD0}"/>
              </a:ext>
            </a:extLst>
          </p:cNvPr>
          <p:cNvSpPr>
            <a:spLocks noChangeShapeType="1"/>
          </p:cNvSpPr>
          <p:nvPr/>
        </p:nvSpPr>
        <p:spPr bwMode="auto">
          <a:xfrm flipV="1">
            <a:off x="1635125" y="4464050"/>
            <a:ext cx="0" cy="269875"/>
          </a:xfrm>
          <a:prstGeom prst="line">
            <a:avLst/>
          </a:prstGeom>
          <a:noFill/>
          <a:ln w="25400">
            <a:solidFill>
              <a:schemeClr val="tx2">
                <a:lumMod val="60000"/>
                <a:lumOff val="40000"/>
              </a:schemeClr>
            </a:solidFill>
            <a:round/>
            <a:headEnd/>
            <a:tailEnd type="triangle" w="med" len="med"/>
          </a:ln>
        </p:spPr>
        <p:txBody>
          <a:bodyPr/>
          <a:lstStyle/>
          <a:p>
            <a:pPr>
              <a:defRPr/>
            </a:pPr>
            <a:endParaRPr lang="zh-CN" altLang="en-US"/>
          </a:p>
        </p:txBody>
      </p:sp>
      <p:sp>
        <p:nvSpPr>
          <p:cNvPr id="704554" name="Line 42">
            <a:extLst>
              <a:ext uri="{FF2B5EF4-FFF2-40B4-BE49-F238E27FC236}">
                <a16:creationId xmlns:a16="http://schemas.microsoft.com/office/drawing/2014/main" id="{4136544F-6B09-411B-A658-9F1DE065B40A}"/>
              </a:ext>
            </a:extLst>
          </p:cNvPr>
          <p:cNvSpPr>
            <a:spLocks noChangeShapeType="1"/>
          </p:cNvSpPr>
          <p:nvPr/>
        </p:nvSpPr>
        <p:spPr bwMode="auto">
          <a:xfrm flipV="1">
            <a:off x="1922463" y="4464050"/>
            <a:ext cx="0" cy="269875"/>
          </a:xfrm>
          <a:prstGeom prst="line">
            <a:avLst/>
          </a:prstGeom>
          <a:noFill/>
          <a:ln w="25400">
            <a:solidFill>
              <a:schemeClr val="tx2">
                <a:lumMod val="60000"/>
                <a:lumOff val="40000"/>
              </a:schemeClr>
            </a:solidFill>
            <a:round/>
            <a:headEnd/>
            <a:tailEnd type="triangle" w="med" len="med"/>
          </a:ln>
        </p:spPr>
        <p:txBody>
          <a:bodyPr/>
          <a:lstStyle/>
          <a:p>
            <a:pPr>
              <a:defRPr/>
            </a:pPr>
            <a:endParaRPr lang="zh-CN" altLang="en-US"/>
          </a:p>
        </p:txBody>
      </p:sp>
      <p:sp>
        <p:nvSpPr>
          <p:cNvPr id="704555" name="Line 43">
            <a:extLst>
              <a:ext uri="{FF2B5EF4-FFF2-40B4-BE49-F238E27FC236}">
                <a16:creationId xmlns:a16="http://schemas.microsoft.com/office/drawing/2014/main" id="{F2C67209-9EF4-46F9-9DE8-E187F31E8B82}"/>
              </a:ext>
            </a:extLst>
          </p:cNvPr>
          <p:cNvSpPr>
            <a:spLocks noChangeShapeType="1"/>
          </p:cNvSpPr>
          <p:nvPr/>
        </p:nvSpPr>
        <p:spPr bwMode="auto">
          <a:xfrm flipV="1">
            <a:off x="2211388" y="4464050"/>
            <a:ext cx="0" cy="269875"/>
          </a:xfrm>
          <a:prstGeom prst="line">
            <a:avLst/>
          </a:prstGeom>
          <a:noFill/>
          <a:ln w="25400">
            <a:solidFill>
              <a:schemeClr val="tx2">
                <a:lumMod val="60000"/>
                <a:lumOff val="40000"/>
              </a:schemeClr>
            </a:solidFill>
            <a:round/>
            <a:headEnd/>
            <a:tailEnd type="triangle" w="med" len="med"/>
          </a:ln>
        </p:spPr>
        <p:txBody>
          <a:bodyPr/>
          <a:lstStyle/>
          <a:p>
            <a:pPr>
              <a:defRPr/>
            </a:pPr>
            <a:endParaRPr lang="zh-CN" altLang="en-US"/>
          </a:p>
        </p:txBody>
      </p:sp>
      <p:sp>
        <p:nvSpPr>
          <p:cNvPr id="704556" name="Line 44">
            <a:extLst>
              <a:ext uri="{FF2B5EF4-FFF2-40B4-BE49-F238E27FC236}">
                <a16:creationId xmlns:a16="http://schemas.microsoft.com/office/drawing/2014/main" id="{5F78D29A-7BCB-49F6-9BD1-61B63D27691D}"/>
              </a:ext>
            </a:extLst>
          </p:cNvPr>
          <p:cNvSpPr>
            <a:spLocks noChangeShapeType="1"/>
          </p:cNvSpPr>
          <p:nvPr/>
        </p:nvSpPr>
        <p:spPr bwMode="auto">
          <a:xfrm flipV="1">
            <a:off x="2500313" y="4464050"/>
            <a:ext cx="0" cy="269875"/>
          </a:xfrm>
          <a:prstGeom prst="line">
            <a:avLst/>
          </a:prstGeom>
          <a:noFill/>
          <a:ln w="25400">
            <a:solidFill>
              <a:schemeClr val="tx2">
                <a:lumMod val="60000"/>
                <a:lumOff val="40000"/>
              </a:schemeClr>
            </a:solidFill>
            <a:round/>
            <a:headEnd/>
            <a:tailEnd type="triangle" w="med" len="med"/>
          </a:ln>
        </p:spPr>
        <p:txBody>
          <a:bodyPr/>
          <a:lstStyle/>
          <a:p>
            <a:pPr>
              <a:defRPr/>
            </a:pPr>
            <a:endParaRPr lang="zh-CN" altLang="en-US"/>
          </a:p>
        </p:txBody>
      </p:sp>
      <p:sp>
        <p:nvSpPr>
          <p:cNvPr id="704557" name="Line 45">
            <a:extLst>
              <a:ext uri="{FF2B5EF4-FFF2-40B4-BE49-F238E27FC236}">
                <a16:creationId xmlns:a16="http://schemas.microsoft.com/office/drawing/2014/main" id="{26BA9C09-7147-4190-9D05-A7EF113D8D88}"/>
              </a:ext>
            </a:extLst>
          </p:cNvPr>
          <p:cNvSpPr>
            <a:spLocks noChangeShapeType="1"/>
          </p:cNvSpPr>
          <p:nvPr/>
        </p:nvSpPr>
        <p:spPr bwMode="auto">
          <a:xfrm flipV="1">
            <a:off x="2786063" y="4464050"/>
            <a:ext cx="0" cy="269875"/>
          </a:xfrm>
          <a:prstGeom prst="line">
            <a:avLst/>
          </a:prstGeom>
          <a:noFill/>
          <a:ln w="25400">
            <a:solidFill>
              <a:schemeClr val="tx2">
                <a:lumMod val="60000"/>
                <a:lumOff val="40000"/>
              </a:schemeClr>
            </a:solidFill>
            <a:round/>
            <a:headEnd/>
            <a:tailEnd type="triangle" w="med" len="med"/>
          </a:ln>
        </p:spPr>
        <p:txBody>
          <a:bodyPr/>
          <a:lstStyle/>
          <a:p>
            <a:pPr>
              <a:defRPr/>
            </a:pPr>
            <a:endParaRPr lang="zh-CN" altLang="en-US"/>
          </a:p>
        </p:txBody>
      </p:sp>
      <p:sp>
        <p:nvSpPr>
          <p:cNvPr id="48" name="标题 1">
            <a:extLst>
              <a:ext uri="{FF2B5EF4-FFF2-40B4-BE49-F238E27FC236}">
                <a16:creationId xmlns:a16="http://schemas.microsoft.com/office/drawing/2014/main" id="{D572D627-8702-464E-B08E-DBA45A71D760}"/>
              </a:ext>
            </a:extLst>
          </p:cNvPr>
          <p:cNvSpPr>
            <a:spLocks noGrp="1"/>
          </p:cNvSpPr>
          <p:nvPr>
            <p:ph type="title"/>
          </p:nvPr>
        </p:nvSpPr>
        <p:spPr>
          <a:xfrm>
            <a:off x="755650" y="268288"/>
            <a:ext cx="7931150" cy="358775"/>
          </a:xfrm>
        </p:spPr>
        <p:txBody>
          <a:bodyPr/>
          <a:lstStyle/>
          <a:p>
            <a:pPr algn="l" eaLnBrk="1" hangingPunct="1">
              <a:defRPr/>
            </a:pPr>
            <a:r>
              <a:rPr lang="zh-CN" altLang="en-US" sz="3000" b="1" spc="300" dirty="0">
                <a:solidFill>
                  <a:schemeClr val="tx1"/>
                </a:solidFill>
                <a:latin typeface="微软雅黑" pitchFamily="34" charset="-122"/>
                <a:ea typeface="微软雅黑" pitchFamily="34" charset="-122"/>
              </a:rPr>
              <a:t>例</a:t>
            </a:r>
          </a:p>
        </p:txBody>
      </p:sp>
      <p:grpSp>
        <p:nvGrpSpPr>
          <p:cNvPr id="56366" name="组合 5">
            <a:extLst>
              <a:ext uri="{FF2B5EF4-FFF2-40B4-BE49-F238E27FC236}">
                <a16:creationId xmlns:a16="http://schemas.microsoft.com/office/drawing/2014/main" id="{9251D930-3DE3-49C6-AAEF-73BB0456BDDC}"/>
              </a:ext>
            </a:extLst>
          </p:cNvPr>
          <p:cNvGrpSpPr>
            <a:grpSpLocks/>
          </p:cNvGrpSpPr>
          <p:nvPr/>
        </p:nvGrpSpPr>
        <p:grpSpPr bwMode="auto">
          <a:xfrm>
            <a:off x="0" y="195263"/>
            <a:ext cx="755650" cy="431800"/>
            <a:chOff x="-786" y="195486"/>
            <a:chExt cx="756363" cy="432048"/>
          </a:xfrm>
        </p:grpSpPr>
        <p:sp>
          <p:nvSpPr>
            <p:cNvPr id="50" name="五边形 49">
              <a:extLst>
                <a:ext uri="{FF2B5EF4-FFF2-40B4-BE49-F238E27FC236}">
                  <a16:creationId xmlns:a16="http://schemas.microsoft.com/office/drawing/2014/main" id="{8746D04C-1FD1-4728-9E32-75CDCC5453BB}"/>
                </a:ext>
              </a:extLst>
            </p:cNvPr>
            <p:cNvSpPr/>
            <p:nvPr/>
          </p:nvSpPr>
          <p:spPr>
            <a:xfrm>
              <a:off x="-786" y="195486"/>
              <a:ext cx="756363" cy="432048"/>
            </a:xfrm>
            <a:prstGeom prst="homePlate">
              <a:avLst/>
            </a:prstGeom>
            <a:solidFill>
              <a:schemeClr val="bg2">
                <a:lumMod val="50000"/>
              </a:schemeClr>
            </a:solidFill>
            <a:ln w="25400" cap="flat" cmpd="sng" algn="ctr">
              <a:noFill/>
              <a:prstDash val="solid"/>
            </a:ln>
            <a:effectLst/>
          </p:spPr>
          <p:txBody>
            <a:bodyPr anchor="ctr"/>
            <a:lstStyle/>
            <a:p>
              <a:pPr algn="ctr" eaLnBrk="1" hangingPunct="1">
                <a:defRPr/>
              </a:pPr>
              <a:endParaRPr lang="zh-CN" altLang="en-US">
                <a:solidFill>
                  <a:srgbClr val="FFFFFF"/>
                </a:solidFill>
                <a:latin typeface="Calibri" pitchFamily="34" charset="0"/>
                <a:ea typeface="楷体_GB2312"/>
                <a:cs typeface="楷体_GB2312"/>
              </a:endParaRPr>
            </a:p>
          </p:txBody>
        </p:sp>
        <p:sp>
          <p:nvSpPr>
            <p:cNvPr id="56372" name="五边形 6">
              <a:extLst>
                <a:ext uri="{FF2B5EF4-FFF2-40B4-BE49-F238E27FC236}">
                  <a16:creationId xmlns:a16="http://schemas.microsoft.com/office/drawing/2014/main" id="{676111E1-0A9F-498A-B08A-87A1CD10C1C9}"/>
                </a:ext>
              </a:extLst>
            </p:cNvPr>
            <p:cNvSpPr>
              <a:spLocks noChangeArrowheads="1"/>
            </p:cNvSpPr>
            <p:nvPr/>
          </p:nvSpPr>
          <p:spPr bwMode="auto">
            <a:xfrm>
              <a:off x="-786" y="197074"/>
              <a:ext cx="756363" cy="88951"/>
            </a:xfrm>
            <a:prstGeom prst="homePlate">
              <a:avLst>
                <a:gd name="adj" fmla="val 49995"/>
              </a:avLst>
            </a:prstGeom>
            <a:solidFill>
              <a:schemeClr val="bg1">
                <a:alpha val="30196"/>
              </a:schemeClr>
            </a:solidFill>
            <a:ln>
              <a:noFill/>
            </a:ln>
            <a:extLst>
              <a:ext uri="{91240B29-F687-4F45-9708-019B960494DF}">
                <a14:hiddenLine xmlns:a14="http://schemas.microsoft.com/office/drawing/2010/main" w="25400" algn="ctr">
                  <a:solidFill>
                    <a:srgbClr val="000000"/>
                  </a:solidFill>
                  <a:miter lim="800000"/>
                  <a:headEnd/>
                  <a:tailEnd/>
                </a14:hiddenLine>
              </a:ext>
            </a:extLst>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grpSp>
      <p:sp>
        <p:nvSpPr>
          <p:cNvPr id="49" name="Line 45">
            <a:extLst>
              <a:ext uri="{FF2B5EF4-FFF2-40B4-BE49-F238E27FC236}">
                <a16:creationId xmlns:a16="http://schemas.microsoft.com/office/drawing/2014/main" id="{5E625AD9-8CED-499C-8BC8-9CEA046B9ADE}"/>
              </a:ext>
            </a:extLst>
          </p:cNvPr>
          <p:cNvSpPr>
            <a:spLocks noChangeShapeType="1"/>
          </p:cNvSpPr>
          <p:nvPr/>
        </p:nvSpPr>
        <p:spPr bwMode="auto">
          <a:xfrm flipV="1">
            <a:off x="3059113" y="4443413"/>
            <a:ext cx="0" cy="269875"/>
          </a:xfrm>
          <a:prstGeom prst="line">
            <a:avLst/>
          </a:prstGeom>
          <a:noFill/>
          <a:ln w="25400">
            <a:solidFill>
              <a:schemeClr val="tx2">
                <a:lumMod val="60000"/>
                <a:lumOff val="40000"/>
              </a:schemeClr>
            </a:solidFill>
            <a:round/>
            <a:headEnd/>
            <a:tailEnd type="triangle" w="med" len="med"/>
          </a:ln>
        </p:spPr>
        <p:txBody>
          <a:bodyPr/>
          <a:lstStyle/>
          <a:p>
            <a:pPr>
              <a:defRPr/>
            </a:pPr>
            <a:endParaRPr lang="zh-CN" altLang="en-US"/>
          </a:p>
        </p:txBody>
      </p:sp>
      <p:sp>
        <p:nvSpPr>
          <p:cNvPr id="2" name="矩形 1">
            <a:extLst>
              <a:ext uri="{FF2B5EF4-FFF2-40B4-BE49-F238E27FC236}">
                <a16:creationId xmlns:a16="http://schemas.microsoft.com/office/drawing/2014/main" id="{D2D1502F-6073-49AE-AA17-B31B3600A048}"/>
              </a:ext>
            </a:extLst>
          </p:cNvPr>
          <p:cNvSpPr/>
          <p:nvPr/>
        </p:nvSpPr>
        <p:spPr>
          <a:xfrm>
            <a:off x="3591124" y="3844701"/>
            <a:ext cx="5013324" cy="1030512"/>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Ø"/>
            </a:pPr>
            <a:r>
              <a:rPr lang="zh-CN" altLang="en-US" sz="2000" b="1" dirty="0">
                <a:solidFill>
                  <a:srgbClr val="0070C0"/>
                </a:solidFill>
              </a:rPr>
              <a:t>候选式的选择：</a:t>
            </a:r>
            <a:endParaRPr lang="en-US" altLang="zh-CN" sz="2000" b="1" dirty="0">
              <a:solidFill>
                <a:srgbClr val="0070C0"/>
              </a:solidFill>
            </a:endParaRPr>
          </a:p>
          <a:p>
            <a:pPr lvl="1"/>
            <a:r>
              <a:rPr lang="zh-CN" altLang="en-US" sz="2000" b="1" dirty="0">
                <a:solidFill>
                  <a:srgbClr val="0070C0"/>
                </a:solidFill>
              </a:rPr>
              <a:t>根据各候选式生成的首终结符与当前的</a:t>
            </a:r>
            <a:endParaRPr lang="en-US" altLang="zh-CN" sz="2000" b="1" dirty="0">
              <a:solidFill>
                <a:srgbClr val="0070C0"/>
              </a:solidFill>
            </a:endParaRPr>
          </a:p>
          <a:p>
            <a:r>
              <a:rPr lang="zh-CN" altLang="en-US" sz="2000" b="1" dirty="0">
                <a:solidFill>
                  <a:srgbClr val="0070C0"/>
                </a:solidFill>
              </a:rPr>
              <a:t>        输入符号是否匹配。</a:t>
            </a:r>
          </a:p>
        </p:txBody>
      </p:sp>
      <p:sp>
        <p:nvSpPr>
          <p:cNvPr id="4" name="灯片编号占位符 3">
            <a:extLst>
              <a:ext uri="{FF2B5EF4-FFF2-40B4-BE49-F238E27FC236}">
                <a16:creationId xmlns:a16="http://schemas.microsoft.com/office/drawing/2014/main" id="{57AF62DA-C767-403C-961B-FABDBAE9AA81}"/>
              </a:ext>
            </a:extLst>
          </p:cNvPr>
          <p:cNvSpPr>
            <a:spLocks noGrp="1"/>
          </p:cNvSpPr>
          <p:nvPr>
            <p:ph type="sldNum" sz="quarter" idx="12"/>
          </p:nvPr>
        </p:nvSpPr>
        <p:spPr>
          <a:xfrm>
            <a:off x="3990975" y="4870450"/>
            <a:ext cx="1162050" cy="273050"/>
          </a:xfrm>
        </p:spPr>
        <p:txBody>
          <a:bodyPr/>
          <a:lstStyle/>
          <a:p>
            <a:pPr>
              <a:defRPr/>
            </a:pPr>
            <a:fld id="{ECB9F97E-05A3-4C5B-A0AF-D3DCCEFE8E8E}" type="slidenum">
              <a:rPr lang="zh-CN" altLang="en-US" smtClean="0"/>
              <a:pPr>
                <a:defRPr/>
              </a:pPr>
              <a:t>12</a:t>
            </a:fld>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nodeType="clickEffect">
                                  <p:stCondLst>
                                    <p:cond delay="0"/>
                                  </p:stCondLst>
                                  <p:childTnLst>
                                    <p:set>
                                      <p:cBhvr>
                                        <p:cTn id="6" dur="1" fill="hold">
                                          <p:stCondLst>
                                            <p:cond delay="0"/>
                                          </p:stCondLst>
                                        </p:cTn>
                                        <p:tgtEl>
                                          <p:spTgt spid="25639">
                                            <p:txEl>
                                              <p:pRg st="6" end="6"/>
                                            </p:txEl>
                                          </p:spTgt>
                                        </p:tgtEl>
                                        <p:attrNameLst>
                                          <p:attrName>style.visibility</p:attrName>
                                        </p:attrNameLst>
                                      </p:cBhvr>
                                      <p:to>
                                        <p:strVal val="visible"/>
                                      </p:to>
                                    </p:set>
                                    <p:anim calcmode="lin" valueType="num">
                                      <p:cBhvr>
                                        <p:cTn id="7" dur="500" fill="hold"/>
                                        <p:tgtEl>
                                          <p:spTgt spid="25639">
                                            <p:txEl>
                                              <p:pRg st="6" end="6"/>
                                            </p:txEl>
                                          </p:spTgt>
                                        </p:tgtEl>
                                        <p:attrNameLst>
                                          <p:attrName>ppt_w</p:attrName>
                                        </p:attrNameLst>
                                      </p:cBhvr>
                                      <p:tavLst>
                                        <p:tav tm="0">
                                          <p:val>
                                            <p:fltVal val="0"/>
                                          </p:val>
                                        </p:tav>
                                        <p:tav tm="100000">
                                          <p:val>
                                            <p:strVal val="#ppt_w"/>
                                          </p:val>
                                        </p:tav>
                                      </p:tavLst>
                                    </p:anim>
                                    <p:anim calcmode="lin" valueType="num">
                                      <p:cBhvr>
                                        <p:cTn id="8" dur="500" fill="hold"/>
                                        <p:tgtEl>
                                          <p:spTgt spid="25639">
                                            <p:txEl>
                                              <p:pRg st="6" end="6"/>
                                            </p:txEl>
                                          </p:spTgt>
                                        </p:tgtEl>
                                        <p:attrNameLst>
                                          <p:attrName>ppt_h</p:attrName>
                                        </p:attrNameLst>
                                      </p:cBhvr>
                                      <p:tavLst>
                                        <p:tav tm="0">
                                          <p:val>
                                            <p:fltVal val="0"/>
                                          </p:val>
                                        </p:tav>
                                        <p:tav tm="100000">
                                          <p:val>
                                            <p:strVal val="#ppt_h"/>
                                          </p:val>
                                        </p:tav>
                                      </p:tavLst>
                                    </p:anim>
                                    <p:animEffect transition="in" filter="fade">
                                      <p:cBhvr>
                                        <p:cTn id="9" dur="500"/>
                                        <p:tgtEl>
                                          <p:spTgt spid="25639">
                                            <p:txEl>
                                              <p:pRg st="6" end="6"/>
                                            </p:txEl>
                                          </p:spTgt>
                                        </p:tgtEl>
                                      </p:cBhvr>
                                    </p:animEffect>
                                  </p:childTnLst>
                                </p:cTn>
                              </p:par>
                              <p:par>
                                <p:cTn id="10" presetID="53" presetClass="entr" presetSubtype="0" fill="hold" nodeType="withEffect">
                                  <p:stCondLst>
                                    <p:cond delay="0"/>
                                  </p:stCondLst>
                                  <p:childTnLst>
                                    <p:set>
                                      <p:cBhvr>
                                        <p:cTn id="11" dur="1" fill="hold">
                                          <p:stCondLst>
                                            <p:cond delay="0"/>
                                          </p:stCondLst>
                                        </p:cTn>
                                        <p:tgtEl>
                                          <p:spTgt spid="25639">
                                            <p:txEl>
                                              <p:pRg st="7" end="7"/>
                                            </p:txEl>
                                          </p:spTgt>
                                        </p:tgtEl>
                                        <p:attrNameLst>
                                          <p:attrName>style.visibility</p:attrName>
                                        </p:attrNameLst>
                                      </p:cBhvr>
                                      <p:to>
                                        <p:strVal val="visible"/>
                                      </p:to>
                                    </p:set>
                                    <p:anim calcmode="lin" valueType="num">
                                      <p:cBhvr>
                                        <p:cTn id="12" dur="500" fill="hold"/>
                                        <p:tgtEl>
                                          <p:spTgt spid="25639">
                                            <p:txEl>
                                              <p:pRg st="7" end="7"/>
                                            </p:txEl>
                                          </p:spTgt>
                                        </p:tgtEl>
                                        <p:attrNameLst>
                                          <p:attrName>ppt_w</p:attrName>
                                        </p:attrNameLst>
                                      </p:cBhvr>
                                      <p:tavLst>
                                        <p:tav tm="0">
                                          <p:val>
                                            <p:fltVal val="0"/>
                                          </p:val>
                                        </p:tav>
                                        <p:tav tm="100000">
                                          <p:val>
                                            <p:strVal val="#ppt_w"/>
                                          </p:val>
                                        </p:tav>
                                      </p:tavLst>
                                    </p:anim>
                                    <p:anim calcmode="lin" valueType="num">
                                      <p:cBhvr>
                                        <p:cTn id="13" dur="500" fill="hold"/>
                                        <p:tgtEl>
                                          <p:spTgt spid="25639">
                                            <p:txEl>
                                              <p:pRg st="7" end="7"/>
                                            </p:txEl>
                                          </p:spTgt>
                                        </p:tgtEl>
                                        <p:attrNameLst>
                                          <p:attrName>ppt_h</p:attrName>
                                        </p:attrNameLst>
                                      </p:cBhvr>
                                      <p:tavLst>
                                        <p:tav tm="0">
                                          <p:val>
                                            <p:fltVal val="0"/>
                                          </p:val>
                                        </p:tav>
                                        <p:tav tm="100000">
                                          <p:val>
                                            <p:strVal val="#ppt_h"/>
                                          </p:val>
                                        </p:tav>
                                      </p:tavLst>
                                    </p:anim>
                                    <p:animEffect transition="in" filter="fade">
                                      <p:cBhvr>
                                        <p:cTn id="14" dur="500"/>
                                        <p:tgtEl>
                                          <p:spTgt spid="25639">
                                            <p:txEl>
                                              <p:pRg st="7" end="7"/>
                                            </p:txEl>
                                          </p:spTgt>
                                        </p:tgtEl>
                                      </p:cBhvr>
                                    </p:animEffect>
                                  </p:childTnLst>
                                </p:cTn>
                              </p:par>
                              <p:par>
                                <p:cTn id="15" presetID="53" presetClass="entr" presetSubtype="0" fill="hold" nodeType="withEffect">
                                  <p:stCondLst>
                                    <p:cond delay="0"/>
                                  </p:stCondLst>
                                  <p:childTnLst>
                                    <p:set>
                                      <p:cBhvr>
                                        <p:cTn id="16" dur="1" fill="hold">
                                          <p:stCondLst>
                                            <p:cond delay="0"/>
                                          </p:stCondLst>
                                        </p:cTn>
                                        <p:tgtEl>
                                          <p:spTgt spid="704553"/>
                                        </p:tgtEl>
                                        <p:attrNameLst>
                                          <p:attrName>style.visibility</p:attrName>
                                        </p:attrNameLst>
                                      </p:cBhvr>
                                      <p:to>
                                        <p:strVal val="visible"/>
                                      </p:to>
                                    </p:set>
                                    <p:anim calcmode="lin" valueType="num">
                                      <p:cBhvr>
                                        <p:cTn id="17" dur="500" fill="hold"/>
                                        <p:tgtEl>
                                          <p:spTgt spid="704553"/>
                                        </p:tgtEl>
                                        <p:attrNameLst>
                                          <p:attrName>ppt_w</p:attrName>
                                        </p:attrNameLst>
                                      </p:cBhvr>
                                      <p:tavLst>
                                        <p:tav tm="0">
                                          <p:val>
                                            <p:fltVal val="0"/>
                                          </p:val>
                                        </p:tav>
                                        <p:tav tm="100000">
                                          <p:val>
                                            <p:strVal val="#ppt_w"/>
                                          </p:val>
                                        </p:tav>
                                      </p:tavLst>
                                    </p:anim>
                                    <p:anim calcmode="lin" valueType="num">
                                      <p:cBhvr>
                                        <p:cTn id="18" dur="500" fill="hold"/>
                                        <p:tgtEl>
                                          <p:spTgt spid="704553"/>
                                        </p:tgtEl>
                                        <p:attrNameLst>
                                          <p:attrName>ppt_h</p:attrName>
                                        </p:attrNameLst>
                                      </p:cBhvr>
                                      <p:tavLst>
                                        <p:tav tm="0">
                                          <p:val>
                                            <p:fltVal val="0"/>
                                          </p:val>
                                        </p:tav>
                                        <p:tav tm="100000">
                                          <p:val>
                                            <p:strVal val="#ppt_h"/>
                                          </p:val>
                                        </p:tav>
                                      </p:tavLst>
                                    </p:anim>
                                    <p:animEffect transition="in" filter="fade">
                                      <p:cBhvr>
                                        <p:cTn id="19" dur="500"/>
                                        <p:tgtEl>
                                          <p:spTgt spid="704553"/>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53" presetClass="entr" presetSubtype="0" fill="hold" grpId="0" nodeType="clickEffect">
                                  <p:stCondLst>
                                    <p:cond delay="0"/>
                                  </p:stCondLst>
                                  <p:childTnLst>
                                    <p:set>
                                      <p:cBhvr>
                                        <p:cTn id="23" dur="1" fill="hold">
                                          <p:stCondLst>
                                            <p:cond delay="0"/>
                                          </p:stCondLst>
                                        </p:cTn>
                                        <p:tgtEl>
                                          <p:spTgt spid="704514"/>
                                        </p:tgtEl>
                                        <p:attrNameLst>
                                          <p:attrName>style.visibility</p:attrName>
                                        </p:attrNameLst>
                                      </p:cBhvr>
                                      <p:to>
                                        <p:strVal val="visible"/>
                                      </p:to>
                                    </p:set>
                                    <p:anim calcmode="lin" valueType="num">
                                      <p:cBhvr>
                                        <p:cTn id="24" dur="500" fill="hold"/>
                                        <p:tgtEl>
                                          <p:spTgt spid="704514"/>
                                        </p:tgtEl>
                                        <p:attrNameLst>
                                          <p:attrName>ppt_w</p:attrName>
                                        </p:attrNameLst>
                                      </p:cBhvr>
                                      <p:tavLst>
                                        <p:tav tm="0">
                                          <p:val>
                                            <p:fltVal val="0"/>
                                          </p:val>
                                        </p:tav>
                                        <p:tav tm="100000">
                                          <p:val>
                                            <p:strVal val="#ppt_w"/>
                                          </p:val>
                                        </p:tav>
                                      </p:tavLst>
                                    </p:anim>
                                    <p:anim calcmode="lin" valueType="num">
                                      <p:cBhvr>
                                        <p:cTn id="25" dur="500" fill="hold"/>
                                        <p:tgtEl>
                                          <p:spTgt spid="704514"/>
                                        </p:tgtEl>
                                        <p:attrNameLst>
                                          <p:attrName>ppt_h</p:attrName>
                                        </p:attrNameLst>
                                      </p:cBhvr>
                                      <p:tavLst>
                                        <p:tav tm="0">
                                          <p:val>
                                            <p:fltVal val="0"/>
                                          </p:val>
                                        </p:tav>
                                        <p:tav tm="100000">
                                          <p:val>
                                            <p:strVal val="#ppt_h"/>
                                          </p:val>
                                        </p:tav>
                                      </p:tavLst>
                                    </p:anim>
                                    <p:animEffect transition="in" filter="fade">
                                      <p:cBhvr>
                                        <p:cTn id="26" dur="500"/>
                                        <p:tgtEl>
                                          <p:spTgt spid="704514"/>
                                        </p:tgtEl>
                                      </p:cBhvr>
                                    </p:animEffect>
                                  </p:childTnLst>
                                </p:cTn>
                              </p:par>
                            </p:childTnLst>
                          </p:cTn>
                        </p:par>
                        <p:par>
                          <p:cTn id="27" fill="hold" nodeType="afterGroup">
                            <p:stCondLst>
                              <p:cond delay="500"/>
                            </p:stCondLst>
                            <p:childTnLst>
                              <p:par>
                                <p:cTn id="28" presetID="53" presetClass="entr" presetSubtype="0" fill="hold" nodeType="afterEffect">
                                  <p:stCondLst>
                                    <p:cond delay="0"/>
                                  </p:stCondLst>
                                  <p:childTnLst>
                                    <p:set>
                                      <p:cBhvr>
                                        <p:cTn id="29" dur="1" fill="hold">
                                          <p:stCondLst>
                                            <p:cond delay="0"/>
                                          </p:stCondLst>
                                        </p:cTn>
                                        <p:tgtEl>
                                          <p:spTgt spid="704517"/>
                                        </p:tgtEl>
                                        <p:attrNameLst>
                                          <p:attrName>style.visibility</p:attrName>
                                        </p:attrNameLst>
                                      </p:cBhvr>
                                      <p:to>
                                        <p:strVal val="visible"/>
                                      </p:to>
                                    </p:set>
                                    <p:anim calcmode="lin" valueType="num">
                                      <p:cBhvr>
                                        <p:cTn id="30" dur="500" fill="hold"/>
                                        <p:tgtEl>
                                          <p:spTgt spid="704517"/>
                                        </p:tgtEl>
                                        <p:attrNameLst>
                                          <p:attrName>ppt_w</p:attrName>
                                        </p:attrNameLst>
                                      </p:cBhvr>
                                      <p:tavLst>
                                        <p:tav tm="0">
                                          <p:val>
                                            <p:fltVal val="0"/>
                                          </p:val>
                                        </p:tav>
                                        <p:tav tm="100000">
                                          <p:val>
                                            <p:strVal val="#ppt_w"/>
                                          </p:val>
                                        </p:tav>
                                      </p:tavLst>
                                    </p:anim>
                                    <p:anim calcmode="lin" valueType="num">
                                      <p:cBhvr>
                                        <p:cTn id="31" dur="500" fill="hold"/>
                                        <p:tgtEl>
                                          <p:spTgt spid="704517"/>
                                        </p:tgtEl>
                                        <p:attrNameLst>
                                          <p:attrName>ppt_h</p:attrName>
                                        </p:attrNameLst>
                                      </p:cBhvr>
                                      <p:tavLst>
                                        <p:tav tm="0">
                                          <p:val>
                                            <p:fltVal val="0"/>
                                          </p:val>
                                        </p:tav>
                                        <p:tav tm="100000">
                                          <p:val>
                                            <p:strVal val="#ppt_h"/>
                                          </p:val>
                                        </p:tav>
                                      </p:tavLst>
                                    </p:anim>
                                    <p:animEffect transition="in" filter="fade">
                                      <p:cBhvr>
                                        <p:cTn id="32" dur="500"/>
                                        <p:tgtEl>
                                          <p:spTgt spid="704517"/>
                                        </p:tgtEl>
                                      </p:cBhvr>
                                    </p:animEffect>
                                  </p:childTnLst>
                                </p:cTn>
                              </p:par>
                            </p:childTnLst>
                          </p:cTn>
                        </p:par>
                        <p:par>
                          <p:cTn id="33" fill="hold" nodeType="afterGroup">
                            <p:stCondLst>
                              <p:cond delay="1000"/>
                            </p:stCondLst>
                            <p:childTnLst>
                              <p:par>
                                <p:cTn id="34" presetID="53" presetClass="entr" presetSubtype="0" fill="hold" nodeType="afterEffect">
                                  <p:stCondLst>
                                    <p:cond delay="0"/>
                                  </p:stCondLst>
                                  <p:childTnLst>
                                    <p:set>
                                      <p:cBhvr>
                                        <p:cTn id="35" dur="1" fill="hold">
                                          <p:stCondLst>
                                            <p:cond delay="0"/>
                                          </p:stCondLst>
                                        </p:cTn>
                                        <p:tgtEl>
                                          <p:spTgt spid="704518"/>
                                        </p:tgtEl>
                                        <p:attrNameLst>
                                          <p:attrName>style.visibility</p:attrName>
                                        </p:attrNameLst>
                                      </p:cBhvr>
                                      <p:to>
                                        <p:strVal val="visible"/>
                                      </p:to>
                                    </p:set>
                                    <p:anim calcmode="lin" valueType="num">
                                      <p:cBhvr>
                                        <p:cTn id="36" dur="500" fill="hold"/>
                                        <p:tgtEl>
                                          <p:spTgt spid="704518"/>
                                        </p:tgtEl>
                                        <p:attrNameLst>
                                          <p:attrName>ppt_w</p:attrName>
                                        </p:attrNameLst>
                                      </p:cBhvr>
                                      <p:tavLst>
                                        <p:tav tm="0">
                                          <p:val>
                                            <p:fltVal val="0"/>
                                          </p:val>
                                        </p:tav>
                                        <p:tav tm="100000">
                                          <p:val>
                                            <p:strVal val="#ppt_w"/>
                                          </p:val>
                                        </p:tav>
                                      </p:tavLst>
                                    </p:anim>
                                    <p:anim calcmode="lin" valueType="num">
                                      <p:cBhvr>
                                        <p:cTn id="37" dur="500" fill="hold"/>
                                        <p:tgtEl>
                                          <p:spTgt spid="704518"/>
                                        </p:tgtEl>
                                        <p:attrNameLst>
                                          <p:attrName>ppt_h</p:attrName>
                                        </p:attrNameLst>
                                      </p:cBhvr>
                                      <p:tavLst>
                                        <p:tav tm="0">
                                          <p:val>
                                            <p:fltVal val="0"/>
                                          </p:val>
                                        </p:tav>
                                        <p:tav tm="100000">
                                          <p:val>
                                            <p:strVal val="#ppt_h"/>
                                          </p:val>
                                        </p:tav>
                                      </p:tavLst>
                                    </p:anim>
                                    <p:animEffect transition="in" filter="fade">
                                      <p:cBhvr>
                                        <p:cTn id="38" dur="500"/>
                                        <p:tgtEl>
                                          <p:spTgt spid="704518"/>
                                        </p:tgtEl>
                                      </p:cBhvr>
                                    </p:animEffect>
                                  </p:childTnLst>
                                </p:cTn>
                              </p:par>
                            </p:childTnLst>
                          </p:cTn>
                        </p:par>
                        <p:par>
                          <p:cTn id="39" fill="hold" nodeType="afterGroup">
                            <p:stCondLst>
                              <p:cond delay="1500"/>
                            </p:stCondLst>
                            <p:childTnLst>
                              <p:par>
                                <p:cTn id="40" presetID="53" presetClass="entr" presetSubtype="0" fill="hold" grpId="0" nodeType="afterEffect">
                                  <p:stCondLst>
                                    <p:cond delay="0"/>
                                  </p:stCondLst>
                                  <p:childTnLst>
                                    <p:set>
                                      <p:cBhvr>
                                        <p:cTn id="41" dur="1" fill="hold">
                                          <p:stCondLst>
                                            <p:cond delay="0"/>
                                          </p:stCondLst>
                                        </p:cTn>
                                        <p:tgtEl>
                                          <p:spTgt spid="704515"/>
                                        </p:tgtEl>
                                        <p:attrNameLst>
                                          <p:attrName>style.visibility</p:attrName>
                                        </p:attrNameLst>
                                      </p:cBhvr>
                                      <p:to>
                                        <p:strVal val="visible"/>
                                      </p:to>
                                    </p:set>
                                    <p:anim calcmode="lin" valueType="num">
                                      <p:cBhvr>
                                        <p:cTn id="42" dur="500" fill="hold"/>
                                        <p:tgtEl>
                                          <p:spTgt spid="704515"/>
                                        </p:tgtEl>
                                        <p:attrNameLst>
                                          <p:attrName>ppt_w</p:attrName>
                                        </p:attrNameLst>
                                      </p:cBhvr>
                                      <p:tavLst>
                                        <p:tav tm="0">
                                          <p:val>
                                            <p:fltVal val="0"/>
                                          </p:val>
                                        </p:tav>
                                        <p:tav tm="100000">
                                          <p:val>
                                            <p:strVal val="#ppt_w"/>
                                          </p:val>
                                        </p:tav>
                                      </p:tavLst>
                                    </p:anim>
                                    <p:anim calcmode="lin" valueType="num">
                                      <p:cBhvr>
                                        <p:cTn id="43" dur="500" fill="hold"/>
                                        <p:tgtEl>
                                          <p:spTgt spid="704515"/>
                                        </p:tgtEl>
                                        <p:attrNameLst>
                                          <p:attrName>ppt_h</p:attrName>
                                        </p:attrNameLst>
                                      </p:cBhvr>
                                      <p:tavLst>
                                        <p:tav tm="0">
                                          <p:val>
                                            <p:fltVal val="0"/>
                                          </p:val>
                                        </p:tav>
                                        <p:tav tm="100000">
                                          <p:val>
                                            <p:strVal val="#ppt_h"/>
                                          </p:val>
                                        </p:tav>
                                      </p:tavLst>
                                    </p:anim>
                                    <p:animEffect transition="in" filter="fade">
                                      <p:cBhvr>
                                        <p:cTn id="44" dur="500"/>
                                        <p:tgtEl>
                                          <p:spTgt spid="704515"/>
                                        </p:tgtEl>
                                      </p:cBhvr>
                                    </p:animEffect>
                                  </p:childTnLst>
                                </p:cTn>
                              </p:par>
                            </p:childTnLst>
                          </p:cTn>
                        </p:par>
                        <p:par>
                          <p:cTn id="45" fill="hold" nodeType="afterGroup">
                            <p:stCondLst>
                              <p:cond delay="2000"/>
                            </p:stCondLst>
                            <p:childTnLst>
                              <p:par>
                                <p:cTn id="46" presetID="53" presetClass="entr" presetSubtype="0" fill="hold" grpId="0" nodeType="afterEffect">
                                  <p:stCondLst>
                                    <p:cond delay="0"/>
                                  </p:stCondLst>
                                  <p:childTnLst>
                                    <p:set>
                                      <p:cBhvr>
                                        <p:cTn id="47" dur="1" fill="hold">
                                          <p:stCondLst>
                                            <p:cond delay="0"/>
                                          </p:stCondLst>
                                        </p:cTn>
                                        <p:tgtEl>
                                          <p:spTgt spid="704516"/>
                                        </p:tgtEl>
                                        <p:attrNameLst>
                                          <p:attrName>style.visibility</p:attrName>
                                        </p:attrNameLst>
                                      </p:cBhvr>
                                      <p:to>
                                        <p:strVal val="visible"/>
                                      </p:to>
                                    </p:set>
                                    <p:anim calcmode="lin" valueType="num">
                                      <p:cBhvr>
                                        <p:cTn id="48" dur="500" fill="hold"/>
                                        <p:tgtEl>
                                          <p:spTgt spid="704516"/>
                                        </p:tgtEl>
                                        <p:attrNameLst>
                                          <p:attrName>ppt_w</p:attrName>
                                        </p:attrNameLst>
                                      </p:cBhvr>
                                      <p:tavLst>
                                        <p:tav tm="0">
                                          <p:val>
                                            <p:fltVal val="0"/>
                                          </p:val>
                                        </p:tav>
                                        <p:tav tm="100000">
                                          <p:val>
                                            <p:strVal val="#ppt_w"/>
                                          </p:val>
                                        </p:tav>
                                      </p:tavLst>
                                    </p:anim>
                                    <p:anim calcmode="lin" valueType="num">
                                      <p:cBhvr>
                                        <p:cTn id="49" dur="500" fill="hold"/>
                                        <p:tgtEl>
                                          <p:spTgt spid="704516"/>
                                        </p:tgtEl>
                                        <p:attrNameLst>
                                          <p:attrName>ppt_h</p:attrName>
                                        </p:attrNameLst>
                                      </p:cBhvr>
                                      <p:tavLst>
                                        <p:tav tm="0">
                                          <p:val>
                                            <p:fltVal val="0"/>
                                          </p:val>
                                        </p:tav>
                                        <p:tav tm="100000">
                                          <p:val>
                                            <p:strVal val="#ppt_h"/>
                                          </p:val>
                                        </p:tav>
                                      </p:tavLst>
                                    </p:anim>
                                    <p:animEffect transition="in" filter="fade">
                                      <p:cBhvr>
                                        <p:cTn id="50" dur="500"/>
                                        <p:tgtEl>
                                          <p:spTgt spid="704516"/>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53" presetClass="entr" presetSubtype="0" fill="hold" nodeType="clickEffect">
                                  <p:stCondLst>
                                    <p:cond delay="0"/>
                                  </p:stCondLst>
                                  <p:childTnLst>
                                    <p:set>
                                      <p:cBhvr>
                                        <p:cTn id="54" dur="1" fill="hold">
                                          <p:stCondLst>
                                            <p:cond delay="0"/>
                                          </p:stCondLst>
                                        </p:cTn>
                                        <p:tgtEl>
                                          <p:spTgt spid="704521"/>
                                        </p:tgtEl>
                                        <p:attrNameLst>
                                          <p:attrName>style.visibility</p:attrName>
                                        </p:attrNameLst>
                                      </p:cBhvr>
                                      <p:to>
                                        <p:strVal val="visible"/>
                                      </p:to>
                                    </p:set>
                                    <p:anim calcmode="lin" valueType="num">
                                      <p:cBhvr>
                                        <p:cTn id="55" dur="500" fill="hold"/>
                                        <p:tgtEl>
                                          <p:spTgt spid="704521"/>
                                        </p:tgtEl>
                                        <p:attrNameLst>
                                          <p:attrName>ppt_w</p:attrName>
                                        </p:attrNameLst>
                                      </p:cBhvr>
                                      <p:tavLst>
                                        <p:tav tm="0">
                                          <p:val>
                                            <p:fltVal val="0"/>
                                          </p:val>
                                        </p:tav>
                                        <p:tav tm="100000">
                                          <p:val>
                                            <p:strVal val="#ppt_w"/>
                                          </p:val>
                                        </p:tav>
                                      </p:tavLst>
                                    </p:anim>
                                    <p:anim calcmode="lin" valueType="num">
                                      <p:cBhvr>
                                        <p:cTn id="56" dur="500" fill="hold"/>
                                        <p:tgtEl>
                                          <p:spTgt spid="704521"/>
                                        </p:tgtEl>
                                        <p:attrNameLst>
                                          <p:attrName>ppt_h</p:attrName>
                                        </p:attrNameLst>
                                      </p:cBhvr>
                                      <p:tavLst>
                                        <p:tav tm="0">
                                          <p:val>
                                            <p:fltVal val="0"/>
                                          </p:val>
                                        </p:tav>
                                        <p:tav tm="100000">
                                          <p:val>
                                            <p:strVal val="#ppt_h"/>
                                          </p:val>
                                        </p:tav>
                                      </p:tavLst>
                                    </p:anim>
                                    <p:animEffect transition="in" filter="fade">
                                      <p:cBhvr>
                                        <p:cTn id="57" dur="500"/>
                                        <p:tgtEl>
                                          <p:spTgt spid="704521"/>
                                        </p:tgtEl>
                                      </p:cBhvr>
                                    </p:animEffect>
                                  </p:childTnLst>
                                </p:cTn>
                              </p:par>
                            </p:childTnLst>
                          </p:cTn>
                        </p:par>
                        <p:par>
                          <p:cTn id="58" fill="hold" nodeType="afterGroup">
                            <p:stCondLst>
                              <p:cond delay="500"/>
                            </p:stCondLst>
                            <p:childTnLst>
                              <p:par>
                                <p:cTn id="59" presetID="53" presetClass="entr" presetSubtype="0" fill="hold" nodeType="afterEffect">
                                  <p:stCondLst>
                                    <p:cond delay="0"/>
                                  </p:stCondLst>
                                  <p:childTnLst>
                                    <p:set>
                                      <p:cBhvr>
                                        <p:cTn id="60" dur="1" fill="hold">
                                          <p:stCondLst>
                                            <p:cond delay="0"/>
                                          </p:stCondLst>
                                        </p:cTn>
                                        <p:tgtEl>
                                          <p:spTgt spid="704522"/>
                                        </p:tgtEl>
                                        <p:attrNameLst>
                                          <p:attrName>style.visibility</p:attrName>
                                        </p:attrNameLst>
                                      </p:cBhvr>
                                      <p:to>
                                        <p:strVal val="visible"/>
                                      </p:to>
                                    </p:set>
                                    <p:anim calcmode="lin" valueType="num">
                                      <p:cBhvr>
                                        <p:cTn id="61" dur="500" fill="hold"/>
                                        <p:tgtEl>
                                          <p:spTgt spid="704522"/>
                                        </p:tgtEl>
                                        <p:attrNameLst>
                                          <p:attrName>ppt_w</p:attrName>
                                        </p:attrNameLst>
                                      </p:cBhvr>
                                      <p:tavLst>
                                        <p:tav tm="0">
                                          <p:val>
                                            <p:fltVal val="0"/>
                                          </p:val>
                                        </p:tav>
                                        <p:tav tm="100000">
                                          <p:val>
                                            <p:strVal val="#ppt_w"/>
                                          </p:val>
                                        </p:tav>
                                      </p:tavLst>
                                    </p:anim>
                                    <p:anim calcmode="lin" valueType="num">
                                      <p:cBhvr>
                                        <p:cTn id="62" dur="500" fill="hold"/>
                                        <p:tgtEl>
                                          <p:spTgt spid="704522"/>
                                        </p:tgtEl>
                                        <p:attrNameLst>
                                          <p:attrName>ppt_h</p:attrName>
                                        </p:attrNameLst>
                                      </p:cBhvr>
                                      <p:tavLst>
                                        <p:tav tm="0">
                                          <p:val>
                                            <p:fltVal val="0"/>
                                          </p:val>
                                        </p:tav>
                                        <p:tav tm="100000">
                                          <p:val>
                                            <p:strVal val="#ppt_h"/>
                                          </p:val>
                                        </p:tav>
                                      </p:tavLst>
                                    </p:anim>
                                    <p:animEffect transition="in" filter="fade">
                                      <p:cBhvr>
                                        <p:cTn id="63" dur="500"/>
                                        <p:tgtEl>
                                          <p:spTgt spid="704522"/>
                                        </p:tgtEl>
                                      </p:cBhvr>
                                    </p:animEffect>
                                  </p:childTnLst>
                                </p:cTn>
                              </p:par>
                            </p:childTnLst>
                          </p:cTn>
                        </p:par>
                        <p:par>
                          <p:cTn id="64" fill="hold" nodeType="afterGroup">
                            <p:stCondLst>
                              <p:cond delay="1000"/>
                            </p:stCondLst>
                            <p:childTnLst>
                              <p:par>
                                <p:cTn id="65" presetID="53" presetClass="entr" presetSubtype="0" fill="hold" grpId="0" nodeType="afterEffect">
                                  <p:stCondLst>
                                    <p:cond delay="0"/>
                                  </p:stCondLst>
                                  <p:childTnLst>
                                    <p:set>
                                      <p:cBhvr>
                                        <p:cTn id="66" dur="1" fill="hold">
                                          <p:stCondLst>
                                            <p:cond delay="0"/>
                                          </p:stCondLst>
                                        </p:cTn>
                                        <p:tgtEl>
                                          <p:spTgt spid="704519"/>
                                        </p:tgtEl>
                                        <p:attrNameLst>
                                          <p:attrName>style.visibility</p:attrName>
                                        </p:attrNameLst>
                                      </p:cBhvr>
                                      <p:to>
                                        <p:strVal val="visible"/>
                                      </p:to>
                                    </p:set>
                                    <p:anim calcmode="lin" valueType="num">
                                      <p:cBhvr>
                                        <p:cTn id="67" dur="500" fill="hold"/>
                                        <p:tgtEl>
                                          <p:spTgt spid="704519"/>
                                        </p:tgtEl>
                                        <p:attrNameLst>
                                          <p:attrName>ppt_w</p:attrName>
                                        </p:attrNameLst>
                                      </p:cBhvr>
                                      <p:tavLst>
                                        <p:tav tm="0">
                                          <p:val>
                                            <p:fltVal val="0"/>
                                          </p:val>
                                        </p:tav>
                                        <p:tav tm="100000">
                                          <p:val>
                                            <p:strVal val="#ppt_w"/>
                                          </p:val>
                                        </p:tav>
                                      </p:tavLst>
                                    </p:anim>
                                    <p:anim calcmode="lin" valueType="num">
                                      <p:cBhvr>
                                        <p:cTn id="68" dur="500" fill="hold"/>
                                        <p:tgtEl>
                                          <p:spTgt spid="704519"/>
                                        </p:tgtEl>
                                        <p:attrNameLst>
                                          <p:attrName>ppt_h</p:attrName>
                                        </p:attrNameLst>
                                      </p:cBhvr>
                                      <p:tavLst>
                                        <p:tav tm="0">
                                          <p:val>
                                            <p:fltVal val="0"/>
                                          </p:val>
                                        </p:tav>
                                        <p:tav tm="100000">
                                          <p:val>
                                            <p:strVal val="#ppt_h"/>
                                          </p:val>
                                        </p:tav>
                                      </p:tavLst>
                                    </p:anim>
                                    <p:animEffect transition="in" filter="fade">
                                      <p:cBhvr>
                                        <p:cTn id="69" dur="500"/>
                                        <p:tgtEl>
                                          <p:spTgt spid="704519"/>
                                        </p:tgtEl>
                                      </p:cBhvr>
                                    </p:animEffect>
                                  </p:childTnLst>
                                </p:cTn>
                              </p:par>
                            </p:childTnLst>
                          </p:cTn>
                        </p:par>
                        <p:par>
                          <p:cTn id="70" fill="hold" nodeType="afterGroup">
                            <p:stCondLst>
                              <p:cond delay="1500"/>
                            </p:stCondLst>
                            <p:childTnLst>
                              <p:par>
                                <p:cTn id="71" presetID="53" presetClass="entr" presetSubtype="0" fill="hold" grpId="0" nodeType="afterEffect">
                                  <p:stCondLst>
                                    <p:cond delay="0"/>
                                  </p:stCondLst>
                                  <p:childTnLst>
                                    <p:set>
                                      <p:cBhvr>
                                        <p:cTn id="72" dur="1" fill="hold">
                                          <p:stCondLst>
                                            <p:cond delay="0"/>
                                          </p:stCondLst>
                                        </p:cTn>
                                        <p:tgtEl>
                                          <p:spTgt spid="704520"/>
                                        </p:tgtEl>
                                        <p:attrNameLst>
                                          <p:attrName>style.visibility</p:attrName>
                                        </p:attrNameLst>
                                      </p:cBhvr>
                                      <p:to>
                                        <p:strVal val="visible"/>
                                      </p:to>
                                    </p:set>
                                    <p:anim calcmode="lin" valueType="num">
                                      <p:cBhvr>
                                        <p:cTn id="73" dur="500" fill="hold"/>
                                        <p:tgtEl>
                                          <p:spTgt spid="704520"/>
                                        </p:tgtEl>
                                        <p:attrNameLst>
                                          <p:attrName>ppt_w</p:attrName>
                                        </p:attrNameLst>
                                      </p:cBhvr>
                                      <p:tavLst>
                                        <p:tav tm="0">
                                          <p:val>
                                            <p:fltVal val="0"/>
                                          </p:val>
                                        </p:tav>
                                        <p:tav tm="100000">
                                          <p:val>
                                            <p:strVal val="#ppt_w"/>
                                          </p:val>
                                        </p:tav>
                                      </p:tavLst>
                                    </p:anim>
                                    <p:anim calcmode="lin" valueType="num">
                                      <p:cBhvr>
                                        <p:cTn id="74" dur="500" fill="hold"/>
                                        <p:tgtEl>
                                          <p:spTgt spid="704520"/>
                                        </p:tgtEl>
                                        <p:attrNameLst>
                                          <p:attrName>ppt_h</p:attrName>
                                        </p:attrNameLst>
                                      </p:cBhvr>
                                      <p:tavLst>
                                        <p:tav tm="0">
                                          <p:val>
                                            <p:fltVal val="0"/>
                                          </p:val>
                                        </p:tav>
                                        <p:tav tm="100000">
                                          <p:val>
                                            <p:strVal val="#ppt_h"/>
                                          </p:val>
                                        </p:tav>
                                      </p:tavLst>
                                    </p:anim>
                                    <p:animEffect transition="in" filter="fade">
                                      <p:cBhvr>
                                        <p:cTn id="75" dur="500"/>
                                        <p:tgtEl>
                                          <p:spTgt spid="704520"/>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53" presetClass="entr" presetSubtype="0" fill="hold" nodeType="clickEffect">
                                  <p:stCondLst>
                                    <p:cond delay="0"/>
                                  </p:stCondLst>
                                  <p:childTnLst>
                                    <p:set>
                                      <p:cBhvr>
                                        <p:cTn id="79" dur="1" fill="hold">
                                          <p:stCondLst>
                                            <p:cond delay="0"/>
                                          </p:stCondLst>
                                        </p:cTn>
                                        <p:tgtEl>
                                          <p:spTgt spid="704530"/>
                                        </p:tgtEl>
                                        <p:attrNameLst>
                                          <p:attrName>style.visibility</p:attrName>
                                        </p:attrNameLst>
                                      </p:cBhvr>
                                      <p:to>
                                        <p:strVal val="visible"/>
                                      </p:to>
                                    </p:set>
                                    <p:anim calcmode="lin" valueType="num">
                                      <p:cBhvr>
                                        <p:cTn id="80" dur="500" fill="hold"/>
                                        <p:tgtEl>
                                          <p:spTgt spid="704530"/>
                                        </p:tgtEl>
                                        <p:attrNameLst>
                                          <p:attrName>ppt_w</p:attrName>
                                        </p:attrNameLst>
                                      </p:cBhvr>
                                      <p:tavLst>
                                        <p:tav tm="0">
                                          <p:val>
                                            <p:fltVal val="0"/>
                                          </p:val>
                                        </p:tav>
                                        <p:tav tm="100000">
                                          <p:val>
                                            <p:strVal val="#ppt_w"/>
                                          </p:val>
                                        </p:tav>
                                      </p:tavLst>
                                    </p:anim>
                                    <p:anim calcmode="lin" valueType="num">
                                      <p:cBhvr>
                                        <p:cTn id="81" dur="500" fill="hold"/>
                                        <p:tgtEl>
                                          <p:spTgt spid="704530"/>
                                        </p:tgtEl>
                                        <p:attrNameLst>
                                          <p:attrName>ppt_h</p:attrName>
                                        </p:attrNameLst>
                                      </p:cBhvr>
                                      <p:tavLst>
                                        <p:tav tm="0">
                                          <p:val>
                                            <p:fltVal val="0"/>
                                          </p:val>
                                        </p:tav>
                                        <p:tav tm="100000">
                                          <p:val>
                                            <p:strVal val="#ppt_h"/>
                                          </p:val>
                                        </p:tav>
                                      </p:tavLst>
                                    </p:anim>
                                    <p:animEffect transition="in" filter="fade">
                                      <p:cBhvr>
                                        <p:cTn id="82" dur="500"/>
                                        <p:tgtEl>
                                          <p:spTgt spid="704530"/>
                                        </p:tgtEl>
                                      </p:cBhvr>
                                    </p:animEffect>
                                  </p:childTnLst>
                                </p:cTn>
                              </p:par>
                            </p:childTnLst>
                          </p:cTn>
                        </p:par>
                        <p:par>
                          <p:cTn id="83" fill="hold" nodeType="afterGroup">
                            <p:stCondLst>
                              <p:cond delay="500"/>
                            </p:stCondLst>
                            <p:childTnLst>
                              <p:par>
                                <p:cTn id="84" presetID="53" presetClass="entr" presetSubtype="0" fill="hold" grpId="0" nodeType="afterEffect">
                                  <p:stCondLst>
                                    <p:cond delay="0"/>
                                  </p:stCondLst>
                                  <p:childTnLst>
                                    <p:set>
                                      <p:cBhvr>
                                        <p:cTn id="85" dur="1" fill="hold">
                                          <p:stCondLst>
                                            <p:cond delay="0"/>
                                          </p:stCondLst>
                                        </p:cTn>
                                        <p:tgtEl>
                                          <p:spTgt spid="704529"/>
                                        </p:tgtEl>
                                        <p:attrNameLst>
                                          <p:attrName>style.visibility</p:attrName>
                                        </p:attrNameLst>
                                      </p:cBhvr>
                                      <p:to>
                                        <p:strVal val="visible"/>
                                      </p:to>
                                    </p:set>
                                    <p:anim calcmode="lin" valueType="num">
                                      <p:cBhvr>
                                        <p:cTn id="86" dur="500" fill="hold"/>
                                        <p:tgtEl>
                                          <p:spTgt spid="704529"/>
                                        </p:tgtEl>
                                        <p:attrNameLst>
                                          <p:attrName>ppt_w</p:attrName>
                                        </p:attrNameLst>
                                      </p:cBhvr>
                                      <p:tavLst>
                                        <p:tav tm="0">
                                          <p:val>
                                            <p:fltVal val="0"/>
                                          </p:val>
                                        </p:tav>
                                        <p:tav tm="100000">
                                          <p:val>
                                            <p:strVal val="#ppt_w"/>
                                          </p:val>
                                        </p:tav>
                                      </p:tavLst>
                                    </p:anim>
                                    <p:anim calcmode="lin" valueType="num">
                                      <p:cBhvr>
                                        <p:cTn id="87" dur="500" fill="hold"/>
                                        <p:tgtEl>
                                          <p:spTgt spid="704529"/>
                                        </p:tgtEl>
                                        <p:attrNameLst>
                                          <p:attrName>ppt_h</p:attrName>
                                        </p:attrNameLst>
                                      </p:cBhvr>
                                      <p:tavLst>
                                        <p:tav tm="0">
                                          <p:val>
                                            <p:fltVal val="0"/>
                                          </p:val>
                                        </p:tav>
                                        <p:tav tm="100000">
                                          <p:val>
                                            <p:strVal val="#ppt_h"/>
                                          </p:val>
                                        </p:tav>
                                      </p:tavLst>
                                    </p:anim>
                                    <p:animEffect transition="in" filter="fade">
                                      <p:cBhvr>
                                        <p:cTn id="88" dur="500"/>
                                        <p:tgtEl>
                                          <p:spTgt spid="704529"/>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53" presetClass="entr" presetSubtype="0" fill="hold" nodeType="clickEffect">
                                  <p:stCondLst>
                                    <p:cond delay="0"/>
                                  </p:stCondLst>
                                  <p:childTnLst>
                                    <p:set>
                                      <p:cBhvr>
                                        <p:cTn id="92" dur="1" fill="hold">
                                          <p:stCondLst>
                                            <p:cond delay="0"/>
                                          </p:stCondLst>
                                        </p:cTn>
                                        <p:tgtEl>
                                          <p:spTgt spid="704554"/>
                                        </p:tgtEl>
                                        <p:attrNameLst>
                                          <p:attrName>style.visibility</p:attrName>
                                        </p:attrNameLst>
                                      </p:cBhvr>
                                      <p:to>
                                        <p:strVal val="visible"/>
                                      </p:to>
                                    </p:set>
                                    <p:anim calcmode="lin" valueType="num">
                                      <p:cBhvr>
                                        <p:cTn id="93" dur="500" fill="hold"/>
                                        <p:tgtEl>
                                          <p:spTgt spid="704554"/>
                                        </p:tgtEl>
                                        <p:attrNameLst>
                                          <p:attrName>ppt_w</p:attrName>
                                        </p:attrNameLst>
                                      </p:cBhvr>
                                      <p:tavLst>
                                        <p:tav tm="0">
                                          <p:val>
                                            <p:fltVal val="0"/>
                                          </p:val>
                                        </p:tav>
                                        <p:tav tm="100000">
                                          <p:val>
                                            <p:strVal val="#ppt_w"/>
                                          </p:val>
                                        </p:tav>
                                      </p:tavLst>
                                    </p:anim>
                                    <p:anim calcmode="lin" valueType="num">
                                      <p:cBhvr>
                                        <p:cTn id="94" dur="500" fill="hold"/>
                                        <p:tgtEl>
                                          <p:spTgt spid="704554"/>
                                        </p:tgtEl>
                                        <p:attrNameLst>
                                          <p:attrName>ppt_h</p:attrName>
                                        </p:attrNameLst>
                                      </p:cBhvr>
                                      <p:tavLst>
                                        <p:tav tm="0">
                                          <p:val>
                                            <p:fltVal val="0"/>
                                          </p:val>
                                        </p:tav>
                                        <p:tav tm="100000">
                                          <p:val>
                                            <p:strVal val="#ppt_h"/>
                                          </p:val>
                                        </p:tav>
                                      </p:tavLst>
                                    </p:anim>
                                    <p:animEffect transition="in" filter="fade">
                                      <p:cBhvr>
                                        <p:cTn id="95" dur="500"/>
                                        <p:tgtEl>
                                          <p:spTgt spid="704554"/>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53" presetClass="entr" presetSubtype="0" fill="hold" nodeType="clickEffect">
                                  <p:stCondLst>
                                    <p:cond delay="0"/>
                                  </p:stCondLst>
                                  <p:childTnLst>
                                    <p:set>
                                      <p:cBhvr>
                                        <p:cTn id="99" dur="1" fill="hold">
                                          <p:stCondLst>
                                            <p:cond delay="0"/>
                                          </p:stCondLst>
                                        </p:cTn>
                                        <p:tgtEl>
                                          <p:spTgt spid="704532"/>
                                        </p:tgtEl>
                                        <p:attrNameLst>
                                          <p:attrName>style.visibility</p:attrName>
                                        </p:attrNameLst>
                                      </p:cBhvr>
                                      <p:to>
                                        <p:strVal val="visible"/>
                                      </p:to>
                                    </p:set>
                                    <p:anim calcmode="lin" valueType="num">
                                      <p:cBhvr>
                                        <p:cTn id="100" dur="500" fill="hold"/>
                                        <p:tgtEl>
                                          <p:spTgt spid="704532"/>
                                        </p:tgtEl>
                                        <p:attrNameLst>
                                          <p:attrName>ppt_w</p:attrName>
                                        </p:attrNameLst>
                                      </p:cBhvr>
                                      <p:tavLst>
                                        <p:tav tm="0">
                                          <p:val>
                                            <p:fltVal val="0"/>
                                          </p:val>
                                        </p:tav>
                                        <p:tav tm="100000">
                                          <p:val>
                                            <p:strVal val="#ppt_w"/>
                                          </p:val>
                                        </p:tav>
                                      </p:tavLst>
                                    </p:anim>
                                    <p:anim calcmode="lin" valueType="num">
                                      <p:cBhvr>
                                        <p:cTn id="101" dur="500" fill="hold"/>
                                        <p:tgtEl>
                                          <p:spTgt spid="704532"/>
                                        </p:tgtEl>
                                        <p:attrNameLst>
                                          <p:attrName>ppt_h</p:attrName>
                                        </p:attrNameLst>
                                      </p:cBhvr>
                                      <p:tavLst>
                                        <p:tav tm="0">
                                          <p:val>
                                            <p:fltVal val="0"/>
                                          </p:val>
                                        </p:tav>
                                        <p:tav tm="100000">
                                          <p:val>
                                            <p:strVal val="#ppt_h"/>
                                          </p:val>
                                        </p:tav>
                                      </p:tavLst>
                                    </p:anim>
                                    <p:animEffect transition="in" filter="fade">
                                      <p:cBhvr>
                                        <p:cTn id="102" dur="500"/>
                                        <p:tgtEl>
                                          <p:spTgt spid="704532"/>
                                        </p:tgtEl>
                                      </p:cBhvr>
                                    </p:animEffect>
                                  </p:childTnLst>
                                </p:cTn>
                              </p:par>
                            </p:childTnLst>
                          </p:cTn>
                        </p:par>
                        <p:par>
                          <p:cTn id="103" fill="hold" nodeType="afterGroup">
                            <p:stCondLst>
                              <p:cond delay="500"/>
                            </p:stCondLst>
                            <p:childTnLst>
                              <p:par>
                                <p:cTn id="104" presetID="53" presetClass="entr" presetSubtype="0" fill="hold" grpId="0" nodeType="afterEffect">
                                  <p:stCondLst>
                                    <p:cond delay="0"/>
                                  </p:stCondLst>
                                  <p:childTnLst>
                                    <p:set>
                                      <p:cBhvr>
                                        <p:cTn id="105" dur="1" fill="hold">
                                          <p:stCondLst>
                                            <p:cond delay="0"/>
                                          </p:stCondLst>
                                        </p:cTn>
                                        <p:tgtEl>
                                          <p:spTgt spid="704531"/>
                                        </p:tgtEl>
                                        <p:attrNameLst>
                                          <p:attrName>style.visibility</p:attrName>
                                        </p:attrNameLst>
                                      </p:cBhvr>
                                      <p:to>
                                        <p:strVal val="visible"/>
                                      </p:to>
                                    </p:set>
                                    <p:anim calcmode="lin" valueType="num">
                                      <p:cBhvr>
                                        <p:cTn id="106" dur="500" fill="hold"/>
                                        <p:tgtEl>
                                          <p:spTgt spid="704531"/>
                                        </p:tgtEl>
                                        <p:attrNameLst>
                                          <p:attrName>ppt_w</p:attrName>
                                        </p:attrNameLst>
                                      </p:cBhvr>
                                      <p:tavLst>
                                        <p:tav tm="0">
                                          <p:val>
                                            <p:fltVal val="0"/>
                                          </p:val>
                                        </p:tav>
                                        <p:tav tm="100000">
                                          <p:val>
                                            <p:strVal val="#ppt_w"/>
                                          </p:val>
                                        </p:tav>
                                      </p:tavLst>
                                    </p:anim>
                                    <p:anim calcmode="lin" valueType="num">
                                      <p:cBhvr>
                                        <p:cTn id="107" dur="500" fill="hold"/>
                                        <p:tgtEl>
                                          <p:spTgt spid="704531"/>
                                        </p:tgtEl>
                                        <p:attrNameLst>
                                          <p:attrName>ppt_h</p:attrName>
                                        </p:attrNameLst>
                                      </p:cBhvr>
                                      <p:tavLst>
                                        <p:tav tm="0">
                                          <p:val>
                                            <p:fltVal val="0"/>
                                          </p:val>
                                        </p:tav>
                                        <p:tav tm="100000">
                                          <p:val>
                                            <p:strVal val="#ppt_h"/>
                                          </p:val>
                                        </p:tav>
                                      </p:tavLst>
                                    </p:anim>
                                    <p:animEffect transition="in" filter="fade">
                                      <p:cBhvr>
                                        <p:cTn id="108" dur="500"/>
                                        <p:tgtEl>
                                          <p:spTgt spid="704531"/>
                                        </p:tgtEl>
                                      </p:cBhvr>
                                    </p:animEffec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53" presetClass="entr" presetSubtype="0" fill="hold" nodeType="clickEffect">
                                  <p:stCondLst>
                                    <p:cond delay="0"/>
                                  </p:stCondLst>
                                  <p:childTnLst>
                                    <p:set>
                                      <p:cBhvr>
                                        <p:cTn id="112" dur="1" fill="hold">
                                          <p:stCondLst>
                                            <p:cond delay="0"/>
                                          </p:stCondLst>
                                        </p:cTn>
                                        <p:tgtEl>
                                          <p:spTgt spid="704526"/>
                                        </p:tgtEl>
                                        <p:attrNameLst>
                                          <p:attrName>style.visibility</p:attrName>
                                        </p:attrNameLst>
                                      </p:cBhvr>
                                      <p:to>
                                        <p:strVal val="visible"/>
                                      </p:to>
                                    </p:set>
                                    <p:anim calcmode="lin" valueType="num">
                                      <p:cBhvr>
                                        <p:cTn id="113" dur="500" fill="hold"/>
                                        <p:tgtEl>
                                          <p:spTgt spid="704526"/>
                                        </p:tgtEl>
                                        <p:attrNameLst>
                                          <p:attrName>ppt_w</p:attrName>
                                        </p:attrNameLst>
                                      </p:cBhvr>
                                      <p:tavLst>
                                        <p:tav tm="0">
                                          <p:val>
                                            <p:fltVal val="0"/>
                                          </p:val>
                                        </p:tav>
                                        <p:tav tm="100000">
                                          <p:val>
                                            <p:strVal val="#ppt_w"/>
                                          </p:val>
                                        </p:tav>
                                      </p:tavLst>
                                    </p:anim>
                                    <p:anim calcmode="lin" valueType="num">
                                      <p:cBhvr>
                                        <p:cTn id="114" dur="500" fill="hold"/>
                                        <p:tgtEl>
                                          <p:spTgt spid="704526"/>
                                        </p:tgtEl>
                                        <p:attrNameLst>
                                          <p:attrName>ppt_h</p:attrName>
                                        </p:attrNameLst>
                                      </p:cBhvr>
                                      <p:tavLst>
                                        <p:tav tm="0">
                                          <p:val>
                                            <p:fltVal val="0"/>
                                          </p:val>
                                        </p:tav>
                                        <p:tav tm="100000">
                                          <p:val>
                                            <p:strVal val="#ppt_h"/>
                                          </p:val>
                                        </p:tav>
                                      </p:tavLst>
                                    </p:anim>
                                    <p:animEffect transition="in" filter="fade">
                                      <p:cBhvr>
                                        <p:cTn id="115" dur="500"/>
                                        <p:tgtEl>
                                          <p:spTgt spid="704526"/>
                                        </p:tgtEl>
                                      </p:cBhvr>
                                    </p:animEffect>
                                  </p:childTnLst>
                                </p:cTn>
                              </p:par>
                            </p:childTnLst>
                          </p:cTn>
                        </p:par>
                        <p:par>
                          <p:cTn id="116" fill="hold" nodeType="afterGroup">
                            <p:stCondLst>
                              <p:cond delay="500"/>
                            </p:stCondLst>
                            <p:childTnLst>
                              <p:par>
                                <p:cTn id="117" presetID="53" presetClass="entr" presetSubtype="0" fill="hold" nodeType="afterEffect">
                                  <p:stCondLst>
                                    <p:cond delay="0"/>
                                  </p:stCondLst>
                                  <p:childTnLst>
                                    <p:set>
                                      <p:cBhvr>
                                        <p:cTn id="118" dur="1" fill="hold">
                                          <p:stCondLst>
                                            <p:cond delay="0"/>
                                          </p:stCondLst>
                                        </p:cTn>
                                        <p:tgtEl>
                                          <p:spTgt spid="704527"/>
                                        </p:tgtEl>
                                        <p:attrNameLst>
                                          <p:attrName>style.visibility</p:attrName>
                                        </p:attrNameLst>
                                      </p:cBhvr>
                                      <p:to>
                                        <p:strVal val="visible"/>
                                      </p:to>
                                    </p:set>
                                    <p:anim calcmode="lin" valueType="num">
                                      <p:cBhvr>
                                        <p:cTn id="119" dur="500" fill="hold"/>
                                        <p:tgtEl>
                                          <p:spTgt spid="704527"/>
                                        </p:tgtEl>
                                        <p:attrNameLst>
                                          <p:attrName>ppt_w</p:attrName>
                                        </p:attrNameLst>
                                      </p:cBhvr>
                                      <p:tavLst>
                                        <p:tav tm="0">
                                          <p:val>
                                            <p:fltVal val="0"/>
                                          </p:val>
                                        </p:tav>
                                        <p:tav tm="100000">
                                          <p:val>
                                            <p:strVal val="#ppt_w"/>
                                          </p:val>
                                        </p:tav>
                                      </p:tavLst>
                                    </p:anim>
                                    <p:anim calcmode="lin" valueType="num">
                                      <p:cBhvr>
                                        <p:cTn id="120" dur="500" fill="hold"/>
                                        <p:tgtEl>
                                          <p:spTgt spid="704527"/>
                                        </p:tgtEl>
                                        <p:attrNameLst>
                                          <p:attrName>ppt_h</p:attrName>
                                        </p:attrNameLst>
                                      </p:cBhvr>
                                      <p:tavLst>
                                        <p:tav tm="0">
                                          <p:val>
                                            <p:fltVal val="0"/>
                                          </p:val>
                                        </p:tav>
                                        <p:tav tm="100000">
                                          <p:val>
                                            <p:strVal val="#ppt_h"/>
                                          </p:val>
                                        </p:tav>
                                      </p:tavLst>
                                    </p:anim>
                                    <p:animEffect transition="in" filter="fade">
                                      <p:cBhvr>
                                        <p:cTn id="121" dur="500"/>
                                        <p:tgtEl>
                                          <p:spTgt spid="704527"/>
                                        </p:tgtEl>
                                      </p:cBhvr>
                                    </p:animEffect>
                                  </p:childTnLst>
                                </p:cTn>
                              </p:par>
                            </p:childTnLst>
                          </p:cTn>
                        </p:par>
                        <p:par>
                          <p:cTn id="122" fill="hold" nodeType="afterGroup">
                            <p:stCondLst>
                              <p:cond delay="1000"/>
                            </p:stCondLst>
                            <p:childTnLst>
                              <p:par>
                                <p:cTn id="123" presetID="53" presetClass="entr" presetSubtype="0" fill="hold" nodeType="afterEffect">
                                  <p:stCondLst>
                                    <p:cond delay="0"/>
                                  </p:stCondLst>
                                  <p:childTnLst>
                                    <p:set>
                                      <p:cBhvr>
                                        <p:cTn id="124" dur="1" fill="hold">
                                          <p:stCondLst>
                                            <p:cond delay="0"/>
                                          </p:stCondLst>
                                        </p:cTn>
                                        <p:tgtEl>
                                          <p:spTgt spid="704528"/>
                                        </p:tgtEl>
                                        <p:attrNameLst>
                                          <p:attrName>style.visibility</p:attrName>
                                        </p:attrNameLst>
                                      </p:cBhvr>
                                      <p:to>
                                        <p:strVal val="visible"/>
                                      </p:to>
                                    </p:set>
                                    <p:anim calcmode="lin" valueType="num">
                                      <p:cBhvr>
                                        <p:cTn id="125" dur="500" fill="hold"/>
                                        <p:tgtEl>
                                          <p:spTgt spid="704528"/>
                                        </p:tgtEl>
                                        <p:attrNameLst>
                                          <p:attrName>ppt_w</p:attrName>
                                        </p:attrNameLst>
                                      </p:cBhvr>
                                      <p:tavLst>
                                        <p:tav tm="0">
                                          <p:val>
                                            <p:fltVal val="0"/>
                                          </p:val>
                                        </p:tav>
                                        <p:tav tm="100000">
                                          <p:val>
                                            <p:strVal val="#ppt_w"/>
                                          </p:val>
                                        </p:tav>
                                      </p:tavLst>
                                    </p:anim>
                                    <p:anim calcmode="lin" valueType="num">
                                      <p:cBhvr>
                                        <p:cTn id="126" dur="500" fill="hold"/>
                                        <p:tgtEl>
                                          <p:spTgt spid="704528"/>
                                        </p:tgtEl>
                                        <p:attrNameLst>
                                          <p:attrName>ppt_h</p:attrName>
                                        </p:attrNameLst>
                                      </p:cBhvr>
                                      <p:tavLst>
                                        <p:tav tm="0">
                                          <p:val>
                                            <p:fltVal val="0"/>
                                          </p:val>
                                        </p:tav>
                                        <p:tav tm="100000">
                                          <p:val>
                                            <p:strVal val="#ppt_h"/>
                                          </p:val>
                                        </p:tav>
                                      </p:tavLst>
                                    </p:anim>
                                    <p:animEffect transition="in" filter="fade">
                                      <p:cBhvr>
                                        <p:cTn id="127" dur="500"/>
                                        <p:tgtEl>
                                          <p:spTgt spid="704528"/>
                                        </p:tgtEl>
                                      </p:cBhvr>
                                    </p:animEffect>
                                  </p:childTnLst>
                                </p:cTn>
                              </p:par>
                            </p:childTnLst>
                          </p:cTn>
                        </p:par>
                        <p:par>
                          <p:cTn id="128" fill="hold" nodeType="afterGroup">
                            <p:stCondLst>
                              <p:cond delay="1500"/>
                            </p:stCondLst>
                            <p:childTnLst>
                              <p:par>
                                <p:cTn id="129" presetID="53" presetClass="entr" presetSubtype="0" fill="hold" grpId="0" nodeType="afterEffect">
                                  <p:stCondLst>
                                    <p:cond delay="0"/>
                                  </p:stCondLst>
                                  <p:childTnLst>
                                    <p:set>
                                      <p:cBhvr>
                                        <p:cTn id="130" dur="1" fill="hold">
                                          <p:stCondLst>
                                            <p:cond delay="0"/>
                                          </p:stCondLst>
                                        </p:cTn>
                                        <p:tgtEl>
                                          <p:spTgt spid="704524"/>
                                        </p:tgtEl>
                                        <p:attrNameLst>
                                          <p:attrName>style.visibility</p:attrName>
                                        </p:attrNameLst>
                                      </p:cBhvr>
                                      <p:to>
                                        <p:strVal val="visible"/>
                                      </p:to>
                                    </p:set>
                                    <p:anim calcmode="lin" valueType="num">
                                      <p:cBhvr>
                                        <p:cTn id="131" dur="500" fill="hold"/>
                                        <p:tgtEl>
                                          <p:spTgt spid="704524"/>
                                        </p:tgtEl>
                                        <p:attrNameLst>
                                          <p:attrName>ppt_w</p:attrName>
                                        </p:attrNameLst>
                                      </p:cBhvr>
                                      <p:tavLst>
                                        <p:tav tm="0">
                                          <p:val>
                                            <p:fltVal val="0"/>
                                          </p:val>
                                        </p:tav>
                                        <p:tav tm="100000">
                                          <p:val>
                                            <p:strVal val="#ppt_w"/>
                                          </p:val>
                                        </p:tav>
                                      </p:tavLst>
                                    </p:anim>
                                    <p:anim calcmode="lin" valueType="num">
                                      <p:cBhvr>
                                        <p:cTn id="132" dur="500" fill="hold"/>
                                        <p:tgtEl>
                                          <p:spTgt spid="704524"/>
                                        </p:tgtEl>
                                        <p:attrNameLst>
                                          <p:attrName>ppt_h</p:attrName>
                                        </p:attrNameLst>
                                      </p:cBhvr>
                                      <p:tavLst>
                                        <p:tav tm="0">
                                          <p:val>
                                            <p:fltVal val="0"/>
                                          </p:val>
                                        </p:tav>
                                        <p:tav tm="100000">
                                          <p:val>
                                            <p:strVal val="#ppt_h"/>
                                          </p:val>
                                        </p:tav>
                                      </p:tavLst>
                                    </p:anim>
                                    <p:animEffect transition="in" filter="fade">
                                      <p:cBhvr>
                                        <p:cTn id="133" dur="500"/>
                                        <p:tgtEl>
                                          <p:spTgt spid="704524"/>
                                        </p:tgtEl>
                                      </p:cBhvr>
                                    </p:animEffect>
                                  </p:childTnLst>
                                </p:cTn>
                              </p:par>
                            </p:childTnLst>
                          </p:cTn>
                        </p:par>
                        <p:par>
                          <p:cTn id="134" fill="hold" nodeType="afterGroup">
                            <p:stCondLst>
                              <p:cond delay="2000"/>
                            </p:stCondLst>
                            <p:childTnLst>
                              <p:par>
                                <p:cTn id="135" presetID="53" presetClass="entr" presetSubtype="0" fill="hold" grpId="0" nodeType="afterEffect">
                                  <p:stCondLst>
                                    <p:cond delay="0"/>
                                  </p:stCondLst>
                                  <p:childTnLst>
                                    <p:set>
                                      <p:cBhvr>
                                        <p:cTn id="136" dur="1" fill="hold">
                                          <p:stCondLst>
                                            <p:cond delay="0"/>
                                          </p:stCondLst>
                                        </p:cTn>
                                        <p:tgtEl>
                                          <p:spTgt spid="704523"/>
                                        </p:tgtEl>
                                        <p:attrNameLst>
                                          <p:attrName>style.visibility</p:attrName>
                                        </p:attrNameLst>
                                      </p:cBhvr>
                                      <p:to>
                                        <p:strVal val="visible"/>
                                      </p:to>
                                    </p:set>
                                    <p:anim calcmode="lin" valueType="num">
                                      <p:cBhvr>
                                        <p:cTn id="137" dur="500" fill="hold"/>
                                        <p:tgtEl>
                                          <p:spTgt spid="704523"/>
                                        </p:tgtEl>
                                        <p:attrNameLst>
                                          <p:attrName>ppt_w</p:attrName>
                                        </p:attrNameLst>
                                      </p:cBhvr>
                                      <p:tavLst>
                                        <p:tav tm="0">
                                          <p:val>
                                            <p:fltVal val="0"/>
                                          </p:val>
                                        </p:tav>
                                        <p:tav tm="100000">
                                          <p:val>
                                            <p:strVal val="#ppt_w"/>
                                          </p:val>
                                        </p:tav>
                                      </p:tavLst>
                                    </p:anim>
                                    <p:anim calcmode="lin" valueType="num">
                                      <p:cBhvr>
                                        <p:cTn id="138" dur="500" fill="hold"/>
                                        <p:tgtEl>
                                          <p:spTgt spid="704523"/>
                                        </p:tgtEl>
                                        <p:attrNameLst>
                                          <p:attrName>ppt_h</p:attrName>
                                        </p:attrNameLst>
                                      </p:cBhvr>
                                      <p:tavLst>
                                        <p:tav tm="0">
                                          <p:val>
                                            <p:fltVal val="0"/>
                                          </p:val>
                                        </p:tav>
                                        <p:tav tm="100000">
                                          <p:val>
                                            <p:strVal val="#ppt_h"/>
                                          </p:val>
                                        </p:tav>
                                      </p:tavLst>
                                    </p:anim>
                                    <p:animEffect transition="in" filter="fade">
                                      <p:cBhvr>
                                        <p:cTn id="139" dur="500"/>
                                        <p:tgtEl>
                                          <p:spTgt spid="704523"/>
                                        </p:tgtEl>
                                      </p:cBhvr>
                                    </p:animEffect>
                                  </p:childTnLst>
                                </p:cTn>
                              </p:par>
                            </p:childTnLst>
                          </p:cTn>
                        </p:par>
                        <p:par>
                          <p:cTn id="140" fill="hold" nodeType="afterGroup">
                            <p:stCondLst>
                              <p:cond delay="2500"/>
                            </p:stCondLst>
                            <p:childTnLst>
                              <p:par>
                                <p:cTn id="141" presetID="53" presetClass="entr" presetSubtype="0" fill="hold" grpId="0" nodeType="afterEffect">
                                  <p:stCondLst>
                                    <p:cond delay="0"/>
                                  </p:stCondLst>
                                  <p:childTnLst>
                                    <p:set>
                                      <p:cBhvr>
                                        <p:cTn id="142" dur="1" fill="hold">
                                          <p:stCondLst>
                                            <p:cond delay="0"/>
                                          </p:stCondLst>
                                        </p:cTn>
                                        <p:tgtEl>
                                          <p:spTgt spid="704525"/>
                                        </p:tgtEl>
                                        <p:attrNameLst>
                                          <p:attrName>style.visibility</p:attrName>
                                        </p:attrNameLst>
                                      </p:cBhvr>
                                      <p:to>
                                        <p:strVal val="visible"/>
                                      </p:to>
                                    </p:set>
                                    <p:anim calcmode="lin" valueType="num">
                                      <p:cBhvr>
                                        <p:cTn id="143" dur="500" fill="hold"/>
                                        <p:tgtEl>
                                          <p:spTgt spid="704525"/>
                                        </p:tgtEl>
                                        <p:attrNameLst>
                                          <p:attrName>ppt_w</p:attrName>
                                        </p:attrNameLst>
                                      </p:cBhvr>
                                      <p:tavLst>
                                        <p:tav tm="0">
                                          <p:val>
                                            <p:fltVal val="0"/>
                                          </p:val>
                                        </p:tav>
                                        <p:tav tm="100000">
                                          <p:val>
                                            <p:strVal val="#ppt_w"/>
                                          </p:val>
                                        </p:tav>
                                      </p:tavLst>
                                    </p:anim>
                                    <p:anim calcmode="lin" valueType="num">
                                      <p:cBhvr>
                                        <p:cTn id="144" dur="500" fill="hold"/>
                                        <p:tgtEl>
                                          <p:spTgt spid="704525"/>
                                        </p:tgtEl>
                                        <p:attrNameLst>
                                          <p:attrName>ppt_h</p:attrName>
                                        </p:attrNameLst>
                                      </p:cBhvr>
                                      <p:tavLst>
                                        <p:tav tm="0">
                                          <p:val>
                                            <p:fltVal val="0"/>
                                          </p:val>
                                        </p:tav>
                                        <p:tav tm="100000">
                                          <p:val>
                                            <p:strVal val="#ppt_h"/>
                                          </p:val>
                                        </p:tav>
                                      </p:tavLst>
                                    </p:anim>
                                    <p:animEffect transition="in" filter="fade">
                                      <p:cBhvr>
                                        <p:cTn id="145" dur="500"/>
                                        <p:tgtEl>
                                          <p:spTgt spid="704525"/>
                                        </p:tgtEl>
                                      </p:cBhvr>
                                    </p:animEffect>
                                  </p:childTnLst>
                                </p:cTn>
                              </p:par>
                            </p:childTnLst>
                          </p:cTn>
                        </p:par>
                      </p:childTnLst>
                    </p:cTn>
                  </p:par>
                  <p:par>
                    <p:cTn id="146" fill="hold" nodeType="clickPar">
                      <p:stCondLst>
                        <p:cond delay="indefinite"/>
                      </p:stCondLst>
                      <p:childTnLst>
                        <p:par>
                          <p:cTn id="147" fill="hold" nodeType="withGroup">
                            <p:stCondLst>
                              <p:cond delay="0"/>
                            </p:stCondLst>
                            <p:childTnLst>
                              <p:par>
                                <p:cTn id="148" presetID="53" presetClass="entr" presetSubtype="0" fill="hold" nodeType="clickEffect">
                                  <p:stCondLst>
                                    <p:cond delay="0"/>
                                  </p:stCondLst>
                                  <p:childTnLst>
                                    <p:set>
                                      <p:cBhvr>
                                        <p:cTn id="149" dur="1" fill="hold">
                                          <p:stCondLst>
                                            <p:cond delay="0"/>
                                          </p:stCondLst>
                                        </p:cTn>
                                        <p:tgtEl>
                                          <p:spTgt spid="704555"/>
                                        </p:tgtEl>
                                        <p:attrNameLst>
                                          <p:attrName>style.visibility</p:attrName>
                                        </p:attrNameLst>
                                      </p:cBhvr>
                                      <p:to>
                                        <p:strVal val="visible"/>
                                      </p:to>
                                    </p:set>
                                    <p:anim calcmode="lin" valueType="num">
                                      <p:cBhvr>
                                        <p:cTn id="150" dur="500" fill="hold"/>
                                        <p:tgtEl>
                                          <p:spTgt spid="704555"/>
                                        </p:tgtEl>
                                        <p:attrNameLst>
                                          <p:attrName>ppt_w</p:attrName>
                                        </p:attrNameLst>
                                      </p:cBhvr>
                                      <p:tavLst>
                                        <p:tav tm="0">
                                          <p:val>
                                            <p:fltVal val="0"/>
                                          </p:val>
                                        </p:tav>
                                        <p:tav tm="100000">
                                          <p:val>
                                            <p:strVal val="#ppt_w"/>
                                          </p:val>
                                        </p:tav>
                                      </p:tavLst>
                                    </p:anim>
                                    <p:anim calcmode="lin" valueType="num">
                                      <p:cBhvr>
                                        <p:cTn id="151" dur="500" fill="hold"/>
                                        <p:tgtEl>
                                          <p:spTgt spid="704555"/>
                                        </p:tgtEl>
                                        <p:attrNameLst>
                                          <p:attrName>ppt_h</p:attrName>
                                        </p:attrNameLst>
                                      </p:cBhvr>
                                      <p:tavLst>
                                        <p:tav tm="0">
                                          <p:val>
                                            <p:fltVal val="0"/>
                                          </p:val>
                                        </p:tav>
                                        <p:tav tm="100000">
                                          <p:val>
                                            <p:strVal val="#ppt_h"/>
                                          </p:val>
                                        </p:tav>
                                      </p:tavLst>
                                    </p:anim>
                                    <p:animEffect transition="in" filter="fade">
                                      <p:cBhvr>
                                        <p:cTn id="152" dur="500"/>
                                        <p:tgtEl>
                                          <p:spTgt spid="704555"/>
                                        </p:tgtEl>
                                      </p:cBhvr>
                                    </p:animEffect>
                                  </p:childTnLst>
                                </p:cTn>
                              </p:par>
                            </p:childTnLst>
                          </p:cTn>
                        </p:par>
                      </p:childTnLst>
                    </p:cTn>
                  </p:par>
                  <p:par>
                    <p:cTn id="153" fill="hold" nodeType="clickPar">
                      <p:stCondLst>
                        <p:cond delay="indefinite"/>
                      </p:stCondLst>
                      <p:childTnLst>
                        <p:par>
                          <p:cTn id="154" fill="hold" nodeType="withGroup">
                            <p:stCondLst>
                              <p:cond delay="0"/>
                            </p:stCondLst>
                            <p:childTnLst>
                              <p:par>
                                <p:cTn id="155" presetID="53" presetClass="entr" presetSubtype="0" fill="hold" nodeType="clickEffect">
                                  <p:stCondLst>
                                    <p:cond delay="0"/>
                                  </p:stCondLst>
                                  <p:childTnLst>
                                    <p:set>
                                      <p:cBhvr>
                                        <p:cTn id="156" dur="1" fill="hold">
                                          <p:stCondLst>
                                            <p:cond delay="0"/>
                                          </p:stCondLst>
                                        </p:cTn>
                                        <p:tgtEl>
                                          <p:spTgt spid="704535"/>
                                        </p:tgtEl>
                                        <p:attrNameLst>
                                          <p:attrName>style.visibility</p:attrName>
                                        </p:attrNameLst>
                                      </p:cBhvr>
                                      <p:to>
                                        <p:strVal val="visible"/>
                                      </p:to>
                                    </p:set>
                                    <p:anim calcmode="lin" valueType="num">
                                      <p:cBhvr>
                                        <p:cTn id="157" dur="500" fill="hold"/>
                                        <p:tgtEl>
                                          <p:spTgt spid="704535"/>
                                        </p:tgtEl>
                                        <p:attrNameLst>
                                          <p:attrName>ppt_w</p:attrName>
                                        </p:attrNameLst>
                                      </p:cBhvr>
                                      <p:tavLst>
                                        <p:tav tm="0">
                                          <p:val>
                                            <p:fltVal val="0"/>
                                          </p:val>
                                        </p:tav>
                                        <p:tav tm="100000">
                                          <p:val>
                                            <p:strVal val="#ppt_w"/>
                                          </p:val>
                                        </p:tav>
                                      </p:tavLst>
                                    </p:anim>
                                    <p:anim calcmode="lin" valueType="num">
                                      <p:cBhvr>
                                        <p:cTn id="158" dur="500" fill="hold"/>
                                        <p:tgtEl>
                                          <p:spTgt spid="704535"/>
                                        </p:tgtEl>
                                        <p:attrNameLst>
                                          <p:attrName>ppt_h</p:attrName>
                                        </p:attrNameLst>
                                      </p:cBhvr>
                                      <p:tavLst>
                                        <p:tav tm="0">
                                          <p:val>
                                            <p:fltVal val="0"/>
                                          </p:val>
                                        </p:tav>
                                        <p:tav tm="100000">
                                          <p:val>
                                            <p:strVal val="#ppt_h"/>
                                          </p:val>
                                        </p:tav>
                                      </p:tavLst>
                                    </p:anim>
                                    <p:animEffect transition="in" filter="fade">
                                      <p:cBhvr>
                                        <p:cTn id="159" dur="500"/>
                                        <p:tgtEl>
                                          <p:spTgt spid="704535"/>
                                        </p:tgtEl>
                                      </p:cBhvr>
                                    </p:animEffect>
                                  </p:childTnLst>
                                </p:cTn>
                              </p:par>
                            </p:childTnLst>
                          </p:cTn>
                        </p:par>
                        <p:par>
                          <p:cTn id="160" fill="hold" nodeType="afterGroup">
                            <p:stCondLst>
                              <p:cond delay="500"/>
                            </p:stCondLst>
                            <p:childTnLst>
                              <p:par>
                                <p:cTn id="161" presetID="53" presetClass="entr" presetSubtype="0" fill="hold" nodeType="afterEffect">
                                  <p:stCondLst>
                                    <p:cond delay="0"/>
                                  </p:stCondLst>
                                  <p:childTnLst>
                                    <p:set>
                                      <p:cBhvr>
                                        <p:cTn id="162" dur="1" fill="hold">
                                          <p:stCondLst>
                                            <p:cond delay="0"/>
                                          </p:stCondLst>
                                        </p:cTn>
                                        <p:tgtEl>
                                          <p:spTgt spid="704536"/>
                                        </p:tgtEl>
                                        <p:attrNameLst>
                                          <p:attrName>style.visibility</p:attrName>
                                        </p:attrNameLst>
                                      </p:cBhvr>
                                      <p:to>
                                        <p:strVal val="visible"/>
                                      </p:to>
                                    </p:set>
                                    <p:anim calcmode="lin" valueType="num">
                                      <p:cBhvr>
                                        <p:cTn id="163" dur="500" fill="hold"/>
                                        <p:tgtEl>
                                          <p:spTgt spid="704536"/>
                                        </p:tgtEl>
                                        <p:attrNameLst>
                                          <p:attrName>ppt_w</p:attrName>
                                        </p:attrNameLst>
                                      </p:cBhvr>
                                      <p:tavLst>
                                        <p:tav tm="0">
                                          <p:val>
                                            <p:fltVal val="0"/>
                                          </p:val>
                                        </p:tav>
                                        <p:tav tm="100000">
                                          <p:val>
                                            <p:strVal val="#ppt_w"/>
                                          </p:val>
                                        </p:tav>
                                      </p:tavLst>
                                    </p:anim>
                                    <p:anim calcmode="lin" valueType="num">
                                      <p:cBhvr>
                                        <p:cTn id="164" dur="500" fill="hold"/>
                                        <p:tgtEl>
                                          <p:spTgt spid="704536"/>
                                        </p:tgtEl>
                                        <p:attrNameLst>
                                          <p:attrName>ppt_h</p:attrName>
                                        </p:attrNameLst>
                                      </p:cBhvr>
                                      <p:tavLst>
                                        <p:tav tm="0">
                                          <p:val>
                                            <p:fltVal val="0"/>
                                          </p:val>
                                        </p:tav>
                                        <p:tav tm="100000">
                                          <p:val>
                                            <p:strVal val="#ppt_h"/>
                                          </p:val>
                                        </p:tav>
                                      </p:tavLst>
                                    </p:anim>
                                    <p:animEffect transition="in" filter="fade">
                                      <p:cBhvr>
                                        <p:cTn id="165" dur="500"/>
                                        <p:tgtEl>
                                          <p:spTgt spid="704536"/>
                                        </p:tgtEl>
                                      </p:cBhvr>
                                    </p:animEffect>
                                  </p:childTnLst>
                                </p:cTn>
                              </p:par>
                            </p:childTnLst>
                          </p:cTn>
                        </p:par>
                        <p:par>
                          <p:cTn id="166" fill="hold" nodeType="afterGroup">
                            <p:stCondLst>
                              <p:cond delay="1000"/>
                            </p:stCondLst>
                            <p:childTnLst>
                              <p:par>
                                <p:cTn id="167" presetID="53" presetClass="entr" presetSubtype="0" fill="hold" grpId="0" nodeType="afterEffect">
                                  <p:stCondLst>
                                    <p:cond delay="0"/>
                                  </p:stCondLst>
                                  <p:childTnLst>
                                    <p:set>
                                      <p:cBhvr>
                                        <p:cTn id="168" dur="1" fill="hold">
                                          <p:stCondLst>
                                            <p:cond delay="0"/>
                                          </p:stCondLst>
                                        </p:cTn>
                                        <p:tgtEl>
                                          <p:spTgt spid="704533"/>
                                        </p:tgtEl>
                                        <p:attrNameLst>
                                          <p:attrName>style.visibility</p:attrName>
                                        </p:attrNameLst>
                                      </p:cBhvr>
                                      <p:to>
                                        <p:strVal val="visible"/>
                                      </p:to>
                                    </p:set>
                                    <p:anim calcmode="lin" valueType="num">
                                      <p:cBhvr>
                                        <p:cTn id="169" dur="500" fill="hold"/>
                                        <p:tgtEl>
                                          <p:spTgt spid="704533"/>
                                        </p:tgtEl>
                                        <p:attrNameLst>
                                          <p:attrName>ppt_w</p:attrName>
                                        </p:attrNameLst>
                                      </p:cBhvr>
                                      <p:tavLst>
                                        <p:tav tm="0">
                                          <p:val>
                                            <p:fltVal val="0"/>
                                          </p:val>
                                        </p:tav>
                                        <p:tav tm="100000">
                                          <p:val>
                                            <p:strVal val="#ppt_w"/>
                                          </p:val>
                                        </p:tav>
                                      </p:tavLst>
                                    </p:anim>
                                    <p:anim calcmode="lin" valueType="num">
                                      <p:cBhvr>
                                        <p:cTn id="170" dur="500" fill="hold"/>
                                        <p:tgtEl>
                                          <p:spTgt spid="704533"/>
                                        </p:tgtEl>
                                        <p:attrNameLst>
                                          <p:attrName>ppt_h</p:attrName>
                                        </p:attrNameLst>
                                      </p:cBhvr>
                                      <p:tavLst>
                                        <p:tav tm="0">
                                          <p:val>
                                            <p:fltVal val="0"/>
                                          </p:val>
                                        </p:tav>
                                        <p:tav tm="100000">
                                          <p:val>
                                            <p:strVal val="#ppt_h"/>
                                          </p:val>
                                        </p:tav>
                                      </p:tavLst>
                                    </p:anim>
                                    <p:animEffect transition="in" filter="fade">
                                      <p:cBhvr>
                                        <p:cTn id="171" dur="500"/>
                                        <p:tgtEl>
                                          <p:spTgt spid="704533"/>
                                        </p:tgtEl>
                                      </p:cBhvr>
                                    </p:animEffect>
                                  </p:childTnLst>
                                </p:cTn>
                              </p:par>
                            </p:childTnLst>
                          </p:cTn>
                        </p:par>
                        <p:par>
                          <p:cTn id="172" fill="hold" nodeType="afterGroup">
                            <p:stCondLst>
                              <p:cond delay="1500"/>
                            </p:stCondLst>
                            <p:childTnLst>
                              <p:par>
                                <p:cTn id="173" presetID="53" presetClass="entr" presetSubtype="0" fill="hold" grpId="0" nodeType="afterEffect">
                                  <p:stCondLst>
                                    <p:cond delay="0"/>
                                  </p:stCondLst>
                                  <p:childTnLst>
                                    <p:set>
                                      <p:cBhvr>
                                        <p:cTn id="174" dur="1" fill="hold">
                                          <p:stCondLst>
                                            <p:cond delay="0"/>
                                          </p:stCondLst>
                                        </p:cTn>
                                        <p:tgtEl>
                                          <p:spTgt spid="704534"/>
                                        </p:tgtEl>
                                        <p:attrNameLst>
                                          <p:attrName>style.visibility</p:attrName>
                                        </p:attrNameLst>
                                      </p:cBhvr>
                                      <p:to>
                                        <p:strVal val="visible"/>
                                      </p:to>
                                    </p:set>
                                    <p:anim calcmode="lin" valueType="num">
                                      <p:cBhvr>
                                        <p:cTn id="175" dur="500" fill="hold"/>
                                        <p:tgtEl>
                                          <p:spTgt spid="704534"/>
                                        </p:tgtEl>
                                        <p:attrNameLst>
                                          <p:attrName>ppt_w</p:attrName>
                                        </p:attrNameLst>
                                      </p:cBhvr>
                                      <p:tavLst>
                                        <p:tav tm="0">
                                          <p:val>
                                            <p:fltVal val="0"/>
                                          </p:val>
                                        </p:tav>
                                        <p:tav tm="100000">
                                          <p:val>
                                            <p:strVal val="#ppt_w"/>
                                          </p:val>
                                        </p:tav>
                                      </p:tavLst>
                                    </p:anim>
                                    <p:anim calcmode="lin" valueType="num">
                                      <p:cBhvr>
                                        <p:cTn id="176" dur="500" fill="hold"/>
                                        <p:tgtEl>
                                          <p:spTgt spid="704534"/>
                                        </p:tgtEl>
                                        <p:attrNameLst>
                                          <p:attrName>ppt_h</p:attrName>
                                        </p:attrNameLst>
                                      </p:cBhvr>
                                      <p:tavLst>
                                        <p:tav tm="0">
                                          <p:val>
                                            <p:fltVal val="0"/>
                                          </p:val>
                                        </p:tav>
                                        <p:tav tm="100000">
                                          <p:val>
                                            <p:strVal val="#ppt_h"/>
                                          </p:val>
                                        </p:tav>
                                      </p:tavLst>
                                    </p:anim>
                                    <p:animEffect transition="in" filter="fade">
                                      <p:cBhvr>
                                        <p:cTn id="177" dur="500"/>
                                        <p:tgtEl>
                                          <p:spTgt spid="704534"/>
                                        </p:tgtEl>
                                      </p:cBhvr>
                                    </p:animEffect>
                                  </p:childTnLst>
                                </p:cTn>
                              </p:par>
                            </p:childTnLst>
                          </p:cTn>
                        </p:par>
                      </p:childTnLst>
                    </p:cTn>
                  </p:par>
                  <p:par>
                    <p:cTn id="178" fill="hold" nodeType="clickPar">
                      <p:stCondLst>
                        <p:cond delay="indefinite"/>
                      </p:stCondLst>
                      <p:childTnLst>
                        <p:par>
                          <p:cTn id="179" fill="hold" nodeType="withGroup">
                            <p:stCondLst>
                              <p:cond delay="0"/>
                            </p:stCondLst>
                            <p:childTnLst>
                              <p:par>
                                <p:cTn id="180" presetID="53" presetClass="entr" presetSubtype="0" fill="hold" nodeType="clickEffect">
                                  <p:stCondLst>
                                    <p:cond delay="0"/>
                                  </p:stCondLst>
                                  <p:childTnLst>
                                    <p:set>
                                      <p:cBhvr>
                                        <p:cTn id="181" dur="1" fill="hold">
                                          <p:stCondLst>
                                            <p:cond delay="0"/>
                                          </p:stCondLst>
                                        </p:cTn>
                                        <p:tgtEl>
                                          <p:spTgt spid="704538"/>
                                        </p:tgtEl>
                                        <p:attrNameLst>
                                          <p:attrName>style.visibility</p:attrName>
                                        </p:attrNameLst>
                                      </p:cBhvr>
                                      <p:to>
                                        <p:strVal val="visible"/>
                                      </p:to>
                                    </p:set>
                                    <p:anim calcmode="lin" valueType="num">
                                      <p:cBhvr>
                                        <p:cTn id="182" dur="500" fill="hold"/>
                                        <p:tgtEl>
                                          <p:spTgt spid="704538"/>
                                        </p:tgtEl>
                                        <p:attrNameLst>
                                          <p:attrName>ppt_w</p:attrName>
                                        </p:attrNameLst>
                                      </p:cBhvr>
                                      <p:tavLst>
                                        <p:tav tm="0">
                                          <p:val>
                                            <p:fltVal val="0"/>
                                          </p:val>
                                        </p:tav>
                                        <p:tav tm="100000">
                                          <p:val>
                                            <p:strVal val="#ppt_w"/>
                                          </p:val>
                                        </p:tav>
                                      </p:tavLst>
                                    </p:anim>
                                    <p:anim calcmode="lin" valueType="num">
                                      <p:cBhvr>
                                        <p:cTn id="183" dur="500" fill="hold"/>
                                        <p:tgtEl>
                                          <p:spTgt spid="704538"/>
                                        </p:tgtEl>
                                        <p:attrNameLst>
                                          <p:attrName>ppt_h</p:attrName>
                                        </p:attrNameLst>
                                      </p:cBhvr>
                                      <p:tavLst>
                                        <p:tav tm="0">
                                          <p:val>
                                            <p:fltVal val="0"/>
                                          </p:val>
                                        </p:tav>
                                        <p:tav tm="100000">
                                          <p:val>
                                            <p:strVal val="#ppt_h"/>
                                          </p:val>
                                        </p:tav>
                                      </p:tavLst>
                                    </p:anim>
                                    <p:animEffect transition="in" filter="fade">
                                      <p:cBhvr>
                                        <p:cTn id="184" dur="500"/>
                                        <p:tgtEl>
                                          <p:spTgt spid="704538"/>
                                        </p:tgtEl>
                                      </p:cBhvr>
                                    </p:animEffect>
                                  </p:childTnLst>
                                </p:cTn>
                              </p:par>
                            </p:childTnLst>
                          </p:cTn>
                        </p:par>
                        <p:par>
                          <p:cTn id="185" fill="hold" nodeType="afterGroup">
                            <p:stCondLst>
                              <p:cond delay="500"/>
                            </p:stCondLst>
                            <p:childTnLst>
                              <p:par>
                                <p:cTn id="186" presetID="53" presetClass="entr" presetSubtype="0" fill="hold" grpId="0" nodeType="afterEffect">
                                  <p:stCondLst>
                                    <p:cond delay="0"/>
                                  </p:stCondLst>
                                  <p:childTnLst>
                                    <p:set>
                                      <p:cBhvr>
                                        <p:cTn id="187" dur="1" fill="hold">
                                          <p:stCondLst>
                                            <p:cond delay="0"/>
                                          </p:stCondLst>
                                        </p:cTn>
                                        <p:tgtEl>
                                          <p:spTgt spid="704537"/>
                                        </p:tgtEl>
                                        <p:attrNameLst>
                                          <p:attrName>style.visibility</p:attrName>
                                        </p:attrNameLst>
                                      </p:cBhvr>
                                      <p:to>
                                        <p:strVal val="visible"/>
                                      </p:to>
                                    </p:set>
                                    <p:anim calcmode="lin" valueType="num">
                                      <p:cBhvr>
                                        <p:cTn id="188" dur="500" fill="hold"/>
                                        <p:tgtEl>
                                          <p:spTgt spid="704537"/>
                                        </p:tgtEl>
                                        <p:attrNameLst>
                                          <p:attrName>ppt_w</p:attrName>
                                        </p:attrNameLst>
                                      </p:cBhvr>
                                      <p:tavLst>
                                        <p:tav tm="0">
                                          <p:val>
                                            <p:fltVal val="0"/>
                                          </p:val>
                                        </p:tav>
                                        <p:tav tm="100000">
                                          <p:val>
                                            <p:strVal val="#ppt_w"/>
                                          </p:val>
                                        </p:tav>
                                      </p:tavLst>
                                    </p:anim>
                                    <p:anim calcmode="lin" valueType="num">
                                      <p:cBhvr>
                                        <p:cTn id="189" dur="500" fill="hold"/>
                                        <p:tgtEl>
                                          <p:spTgt spid="704537"/>
                                        </p:tgtEl>
                                        <p:attrNameLst>
                                          <p:attrName>ppt_h</p:attrName>
                                        </p:attrNameLst>
                                      </p:cBhvr>
                                      <p:tavLst>
                                        <p:tav tm="0">
                                          <p:val>
                                            <p:fltVal val="0"/>
                                          </p:val>
                                        </p:tav>
                                        <p:tav tm="100000">
                                          <p:val>
                                            <p:strVal val="#ppt_h"/>
                                          </p:val>
                                        </p:tav>
                                      </p:tavLst>
                                    </p:anim>
                                    <p:animEffect transition="in" filter="fade">
                                      <p:cBhvr>
                                        <p:cTn id="190" dur="500"/>
                                        <p:tgtEl>
                                          <p:spTgt spid="704537"/>
                                        </p:tgtEl>
                                      </p:cBhvr>
                                    </p:animEffect>
                                  </p:childTnLst>
                                </p:cTn>
                              </p:par>
                            </p:childTnLst>
                          </p:cTn>
                        </p:par>
                      </p:childTnLst>
                    </p:cTn>
                  </p:par>
                  <p:par>
                    <p:cTn id="191" fill="hold" nodeType="clickPar">
                      <p:stCondLst>
                        <p:cond delay="indefinite"/>
                      </p:stCondLst>
                      <p:childTnLst>
                        <p:par>
                          <p:cTn id="192" fill="hold" nodeType="withGroup">
                            <p:stCondLst>
                              <p:cond delay="0"/>
                            </p:stCondLst>
                            <p:childTnLst>
                              <p:par>
                                <p:cTn id="193" presetID="53" presetClass="entr" presetSubtype="0" fill="hold" nodeType="clickEffect">
                                  <p:stCondLst>
                                    <p:cond delay="0"/>
                                  </p:stCondLst>
                                  <p:childTnLst>
                                    <p:set>
                                      <p:cBhvr>
                                        <p:cTn id="194" dur="1" fill="hold">
                                          <p:stCondLst>
                                            <p:cond delay="0"/>
                                          </p:stCondLst>
                                        </p:cTn>
                                        <p:tgtEl>
                                          <p:spTgt spid="704556"/>
                                        </p:tgtEl>
                                        <p:attrNameLst>
                                          <p:attrName>style.visibility</p:attrName>
                                        </p:attrNameLst>
                                      </p:cBhvr>
                                      <p:to>
                                        <p:strVal val="visible"/>
                                      </p:to>
                                    </p:set>
                                    <p:anim calcmode="lin" valueType="num">
                                      <p:cBhvr>
                                        <p:cTn id="195" dur="500" fill="hold"/>
                                        <p:tgtEl>
                                          <p:spTgt spid="704556"/>
                                        </p:tgtEl>
                                        <p:attrNameLst>
                                          <p:attrName>ppt_w</p:attrName>
                                        </p:attrNameLst>
                                      </p:cBhvr>
                                      <p:tavLst>
                                        <p:tav tm="0">
                                          <p:val>
                                            <p:fltVal val="0"/>
                                          </p:val>
                                        </p:tav>
                                        <p:tav tm="100000">
                                          <p:val>
                                            <p:strVal val="#ppt_w"/>
                                          </p:val>
                                        </p:tav>
                                      </p:tavLst>
                                    </p:anim>
                                    <p:anim calcmode="lin" valueType="num">
                                      <p:cBhvr>
                                        <p:cTn id="196" dur="500" fill="hold"/>
                                        <p:tgtEl>
                                          <p:spTgt spid="704556"/>
                                        </p:tgtEl>
                                        <p:attrNameLst>
                                          <p:attrName>ppt_h</p:attrName>
                                        </p:attrNameLst>
                                      </p:cBhvr>
                                      <p:tavLst>
                                        <p:tav tm="0">
                                          <p:val>
                                            <p:fltVal val="0"/>
                                          </p:val>
                                        </p:tav>
                                        <p:tav tm="100000">
                                          <p:val>
                                            <p:strVal val="#ppt_h"/>
                                          </p:val>
                                        </p:tav>
                                      </p:tavLst>
                                    </p:anim>
                                    <p:animEffect transition="in" filter="fade">
                                      <p:cBhvr>
                                        <p:cTn id="197" dur="500"/>
                                        <p:tgtEl>
                                          <p:spTgt spid="704556"/>
                                        </p:tgtEl>
                                      </p:cBhvr>
                                    </p:animEffect>
                                  </p:childTnLst>
                                </p:cTn>
                              </p:par>
                            </p:childTnLst>
                          </p:cTn>
                        </p:par>
                      </p:childTnLst>
                    </p:cTn>
                  </p:par>
                  <p:par>
                    <p:cTn id="198" fill="hold" nodeType="clickPar">
                      <p:stCondLst>
                        <p:cond delay="indefinite"/>
                      </p:stCondLst>
                      <p:childTnLst>
                        <p:par>
                          <p:cTn id="199" fill="hold" nodeType="withGroup">
                            <p:stCondLst>
                              <p:cond delay="0"/>
                            </p:stCondLst>
                            <p:childTnLst>
                              <p:par>
                                <p:cTn id="200" presetID="53" presetClass="entr" presetSubtype="0" fill="hold" nodeType="clickEffect">
                                  <p:stCondLst>
                                    <p:cond delay="0"/>
                                  </p:stCondLst>
                                  <p:childTnLst>
                                    <p:set>
                                      <p:cBhvr>
                                        <p:cTn id="201" dur="1" fill="hold">
                                          <p:stCondLst>
                                            <p:cond delay="0"/>
                                          </p:stCondLst>
                                        </p:cTn>
                                        <p:tgtEl>
                                          <p:spTgt spid="704544"/>
                                        </p:tgtEl>
                                        <p:attrNameLst>
                                          <p:attrName>style.visibility</p:attrName>
                                        </p:attrNameLst>
                                      </p:cBhvr>
                                      <p:to>
                                        <p:strVal val="visible"/>
                                      </p:to>
                                    </p:set>
                                    <p:anim calcmode="lin" valueType="num">
                                      <p:cBhvr>
                                        <p:cTn id="202" dur="500" fill="hold"/>
                                        <p:tgtEl>
                                          <p:spTgt spid="704544"/>
                                        </p:tgtEl>
                                        <p:attrNameLst>
                                          <p:attrName>ppt_w</p:attrName>
                                        </p:attrNameLst>
                                      </p:cBhvr>
                                      <p:tavLst>
                                        <p:tav tm="0">
                                          <p:val>
                                            <p:fltVal val="0"/>
                                          </p:val>
                                        </p:tav>
                                        <p:tav tm="100000">
                                          <p:val>
                                            <p:strVal val="#ppt_w"/>
                                          </p:val>
                                        </p:tav>
                                      </p:tavLst>
                                    </p:anim>
                                    <p:anim calcmode="lin" valueType="num">
                                      <p:cBhvr>
                                        <p:cTn id="203" dur="500" fill="hold"/>
                                        <p:tgtEl>
                                          <p:spTgt spid="704544"/>
                                        </p:tgtEl>
                                        <p:attrNameLst>
                                          <p:attrName>ppt_h</p:attrName>
                                        </p:attrNameLst>
                                      </p:cBhvr>
                                      <p:tavLst>
                                        <p:tav tm="0">
                                          <p:val>
                                            <p:fltVal val="0"/>
                                          </p:val>
                                        </p:tav>
                                        <p:tav tm="100000">
                                          <p:val>
                                            <p:strVal val="#ppt_h"/>
                                          </p:val>
                                        </p:tav>
                                      </p:tavLst>
                                    </p:anim>
                                    <p:animEffect transition="in" filter="fade">
                                      <p:cBhvr>
                                        <p:cTn id="204" dur="500"/>
                                        <p:tgtEl>
                                          <p:spTgt spid="704544"/>
                                        </p:tgtEl>
                                      </p:cBhvr>
                                    </p:animEffect>
                                  </p:childTnLst>
                                </p:cTn>
                              </p:par>
                            </p:childTnLst>
                          </p:cTn>
                        </p:par>
                        <p:par>
                          <p:cTn id="205" fill="hold" nodeType="afterGroup">
                            <p:stCondLst>
                              <p:cond delay="500"/>
                            </p:stCondLst>
                            <p:childTnLst>
                              <p:par>
                                <p:cTn id="206" presetID="53" presetClass="entr" presetSubtype="0" fill="hold" nodeType="afterEffect">
                                  <p:stCondLst>
                                    <p:cond delay="0"/>
                                  </p:stCondLst>
                                  <p:childTnLst>
                                    <p:set>
                                      <p:cBhvr>
                                        <p:cTn id="207" dur="1" fill="hold">
                                          <p:stCondLst>
                                            <p:cond delay="0"/>
                                          </p:stCondLst>
                                        </p:cTn>
                                        <p:tgtEl>
                                          <p:spTgt spid="704545"/>
                                        </p:tgtEl>
                                        <p:attrNameLst>
                                          <p:attrName>style.visibility</p:attrName>
                                        </p:attrNameLst>
                                      </p:cBhvr>
                                      <p:to>
                                        <p:strVal val="visible"/>
                                      </p:to>
                                    </p:set>
                                    <p:anim calcmode="lin" valueType="num">
                                      <p:cBhvr>
                                        <p:cTn id="208" dur="500" fill="hold"/>
                                        <p:tgtEl>
                                          <p:spTgt spid="704545"/>
                                        </p:tgtEl>
                                        <p:attrNameLst>
                                          <p:attrName>ppt_w</p:attrName>
                                        </p:attrNameLst>
                                      </p:cBhvr>
                                      <p:tavLst>
                                        <p:tav tm="0">
                                          <p:val>
                                            <p:fltVal val="0"/>
                                          </p:val>
                                        </p:tav>
                                        <p:tav tm="100000">
                                          <p:val>
                                            <p:strVal val="#ppt_w"/>
                                          </p:val>
                                        </p:tav>
                                      </p:tavLst>
                                    </p:anim>
                                    <p:anim calcmode="lin" valueType="num">
                                      <p:cBhvr>
                                        <p:cTn id="209" dur="500" fill="hold"/>
                                        <p:tgtEl>
                                          <p:spTgt spid="704545"/>
                                        </p:tgtEl>
                                        <p:attrNameLst>
                                          <p:attrName>ppt_h</p:attrName>
                                        </p:attrNameLst>
                                      </p:cBhvr>
                                      <p:tavLst>
                                        <p:tav tm="0">
                                          <p:val>
                                            <p:fltVal val="0"/>
                                          </p:val>
                                        </p:tav>
                                        <p:tav tm="100000">
                                          <p:val>
                                            <p:strVal val="#ppt_h"/>
                                          </p:val>
                                        </p:tav>
                                      </p:tavLst>
                                    </p:anim>
                                    <p:animEffect transition="in" filter="fade">
                                      <p:cBhvr>
                                        <p:cTn id="210" dur="500"/>
                                        <p:tgtEl>
                                          <p:spTgt spid="704545"/>
                                        </p:tgtEl>
                                      </p:cBhvr>
                                    </p:animEffect>
                                  </p:childTnLst>
                                </p:cTn>
                              </p:par>
                            </p:childTnLst>
                          </p:cTn>
                        </p:par>
                        <p:par>
                          <p:cTn id="211" fill="hold" nodeType="afterGroup">
                            <p:stCondLst>
                              <p:cond delay="1000"/>
                            </p:stCondLst>
                            <p:childTnLst>
                              <p:par>
                                <p:cTn id="212" presetID="53" presetClass="entr" presetSubtype="0" fill="hold" nodeType="afterEffect">
                                  <p:stCondLst>
                                    <p:cond delay="0"/>
                                  </p:stCondLst>
                                  <p:childTnLst>
                                    <p:set>
                                      <p:cBhvr>
                                        <p:cTn id="213" dur="1" fill="hold">
                                          <p:stCondLst>
                                            <p:cond delay="0"/>
                                          </p:stCondLst>
                                        </p:cTn>
                                        <p:tgtEl>
                                          <p:spTgt spid="704546"/>
                                        </p:tgtEl>
                                        <p:attrNameLst>
                                          <p:attrName>style.visibility</p:attrName>
                                        </p:attrNameLst>
                                      </p:cBhvr>
                                      <p:to>
                                        <p:strVal val="visible"/>
                                      </p:to>
                                    </p:set>
                                    <p:anim calcmode="lin" valueType="num">
                                      <p:cBhvr>
                                        <p:cTn id="214" dur="500" fill="hold"/>
                                        <p:tgtEl>
                                          <p:spTgt spid="704546"/>
                                        </p:tgtEl>
                                        <p:attrNameLst>
                                          <p:attrName>ppt_w</p:attrName>
                                        </p:attrNameLst>
                                      </p:cBhvr>
                                      <p:tavLst>
                                        <p:tav tm="0">
                                          <p:val>
                                            <p:fltVal val="0"/>
                                          </p:val>
                                        </p:tav>
                                        <p:tav tm="100000">
                                          <p:val>
                                            <p:strVal val="#ppt_w"/>
                                          </p:val>
                                        </p:tav>
                                      </p:tavLst>
                                    </p:anim>
                                    <p:anim calcmode="lin" valueType="num">
                                      <p:cBhvr>
                                        <p:cTn id="215" dur="500" fill="hold"/>
                                        <p:tgtEl>
                                          <p:spTgt spid="704546"/>
                                        </p:tgtEl>
                                        <p:attrNameLst>
                                          <p:attrName>ppt_h</p:attrName>
                                        </p:attrNameLst>
                                      </p:cBhvr>
                                      <p:tavLst>
                                        <p:tav tm="0">
                                          <p:val>
                                            <p:fltVal val="0"/>
                                          </p:val>
                                        </p:tav>
                                        <p:tav tm="100000">
                                          <p:val>
                                            <p:strVal val="#ppt_h"/>
                                          </p:val>
                                        </p:tav>
                                      </p:tavLst>
                                    </p:anim>
                                    <p:animEffect transition="in" filter="fade">
                                      <p:cBhvr>
                                        <p:cTn id="216" dur="500"/>
                                        <p:tgtEl>
                                          <p:spTgt spid="704546"/>
                                        </p:tgtEl>
                                      </p:cBhvr>
                                    </p:animEffect>
                                  </p:childTnLst>
                                </p:cTn>
                              </p:par>
                            </p:childTnLst>
                          </p:cTn>
                        </p:par>
                        <p:par>
                          <p:cTn id="217" fill="hold" nodeType="afterGroup">
                            <p:stCondLst>
                              <p:cond delay="1500"/>
                            </p:stCondLst>
                            <p:childTnLst>
                              <p:par>
                                <p:cTn id="218" presetID="53" presetClass="entr" presetSubtype="0" fill="hold" grpId="0" nodeType="afterEffect">
                                  <p:stCondLst>
                                    <p:cond delay="0"/>
                                  </p:stCondLst>
                                  <p:childTnLst>
                                    <p:set>
                                      <p:cBhvr>
                                        <p:cTn id="219" dur="1" fill="hold">
                                          <p:stCondLst>
                                            <p:cond delay="0"/>
                                          </p:stCondLst>
                                        </p:cTn>
                                        <p:tgtEl>
                                          <p:spTgt spid="704542"/>
                                        </p:tgtEl>
                                        <p:attrNameLst>
                                          <p:attrName>style.visibility</p:attrName>
                                        </p:attrNameLst>
                                      </p:cBhvr>
                                      <p:to>
                                        <p:strVal val="visible"/>
                                      </p:to>
                                    </p:set>
                                    <p:anim calcmode="lin" valueType="num">
                                      <p:cBhvr>
                                        <p:cTn id="220" dur="500" fill="hold"/>
                                        <p:tgtEl>
                                          <p:spTgt spid="704542"/>
                                        </p:tgtEl>
                                        <p:attrNameLst>
                                          <p:attrName>ppt_w</p:attrName>
                                        </p:attrNameLst>
                                      </p:cBhvr>
                                      <p:tavLst>
                                        <p:tav tm="0">
                                          <p:val>
                                            <p:fltVal val="0"/>
                                          </p:val>
                                        </p:tav>
                                        <p:tav tm="100000">
                                          <p:val>
                                            <p:strVal val="#ppt_w"/>
                                          </p:val>
                                        </p:tav>
                                      </p:tavLst>
                                    </p:anim>
                                    <p:anim calcmode="lin" valueType="num">
                                      <p:cBhvr>
                                        <p:cTn id="221" dur="500" fill="hold"/>
                                        <p:tgtEl>
                                          <p:spTgt spid="704542"/>
                                        </p:tgtEl>
                                        <p:attrNameLst>
                                          <p:attrName>ppt_h</p:attrName>
                                        </p:attrNameLst>
                                      </p:cBhvr>
                                      <p:tavLst>
                                        <p:tav tm="0">
                                          <p:val>
                                            <p:fltVal val="0"/>
                                          </p:val>
                                        </p:tav>
                                        <p:tav tm="100000">
                                          <p:val>
                                            <p:strVal val="#ppt_h"/>
                                          </p:val>
                                        </p:tav>
                                      </p:tavLst>
                                    </p:anim>
                                    <p:animEffect transition="in" filter="fade">
                                      <p:cBhvr>
                                        <p:cTn id="222" dur="500"/>
                                        <p:tgtEl>
                                          <p:spTgt spid="704542"/>
                                        </p:tgtEl>
                                      </p:cBhvr>
                                    </p:animEffect>
                                  </p:childTnLst>
                                </p:cTn>
                              </p:par>
                            </p:childTnLst>
                          </p:cTn>
                        </p:par>
                        <p:par>
                          <p:cTn id="223" fill="hold" nodeType="afterGroup">
                            <p:stCondLst>
                              <p:cond delay="2000"/>
                            </p:stCondLst>
                            <p:childTnLst>
                              <p:par>
                                <p:cTn id="224" presetID="53" presetClass="entr" presetSubtype="0" fill="hold" grpId="0" nodeType="afterEffect">
                                  <p:stCondLst>
                                    <p:cond delay="0"/>
                                  </p:stCondLst>
                                  <p:childTnLst>
                                    <p:set>
                                      <p:cBhvr>
                                        <p:cTn id="225" dur="1" fill="hold">
                                          <p:stCondLst>
                                            <p:cond delay="0"/>
                                          </p:stCondLst>
                                        </p:cTn>
                                        <p:tgtEl>
                                          <p:spTgt spid="704541"/>
                                        </p:tgtEl>
                                        <p:attrNameLst>
                                          <p:attrName>style.visibility</p:attrName>
                                        </p:attrNameLst>
                                      </p:cBhvr>
                                      <p:to>
                                        <p:strVal val="visible"/>
                                      </p:to>
                                    </p:set>
                                    <p:anim calcmode="lin" valueType="num">
                                      <p:cBhvr>
                                        <p:cTn id="226" dur="500" fill="hold"/>
                                        <p:tgtEl>
                                          <p:spTgt spid="704541"/>
                                        </p:tgtEl>
                                        <p:attrNameLst>
                                          <p:attrName>ppt_w</p:attrName>
                                        </p:attrNameLst>
                                      </p:cBhvr>
                                      <p:tavLst>
                                        <p:tav tm="0">
                                          <p:val>
                                            <p:fltVal val="0"/>
                                          </p:val>
                                        </p:tav>
                                        <p:tav tm="100000">
                                          <p:val>
                                            <p:strVal val="#ppt_w"/>
                                          </p:val>
                                        </p:tav>
                                      </p:tavLst>
                                    </p:anim>
                                    <p:anim calcmode="lin" valueType="num">
                                      <p:cBhvr>
                                        <p:cTn id="227" dur="500" fill="hold"/>
                                        <p:tgtEl>
                                          <p:spTgt spid="704541"/>
                                        </p:tgtEl>
                                        <p:attrNameLst>
                                          <p:attrName>ppt_h</p:attrName>
                                        </p:attrNameLst>
                                      </p:cBhvr>
                                      <p:tavLst>
                                        <p:tav tm="0">
                                          <p:val>
                                            <p:fltVal val="0"/>
                                          </p:val>
                                        </p:tav>
                                        <p:tav tm="100000">
                                          <p:val>
                                            <p:strVal val="#ppt_h"/>
                                          </p:val>
                                        </p:tav>
                                      </p:tavLst>
                                    </p:anim>
                                    <p:animEffect transition="in" filter="fade">
                                      <p:cBhvr>
                                        <p:cTn id="228" dur="500"/>
                                        <p:tgtEl>
                                          <p:spTgt spid="704541"/>
                                        </p:tgtEl>
                                      </p:cBhvr>
                                    </p:animEffect>
                                  </p:childTnLst>
                                </p:cTn>
                              </p:par>
                            </p:childTnLst>
                          </p:cTn>
                        </p:par>
                        <p:par>
                          <p:cTn id="229" fill="hold" nodeType="afterGroup">
                            <p:stCondLst>
                              <p:cond delay="2500"/>
                            </p:stCondLst>
                            <p:childTnLst>
                              <p:par>
                                <p:cTn id="230" presetID="53" presetClass="entr" presetSubtype="0" fill="hold" grpId="0" nodeType="afterEffect">
                                  <p:stCondLst>
                                    <p:cond delay="0"/>
                                  </p:stCondLst>
                                  <p:childTnLst>
                                    <p:set>
                                      <p:cBhvr>
                                        <p:cTn id="231" dur="1" fill="hold">
                                          <p:stCondLst>
                                            <p:cond delay="0"/>
                                          </p:stCondLst>
                                        </p:cTn>
                                        <p:tgtEl>
                                          <p:spTgt spid="704543"/>
                                        </p:tgtEl>
                                        <p:attrNameLst>
                                          <p:attrName>style.visibility</p:attrName>
                                        </p:attrNameLst>
                                      </p:cBhvr>
                                      <p:to>
                                        <p:strVal val="visible"/>
                                      </p:to>
                                    </p:set>
                                    <p:anim calcmode="lin" valueType="num">
                                      <p:cBhvr>
                                        <p:cTn id="232" dur="500" fill="hold"/>
                                        <p:tgtEl>
                                          <p:spTgt spid="704543"/>
                                        </p:tgtEl>
                                        <p:attrNameLst>
                                          <p:attrName>ppt_w</p:attrName>
                                        </p:attrNameLst>
                                      </p:cBhvr>
                                      <p:tavLst>
                                        <p:tav tm="0">
                                          <p:val>
                                            <p:fltVal val="0"/>
                                          </p:val>
                                        </p:tav>
                                        <p:tav tm="100000">
                                          <p:val>
                                            <p:strVal val="#ppt_w"/>
                                          </p:val>
                                        </p:tav>
                                      </p:tavLst>
                                    </p:anim>
                                    <p:anim calcmode="lin" valueType="num">
                                      <p:cBhvr>
                                        <p:cTn id="233" dur="500" fill="hold"/>
                                        <p:tgtEl>
                                          <p:spTgt spid="704543"/>
                                        </p:tgtEl>
                                        <p:attrNameLst>
                                          <p:attrName>ppt_h</p:attrName>
                                        </p:attrNameLst>
                                      </p:cBhvr>
                                      <p:tavLst>
                                        <p:tav tm="0">
                                          <p:val>
                                            <p:fltVal val="0"/>
                                          </p:val>
                                        </p:tav>
                                        <p:tav tm="100000">
                                          <p:val>
                                            <p:strVal val="#ppt_h"/>
                                          </p:val>
                                        </p:tav>
                                      </p:tavLst>
                                    </p:anim>
                                    <p:animEffect transition="in" filter="fade">
                                      <p:cBhvr>
                                        <p:cTn id="234" dur="500"/>
                                        <p:tgtEl>
                                          <p:spTgt spid="704543"/>
                                        </p:tgtEl>
                                      </p:cBhvr>
                                    </p:animEffect>
                                  </p:childTnLst>
                                </p:cTn>
                              </p:par>
                            </p:childTnLst>
                          </p:cTn>
                        </p:par>
                      </p:childTnLst>
                    </p:cTn>
                  </p:par>
                  <p:par>
                    <p:cTn id="235" fill="hold" nodeType="clickPar">
                      <p:stCondLst>
                        <p:cond delay="indefinite"/>
                      </p:stCondLst>
                      <p:childTnLst>
                        <p:par>
                          <p:cTn id="236" fill="hold" nodeType="withGroup">
                            <p:stCondLst>
                              <p:cond delay="0"/>
                            </p:stCondLst>
                            <p:childTnLst>
                              <p:par>
                                <p:cTn id="237" presetID="53" presetClass="entr" presetSubtype="0" fill="hold" nodeType="clickEffect">
                                  <p:stCondLst>
                                    <p:cond delay="0"/>
                                  </p:stCondLst>
                                  <p:childTnLst>
                                    <p:set>
                                      <p:cBhvr>
                                        <p:cTn id="238" dur="1" fill="hold">
                                          <p:stCondLst>
                                            <p:cond delay="0"/>
                                          </p:stCondLst>
                                        </p:cTn>
                                        <p:tgtEl>
                                          <p:spTgt spid="704557"/>
                                        </p:tgtEl>
                                        <p:attrNameLst>
                                          <p:attrName>style.visibility</p:attrName>
                                        </p:attrNameLst>
                                      </p:cBhvr>
                                      <p:to>
                                        <p:strVal val="visible"/>
                                      </p:to>
                                    </p:set>
                                    <p:anim calcmode="lin" valueType="num">
                                      <p:cBhvr>
                                        <p:cTn id="239" dur="500" fill="hold"/>
                                        <p:tgtEl>
                                          <p:spTgt spid="704557"/>
                                        </p:tgtEl>
                                        <p:attrNameLst>
                                          <p:attrName>ppt_w</p:attrName>
                                        </p:attrNameLst>
                                      </p:cBhvr>
                                      <p:tavLst>
                                        <p:tav tm="0">
                                          <p:val>
                                            <p:fltVal val="0"/>
                                          </p:val>
                                        </p:tav>
                                        <p:tav tm="100000">
                                          <p:val>
                                            <p:strVal val="#ppt_w"/>
                                          </p:val>
                                        </p:tav>
                                      </p:tavLst>
                                    </p:anim>
                                    <p:anim calcmode="lin" valueType="num">
                                      <p:cBhvr>
                                        <p:cTn id="240" dur="500" fill="hold"/>
                                        <p:tgtEl>
                                          <p:spTgt spid="704557"/>
                                        </p:tgtEl>
                                        <p:attrNameLst>
                                          <p:attrName>ppt_h</p:attrName>
                                        </p:attrNameLst>
                                      </p:cBhvr>
                                      <p:tavLst>
                                        <p:tav tm="0">
                                          <p:val>
                                            <p:fltVal val="0"/>
                                          </p:val>
                                        </p:tav>
                                        <p:tav tm="100000">
                                          <p:val>
                                            <p:strVal val="#ppt_h"/>
                                          </p:val>
                                        </p:tav>
                                      </p:tavLst>
                                    </p:anim>
                                    <p:animEffect transition="in" filter="fade">
                                      <p:cBhvr>
                                        <p:cTn id="241" dur="500"/>
                                        <p:tgtEl>
                                          <p:spTgt spid="704557"/>
                                        </p:tgtEl>
                                      </p:cBhvr>
                                    </p:animEffect>
                                  </p:childTnLst>
                                </p:cTn>
                              </p:par>
                            </p:childTnLst>
                          </p:cTn>
                        </p:par>
                      </p:childTnLst>
                    </p:cTn>
                  </p:par>
                  <p:par>
                    <p:cTn id="242" fill="hold" nodeType="clickPar">
                      <p:stCondLst>
                        <p:cond delay="indefinite"/>
                      </p:stCondLst>
                      <p:childTnLst>
                        <p:par>
                          <p:cTn id="243" fill="hold" nodeType="withGroup">
                            <p:stCondLst>
                              <p:cond delay="0"/>
                            </p:stCondLst>
                            <p:childTnLst>
                              <p:par>
                                <p:cTn id="244" presetID="53" presetClass="entr" presetSubtype="0" fill="hold" nodeType="clickEffect">
                                  <p:stCondLst>
                                    <p:cond delay="0"/>
                                  </p:stCondLst>
                                  <p:childTnLst>
                                    <p:set>
                                      <p:cBhvr>
                                        <p:cTn id="245" dur="1" fill="hold">
                                          <p:stCondLst>
                                            <p:cond delay="0"/>
                                          </p:stCondLst>
                                        </p:cTn>
                                        <p:tgtEl>
                                          <p:spTgt spid="704548"/>
                                        </p:tgtEl>
                                        <p:attrNameLst>
                                          <p:attrName>style.visibility</p:attrName>
                                        </p:attrNameLst>
                                      </p:cBhvr>
                                      <p:to>
                                        <p:strVal val="visible"/>
                                      </p:to>
                                    </p:set>
                                    <p:anim calcmode="lin" valueType="num">
                                      <p:cBhvr>
                                        <p:cTn id="246" dur="500" fill="hold"/>
                                        <p:tgtEl>
                                          <p:spTgt spid="704548"/>
                                        </p:tgtEl>
                                        <p:attrNameLst>
                                          <p:attrName>ppt_w</p:attrName>
                                        </p:attrNameLst>
                                      </p:cBhvr>
                                      <p:tavLst>
                                        <p:tav tm="0">
                                          <p:val>
                                            <p:fltVal val="0"/>
                                          </p:val>
                                        </p:tav>
                                        <p:tav tm="100000">
                                          <p:val>
                                            <p:strVal val="#ppt_w"/>
                                          </p:val>
                                        </p:tav>
                                      </p:tavLst>
                                    </p:anim>
                                    <p:anim calcmode="lin" valueType="num">
                                      <p:cBhvr>
                                        <p:cTn id="247" dur="500" fill="hold"/>
                                        <p:tgtEl>
                                          <p:spTgt spid="704548"/>
                                        </p:tgtEl>
                                        <p:attrNameLst>
                                          <p:attrName>ppt_h</p:attrName>
                                        </p:attrNameLst>
                                      </p:cBhvr>
                                      <p:tavLst>
                                        <p:tav tm="0">
                                          <p:val>
                                            <p:fltVal val="0"/>
                                          </p:val>
                                        </p:tav>
                                        <p:tav tm="100000">
                                          <p:val>
                                            <p:strVal val="#ppt_h"/>
                                          </p:val>
                                        </p:tav>
                                      </p:tavLst>
                                    </p:anim>
                                    <p:animEffect transition="in" filter="fade">
                                      <p:cBhvr>
                                        <p:cTn id="248" dur="500"/>
                                        <p:tgtEl>
                                          <p:spTgt spid="704548"/>
                                        </p:tgtEl>
                                      </p:cBhvr>
                                    </p:animEffect>
                                  </p:childTnLst>
                                </p:cTn>
                              </p:par>
                            </p:childTnLst>
                          </p:cTn>
                        </p:par>
                        <p:par>
                          <p:cTn id="249" fill="hold" nodeType="afterGroup">
                            <p:stCondLst>
                              <p:cond delay="500"/>
                            </p:stCondLst>
                            <p:childTnLst>
                              <p:par>
                                <p:cTn id="250" presetID="53" presetClass="entr" presetSubtype="0" fill="hold" grpId="0" nodeType="afterEffect">
                                  <p:stCondLst>
                                    <p:cond delay="0"/>
                                  </p:stCondLst>
                                  <p:childTnLst>
                                    <p:set>
                                      <p:cBhvr>
                                        <p:cTn id="251" dur="1" fill="hold">
                                          <p:stCondLst>
                                            <p:cond delay="0"/>
                                          </p:stCondLst>
                                        </p:cTn>
                                        <p:tgtEl>
                                          <p:spTgt spid="704547"/>
                                        </p:tgtEl>
                                        <p:attrNameLst>
                                          <p:attrName>style.visibility</p:attrName>
                                        </p:attrNameLst>
                                      </p:cBhvr>
                                      <p:to>
                                        <p:strVal val="visible"/>
                                      </p:to>
                                    </p:set>
                                    <p:anim calcmode="lin" valueType="num">
                                      <p:cBhvr>
                                        <p:cTn id="252" dur="500" fill="hold"/>
                                        <p:tgtEl>
                                          <p:spTgt spid="704547"/>
                                        </p:tgtEl>
                                        <p:attrNameLst>
                                          <p:attrName>ppt_w</p:attrName>
                                        </p:attrNameLst>
                                      </p:cBhvr>
                                      <p:tavLst>
                                        <p:tav tm="0">
                                          <p:val>
                                            <p:fltVal val="0"/>
                                          </p:val>
                                        </p:tav>
                                        <p:tav tm="100000">
                                          <p:val>
                                            <p:strVal val="#ppt_w"/>
                                          </p:val>
                                        </p:tav>
                                      </p:tavLst>
                                    </p:anim>
                                    <p:anim calcmode="lin" valueType="num">
                                      <p:cBhvr>
                                        <p:cTn id="253" dur="500" fill="hold"/>
                                        <p:tgtEl>
                                          <p:spTgt spid="704547"/>
                                        </p:tgtEl>
                                        <p:attrNameLst>
                                          <p:attrName>ppt_h</p:attrName>
                                        </p:attrNameLst>
                                      </p:cBhvr>
                                      <p:tavLst>
                                        <p:tav tm="0">
                                          <p:val>
                                            <p:fltVal val="0"/>
                                          </p:val>
                                        </p:tav>
                                        <p:tav tm="100000">
                                          <p:val>
                                            <p:strVal val="#ppt_h"/>
                                          </p:val>
                                        </p:tav>
                                      </p:tavLst>
                                    </p:anim>
                                    <p:animEffect transition="in" filter="fade">
                                      <p:cBhvr>
                                        <p:cTn id="254" dur="500"/>
                                        <p:tgtEl>
                                          <p:spTgt spid="704547"/>
                                        </p:tgtEl>
                                      </p:cBhvr>
                                    </p:animEffect>
                                  </p:childTnLst>
                                </p:cTn>
                              </p:par>
                            </p:childTnLst>
                          </p:cTn>
                        </p:par>
                      </p:childTnLst>
                    </p:cTn>
                  </p:par>
                  <p:par>
                    <p:cTn id="255" fill="hold" nodeType="clickPar">
                      <p:stCondLst>
                        <p:cond delay="indefinite"/>
                      </p:stCondLst>
                      <p:childTnLst>
                        <p:par>
                          <p:cTn id="256" fill="hold" nodeType="withGroup">
                            <p:stCondLst>
                              <p:cond delay="0"/>
                            </p:stCondLst>
                            <p:childTnLst>
                              <p:par>
                                <p:cTn id="257" presetID="53" presetClass="entr" presetSubtype="0" fill="hold" nodeType="clickEffect">
                                  <p:stCondLst>
                                    <p:cond delay="0"/>
                                  </p:stCondLst>
                                  <p:childTnLst>
                                    <p:set>
                                      <p:cBhvr>
                                        <p:cTn id="258" dur="1" fill="hold">
                                          <p:stCondLst>
                                            <p:cond delay="0"/>
                                          </p:stCondLst>
                                        </p:cTn>
                                        <p:tgtEl>
                                          <p:spTgt spid="49"/>
                                        </p:tgtEl>
                                        <p:attrNameLst>
                                          <p:attrName>style.visibility</p:attrName>
                                        </p:attrNameLst>
                                      </p:cBhvr>
                                      <p:to>
                                        <p:strVal val="visible"/>
                                      </p:to>
                                    </p:set>
                                    <p:anim calcmode="lin" valueType="num">
                                      <p:cBhvr>
                                        <p:cTn id="259" dur="500" fill="hold"/>
                                        <p:tgtEl>
                                          <p:spTgt spid="49"/>
                                        </p:tgtEl>
                                        <p:attrNameLst>
                                          <p:attrName>ppt_w</p:attrName>
                                        </p:attrNameLst>
                                      </p:cBhvr>
                                      <p:tavLst>
                                        <p:tav tm="0">
                                          <p:val>
                                            <p:fltVal val="0"/>
                                          </p:val>
                                        </p:tav>
                                        <p:tav tm="100000">
                                          <p:val>
                                            <p:strVal val="#ppt_w"/>
                                          </p:val>
                                        </p:tav>
                                      </p:tavLst>
                                    </p:anim>
                                    <p:anim calcmode="lin" valueType="num">
                                      <p:cBhvr>
                                        <p:cTn id="260" dur="500" fill="hold"/>
                                        <p:tgtEl>
                                          <p:spTgt spid="49"/>
                                        </p:tgtEl>
                                        <p:attrNameLst>
                                          <p:attrName>ppt_h</p:attrName>
                                        </p:attrNameLst>
                                      </p:cBhvr>
                                      <p:tavLst>
                                        <p:tav tm="0">
                                          <p:val>
                                            <p:fltVal val="0"/>
                                          </p:val>
                                        </p:tav>
                                        <p:tav tm="100000">
                                          <p:val>
                                            <p:strVal val="#ppt_h"/>
                                          </p:val>
                                        </p:tav>
                                      </p:tavLst>
                                    </p:anim>
                                    <p:animEffect transition="in" filter="fade">
                                      <p:cBhvr>
                                        <p:cTn id="261" dur="500"/>
                                        <p:tgtEl>
                                          <p:spTgt spid="49"/>
                                        </p:tgtEl>
                                      </p:cBhvr>
                                    </p:animEffect>
                                  </p:childTnLst>
                                </p:cTn>
                              </p:par>
                            </p:childTnLst>
                          </p:cTn>
                        </p:par>
                      </p:childTnLst>
                    </p:cTn>
                  </p:par>
                  <p:par>
                    <p:cTn id="262" fill="hold" nodeType="clickPar">
                      <p:stCondLst>
                        <p:cond delay="indefinite"/>
                      </p:stCondLst>
                      <p:childTnLst>
                        <p:par>
                          <p:cTn id="263" fill="hold" nodeType="withGroup">
                            <p:stCondLst>
                              <p:cond delay="0"/>
                            </p:stCondLst>
                            <p:childTnLst>
                              <p:par>
                                <p:cTn id="264" presetID="53" presetClass="entr" presetSubtype="0" fill="hold" nodeType="clickEffect">
                                  <p:stCondLst>
                                    <p:cond delay="0"/>
                                  </p:stCondLst>
                                  <p:childTnLst>
                                    <p:set>
                                      <p:cBhvr>
                                        <p:cTn id="265" dur="1" fill="hold">
                                          <p:stCondLst>
                                            <p:cond delay="0"/>
                                          </p:stCondLst>
                                        </p:cTn>
                                        <p:tgtEl>
                                          <p:spTgt spid="704550"/>
                                        </p:tgtEl>
                                        <p:attrNameLst>
                                          <p:attrName>style.visibility</p:attrName>
                                        </p:attrNameLst>
                                      </p:cBhvr>
                                      <p:to>
                                        <p:strVal val="visible"/>
                                      </p:to>
                                    </p:set>
                                    <p:anim calcmode="lin" valueType="num">
                                      <p:cBhvr>
                                        <p:cTn id="266" dur="500" fill="hold"/>
                                        <p:tgtEl>
                                          <p:spTgt spid="704550"/>
                                        </p:tgtEl>
                                        <p:attrNameLst>
                                          <p:attrName>ppt_w</p:attrName>
                                        </p:attrNameLst>
                                      </p:cBhvr>
                                      <p:tavLst>
                                        <p:tav tm="0">
                                          <p:val>
                                            <p:fltVal val="0"/>
                                          </p:val>
                                        </p:tav>
                                        <p:tav tm="100000">
                                          <p:val>
                                            <p:strVal val="#ppt_w"/>
                                          </p:val>
                                        </p:tav>
                                      </p:tavLst>
                                    </p:anim>
                                    <p:anim calcmode="lin" valueType="num">
                                      <p:cBhvr>
                                        <p:cTn id="267" dur="500" fill="hold"/>
                                        <p:tgtEl>
                                          <p:spTgt spid="704550"/>
                                        </p:tgtEl>
                                        <p:attrNameLst>
                                          <p:attrName>ppt_h</p:attrName>
                                        </p:attrNameLst>
                                      </p:cBhvr>
                                      <p:tavLst>
                                        <p:tav tm="0">
                                          <p:val>
                                            <p:fltVal val="0"/>
                                          </p:val>
                                        </p:tav>
                                        <p:tav tm="100000">
                                          <p:val>
                                            <p:strVal val="#ppt_h"/>
                                          </p:val>
                                        </p:tav>
                                      </p:tavLst>
                                    </p:anim>
                                    <p:animEffect transition="in" filter="fade">
                                      <p:cBhvr>
                                        <p:cTn id="268" dur="500"/>
                                        <p:tgtEl>
                                          <p:spTgt spid="704550"/>
                                        </p:tgtEl>
                                      </p:cBhvr>
                                    </p:animEffect>
                                  </p:childTnLst>
                                </p:cTn>
                              </p:par>
                            </p:childTnLst>
                          </p:cTn>
                        </p:par>
                        <p:par>
                          <p:cTn id="269" fill="hold" nodeType="afterGroup">
                            <p:stCondLst>
                              <p:cond delay="500"/>
                            </p:stCondLst>
                            <p:childTnLst>
                              <p:par>
                                <p:cTn id="270" presetID="53" presetClass="entr" presetSubtype="0" fill="hold" grpId="0" nodeType="afterEffect">
                                  <p:stCondLst>
                                    <p:cond delay="0"/>
                                  </p:stCondLst>
                                  <p:childTnLst>
                                    <p:set>
                                      <p:cBhvr>
                                        <p:cTn id="271" dur="1" fill="hold">
                                          <p:stCondLst>
                                            <p:cond delay="0"/>
                                          </p:stCondLst>
                                        </p:cTn>
                                        <p:tgtEl>
                                          <p:spTgt spid="704549"/>
                                        </p:tgtEl>
                                        <p:attrNameLst>
                                          <p:attrName>style.visibility</p:attrName>
                                        </p:attrNameLst>
                                      </p:cBhvr>
                                      <p:to>
                                        <p:strVal val="visible"/>
                                      </p:to>
                                    </p:set>
                                    <p:anim calcmode="lin" valueType="num">
                                      <p:cBhvr>
                                        <p:cTn id="272" dur="500" fill="hold"/>
                                        <p:tgtEl>
                                          <p:spTgt spid="704549"/>
                                        </p:tgtEl>
                                        <p:attrNameLst>
                                          <p:attrName>ppt_w</p:attrName>
                                        </p:attrNameLst>
                                      </p:cBhvr>
                                      <p:tavLst>
                                        <p:tav tm="0">
                                          <p:val>
                                            <p:fltVal val="0"/>
                                          </p:val>
                                        </p:tav>
                                        <p:tav tm="100000">
                                          <p:val>
                                            <p:strVal val="#ppt_w"/>
                                          </p:val>
                                        </p:tav>
                                      </p:tavLst>
                                    </p:anim>
                                    <p:anim calcmode="lin" valueType="num">
                                      <p:cBhvr>
                                        <p:cTn id="273" dur="500" fill="hold"/>
                                        <p:tgtEl>
                                          <p:spTgt spid="704549"/>
                                        </p:tgtEl>
                                        <p:attrNameLst>
                                          <p:attrName>ppt_h</p:attrName>
                                        </p:attrNameLst>
                                      </p:cBhvr>
                                      <p:tavLst>
                                        <p:tav tm="0">
                                          <p:val>
                                            <p:fltVal val="0"/>
                                          </p:val>
                                        </p:tav>
                                        <p:tav tm="100000">
                                          <p:val>
                                            <p:strVal val="#ppt_h"/>
                                          </p:val>
                                        </p:tav>
                                      </p:tavLst>
                                    </p:anim>
                                    <p:animEffect transition="in" filter="fade">
                                      <p:cBhvr>
                                        <p:cTn id="274" dur="500"/>
                                        <p:tgtEl>
                                          <p:spTgt spid="704549"/>
                                        </p:tgtEl>
                                      </p:cBhvr>
                                    </p:animEffect>
                                  </p:childTnLst>
                                </p:cTn>
                              </p:par>
                            </p:childTnLst>
                          </p:cTn>
                        </p:par>
                      </p:childTnLst>
                    </p:cTn>
                  </p:par>
                  <p:par>
                    <p:cTn id="275" fill="hold" nodeType="clickPar">
                      <p:stCondLst>
                        <p:cond delay="indefinite"/>
                      </p:stCondLst>
                      <p:childTnLst>
                        <p:par>
                          <p:cTn id="276" fill="hold" nodeType="withGroup">
                            <p:stCondLst>
                              <p:cond delay="0"/>
                            </p:stCondLst>
                            <p:childTnLst>
                              <p:par>
                                <p:cTn id="277" presetID="53" presetClass="entr" presetSubtype="0" fill="hold" nodeType="clickEffect">
                                  <p:stCondLst>
                                    <p:cond delay="0"/>
                                  </p:stCondLst>
                                  <p:childTnLst>
                                    <p:set>
                                      <p:cBhvr>
                                        <p:cTn id="278" dur="1" fill="hold">
                                          <p:stCondLst>
                                            <p:cond delay="0"/>
                                          </p:stCondLst>
                                        </p:cTn>
                                        <p:tgtEl>
                                          <p:spTgt spid="704540"/>
                                        </p:tgtEl>
                                        <p:attrNameLst>
                                          <p:attrName>style.visibility</p:attrName>
                                        </p:attrNameLst>
                                      </p:cBhvr>
                                      <p:to>
                                        <p:strVal val="visible"/>
                                      </p:to>
                                    </p:set>
                                    <p:anim calcmode="lin" valueType="num">
                                      <p:cBhvr>
                                        <p:cTn id="279" dur="500" fill="hold"/>
                                        <p:tgtEl>
                                          <p:spTgt spid="704540"/>
                                        </p:tgtEl>
                                        <p:attrNameLst>
                                          <p:attrName>ppt_w</p:attrName>
                                        </p:attrNameLst>
                                      </p:cBhvr>
                                      <p:tavLst>
                                        <p:tav tm="0">
                                          <p:val>
                                            <p:fltVal val="0"/>
                                          </p:val>
                                        </p:tav>
                                        <p:tav tm="100000">
                                          <p:val>
                                            <p:strVal val="#ppt_w"/>
                                          </p:val>
                                        </p:tav>
                                      </p:tavLst>
                                    </p:anim>
                                    <p:anim calcmode="lin" valueType="num">
                                      <p:cBhvr>
                                        <p:cTn id="280" dur="500" fill="hold"/>
                                        <p:tgtEl>
                                          <p:spTgt spid="704540"/>
                                        </p:tgtEl>
                                        <p:attrNameLst>
                                          <p:attrName>ppt_h</p:attrName>
                                        </p:attrNameLst>
                                      </p:cBhvr>
                                      <p:tavLst>
                                        <p:tav tm="0">
                                          <p:val>
                                            <p:fltVal val="0"/>
                                          </p:val>
                                        </p:tav>
                                        <p:tav tm="100000">
                                          <p:val>
                                            <p:strVal val="#ppt_h"/>
                                          </p:val>
                                        </p:tav>
                                      </p:tavLst>
                                    </p:anim>
                                    <p:animEffect transition="in" filter="fade">
                                      <p:cBhvr>
                                        <p:cTn id="281" dur="500"/>
                                        <p:tgtEl>
                                          <p:spTgt spid="704540"/>
                                        </p:tgtEl>
                                      </p:cBhvr>
                                    </p:animEffect>
                                  </p:childTnLst>
                                </p:cTn>
                              </p:par>
                            </p:childTnLst>
                          </p:cTn>
                        </p:par>
                        <p:par>
                          <p:cTn id="282" fill="hold" nodeType="afterGroup">
                            <p:stCondLst>
                              <p:cond delay="500"/>
                            </p:stCondLst>
                            <p:childTnLst>
                              <p:par>
                                <p:cTn id="283" presetID="53" presetClass="entr" presetSubtype="0" fill="hold" grpId="0" nodeType="afterEffect">
                                  <p:stCondLst>
                                    <p:cond delay="0"/>
                                  </p:stCondLst>
                                  <p:childTnLst>
                                    <p:set>
                                      <p:cBhvr>
                                        <p:cTn id="284" dur="1" fill="hold">
                                          <p:stCondLst>
                                            <p:cond delay="0"/>
                                          </p:stCondLst>
                                        </p:cTn>
                                        <p:tgtEl>
                                          <p:spTgt spid="704539"/>
                                        </p:tgtEl>
                                        <p:attrNameLst>
                                          <p:attrName>style.visibility</p:attrName>
                                        </p:attrNameLst>
                                      </p:cBhvr>
                                      <p:to>
                                        <p:strVal val="visible"/>
                                      </p:to>
                                    </p:set>
                                    <p:anim calcmode="lin" valueType="num">
                                      <p:cBhvr>
                                        <p:cTn id="285" dur="500" fill="hold"/>
                                        <p:tgtEl>
                                          <p:spTgt spid="704539"/>
                                        </p:tgtEl>
                                        <p:attrNameLst>
                                          <p:attrName>ppt_w</p:attrName>
                                        </p:attrNameLst>
                                      </p:cBhvr>
                                      <p:tavLst>
                                        <p:tav tm="0">
                                          <p:val>
                                            <p:fltVal val="0"/>
                                          </p:val>
                                        </p:tav>
                                        <p:tav tm="100000">
                                          <p:val>
                                            <p:strVal val="#ppt_w"/>
                                          </p:val>
                                        </p:tav>
                                      </p:tavLst>
                                    </p:anim>
                                    <p:anim calcmode="lin" valueType="num">
                                      <p:cBhvr>
                                        <p:cTn id="286" dur="500" fill="hold"/>
                                        <p:tgtEl>
                                          <p:spTgt spid="704539"/>
                                        </p:tgtEl>
                                        <p:attrNameLst>
                                          <p:attrName>ppt_h</p:attrName>
                                        </p:attrNameLst>
                                      </p:cBhvr>
                                      <p:tavLst>
                                        <p:tav tm="0">
                                          <p:val>
                                            <p:fltVal val="0"/>
                                          </p:val>
                                        </p:tav>
                                        <p:tav tm="100000">
                                          <p:val>
                                            <p:strVal val="#ppt_h"/>
                                          </p:val>
                                        </p:tav>
                                      </p:tavLst>
                                    </p:anim>
                                    <p:animEffect transition="in" filter="fade">
                                      <p:cBhvr>
                                        <p:cTn id="287" dur="500"/>
                                        <p:tgtEl>
                                          <p:spTgt spid="704539"/>
                                        </p:tgtEl>
                                      </p:cBhvr>
                                    </p:animEffect>
                                  </p:childTnLst>
                                </p:cTn>
                              </p:par>
                            </p:childTnLst>
                          </p:cTn>
                        </p:par>
                      </p:childTnLst>
                    </p:cTn>
                  </p:par>
                  <p:par>
                    <p:cTn id="288" fill="hold">
                      <p:stCondLst>
                        <p:cond delay="indefinite"/>
                      </p:stCondLst>
                      <p:childTnLst>
                        <p:par>
                          <p:cTn id="289" fill="hold">
                            <p:stCondLst>
                              <p:cond delay="0"/>
                            </p:stCondLst>
                            <p:childTnLst>
                              <p:par>
                                <p:cTn id="290" presetID="22" presetClass="entr" presetSubtype="4" fill="hold" grpId="0" nodeType="clickEffect">
                                  <p:stCondLst>
                                    <p:cond delay="0"/>
                                  </p:stCondLst>
                                  <p:childTnLst>
                                    <p:set>
                                      <p:cBhvr>
                                        <p:cTn id="291" dur="1" fill="hold">
                                          <p:stCondLst>
                                            <p:cond delay="0"/>
                                          </p:stCondLst>
                                        </p:cTn>
                                        <p:tgtEl>
                                          <p:spTgt spid="2"/>
                                        </p:tgtEl>
                                        <p:attrNameLst>
                                          <p:attrName>style.visibility</p:attrName>
                                        </p:attrNameLst>
                                      </p:cBhvr>
                                      <p:to>
                                        <p:strVal val="visible"/>
                                      </p:to>
                                    </p:set>
                                    <p:animEffect transition="in" filter="wipe(down)">
                                      <p:cBhvr>
                                        <p:cTn id="29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4514" grpId="0"/>
      <p:bldP spid="704515" grpId="0" autoUpdateAnimBg="0"/>
      <p:bldP spid="704516" grpId="0" autoUpdateAnimBg="0"/>
      <p:bldP spid="704519" grpId="0" autoUpdateAnimBg="0"/>
      <p:bldP spid="704520" grpId="0" autoUpdateAnimBg="0"/>
      <p:bldP spid="704523" grpId="0" autoUpdateAnimBg="0"/>
      <p:bldP spid="704524" grpId="0" autoUpdateAnimBg="0"/>
      <p:bldP spid="704525" grpId="0" autoUpdateAnimBg="0"/>
      <p:bldP spid="704529" grpId="0" autoUpdateAnimBg="0"/>
      <p:bldP spid="704531" grpId="0" autoUpdateAnimBg="0"/>
      <p:bldP spid="704533" grpId="0" autoUpdateAnimBg="0"/>
      <p:bldP spid="704534" grpId="0" autoUpdateAnimBg="0"/>
      <p:bldP spid="704537" grpId="0" autoUpdateAnimBg="0"/>
      <p:bldP spid="704539" grpId="0" autoUpdateAnimBg="0"/>
      <p:bldP spid="704541" grpId="0" autoUpdateAnimBg="0"/>
      <p:bldP spid="704542" grpId="0" autoUpdateAnimBg="0"/>
      <p:bldP spid="704543" grpId="0" autoUpdateAnimBg="0"/>
      <p:bldP spid="704547" grpId="0" autoUpdateAnimBg="0"/>
      <p:bldP spid="704549" grpId="0" autoUpdateAnimBg="0"/>
      <p:bldP spid="2" grpId="0" animBg="1"/>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45283" name="Rectangle 3"/>
          <p:cNvSpPr>
            <a:spLocks noGrp="1" noChangeArrowheads="1"/>
          </p:cNvSpPr>
          <p:nvPr>
            <p:ph idx="1"/>
          </p:nvPr>
        </p:nvSpPr>
        <p:spPr>
          <a:xfrm>
            <a:off x="755576" y="1059582"/>
            <a:ext cx="7488832" cy="3381789"/>
          </a:xfrm>
        </p:spPr>
        <p:txBody>
          <a:bodyPr vert="horz" wrap="square" lIns="69056" tIns="34529" rIns="69056" bIns="34529" numCol="1" anchor="t" anchorCtr="0" compatLnSpc="1">
            <a:prstTxWarp prst="textNoShape">
              <a:avLst/>
            </a:prstTxWarp>
          </a:bodyPr>
          <a:lstStyle/>
          <a:p>
            <a:pPr marL="609600" indent="-609600" eaLnBrk="1" hangingPunct="1">
              <a:lnSpc>
                <a:spcPts val="3200"/>
              </a:lnSpc>
              <a:spcBef>
                <a:spcPts val="0"/>
              </a:spcBef>
              <a:buNone/>
            </a:pPr>
            <a:r>
              <a:rPr lang="en-US" altLang="zh-CN" sz="2800" b="1" dirty="0">
                <a:solidFill>
                  <a:srgbClr val="0070C0"/>
                </a:solidFill>
                <a:latin typeface="Times New Roman" panose="02020603050405020304" pitchFamily="18" charset="0"/>
              </a:rPr>
              <a:t>1.</a:t>
            </a:r>
            <a:r>
              <a:rPr lang="zh-CN" altLang="en-US" sz="2800" b="1" dirty="0">
                <a:solidFill>
                  <a:srgbClr val="0070C0"/>
                </a:solidFill>
                <a:latin typeface="Times New Roman" panose="02020603050405020304" pitchFamily="18" charset="0"/>
              </a:rPr>
              <a:t>二义性问题</a:t>
            </a:r>
          </a:p>
          <a:p>
            <a:pPr marL="677465" lvl="1" indent="-342900" eaLnBrk="1" hangingPunct="1">
              <a:lnSpc>
                <a:spcPts val="3200"/>
              </a:lnSpc>
              <a:spcBef>
                <a:spcPts val="0"/>
              </a:spcBef>
              <a:buClrTx/>
              <a:buFont typeface="Wingdings" panose="05000000000000000000" pitchFamily="2" charset="2"/>
              <a:buChar char="Ø"/>
            </a:pPr>
            <a:r>
              <a:rPr lang="zh-CN" altLang="en-US" sz="2400" b="1" dirty="0">
                <a:solidFill>
                  <a:schemeClr val="tx1"/>
                </a:solidFill>
              </a:rPr>
              <a:t>对于文法</a:t>
            </a:r>
            <a:r>
              <a:rPr lang="en-US" altLang="zh-CN" sz="2400" b="1" i="1" dirty="0">
                <a:solidFill>
                  <a:schemeClr val="tx1"/>
                </a:solidFill>
              </a:rPr>
              <a:t>G</a:t>
            </a:r>
            <a:r>
              <a:rPr lang="zh-CN" altLang="en-US" sz="2400" b="1" dirty="0">
                <a:solidFill>
                  <a:schemeClr val="tx1"/>
                </a:solidFill>
              </a:rPr>
              <a:t>，如果</a:t>
            </a:r>
            <a:r>
              <a:rPr lang="en-US" altLang="zh-CN" sz="2400" b="1" i="1" dirty="0">
                <a:solidFill>
                  <a:schemeClr val="tx1"/>
                </a:solidFill>
              </a:rPr>
              <a:t>G</a:t>
            </a:r>
            <a:r>
              <a:rPr lang="zh-CN" altLang="en-US" sz="2400" b="1" dirty="0">
                <a:solidFill>
                  <a:schemeClr val="tx1"/>
                </a:solidFill>
              </a:rPr>
              <a:t>是二义性文法。那么，</a:t>
            </a:r>
            <a:r>
              <a:rPr lang="en-US" altLang="zh-CN" sz="2400" b="1" i="1" dirty="0">
                <a:solidFill>
                  <a:schemeClr val="tx1"/>
                </a:solidFill>
              </a:rPr>
              <a:t>L</a:t>
            </a:r>
            <a:r>
              <a:rPr lang="en-US" altLang="zh-CN" sz="2400" b="1" dirty="0">
                <a:solidFill>
                  <a:schemeClr val="tx1"/>
                </a:solidFill>
              </a:rPr>
              <a:t>(</a:t>
            </a:r>
            <a:r>
              <a:rPr lang="en-US" altLang="zh-CN" sz="2400" b="1" i="1" dirty="0">
                <a:solidFill>
                  <a:schemeClr val="tx1"/>
                </a:solidFill>
              </a:rPr>
              <a:t>G</a:t>
            </a:r>
            <a:r>
              <a:rPr lang="en-US" altLang="zh-CN" sz="2400" b="1" dirty="0">
                <a:solidFill>
                  <a:schemeClr val="tx1"/>
                </a:solidFill>
              </a:rPr>
              <a:t>)</a:t>
            </a:r>
            <a:r>
              <a:rPr lang="zh-CN" altLang="en-US" sz="2400" b="1" dirty="0">
                <a:solidFill>
                  <a:schemeClr val="tx1"/>
                </a:solidFill>
              </a:rPr>
              <a:t>中存在一个具有</a:t>
            </a:r>
            <a:r>
              <a:rPr lang="zh-CN" altLang="en-US" sz="2400" b="1" dirty="0">
                <a:solidFill>
                  <a:srgbClr val="0070C0"/>
                </a:solidFill>
              </a:rPr>
              <a:t>两个或两个以上</a:t>
            </a:r>
            <a:r>
              <a:rPr lang="zh-CN" altLang="en-US" sz="2400" b="1" dirty="0">
                <a:solidFill>
                  <a:schemeClr val="tx1"/>
                </a:solidFill>
              </a:rPr>
              <a:t>最左</a:t>
            </a:r>
            <a:r>
              <a:rPr lang="en-US" altLang="zh-CN" sz="2400" b="1" dirty="0">
                <a:solidFill>
                  <a:schemeClr val="tx1"/>
                </a:solidFill>
              </a:rPr>
              <a:t>(</a:t>
            </a:r>
            <a:r>
              <a:rPr lang="zh-CN" altLang="en-US" sz="2400" b="1" dirty="0">
                <a:solidFill>
                  <a:schemeClr val="tx1"/>
                </a:solidFill>
              </a:rPr>
              <a:t>或最右</a:t>
            </a:r>
            <a:r>
              <a:rPr lang="en-US" altLang="zh-CN" sz="2400" b="1" dirty="0">
                <a:solidFill>
                  <a:schemeClr val="tx1"/>
                </a:solidFill>
              </a:rPr>
              <a:t>)</a:t>
            </a:r>
            <a:r>
              <a:rPr lang="zh-CN" altLang="en-US" sz="2400" b="1" dirty="0">
                <a:solidFill>
                  <a:schemeClr val="tx1"/>
                </a:solidFill>
              </a:rPr>
              <a:t>推导的句子。</a:t>
            </a:r>
          </a:p>
          <a:p>
            <a:pPr marL="677465" lvl="1" indent="-342900" eaLnBrk="1" hangingPunct="1">
              <a:lnSpc>
                <a:spcPts val="3200"/>
              </a:lnSpc>
              <a:spcBef>
                <a:spcPts val="0"/>
              </a:spcBef>
              <a:buClrTx/>
              <a:buFont typeface="Wingdings" panose="05000000000000000000" pitchFamily="2" charset="2"/>
              <a:buChar char="Ø"/>
            </a:pPr>
            <a:r>
              <a:rPr lang="zh-CN" altLang="en-US" sz="2400" b="1" dirty="0">
                <a:solidFill>
                  <a:schemeClr val="tx1"/>
                </a:solidFill>
                <a:latin typeface="Times New Roman" panose="02020603050405020304" pitchFamily="18" charset="0"/>
              </a:rPr>
              <a:t>设文法</a:t>
            </a:r>
            <a:r>
              <a:rPr lang="en-US" altLang="zh-CN" sz="2400" b="1" i="1" dirty="0">
                <a:solidFill>
                  <a:schemeClr val="tx1"/>
                </a:solidFill>
                <a:latin typeface="Times New Roman" panose="02020603050405020304" pitchFamily="18" charset="0"/>
              </a:rPr>
              <a:t>G</a:t>
            </a:r>
            <a:r>
              <a:rPr lang="zh-CN" altLang="en-US" sz="2400" b="1" dirty="0">
                <a:solidFill>
                  <a:schemeClr val="tx1"/>
                </a:solidFill>
                <a:latin typeface="Times New Roman" panose="02020603050405020304" pitchFamily="18" charset="0"/>
              </a:rPr>
              <a:t>是二义性的，</a:t>
            </a:r>
            <a:r>
              <a:rPr lang="en-US" altLang="zh-CN" sz="2400" b="1" i="1" dirty="0" err="1">
                <a:solidFill>
                  <a:schemeClr val="tx1"/>
                </a:solidFill>
                <a:latin typeface="Times New Roman" panose="02020603050405020304" pitchFamily="18" charset="0"/>
              </a:rPr>
              <a:t>w</a:t>
            </a:r>
            <a:r>
              <a:rPr lang="en-US" altLang="zh-CN" sz="2400" b="1" dirty="0" err="1">
                <a:solidFill>
                  <a:schemeClr val="tx1"/>
                </a:solidFill>
                <a:latin typeface="Times New Roman" panose="02020603050405020304" pitchFamily="18" charset="0"/>
                <a:sym typeface="Symbol" panose="05050102010706020507" pitchFamily="18" charset="2"/>
              </a:rPr>
              <a:t></a:t>
            </a:r>
            <a:r>
              <a:rPr lang="en-US" altLang="zh-CN" sz="2400" b="1" i="1" dirty="0" err="1">
                <a:solidFill>
                  <a:schemeClr val="tx1"/>
                </a:solidFill>
                <a:latin typeface="Times New Roman" panose="02020603050405020304" pitchFamily="18" charset="0"/>
              </a:rPr>
              <a:t>L</a:t>
            </a:r>
            <a:r>
              <a:rPr lang="en-US" altLang="zh-CN" sz="2400" b="1" dirty="0">
                <a:solidFill>
                  <a:schemeClr val="tx1"/>
                </a:solidFill>
                <a:latin typeface="Times New Roman" panose="02020603050405020304" pitchFamily="18" charset="0"/>
              </a:rPr>
              <a:t>(</a:t>
            </a:r>
            <a:r>
              <a:rPr lang="en-US" altLang="zh-CN" sz="2400" b="1" i="1" dirty="0">
                <a:solidFill>
                  <a:schemeClr val="tx1"/>
                </a:solidFill>
                <a:latin typeface="Times New Roman" panose="02020603050405020304" pitchFamily="18" charset="0"/>
              </a:rPr>
              <a:t>G</a:t>
            </a:r>
            <a:r>
              <a:rPr lang="en-US" altLang="zh-CN" sz="2400" b="1" dirty="0">
                <a:solidFill>
                  <a:schemeClr val="tx1"/>
                </a:solidFill>
                <a:latin typeface="Times New Roman" panose="02020603050405020304" pitchFamily="18" charset="0"/>
              </a:rPr>
              <a:t>)</a:t>
            </a:r>
            <a:r>
              <a:rPr lang="zh-CN" altLang="en-US" sz="2400" b="1" dirty="0">
                <a:solidFill>
                  <a:schemeClr val="tx1"/>
                </a:solidFill>
                <a:latin typeface="Times New Roman" panose="02020603050405020304" pitchFamily="18" charset="0"/>
              </a:rPr>
              <a:t>且</a:t>
            </a:r>
            <a:r>
              <a:rPr lang="en-US" altLang="zh-CN" sz="2400" b="1" i="1" dirty="0">
                <a:solidFill>
                  <a:srgbClr val="0070C0"/>
                </a:solidFill>
                <a:latin typeface="Times New Roman" panose="02020603050405020304" pitchFamily="18" charset="0"/>
              </a:rPr>
              <a:t>w</a:t>
            </a:r>
            <a:r>
              <a:rPr lang="zh-CN" altLang="en-US" sz="2400" b="1" dirty="0">
                <a:solidFill>
                  <a:srgbClr val="0070C0"/>
                </a:solidFill>
                <a:latin typeface="Times New Roman" panose="02020603050405020304" pitchFamily="18" charset="0"/>
              </a:rPr>
              <a:t>存在两个最左推导</a:t>
            </a:r>
            <a:r>
              <a:rPr lang="zh-CN" altLang="en-US" sz="2400" b="1" dirty="0">
                <a:solidFill>
                  <a:schemeClr val="tx1"/>
                </a:solidFill>
                <a:latin typeface="Times New Roman" panose="02020603050405020304" pitchFamily="18" charset="0"/>
              </a:rPr>
              <a:t>，则在对</a:t>
            </a:r>
            <a:r>
              <a:rPr lang="en-US" altLang="zh-CN" sz="2400" b="1" i="1" dirty="0">
                <a:solidFill>
                  <a:schemeClr val="tx1"/>
                </a:solidFill>
                <a:latin typeface="Times New Roman" panose="02020603050405020304" pitchFamily="18" charset="0"/>
              </a:rPr>
              <a:t>w</a:t>
            </a:r>
            <a:r>
              <a:rPr lang="zh-CN" altLang="en-US" sz="2400" b="1" dirty="0">
                <a:solidFill>
                  <a:schemeClr val="tx1"/>
                </a:solidFill>
                <a:latin typeface="Times New Roman" panose="02020603050405020304" pitchFamily="18" charset="0"/>
              </a:rPr>
              <a:t>进行自顶向下的语法分析时，语法分析程序将</a:t>
            </a:r>
            <a:r>
              <a:rPr lang="zh-CN" altLang="en-US" sz="2400" b="1" dirty="0">
                <a:solidFill>
                  <a:srgbClr val="0070C0"/>
                </a:solidFill>
                <a:latin typeface="Times New Roman" panose="02020603050405020304" pitchFamily="18" charset="0"/>
              </a:rPr>
              <a:t>无法确定采用</a:t>
            </a:r>
            <a:r>
              <a:rPr lang="en-US" altLang="zh-CN" sz="2400" b="1" i="1" dirty="0">
                <a:solidFill>
                  <a:srgbClr val="0070C0"/>
                </a:solidFill>
                <a:latin typeface="Times New Roman" panose="02020603050405020304" pitchFamily="18" charset="0"/>
              </a:rPr>
              <a:t>w</a:t>
            </a:r>
            <a:r>
              <a:rPr lang="zh-CN" altLang="en-US" sz="2400" b="1" dirty="0">
                <a:solidFill>
                  <a:srgbClr val="0070C0"/>
                </a:solidFill>
                <a:latin typeface="Times New Roman" panose="02020603050405020304" pitchFamily="18" charset="0"/>
              </a:rPr>
              <a:t>的哪个最左推导</a:t>
            </a:r>
            <a:r>
              <a:rPr lang="zh-CN" altLang="en-US" sz="2400" b="1" dirty="0">
                <a:solidFill>
                  <a:schemeClr val="tx1"/>
                </a:solidFill>
                <a:latin typeface="Times New Roman" panose="02020603050405020304" pitchFamily="18" charset="0"/>
              </a:rPr>
              <a:t>。</a:t>
            </a:r>
            <a:endParaRPr lang="en-US" altLang="zh-CN" sz="2400" b="1" dirty="0">
              <a:solidFill>
                <a:schemeClr val="tx1"/>
              </a:solidFill>
              <a:latin typeface="Times New Roman" panose="02020603050405020304" pitchFamily="18" charset="0"/>
            </a:endParaRPr>
          </a:p>
        </p:txBody>
      </p:sp>
      <p:sp>
        <p:nvSpPr>
          <p:cNvPr id="13316" name="Rectangle 2"/>
          <p:cNvSpPr>
            <a:spLocks noGrp="1" noChangeArrowheads="1"/>
          </p:cNvSpPr>
          <p:nvPr>
            <p:ph type="title"/>
          </p:nvPr>
        </p:nvSpPr>
        <p:spPr>
          <a:noFill/>
        </p:spPr>
        <p:txBody>
          <a:bodyPr vert="horz" wrap="square" lIns="69056" tIns="34529" rIns="69056" bIns="34529" numCol="1" anchor="ctr" anchorCtr="0" compatLnSpc="1">
            <a:prstTxWarp prst="textNoShape">
              <a:avLst/>
            </a:prstTxWarp>
          </a:bodyPr>
          <a:lstStyle/>
          <a:p>
            <a:r>
              <a:rPr lang="zh-CN" altLang="en-US">
                <a:latin typeface="微软雅黑" panose="020B0503020204020204" pitchFamily="34" charset="-122"/>
                <a:ea typeface="微软雅黑" panose="020B0503020204020204" pitchFamily="34" charset="-122"/>
                <a:cs typeface="Times New Roman" panose="02020603050405020304" pitchFamily="18" charset="0"/>
              </a:rPr>
              <a:t>自顶向下分析过程中的问题</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3315" name="灯片编号占位符 5"/>
          <p:cNvSpPr>
            <a:spLocks noGrp="1"/>
          </p:cNvSpPr>
          <p:nvPr>
            <p:ph type="sldNum" sz="quarter" idx="12"/>
          </p:nvPr>
        </p:nvSpPr>
        <p:spPr>
          <a:noFill/>
        </p:spPr>
        <p:txBody>
          <a:bodyPr anchor="t"/>
          <a:lstStyle>
            <a:lvl1pPr>
              <a:spcBef>
                <a:spcPct val="20000"/>
              </a:spcBef>
              <a:buClr>
                <a:schemeClr val="folHlink"/>
              </a:buClr>
              <a:buSzPct val="60000"/>
              <a:buFont typeface="Wingdings" panose="05000000000000000000" pitchFamily="2" charset="2"/>
              <a:buChar char="n"/>
              <a:defRPr sz="2400" b="1">
                <a:solidFill>
                  <a:schemeClr val="tx1"/>
                </a:solidFill>
                <a:latin typeface="Tahoma" panose="020B0604030504040204" pitchFamily="34" charset="0"/>
                <a:ea typeface="楷体_GB2312" panose="02010609030101010101" pitchFamily="49" charset="-122"/>
              </a:defRPr>
            </a:lvl1pPr>
            <a:lvl2pPr marL="557213" indent="-214313">
              <a:spcBef>
                <a:spcPct val="20000"/>
              </a:spcBef>
              <a:buClr>
                <a:schemeClr val="hlink"/>
              </a:buClr>
              <a:buSzPct val="55000"/>
              <a:buFont typeface="Wingdings" panose="05000000000000000000" pitchFamily="2" charset="2"/>
              <a:buChar char="n"/>
              <a:defRPr sz="2100" b="1">
                <a:solidFill>
                  <a:schemeClr val="tx1"/>
                </a:solidFill>
                <a:latin typeface="Tahoma" panose="020B0604030504040204" pitchFamily="34" charset="0"/>
                <a:ea typeface="楷体_GB2312" panose="02010609030101010101" pitchFamily="49" charset="-122"/>
              </a:defRPr>
            </a:lvl2pPr>
            <a:lvl3pPr marL="857250" indent="-171450">
              <a:spcBef>
                <a:spcPct val="20000"/>
              </a:spcBef>
              <a:buClr>
                <a:schemeClr val="folHlink"/>
              </a:buClr>
              <a:buSzPct val="50000"/>
              <a:buFont typeface="Wingdings" panose="05000000000000000000" pitchFamily="2" charset="2"/>
              <a:buChar char="n"/>
              <a:defRPr sz="1800" b="1">
                <a:solidFill>
                  <a:schemeClr val="tx1"/>
                </a:solidFill>
                <a:latin typeface="Tahoma" panose="020B0604030504040204" pitchFamily="34" charset="0"/>
                <a:ea typeface="楷体_GB2312" panose="02010609030101010101" pitchFamily="49" charset="-122"/>
              </a:defRPr>
            </a:lvl3pPr>
            <a:lvl4pPr marL="1200150" indent="-171450">
              <a:spcBef>
                <a:spcPct val="20000"/>
              </a:spcBef>
              <a:buClr>
                <a:schemeClr val="accent2"/>
              </a:buClr>
              <a:buSzPct val="55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4pPr>
            <a:lvl5pPr marL="1543050" indent="-171450">
              <a:spcBef>
                <a:spcPct val="20000"/>
              </a:spcBef>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5pPr>
            <a:lvl6pPr marL="18859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6pPr>
            <a:lvl7pPr marL="22288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7pPr>
            <a:lvl8pPr marL="25717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8pPr>
            <a:lvl9pPr marL="29146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9pPr>
          </a:lstStyle>
          <a:p>
            <a:pPr>
              <a:spcBef>
                <a:spcPct val="0"/>
              </a:spcBef>
              <a:buClrTx/>
              <a:buSzTx/>
              <a:buFontTx/>
              <a:buNone/>
            </a:pPr>
            <a:fld id="{7832F68E-B8B7-4809-97E0-DB060D288FEF}" type="slidenum">
              <a:rPr lang="en-US" altLang="zh-CN" sz="1050" b="0">
                <a:latin typeface="Arial" panose="020B0604020202020204" pitchFamily="34" charset="0"/>
                <a:ea typeface="宋体" panose="02010600030101010101" pitchFamily="2" charset="-122"/>
              </a:rPr>
              <a:pPr>
                <a:spcBef>
                  <a:spcPct val="0"/>
                </a:spcBef>
                <a:buClrTx/>
                <a:buSzTx/>
                <a:buFontTx/>
                <a:buNone/>
              </a:pPr>
              <a:t>13</a:t>
            </a:fld>
            <a:endParaRPr lang="en-US" altLang="zh-CN" sz="1050" b="0" dirty="0">
              <a:latin typeface="Arial" panose="020B0604020202020204" pitchFamily="34" charset="0"/>
              <a:ea typeface="宋体" panose="02010600030101010101" pitchFamily="2" charset="-122"/>
            </a:endParaRPr>
          </a:p>
        </p:txBody>
      </p:sp>
      <p:sp>
        <p:nvSpPr>
          <p:cNvPr id="6" name="标题 2">
            <a:extLst>
              <a:ext uri="{FF2B5EF4-FFF2-40B4-BE49-F238E27FC236}">
                <a16:creationId xmlns:a16="http://schemas.microsoft.com/office/drawing/2014/main" id="{AA8E678E-5FA9-4AFC-BC09-DFD4F6364544}"/>
              </a:ext>
            </a:extLst>
          </p:cNvPr>
          <p:cNvSpPr txBox="1">
            <a:spLocks/>
          </p:cNvSpPr>
          <p:nvPr/>
        </p:nvSpPr>
        <p:spPr bwMode="auto">
          <a:xfrm>
            <a:off x="1003151" y="756936"/>
            <a:ext cx="7931150"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b="1" kern="1200" baseline="0">
                <a:solidFill>
                  <a:srgbClr val="FFFFFF"/>
                </a:solidFill>
                <a:latin typeface="Times New Roman" panose="02020603050405020304" pitchFamily="18" charset="0"/>
                <a:ea typeface="黑体" panose="02010609060101010101" pitchFamily="49" charset="-122"/>
                <a:cs typeface="+mj-cs"/>
              </a:defRPr>
            </a:lvl1pPr>
            <a:lvl2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2pPr>
            <a:lvl3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3pPr>
            <a:lvl4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4pPr>
            <a:lvl5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zh-CN" altLang="en-US" sz="3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4690164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2145283">
                                            <p:txEl>
                                              <p:pRg st="0" end="0"/>
                                            </p:txEl>
                                          </p:spTgt>
                                        </p:tgtEl>
                                        <p:attrNameLst>
                                          <p:attrName>style.visibility</p:attrName>
                                        </p:attrNameLst>
                                      </p:cBhvr>
                                      <p:to>
                                        <p:strVal val="visible"/>
                                      </p:to>
                                    </p:set>
                                    <p:animEffect transition="in" filter="slide(fromBottom)">
                                      <p:cBhvr>
                                        <p:cTn id="7" dur="500"/>
                                        <p:tgtEl>
                                          <p:spTgt spid="2145283">
                                            <p:txEl>
                                              <p:pRg st="0" end="0"/>
                                            </p:txEl>
                                          </p:spTgt>
                                        </p:tgtEl>
                                      </p:cBhvr>
                                    </p:animEffect>
                                  </p:childTnLst>
                                </p:cTn>
                              </p:par>
                              <p:par>
                                <p:cTn id="8" presetID="12" presetClass="entr" presetSubtype="4" fill="hold" grpId="0" nodeType="withEffect">
                                  <p:stCondLst>
                                    <p:cond delay="0"/>
                                  </p:stCondLst>
                                  <p:childTnLst>
                                    <p:set>
                                      <p:cBhvr>
                                        <p:cTn id="9" dur="1" fill="hold">
                                          <p:stCondLst>
                                            <p:cond delay="0"/>
                                          </p:stCondLst>
                                        </p:cTn>
                                        <p:tgtEl>
                                          <p:spTgt spid="2145283">
                                            <p:txEl>
                                              <p:pRg st="1" end="1"/>
                                            </p:txEl>
                                          </p:spTgt>
                                        </p:tgtEl>
                                        <p:attrNameLst>
                                          <p:attrName>style.visibility</p:attrName>
                                        </p:attrNameLst>
                                      </p:cBhvr>
                                      <p:to>
                                        <p:strVal val="visible"/>
                                      </p:to>
                                    </p:set>
                                    <p:animEffect transition="in" filter="slide(fromBottom)">
                                      <p:cBhvr>
                                        <p:cTn id="10" dur="500"/>
                                        <p:tgtEl>
                                          <p:spTgt spid="2145283">
                                            <p:txEl>
                                              <p:pRg st="1" end="1"/>
                                            </p:txEl>
                                          </p:spTgt>
                                        </p:tgtEl>
                                      </p:cBhvr>
                                    </p:animEffect>
                                  </p:childTnLst>
                                </p:cTn>
                              </p:par>
                              <p:par>
                                <p:cTn id="11" presetID="12" presetClass="entr" presetSubtype="4" fill="hold" grpId="0" nodeType="withEffect">
                                  <p:stCondLst>
                                    <p:cond delay="0"/>
                                  </p:stCondLst>
                                  <p:childTnLst>
                                    <p:set>
                                      <p:cBhvr>
                                        <p:cTn id="12" dur="1" fill="hold">
                                          <p:stCondLst>
                                            <p:cond delay="0"/>
                                          </p:stCondLst>
                                        </p:cTn>
                                        <p:tgtEl>
                                          <p:spTgt spid="2145283">
                                            <p:txEl>
                                              <p:pRg st="2" end="2"/>
                                            </p:txEl>
                                          </p:spTgt>
                                        </p:tgtEl>
                                        <p:attrNameLst>
                                          <p:attrName>style.visibility</p:attrName>
                                        </p:attrNameLst>
                                      </p:cBhvr>
                                      <p:to>
                                        <p:strVal val="visible"/>
                                      </p:to>
                                    </p:set>
                                    <p:animEffect transition="in" filter="slide(fromBottom)">
                                      <p:cBhvr>
                                        <p:cTn id="13" dur="500"/>
                                        <p:tgtEl>
                                          <p:spTgt spid="214528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5283" grpId="0" uiExpand="1" build="p"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45283" name="Rectangle 3"/>
          <p:cNvSpPr>
            <a:spLocks noGrp="1" noChangeArrowheads="1"/>
          </p:cNvSpPr>
          <p:nvPr>
            <p:ph idx="1"/>
          </p:nvPr>
        </p:nvSpPr>
        <p:spPr>
          <a:xfrm>
            <a:off x="755576" y="987573"/>
            <a:ext cx="7715200" cy="3699843"/>
          </a:xfrm>
        </p:spPr>
        <p:txBody>
          <a:bodyPr vert="horz" wrap="square" lIns="69056" tIns="34529" rIns="69056" bIns="34529" numCol="1" anchor="t" anchorCtr="0" compatLnSpc="1">
            <a:prstTxWarp prst="textNoShape">
              <a:avLst/>
            </a:prstTxWarp>
          </a:bodyPr>
          <a:lstStyle/>
          <a:p>
            <a:pPr marL="609600" indent="-609600" eaLnBrk="1" hangingPunct="1">
              <a:lnSpc>
                <a:spcPts val="3200"/>
              </a:lnSpc>
              <a:spcBef>
                <a:spcPts val="0"/>
              </a:spcBef>
              <a:buNone/>
            </a:pPr>
            <a:r>
              <a:rPr lang="en-US" altLang="zh-CN" sz="2800" b="1" dirty="0">
                <a:solidFill>
                  <a:srgbClr val="0070C0"/>
                </a:solidFill>
                <a:latin typeface="Times New Roman" panose="02020603050405020304" pitchFamily="18" charset="0"/>
              </a:rPr>
              <a:t>1. </a:t>
            </a:r>
            <a:r>
              <a:rPr lang="zh-CN" altLang="en-US" sz="2800" b="1" dirty="0">
                <a:solidFill>
                  <a:srgbClr val="0070C0"/>
                </a:solidFill>
                <a:latin typeface="Times New Roman" panose="02020603050405020304" pitchFamily="18" charset="0"/>
              </a:rPr>
              <a:t>二义性问题</a:t>
            </a:r>
          </a:p>
          <a:p>
            <a:pPr marL="374252" indent="-342900" eaLnBrk="1" hangingPunct="1">
              <a:lnSpc>
                <a:spcPts val="3200"/>
              </a:lnSpc>
              <a:spcBef>
                <a:spcPts val="0"/>
              </a:spcBef>
              <a:buClrTx/>
              <a:buFont typeface="Wingdings" panose="05000000000000000000" pitchFamily="2" charset="2"/>
              <a:buChar char="Ø"/>
            </a:pPr>
            <a:r>
              <a:rPr lang="zh-CN" altLang="en-US" sz="2800" b="1" dirty="0">
                <a:solidFill>
                  <a:schemeClr val="tx1"/>
                </a:solidFill>
              </a:rPr>
              <a:t>解决方法</a:t>
            </a:r>
            <a:endParaRPr lang="en-US" altLang="zh-CN" sz="2800" b="1" dirty="0">
              <a:solidFill>
                <a:schemeClr val="tx1"/>
              </a:solidFill>
            </a:endParaRPr>
          </a:p>
          <a:p>
            <a:pPr marL="677465" lvl="1" indent="-342900" eaLnBrk="1" hangingPunct="1">
              <a:lnSpc>
                <a:spcPts val="3200"/>
              </a:lnSpc>
              <a:spcBef>
                <a:spcPts val="0"/>
              </a:spcBef>
              <a:buClrTx/>
              <a:buFont typeface="Wingdings" panose="05000000000000000000" pitchFamily="2" charset="2"/>
              <a:buChar char="Ø"/>
            </a:pPr>
            <a:r>
              <a:rPr lang="zh-CN" altLang="en-US" sz="2400" b="1" dirty="0">
                <a:solidFill>
                  <a:srgbClr val="0070C0"/>
                </a:solidFill>
                <a:latin typeface="Times New Roman" panose="02020603050405020304" pitchFamily="18" charset="0"/>
              </a:rPr>
              <a:t>方法</a:t>
            </a:r>
            <a:r>
              <a:rPr lang="en-US" altLang="zh-CN" sz="2400" b="1" dirty="0">
                <a:solidFill>
                  <a:srgbClr val="0070C0"/>
                </a:solidFill>
                <a:latin typeface="Times New Roman" panose="02020603050405020304" pitchFamily="18" charset="0"/>
              </a:rPr>
              <a:t>1</a:t>
            </a:r>
            <a:r>
              <a:rPr lang="zh-CN" altLang="en-US" sz="2400" b="1" dirty="0">
                <a:solidFill>
                  <a:schemeClr val="tx1"/>
                </a:solidFill>
                <a:latin typeface="Times New Roman" panose="02020603050405020304" pitchFamily="18" charset="0"/>
              </a:rPr>
              <a:t>：</a:t>
            </a:r>
            <a:r>
              <a:rPr lang="zh-CN" altLang="en-US" sz="2400" b="1" dirty="0">
                <a:solidFill>
                  <a:srgbClr val="0070C0"/>
                </a:solidFill>
                <a:latin typeface="Times New Roman" panose="02020603050405020304" pitchFamily="18" charset="0"/>
              </a:rPr>
              <a:t>改造文法，消除二义性</a:t>
            </a:r>
            <a:endParaRPr lang="en-US" altLang="zh-CN" sz="2400" b="1" dirty="0">
              <a:solidFill>
                <a:srgbClr val="0070C0"/>
              </a:solidFill>
              <a:latin typeface="Times New Roman" panose="02020603050405020304" pitchFamily="18" charset="0"/>
            </a:endParaRPr>
          </a:p>
          <a:p>
            <a:pPr marL="677465" lvl="1" indent="-342900" eaLnBrk="1" hangingPunct="1">
              <a:lnSpc>
                <a:spcPts val="3200"/>
              </a:lnSpc>
              <a:spcBef>
                <a:spcPts val="0"/>
              </a:spcBef>
              <a:buClrTx/>
              <a:buFont typeface="Wingdings" panose="05000000000000000000" pitchFamily="2" charset="2"/>
              <a:buChar char="Ø"/>
            </a:pPr>
            <a:r>
              <a:rPr lang="zh-CN" altLang="en-US" sz="2400" b="1" dirty="0">
                <a:solidFill>
                  <a:srgbClr val="0070C0"/>
                </a:solidFill>
              </a:rPr>
              <a:t>方法</a:t>
            </a:r>
            <a:r>
              <a:rPr lang="en-US" altLang="zh-CN" sz="2400" b="1" dirty="0">
                <a:solidFill>
                  <a:srgbClr val="0070C0"/>
                </a:solidFill>
              </a:rPr>
              <a:t>2</a:t>
            </a:r>
            <a:r>
              <a:rPr lang="zh-CN" altLang="en-US" sz="2400" b="1" dirty="0">
                <a:solidFill>
                  <a:schemeClr val="tx1"/>
                </a:solidFill>
              </a:rPr>
              <a:t>：</a:t>
            </a:r>
            <a:r>
              <a:rPr lang="zh-CN" altLang="en-US" sz="2400" b="1" dirty="0">
                <a:solidFill>
                  <a:srgbClr val="0070C0"/>
                </a:solidFill>
              </a:rPr>
              <a:t>加入消歧规则</a:t>
            </a:r>
            <a:r>
              <a:rPr lang="zh-CN" altLang="en-US" sz="2400" b="1" dirty="0">
                <a:solidFill>
                  <a:schemeClr val="tx1"/>
                </a:solidFill>
              </a:rPr>
              <a:t>，构建具有二义性文法处理能力的分析器</a:t>
            </a:r>
            <a:endParaRPr lang="en-US" altLang="zh-CN" sz="2400" b="1" dirty="0">
              <a:solidFill>
                <a:schemeClr val="tx1"/>
              </a:solidFill>
            </a:endParaRPr>
          </a:p>
          <a:p>
            <a:pPr marL="956865" lvl="2" indent="-342900" eaLnBrk="1" hangingPunct="1">
              <a:lnSpc>
                <a:spcPts val="3200"/>
              </a:lnSpc>
              <a:spcBef>
                <a:spcPts val="0"/>
              </a:spcBef>
              <a:buClrTx/>
              <a:buFont typeface="Wingdings" panose="05000000000000000000" pitchFamily="2" charset="2"/>
              <a:buChar char="Ø"/>
            </a:pPr>
            <a:r>
              <a:rPr lang="zh-CN" altLang="en-US" sz="2400" b="1" dirty="0">
                <a:solidFill>
                  <a:schemeClr val="tx1"/>
                </a:solidFill>
                <a:latin typeface="Times New Roman" panose="02020603050405020304" pitchFamily="18" charset="0"/>
              </a:rPr>
              <a:t>原因</a:t>
            </a:r>
            <a:r>
              <a:rPr lang="en-US" altLang="zh-CN" sz="2400" b="1" dirty="0">
                <a:solidFill>
                  <a:schemeClr val="tx1"/>
                </a:solidFill>
                <a:latin typeface="Times New Roman" panose="02020603050405020304" pitchFamily="18" charset="0"/>
              </a:rPr>
              <a:t>1</a:t>
            </a:r>
            <a:r>
              <a:rPr lang="zh-CN" altLang="en-US" sz="2400" b="1" dirty="0">
                <a:solidFill>
                  <a:schemeClr val="tx1"/>
                </a:solidFill>
                <a:latin typeface="Times New Roman" panose="02020603050405020304" pitchFamily="18" charset="0"/>
              </a:rPr>
              <a:t>：并不是所有的二义性文法都具有等价的非二义性文法</a:t>
            </a:r>
            <a:endParaRPr lang="en-US" altLang="zh-CN" sz="2400" b="1" dirty="0">
              <a:solidFill>
                <a:schemeClr val="tx1"/>
              </a:solidFill>
              <a:latin typeface="Times New Roman" panose="02020603050405020304" pitchFamily="18" charset="0"/>
            </a:endParaRPr>
          </a:p>
          <a:p>
            <a:pPr marL="956865" lvl="2" indent="-342900" eaLnBrk="1" hangingPunct="1">
              <a:lnSpc>
                <a:spcPts val="3200"/>
              </a:lnSpc>
              <a:spcBef>
                <a:spcPts val="0"/>
              </a:spcBef>
              <a:buClrTx/>
              <a:buFont typeface="Wingdings" panose="05000000000000000000" pitchFamily="2" charset="2"/>
              <a:buChar char="Ø"/>
            </a:pPr>
            <a:r>
              <a:rPr lang="zh-CN" altLang="en-US" sz="2400" b="1" dirty="0">
                <a:solidFill>
                  <a:schemeClr val="tx1"/>
                </a:solidFill>
              </a:rPr>
              <a:t>原因</a:t>
            </a:r>
            <a:r>
              <a:rPr lang="en-US" altLang="zh-CN" sz="2400" b="1" dirty="0">
                <a:solidFill>
                  <a:schemeClr val="tx1"/>
                </a:solidFill>
              </a:rPr>
              <a:t>2</a:t>
            </a:r>
            <a:r>
              <a:rPr lang="zh-CN" altLang="en-US" sz="2400" b="1" dirty="0">
                <a:solidFill>
                  <a:schemeClr val="tx1"/>
                </a:solidFill>
              </a:rPr>
              <a:t>：通常二义性文法比非二义性文法更简单，易于理解和处理</a:t>
            </a:r>
            <a:endParaRPr lang="en-US" altLang="zh-CN" sz="2400" b="1" dirty="0">
              <a:solidFill>
                <a:schemeClr val="tx1"/>
              </a:solidFill>
            </a:endParaRPr>
          </a:p>
        </p:txBody>
      </p:sp>
      <p:sp>
        <p:nvSpPr>
          <p:cNvPr id="13316" name="Rectangle 2"/>
          <p:cNvSpPr>
            <a:spLocks noGrp="1" noChangeArrowheads="1"/>
          </p:cNvSpPr>
          <p:nvPr>
            <p:ph type="title"/>
          </p:nvPr>
        </p:nvSpPr>
        <p:spPr>
          <a:noFill/>
        </p:spPr>
        <p:txBody>
          <a:bodyPr vert="horz" wrap="square" lIns="69056" tIns="34529" rIns="69056" bIns="34529" numCol="1" anchor="ctr" anchorCtr="0" compatLnSpc="1">
            <a:prstTxWarp prst="textNoShape">
              <a:avLst/>
            </a:prstTxWarp>
          </a:bodyPr>
          <a:lstStyle/>
          <a:p>
            <a:r>
              <a:rPr lang="zh-CN" altLang="en-US">
                <a:latin typeface="微软雅黑" panose="020B0503020204020204" pitchFamily="34" charset="-122"/>
                <a:ea typeface="微软雅黑" panose="020B0503020204020204" pitchFamily="34" charset="-122"/>
                <a:cs typeface="Times New Roman" panose="02020603050405020304" pitchFamily="18" charset="0"/>
              </a:rPr>
              <a:t>自顶向下分析过程中的问题</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3315" name="灯片编号占位符 5"/>
          <p:cNvSpPr>
            <a:spLocks noGrp="1"/>
          </p:cNvSpPr>
          <p:nvPr>
            <p:ph type="sldNum" sz="quarter" idx="12"/>
          </p:nvPr>
        </p:nvSpPr>
        <p:spPr>
          <a:noFill/>
        </p:spPr>
        <p:txBody>
          <a:bodyPr anchor="t"/>
          <a:lstStyle>
            <a:lvl1pPr>
              <a:spcBef>
                <a:spcPct val="20000"/>
              </a:spcBef>
              <a:buClr>
                <a:schemeClr val="folHlink"/>
              </a:buClr>
              <a:buSzPct val="60000"/>
              <a:buFont typeface="Wingdings" panose="05000000000000000000" pitchFamily="2" charset="2"/>
              <a:buChar char="n"/>
              <a:defRPr sz="2400" b="1">
                <a:solidFill>
                  <a:schemeClr val="tx1"/>
                </a:solidFill>
                <a:latin typeface="Tahoma" panose="020B0604030504040204" pitchFamily="34" charset="0"/>
                <a:ea typeface="楷体_GB2312" panose="02010609030101010101" pitchFamily="49" charset="-122"/>
              </a:defRPr>
            </a:lvl1pPr>
            <a:lvl2pPr marL="557213" indent="-214313">
              <a:spcBef>
                <a:spcPct val="20000"/>
              </a:spcBef>
              <a:buClr>
                <a:schemeClr val="hlink"/>
              </a:buClr>
              <a:buSzPct val="55000"/>
              <a:buFont typeface="Wingdings" panose="05000000000000000000" pitchFamily="2" charset="2"/>
              <a:buChar char="n"/>
              <a:defRPr sz="2100" b="1">
                <a:solidFill>
                  <a:schemeClr val="tx1"/>
                </a:solidFill>
                <a:latin typeface="Tahoma" panose="020B0604030504040204" pitchFamily="34" charset="0"/>
                <a:ea typeface="楷体_GB2312" panose="02010609030101010101" pitchFamily="49" charset="-122"/>
              </a:defRPr>
            </a:lvl2pPr>
            <a:lvl3pPr marL="857250" indent="-171450">
              <a:spcBef>
                <a:spcPct val="20000"/>
              </a:spcBef>
              <a:buClr>
                <a:schemeClr val="folHlink"/>
              </a:buClr>
              <a:buSzPct val="50000"/>
              <a:buFont typeface="Wingdings" panose="05000000000000000000" pitchFamily="2" charset="2"/>
              <a:buChar char="n"/>
              <a:defRPr sz="1800" b="1">
                <a:solidFill>
                  <a:schemeClr val="tx1"/>
                </a:solidFill>
                <a:latin typeface="Tahoma" panose="020B0604030504040204" pitchFamily="34" charset="0"/>
                <a:ea typeface="楷体_GB2312" panose="02010609030101010101" pitchFamily="49" charset="-122"/>
              </a:defRPr>
            </a:lvl3pPr>
            <a:lvl4pPr marL="1200150" indent="-171450">
              <a:spcBef>
                <a:spcPct val="20000"/>
              </a:spcBef>
              <a:buClr>
                <a:schemeClr val="accent2"/>
              </a:buClr>
              <a:buSzPct val="55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4pPr>
            <a:lvl5pPr marL="1543050" indent="-171450">
              <a:spcBef>
                <a:spcPct val="20000"/>
              </a:spcBef>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5pPr>
            <a:lvl6pPr marL="18859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6pPr>
            <a:lvl7pPr marL="22288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7pPr>
            <a:lvl8pPr marL="25717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8pPr>
            <a:lvl9pPr marL="29146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9pPr>
          </a:lstStyle>
          <a:p>
            <a:pPr>
              <a:spcBef>
                <a:spcPct val="0"/>
              </a:spcBef>
              <a:buClrTx/>
              <a:buSzTx/>
              <a:buFontTx/>
              <a:buNone/>
            </a:pPr>
            <a:fld id="{7832F68E-B8B7-4809-97E0-DB060D288FEF}" type="slidenum">
              <a:rPr lang="en-US" altLang="zh-CN" sz="1050" b="0">
                <a:latin typeface="Arial" panose="020B0604020202020204" pitchFamily="34" charset="0"/>
                <a:ea typeface="宋体" panose="02010600030101010101" pitchFamily="2" charset="-122"/>
              </a:rPr>
              <a:pPr>
                <a:spcBef>
                  <a:spcPct val="0"/>
                </a:spcBef>
                <a:buClrTx/>
                <a:buSzTx/>
                <a:buFontTx/>
                <a:buNone/>
              </a:pPr>
              <a:t>14</a:t>
            </a:fld>
            <a:endParaRPr lang="en-US" altLang="zh-CN" sz="1050" b="0">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2145283">
                                            <p:txEl>
                                              <p:pRg st="0" end="0"/>
                                            </p:txEl>
                                          </p:spTgt>
                                        </p:tgtEl>
                                        <p:attrNameLst>
                                          <p:attrName>style.visibility</p:attrName>
                                        </p:attrNameLst>
                                      </p:cBhvr>
                                      <p:to>
                                        <p:strVal val="visible"/>
                                      </p:to>
                                    </p:set>
                                    <p:animEffect transition="in" filter="slide(fromBottom)">
                                      <p:cBhvr>
                                        <p:cTn id="7" dur="500"/>
                                        <p:tgtEl>
                                          <p:spTgt spid="21452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2145283">
                                            <p:txEl>
                                              <p:pRg st="1" end="1"/>
                                            </p:txEl>
                                          </p:spTgt>
                                        </p:tgtEl>
                                        <p:attrNameLst>
                                          <p:attrName>style.visibility</p:attrName>
                                        </p:attrNameLst>
                                      </p:cBhvr>
                                      <p:to>
                                        <p:strVal val="visible"/>
                                      </p:to>
                                    </p:set>
                                    <p:animEffect transition="in" filter="slide(fromBottom)">
                                      <p:cBhvr>
                                        <p:cTn id="12" dur="500"/>
                                        <p:tgtEl>
                                          <p:spTgt spid="2145283">
                                            <p:txEl>
                                              <p:pRg st="1" end="1"/>
                                            </p:txEl>
                                          </p:spTgt>
                                        </p:tgtEl>
                                      </p:cBhvr>
                                    </p:animEffect>
                                  </p:childTnLst>
                                </p:cTn>
                              </p:par>
                              <p:par>
                                <p:cTn id="13" presetID="12" presetClass="entr" presetSubtype="4" fill="hold" grpId="0" nodeType="withEffect">
                                  <p:stCondLst>
                                    <p:cond delay="0"/>
                                  </p:stCondLst>
                                  <p:childTnLst>
                                    <p:set>
                                      <p:cBhvr>
                                        <p:cTn id="14" dur="1" fill="hold">
                                          <p:stCondLst>
                                            <p:cond delay="0"/>
                                          </p:stCondLst>
                                        </p:cTn>
                                        <p:tgtEl>
                                          <p:spTgt spid="2145283">
                                            <p:txEl>
                                              <p:pRg st="2" end="2"/>
                                            </p:txEl>
                                          </p:spTgt>
                                        </p:tgtEl>
                                        <p:attrNameLst>
                                          <p:attrName>style.visibility</p:attrName>
                                        </p:attrNameLst>
                                      </p:cBhvr>
                                      <p:to>
                                        <p:strVal val="visible"/>
                                      </p:to>
                                    </p:set>
                                    <p:animEffect transition="in" filter="slide(fromBottom)">
                                      <p:cBhvr>
                                        <p:cTn id="15" dur="500"/>
                                        <p:tgtEl>
                                          <p:spTgt spid="214528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2145283">
                                            <p:txEl>
                                              <p:pRg st="3" end="3"/>
                                            </p:txEl>
                                          </p:spTgt>
                                        </p:tgtEl>
                                        <p:attrNameLst>
                                          <p:attrName>style.visibility</p:attrName>
                                        </p:attrNameLst>
                                      </p:cBhvr>
                                      <p:to>
                                        <p:strVal val="visible"/>
                                      </p:to>
                                    </p:set>
                                    <p:animEffect transition="in" filter="slide(fromBottom)">
                                      <p:cBhvr>
                                        <p:cTn id="20" dur="500"/>
                                        <p:tgtEl>
                                          <p:spTgt spid="2145283">
                                            <p:txEl>
                                              <p:pRg st="3" end="3"/>
                                            </p:txEl>
                                          </p:spTgt>
                                        </p:tgtEl>
                                      </p:cBhvr>
                                    </p:animEffect>
                                  </p:childTnLst>
                                </p:cTn>
                              </p:par>
                              <p:par>
                                <p:cTn id="21" presetID="12" presetClass="entr" presetSubtype="4" fill="hold" grpId="0" nodeType="withEffect">
                                  <p:stCondLst>
                                    <p:cond delay="0"/>
                                  </p:stCondLst>
                                  <p:childTnLst>
                                    <p:set>
                                      <p:cBhvr>
                                        <p:cTn id="22" dur="1" fill="hold">
                                          <p:stCondLst>
                                            <p:cond delay="0"/>
                                          </p:stCondLst>
                                        </p:cTn>
                                        <p:tgtEl>
                                          <p:spTgt spid="2145283">
                                            <p:txEl>
                                              <p:pRg st="4" end="4"/>
                                            </p:txEl>
                                          </p:spTgt>
                                        </p:tgtEl>
                                        <p:attrNameLst>
                                          <p:attrName>style.visibility</p:attrName>
                                        </p:attrNameLst>
                                      </p:cBhvr>
                                      <p:to>
                                        <p:strVal val="visible"/>
                                      </p:to>
                                    </p:set>
                                    <p:animEffect transition="in" filter="slide(fromBottom)">
                                      <p:cBhvr>
                                        <p:cTn id="23" dur="500"/>
                                        <p:tgtEl>
                                          <p:spTgt spid="2145283">
                                            <p:txEl>
                                              <p:pRg st="4" end="4"/>
                                            </p:txEl>
                                          </p:spTgt>
                                        </p:tgtEl>
                                      </p:cBhvr>
                                    </p:animEffect>
                                  </p:childTnLst>
                                </p:cTn>
                              </p:par>
                              <p:par>
                                <p:cTn id="24" presetID="12" presetClass="entr" presetSubtype="4" fill="hold" grpId="0" nodeType="withEffect">
                                  <p:stCondLst>
                                    <p:cond delay="0"/>
                                  </p:stCondLst>
                                  <p:childTnLst>
                                    <p:set>
                                      <p:cBhvr>
                                        <p:cTn id="25" dur="1" fill="hold">
                                          <p:stCondLst>
                                            <p:cond delay="0"/>
                                          </p:stCondLst>
                                        </p:cTn>
                                        <p:tgtEl>
                                          <p:spTgt spid="2145283">
                                            <p:txEl>
                                              <p:pRg st="5" end="5"/>
                                            </p:txEl>
                                          </p:spTgt>
                                        </p:tgtEl>
                                        <p:attrNameLst>
                                          <p:attrName>style.visibility</p:attrName>
                                        </p:attrNameLst>
                                      </p:cBhvr>
                                      <p:to>
                                        <p:strVal val="visible"/>
                                      </p:to>
                                    </p:set>
                                    <p:animEffect transition="in" filter="slide(fromBottom)">
                                      <p:cBhvr>
                                        <p:cTn id="26" dur="500"/>
                                        <p:tgtEl>
                                          <p:spTgt spid="214528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5283" grpId="0" uiExpand="1" build="p"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2">
            <a:extLst>
              <a:ext uri="{FF2B5EF4-FFF2-40B4-BE49-F238E27FC236}">
                <a16:creationId xmlns:a16="http://schemas.microsoft.com/office/drawing/2014/main" id="{2C094106-45F0-4266-BEA7-0D088CF641F3}"/>
              </a:ext>
            </a:extLst>
          </p:cNvPr>
          <p:cNvSpPr>
            <a:spLocks noGrp="1"/>
          </p:cNvSpPr>
          <p:nvPr>
            <p:ph type="title"/>
          </p:nvPr>
        </p:nvSpPr>
        <p:spPr>
          <a:xfrm>
            <a:off x="755650" y="268288"/>
            <a:ext cx="7931150" cy="358775"/>
          </a:xfrm>
        </p:spPr>
        <p:txBody>
          <a:bodyPr/>
          <a:lstStyle/>
          <a:p>
            <a:r>
              <a:rPr lang="zh-CN" altLang="en-US" sz="3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自顶向下分析过程中的问题</a:t>
            </a:r>
          </a:p>
        </p:txBody>
      </p:sp>
      <p:sp>
        <p:nvSpPr>
          <p:cNvPr id="3" name="矩形 2">
            <a:extLst>
              <a:ext uri="{FF2B5EF4-FFF2-40B4-BE49-F238E27FC236}">
                <a16:creationId xmlns:a16="http://schemas.microsoft.com/office/drawing/2014/main" id="{5639377C-C48D-4B45-BCE2-A28712CB9301}"/>
              </a:ext>
            </a:extLst>
          </p:cNvPr>
          <p:cNvSpPr/>
          <p:nvPr/>
        </p:nvSpPr>
        <p:spPr>
          <a:xfrm>
            <a:off x="615950" y="996950"/>
            <a:ext cx="7046913" cy="3579813"/>
          </a:xfrm>
          <a:prstGeom prst="rect">
            <a:avLst/>
          </a:prstGeom>
        </p:spPr>
        <p:txBody>
          <a:bodyPr>
            <a:spAutoFit/>
          </a:bodyPr>
          <a:lstStyle/>
          <a:p>
            <a:pPr eaLnBrk="1" hangingPunct="1">
              <a:lnSpc>
                <a:spcPts val="3000"/>
              </a:lnSpc>
              <a:spcBef>
                <a:spcPct val="20000"/>
              </a:spcBef>
              <a:buSzPct val="100000"/>
              <a:defRPr/>
            </a:pPr>
            <a:r>
              <a:rPr lang="en-US" altLang="zh-CN" sz="2800" b="1" dirty="0">
                <a:solidFill>
                  <a:srgbClr val="0070C0"/>
                </a:solidFill>
                <a:latin typeface="华文楷体" panose="02010600040101010101" pitchFamily="2" charset="-122"/>
                <a:ea typeface="华文楷体" panose="02010600040101010101" pitchFamily="2" charset="-122"/>
                <a:cs typeface="Times New Roman" pitchFamily="18" charset="0"/>
              </a:rPr>
              <a:t>2. </a:t>
            </a:r>
            <a:r>
              <a:rPr lang="zh-CN" altLang="en-US" sz="2800" b="1" dirty="0">
                <a:solidFill>
                  <a:srgbClr val="0070C0"/>
                </a:solidFill>
                <a:latin typeface="华文楷体" panose="02010600040101010101" pitchFamily="2" charset="-122"/>
                <a:ea typeface="华文楷体" panose="02010600040101010101" pitchFamily="2" charset="-122"/>
                <a:cs typeface="Times New Roman" pitchFamily="18" charset="0"/>
              </a:rPr>
              <a:t>回溯问题</a:t>
            </a:r>
            <a:r>
              <a:rPr lang="en-US" altLang="zh-CN" sz="2800" b="1" dirty="0">
                <a:solidFill>
                  <a:srgbClr val="0070C0"/>
                </a:solidFill>
                <a:latin typeface="华文楷体" panose="02010600040101010101" pitchFamily="2" charset="-122"/>
                <a:ea typeface="华文楷体" panose="02010600040101010101" pitchFamily="2" charset="-122"/>
                <a:cs typeface="Times New Roman" pitchFamily="18" charset="0"/>
              </a:rPr>
              <a:t> </a:t>
            </a:r>
          </a:p>
          <a:p>
            <a:pPr marL="576263" lvl="1" indent="-273050" eaLnBrk="1" hangingPunct="1">
              <a:spcBef>
                <a:spcPct val="20000"/>
              </a:spcBef>
              <a:buSzPct val="100000"/>
              <a:buFont typeface="Wingdings" pitchFamily="2" charset="2"/>
              <a:buChar char="Ø"/>
              <a:defRPr/>
            </a:pPr>
            <a:r>
              <a:rPr lang="zh-CN" altLang="en-US" sz="2800" b="1" dirty="0">
                <a:latin typeface="华文楷体" panose="02010600040101010101" pitchFamily="2" charset="-122"/>
                <a:ea typeface="华文楷体" panose="02010600040101010101" pitchFamily="2" charset="-122"/>
                <a:cs typeface="Times New Roman" pitchFamily="18" charset="0"/>
              </a:rPr>
              <a:t>例：</a:t>
            </a:r>
            <a:r>
              <a:rPr lang="zh-CN" altLang="en-US" sz="2800" b="1" dirty="0">
                <a:latin typeface="Times New Roman" panose="02020603050405020304" pitchFamily="18" charset="0"/>
                <a:ea typeface="华文楷体" panose="02010600040101010101" pitchFamily="2" charset="-122"/>
                <a:cs typeface="Times New Roman" panose="02020603050405020304" pitchFamily="18" charset="0"/>
              </a:rPr>
              <a:t>文法</a:t>
            </a:r>
            <a:r>
              <a:rPr lang="en-US" altLang="zh-CN" sz="2800" b="1" i="1" dirty="0">
                <a:latin typeface="Times New Roman" panose="02020603050405020304" pitchFamily="18" charset="0"/>
                <a:ea typeface="华文楷体" panose="02010600040101010101" pitchFamily="2" charset="-122"/>
                <a:cs typeface="Times New Roman" panose="02020603050405020304" pitchFamily="18" charset="0"/>
              </a:rPr>
              <a:t>G</a:t>
            </a:r>
          </a:p>
          <a:p>
            <a:pPr marL="303213" lvl="1" eaLnBrk="1" hangingPunct="1">
              <a:spcBef>
                <a:spcPct val="20000"/>
              </a:spcBef>
              <a:buSzPct val="100000"/>
              <a:defRPr/>
            </a:pPr>
            <a:r>
              <a:rPr lang="en-US" altLang="zh-CN" sz="2800" b="1"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b="1" i="1" dirty="0">
                <a:latin typeface="Times New Roman" panose="02020603050405020304" pitchFamily="18" charset="0"/>
                <a:ea typeface="华文楷体" panose="02010600040101010101" pitchFamily="2" charset="-122"/>
                <a:cs typeface="Times New Roman" panose="02020603050405020304" pitchFamily="18" charset="0"/>
              </a:rPr>
              <a:t>S </a:t>
            </a:r>
            <a:r>
              <a:rPr lang="en-US" altLang="zh-CN" sz="2800" b="1"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b="1" i="1" dirty="0" err="1">
                <a:solidFill>
                  <a:srgbClr val="0070C0"/>
                </a:solidFill>
                <a:latin typeface="Times New Roman" panose="02020603050405020304" pitchFamily="18" charset="0"/>
                <a:ea typeface="华文楷体" panose="02010600040101010101" pitchFamily="2" charset="-122"/>
                <a:cs typeface="Times New Roman" panose="02020603050405020304" pitchFamily="18" charset="0"/>
              </a:rPr>
              <a:t>a</a:t>
            </a:r>
            <a:r>
              <a:rPr lang="en-US" altLang="zh-CN" sz="2800" b="1" i="1" dirty="0" err="1">
                <a:latin typeface="Times New Roman" panose="02020603050405020304" pitchFamily="18" charset="0"/>
                <a:ea typeface="华文楷体" panose="02010600040101010101" pitchFamily="2" charset="-122"/>
                <a:cs typeface="Times New Roman" panose="02020603050405020304" pitchFamily="18" charset="0"/>
              </a:rPr>
              <a:t>Ad</a:t>
            </a:r>
            <a:r>
              <a:rPr lang="en-US" altLang="zh-CN" sz="2800" b="1" i="1"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b="1"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b="1" i="1" dirty="0" err="1">
                <a:solidFill>
                  <a:srgbClr val="0070C0"/>
                </a:solidFill>
                <a:latin typeface="Times New Roman" panose="02020603050405020304" pitchFamily="18" charset="0"/>
                <a:ea typeface="华文楷体" panose="02010600040101010101" pitchFamily="2" charset="-122"/>
                <a:cs typeface="Times New Roman" panose="02020603050405020304" pitchFamily="18" charset="0"/>
              </a:rPr>
              <a:t>a</a:t>
            </a:r>
            <a:r>
              <a:rPr lang="en-US" altLang="zh-CN" sz="2800" b="1" i="1" dirty="0" err="1">
                <a:latin typeface="Times New Roman" panose="02020603050405020304" pitchFamily="18" charset="0"/>
                <a:ea typeface="华文楷体" panose="02010600040101010101" pitchFamily="2" charset="-122"/>
                <a:cs typeface="Times New Roman" panose="02020603050405020304" pitchFamily="18" charset="0"/>
              </a:rPr>
              <a:t>Be</a:t>
            </a:r>
            <a:endParaRPr lang="en-US" altLang="zh-CN" sz="2800" b="1" i="1" dirty="0">
              <a:latin typeface="Times New Roman" panose="02020603050405020304" pitchFamily="18" charset="0"/>
              <a:ea typeface="华文楷体" panose="02010600040101010101" pitchFamily="2" charset="-122"/>
              <a:cs typeface="Times New Roman" panose="02020603050405020304" pitchFamily="18" charset="0"/>
            </a:endParaRPr>
          </a:p>
          <a:p>
            <a:pPr marL="303213" lvl="1" eaLnBrk="1" hangingPunct="1">
              <a:spcBef>
                <a:spcPct val="20000"/>
              </a:spcBef>
              <a:buSzPct val="100000"/>
              <a:defRPr/>
            </a:pPr>
            <a:r>
              <a:rPr lang="en-US" altLang="zh-CN" sz="2800" b="1"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b="1" i="1" dirty="0">
                <a:latin typeface="Times New Roman" panose="02020603050405020304" pitchFamily="18" charset="0"/>
                <a:ea typeface="华文楷体" panose="02010600040101010101" pitchFamily="2" charset="-122"/>
                <a:cs typeface="Times New Roman" panose="02020603050405020304" pitchFamily="18" charset="0"/>
              </a:rPr>
              <a:t>A</a:t>
            </a:r>
            <a:r>
              <a:rPr lang="en-US" altLang="zh-CN" sz="2800" b="1"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800" b="1" i="1" dirty="0">
                <a:latin typeface="Times New Roman" panose="02020603050405020304" pitchFamily="18" charset="0"/>
                <a:ea typeface="华文楷体" panose="02010600040101010101" pitchFamily="2" charset="-122"/>
                <a:cs typeface="Times New Roman" panose="02020603050405020304" pitchFamily="18" charset="0"/>
              </a:rPr>
              <a:t>c</a:t>
            </a:r>
          </a:p>
          <a:p>
            <a:pPr marL="303213" lvl="1" eaLnBrk="1" hangingPunct="1">
              <a:spcBef>
                <a:spcPct val="20000"/>
              </a:spcBef>
              <a:buSzPct val="100000"/>
              <a:defRPr/>
            </a:pPr>
            <a:r>
              <a:rPr lang="en-US" altLang="zh-CN" sz="2800" b="1"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b="1" i="1" dirty="0">
                <a:latin typeface="Times New Roman" panose="02020603050405020304" pitchFamily="18" charset="0"/>
                <a:ea typeface="华文楷体" panose="02010600040101010101" pitchFamily="2" charset="-122"/>
                <a:cs typeface="Times New Roman" panose="02020603050405020304" pitchFamily="18" charset="0"/>
              </a:rPr>
              <a:t>B</a:t>
            </a:r>
            <a:r>
              <a:rPr lang="en-US" altLang="zh-CN" sz="2800" b="1"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800" b="1" i="1" dirty="0">
                <a:latin typeface="Times New Roman" panose="02020603050405020304" pitchFamily="18" charset="0"/>
                <a:ea typeface="华文楷体" panose="02010600040101010101" pitchFamily="2" charset="-122"/>
                <a:cs typeface="Times New Roman" panose="02020603050405020304" pitchFamily="18" charset="0"/>
              </a:rPr>
              <a:t>b</a:t>
            </a:r>
          </a:p>
          <a:p>
            <a:pPr marL="576263" lvl="1" indent="-273050" eaLnBrk="1" hangingPunct="1">
              <a:spcBef>
                <a:spcPct val="20000"/>
              </a:spcBef>
              <a:buSzPct val="100000"/>
              <a:buFont typeface="Wingdings" pitchFamily="2" charset="2"/>
              <a:buChar char="Ø"/>
              <a:defRPr/>
            </a:pPr>
            <a:r>
              <a:rPr lang="zh-CN" altLang="en-US" sz="2800" b="1" dirty="0">
                <a:latin typeface="Times New Roman" panose="02020603050405020304" pitchFamily="18" charset="0"/>
                <a:ea typeface="华文楷体" panose="02010600040101010101" pitchFamily="2" charset="-122"/>
                <a:cs typeface="Times New Roman" panose="02020603050405020304" pitchFamily="18" charset="0"/>
              </a:rPr>
              <a:t>输入</a:t>
            </a:r>
          </a:p>
          <a:p>
            <a:pPr marL="303213" lvl="1" eaLnBrk="1" hangingPunct="1">
              <a:spcBef>
                <a:spcPct val="20000"/>
              </a:spcBef>
              <a:buSzPct val="100000"/>
              <a:defRPr/>
            </a:pPr>
            <a:r>
              <a:rPr lang="zh-CN" altLang="en-US" sz="2800" b="1"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b="1" i="1" dirty="0">
                <a:latin typeface="Times New Roman" panose="02020603050405020304" pitchFamily="18" charset="0"/>
                <a:ea typeface="华文楷体" panose="02010600040101010101" pitchFamily="2" charset="-122"/>
                <a:cs typeface="Times New Roman" panose="02020603050405020304" pitchFamily="18" charset="0"/>
              </a:rPr>
              <a:t>a b c </a:t>
            </a:r>
            <a:r>
              <a:rPr lang="en-US" altLang="zh-CN" sz="2800" b="1" dirty="0">
                <a:latin typeface="Times New Roman" panose="02020603050405020304" pitchFamily="18" charset="0"/>
                <a:ea typeface="楷体_GB2312"/>
                <a:cs typeface="Times New Roman" panose="02020603050405020304" pitchFamily="18" charset="0"/>
              </a:rPr>
              <a:t>$</a:t>
            </a:r>
            <a:endParaRPr lang="en-US" altLang="zh-CN" sz="2800" b="1" i="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3" name="内容占位符 1">
            <a:extLst>
              <a:ext uri="{FF2B5EF4-FFF2-40B4-BE49-F238E27FC236}">
                <a16:creationId xmlns:a16="http://schemas.microsoft.com/office/drawing/2014/main" id="{3968D085-63F4-436F-B6A6-918F8FE3507A}"/>
              </a:ext>
            </a:extLst>
          </p:cNvPr>
          <p:cNvSpPr txBox="1">
            <a:spLocks/>
          </p:cNvSpPr>
          <p:nvPr/>
        </p:nvSpPr>
        <p:spPr bwMode="auto">
          <a:xfrm>
            <a:off x="2843808" y="3204694"/>
            <a:ext cx="5698975" cy="1670518"/>
          </a:xfrm>
          <a:prstGeom prst="rect">
            <a:avLst/>
          </a:prstGeom>
          <a:solidFill>
            <a:schemeClr val="accent5">
              <a:lumMod val="60000"/>
              <a:lumOff val="40000"/>
            </a:schemeClr>
          </a:solidFill>
          <a:ln w="12700">
            <a:solidFill>
              <a:schemeClr val="tx1"/>
            </a:solidFill>
          </a:ln>
        </p:spPr>
        <p:txBody>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baseline="0">
                <a:solidFill>
                  <a:schemeClr val="tx2"/>
                </a:solidFill>
                <a:latin typeface="Times New Roman" panose="02020603050405020304" pitchFamily="18" charset="0"/>
                <a:ea typeface="+mn-ea"/>
                <a:cs typeface="+mn-cs"/>
              </a:defRPr>
            </a:lvl1pPr>
            <a:lvl2pPr marL="576263"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baseline="0">
                <a:solidFill>
                  <a:schemeClr val="tx2"/>
                </a:solidFill>
                <a:latin typeface="Times New Roman" panose="02020603050405020304" pitchFamily="18" charset="0"/>
                <a:ea typeface="+mn-ea"/>
                <a:cs typeface="+mn-cs"/>
              </a:defRPr>
            </a:lvl2pPr>
            <a:lvl3pPr marL="855663"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baseline="0">
                <a:solidFill>
                  <a:schemeClr val="tx2"/>
                </a:solidFill>
                <a:latin typeface="Times New Roman" panose="02020603050405020304" pitchFamily="18" charset="0"/>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baseline="0">
                <a:solidFill>
                  <a:schemeClr val="tx2"/>
                </a:solidFill>
                <a:latin typeface="Times New Roman" panose="02020603050405020304" pitchFamily="18" charset="0"/>
                <a:ea typeface="+mn-ea"/>
                <a:cs typeface="+mn-cs"/>
              </a:defRPr>
            </a:lvl4pPr>
            <a:lvl5pPr marL="1462088"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baseline="0">
                <a:solidFill>
                  <a:schemeClr val="tx2"/>
                </a:solidFill>
                <a:latin typeface="Times New Roman" panose="02020603050405020304" pitchFamily="18" charset="0"/>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a:lstStyle>
          <a:p>
            <a:pPr>
              <a:buClrTx/>
              <a:buFont typeface="Wingdings" panose="05000000000000000000" pitchFamily="2" charset="2"/>
              <a:buChar char="Ø"/>
              <a:defRPr/>
            </a:pPr>
            <a:r>
              <a:rPr lang="zh-CN" altLang="en-US" b="1" dirty="0">
                <a:solidFill>
                  <a:srgbClr val="000000"/>
                </a:solidFill>
                <a:latin typeface="+mn-ea"/>
              </a:rPr>
              <a:t>同一非终结符的多个候选式</a:t>
            </a:r>
            <a:r>
              <a:rPr lang="zh-CN" altLang="en-US" b="1" dirty="0">
                <a:solidFill>
                  <a:srgbClr val="0070C0"/>
                </a:solidFill>
                <a:latin typeface="+mn-ea"/>
              </a:rPr>
              <a:t>存在共同前缀</a:t>
            </a:r>
            <a:r>
              <a:rPr lang="zh-CN" altLang="en-US" b="1" dirty="0">
                <a:solidFill>
                  <a:srgbClr val="000000"/>
                </a:solidFill>
                <a:latin typeface="+mn-ea"/>
              </a:rPr>
              <a:t>时，很可能在分析中导致</a:t>
            </a:r>
            <a:r>
              <a:rPr lang="zh-CN" altLang="en-US" b="1" dirty="0">
                <a:solidFill>
                  <a:srgbClr val="FF0000"/>
                </a:solidFill>
                <a:latin typeface="+mn-ea"/>
              </a:rPr>
              <a:t>回溯</a:t>
            </a:r>
            <a:r>
              <a:rPr lang="zh-CN" altLang="en-US" b="1" dirty="0">
                <a:solidFill>
                  <a:srgbClr val="000000"/>
                </a:solidFill>
                <a:latin typeface="+mn-ea"/>
              </a:rPr>
              <a:t>现象，严重影响分析效率。</a:t>
            </a:r>
            <a:endParaRPr lang="en-US" altLang="zh-CN" b="1" dirty="0">
              <a:solidFill>
                <a:srgbClr val="000000"/>
              </a:solidFill>
              <a:latin typeface="+mn-ea"/>
            </a:endParaRPr>
          </a:p>
          <a:p>
            <a:pPr>
              <a:buClrTx/>
              <a:buFont typeface="Wingdings" panose="05000000000000000000" pitchFamily="2" charset="2"/>
              <a:buChar char="Ø"/>
              <a:defRPr/>
            </a:pPr>
            <a:r>
              <a:rPr lang="zh-CN" altLang="en-US" b="1" dirty="0">
                <a:solidFill>
                  <a:srgbClr val="0070C0"/>
                </a:solidFill>
                <a:latin typeface="+mn-ea"/>
              </a:rPr>
              <a:t>解决方法：改造文法，提取左公因子。</a:t>
            </a:r>
            <a:endParaRPr lang="en-US" altLang="zh-CN" b="1" dirty="0">
              <a:solidFill>
                <a:srgbClr val="0070C0"/>
              </a:solidFill>
              <a:latin typeface="+mn-ea"/>
            </a:endParaRPr>
          </a:p>
        </p:txBody>
      </p:sp>
      <p:sp>
        <p:nvSpPr>
          <p:cNvPr id="15" name="Line 45">
            <a:extLst>
              <a:ext uri="{FF2B5EF4-FFF2-40B4-BE49-F238E27FC236}">
                <a16:creationId xmlns:a16="http://schemas.microsoft.com/office/drawing/2014/main" id="{08C2755A-A069-4E72-B993-DE57DB73FCAA}"/>
              </a:ext>
            </a:extLst>
          </p:cNvPr>
          <p:cNvSpPr>
            <a:spLocks noChangeShapeType="1"/>
          </p:cNvSpPr>
          <p:nvPr/>
        </p:nvSpPr>
        <p:spPr bwMode="auto">
          <a:xfrm flipV="1">
            <a:off x="1476375" y="4516438"/>
            <a:ext cx="0" cy="269875"/>
          </a:xfrm>
          <a:prstGeom prst="line">
            <a:avLst/>
          </a:prstGeom>
          <a:noFill/>
          <a:ln w="25400">
            <a:solidFill>
              <a:schemeClr val="tx2">
                <a:lumMod val="60000"/>
                <a:lumOff val="40000"/>
              </a:schemeClr>
            </a:solidFill>
            <a:round/>
            <a:headEnd/>
            <a:tailEnd type="triangle" w="med" len="med"/>
          </a:ln>
        </p:spPr>
        <p:txBody>
          <a:bodyPr/>
          <a:lstStyle/>
          <a:p>
            <a:pPr>
              <a:defRPr/>
            </a:pPr>
            <a:endParaRPr lang="zh-CN" altLang="en-US"/>
          </a:p>
        </p:txBody>
      </p:sp>
      <p:sp>
        <p:nvSpPr>
          <p:cNvPr id="2" name="矩形 1">
            <a:extLst>
              <a:ext uri="{FF2B5EF4-FFF2-40B4-BE49-F238E27FC236}">
                <a16:creationId xmlns:a16="http://schemas.microsoft.com/office/drawing/2014/main" id="{D9606760-8732-4C23-9D89-6923B45A18B1}"/>
              </a:ext>
            </a:extLst>
          </p:cNvPr>
          <p:cNvSpPr/>
          <p:nvPr/>
        </p:nvSpPr>
        <p:spPr>
          <a:xfrm>
            <a:off x="4175484" y="843558"/>
            <a:ext cx="1764668" cy="14056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b="1" dirty="0">
                <a:solidFill>
                  <a:schemeClr val="tx1"/>
                </a:solidFill>
                <a:latin typeface="Times New Roman" panose="02020603050405020304" pitchFamily="18" charset="0"/>
                <a:cs typeface="Times New Roman" panose="02020603050405020304" pitchFamily="18" charset="0"/>
              </a:rPr>
              <a:t>最左推导：</a:t>
            </a:r>
            <a:endParaRPr lang="en-US" altLang="zh-CN" sz="2400" b="1" dirty="0">
              <a:solidFill>
                <a:schemeClr val="tx1"/>
              </a:solidFill>
              <a:latin typeface="Times New Roman" panose="02020603050405020304" pitchFamily="18" charset="0"/>
              <a:cs typeface="Times New Roman" panose="02020603050405020304" pitchFamily="18" charset="0"/>
            </a:endParaRPr>
          </a:p>
          <a:p>
            <a:r>
              <a:rPr lang="en-US" altLang="zh-CN" sz="2400" b="1" dirty="0">
                <a:solidFill>
                  <a:schemeClr val="tx1"/>
                </a:solidFill>
                <a:latin typeface="Times New Roman" panose="02020603050405020304" pitchFamily="18" charset="0"/>
                <a:cs typeface="Times New Roman" panose="02020603050405020304" pitchFamily="18" charset="0"/>
              </a:rPr>
              <a:t>S</a:t>
            </a:r>
            <a:r>
              <a:rPr kumimoji="1" lang="en-US" altLang="zh-CN" sz="2400" b="1" kern="0" dirty="0">
                <a:solidFill>
                  <a:schemeClr val="tx1"/>
                </a:solidFill>
                <a:latin typeface="Times New Roman" panose="02020603050405020304" pitchFamily="18" charset="0"/>
                <a:cs typeface="Times New Roman" pitchFamily="18" charset="0"/>
                <a:sym typeface="Symbol" pitchFamily="18" charset="2"/>
              </a:rPr>
              <a:t> </a:t>
            </a:r>
            <a:r>
              <a:rPr kumimoji="1" lang="en-US" altLang="zh-CN" sz="2400" b="1" i="1" kern="0" dirty="0" err="1">
                <a:solidFill>
                  <a:schemeClr val="tx1"/>
                </a:solidFill>
                <a:latin typeface="Times New Roman" panose="02020603050405020304" pitchFamily="18" charset="0"/>
                <a:cs typeface="Times New Roman" pitchFamily="18" charset="0"/>
                <a:sym typeface="Symbol" pitchFamily="18" charset="2"/>
              </a:rPr>
              <a:t>a</a:t>
            </a:r>
            <a:r>
              <a:rPr kumimoji="1" lang="en-US" altLang="zh-CN" sz="2400" b="1" kern="0" dirty="0" err="1">
                <a:solidFill>
                  <a:srgbClr val="0070C0"/>
                </a:solidFill>
                <a:latin typeface="Times New Roman" panose="02020603050405020304" pitchFamily="18" charset="0"/>
                <a:cs typeface="Times New Roman" pitchFamily="18" charset="0"/>
                <a:sym typeface="Symbol" pitchFamily="18" charset="2"/>
              </a:rPr>
              <a:t>A</a:t>
            </a:r>
            <a:r>
              <a:rPr kumimoji="1" lang="en-US" altLang="zh-CN" sz="2400" b="1" i="1" kern="0" dirty="0" err="1">
                <a:solidFill>
                  <a:schemeClr val="tx1"/>
                </a:solidFill>
                <a:latin typeface="Times New Roman" panose="02020603050405020304" pitchFamily="18" charset="0"/>
                <a:cs typeface="Times New Roman" pitchFamily="18" charset="0"/>
                <a:sym typeface="Symbol" pitchFamily="18" charset="2"/>
              </a:rPr>
              <a:t>d</a:t>
            </a:r>
            <a:endParaRPr kumimoji="1" lang="en-US" altLang="zh-CN" sz="2400" b="1" i="1" kern="0" dirty="0">
              <a:solidFill>
                <a:schemeClr val="tx1"/>
              </a:solidFill>
              <a:latin typeface="Times New Roman" panose="02020603050405020304" pitchFamily="18" charset="0"/>
              <a:cs typeface="Times New Roman" pitchFamily="18" charset="0"/>
              <a:sym typeface="Symbol" pitchFamily="18" charset="2"/>
            </a:endParaRPr>
          </a:p>
          <a:p>
            <a:r>
              <a:rPr kumimoji="1" lang="en-US" altLang="zh-CN" sz="2400" b="1" kern="0" dirty="0">
                <a:solidFill>
                  <a:schemeClr val="tx1"/>
                </a:solidFill>
                <a:latin typeface="Times New Roman" panose="02020603050405020304" pitchFamily="18" charset="0"/>
                <a:cs typeface="Times New Roman" pitchFamily="18" charset="0"/>
                <a:sym typeface="Symbol" pitchFamily="18" charset="2"/>
              </a:rPr>
              <a:t>S</a:t>
            </a:r>
            <a:r>
              <a:rPr kumimoji="1" lang="en-US" altLang="zh-CN" sz="2400" b="1" kern="0" dirty="0">
                <a:latin typeface="Times New Roman" panose="02020603050405020304" pitchFamily="18" charset="0"/>
                <a:cs typeface="Times New Roman" pitchFamily="18" charset="0"/>
                <a:sym typeface="Symbol" pitchFamily="18" charset="2"/>
              </a:rPr>
              <a:t> </a:t>
            </a:r>
            <a:r>
              <a:rPr kumimoji="1" lang="en-US" altLang="zh-CN" sz="2400" b="1" kern="0" dirty="0">
                <a:solidFill>
                  <a:schemeClr val="tx1"/>
                </a:solidFill>
                <a:latin typeface="Times New Roman" panose="02020603050405020304" pitchFamily="18" charset="0"/>
                <a:cs typeface="Times New Roman" pitchFamily="18" charset="0"/>
                <a:sym typeface="Symbol" pitchFamily="18" charset="2"/>
              </a:rPr>
              <a:t></a:t>
            </a:r>
            <a:r>
              <a:rPr kumimoji="1" lang="en-US" altLang="zh-CN" sz="2400" b="1" i="1" kern="0" dirty="0" err="1">
                <a:solidFill>
                  <a:schemeClr val="tx1"/>
                </a:solidFill>
                <a:latin typeface="Times New Roman" panose="02020603050405020304" pitchFamily="18" charset="0"/>
                <a:cs typeface="Times New Roman" pitchFamily="18" charset="0"/>
                <a:sym typeface="Symbol" pitchFamily="18" charset="2"/>
              </a:rPr>
              <a:t>a</a:t>
            </a:r>
            <a:r>
              <a:rPr kumimoji="1" lang="en-US" altLang="zh-CN" sz="2400" b="1" i="1" u="sng" kern="0" dirty="0" err="1">
                <a:solidFill>
                  <a:schemeClr val="tx1"/>
                </a:solidFill>
                <a:latin typeface="Times New Roman" panose="02020603050405020304" pitchFamily="18" charset="0"/>
                <a:cs typeface="Times New Roman" pitchFamily="18" charset="0"/>
                <a:sym typeface="Symbol" pitchFamily="18" charset="2"/>
              </a:rPr>
              <a:t>c</a:t>
            </a:r>
            <a:r>
              <a:rPr kumimoji="1" lang="en-US" altLang="zh-CN" sz="2400" b="1" i="1" kern="0" dirty="0" err="1">
                <a:solidFill>
                  <a:schemeClr val="tx1"/>
                </a:solidFill>
                <a:latin typeface="Times New Roman" panose="02020603050405020304" pitchFamily="18" charset="0"/>
                <a:cs typeface="Times New Roman" pitchFamily="18" charset="0"/>
                <a:sym typeface="Symbol" pitchFamily="18" charset="2"/>
              </a:rPr>
              <a:t>d</a:t>
            </a:r>
            <a:r>
              <a:rPr kumimoji="1" lang="en-US" altLang="zh-CN" sz="2400" b="1" i="1" kern="0" dirty="0">
                <a:solidFill>
                  <a:schemeClr val="tx1"/>
                </a:solidFill>
                <a:latin typeface="Times New Roman" panose="02020603050405020304" pitchFamily="18" charset="0"/>
                <a:cs typeface="Times New Roman" pitchFamily="18" charset="0"/>
                <a:sym typeface="Symbol" pitchFamily="18" charset="2"/>
              </a:rPr>
              <a:t>      </a:t>
            </a:r>
            <a:endParaRPr lang="zh-CN" altLang="en-US" sz="2400" b="1" i="1" dirty="0">
              <a:solidFill>
                <a:schemeClr val="tx1"/>
              </a:solidFill>
              <a:latin typeface="Times New Roman" panose="02020603050405020304" pitchFamily="18" charset="0"/>
              <a:cs typeface="Times New Roman" panose="02020603050405020304" pitchFamily="18" charset="0"/>
            </a:endParaRPr>
          </a:p>
        </p:txBody>
      </p:sp>
      <p:sp>
        <p:nvSpPr>
          <p:cNvPr id="4" name="文本框 3">
            <a:extLst>
              <a:ext uri="{FF2B5EF4-FFF2-40B4-BE49-F238E27FC236}">
                <a16:creationId xmlns:a16="http://schemas.microsoft.com/office/drawing/2014/main" id="{6A79B945-CD8A-4AB4-83F4-382D8CA42CC3}"/>
              </a:ext>
            </a:extLst>
          </p:cNvPr>
          <p:cNvSpPr txBox="1"/>
          <p:nvPr/>
        </p:nvSpPr>
        <p:spPr>
          <a:xfrm>
            <a:off x="3851920" y="2165882"/>
            <a:ext cx="1944216" cy="830997"/>
          </a:xfrm>
          <a:prstGeom prst="rect">
            <a:avLst/>
          </a:prstGeom>
          <a:noFill/>
        </p:spPr>
        <p:txBody>
          <a:bodyPr wrap="square" rtlCol="0">
            <a:spAutoFit/>
          </a:bodyPr>
          <a:lstStyle/>
          <a:p>
            <a:pPr algn="ctr"/>
            <a:r>
              <a:rPr lang="en-US" altLang="zh-CN" sz="2400" b="1" dirty="0">
                <a:solidFill>
                  <a:srgbClr val="0070C0"/>
                </a:solidFill>
                <a:latin typeface="Times New Roman" panose="02020603050405020304" pitchFamily="18" charset="0"/>
                <a:ea typeface="华文楷体" panose="02010600040101010101" pitchFamily="2" charset="-122"/>
                <a:cs typeface="Times New Roman" panose="02020603050405020304" pitchFamily="18" charset="0"/>
              </a:rPr>
              <a:t>a</a:t>
            </a:r>
            <a:r>
              <a:rPr lang="zh-CN" altLang="en-US" sz="2400" b="1" dirty="0">
                <a:solidFill>
                  <a:srgbClr val="0070C0"/>
                </a:solidFill>
                <a:latin typeface="Times New Roman" panose="02020603050405020304" pitchFamily="18" charset="0"/>
                <a:ea typeface="华文楷体" panose="02010600040101010101" pitchFamily="2" charset="-122"/>
                <a:cs typeface="Times New Roman" panose="02020603050405020304" pitchFamily="18" charset="0"/>
              </a:rPr>
              <a:t>与</a:t>
            </a:r>
            <a:r>
              <a:rPr lang="en-US" altLang="zh-CN" sz="2400" b="1" dirty="0">
                <a:solidFill>
                  <a:srgbClr val="0070C0"/>
                </a:solidFill>
                <a:latin typeface="Times New Roman" panose="02020603050405020304" pitchFamily="18" charset="0"/>
                <a:ea typeface="华文楷体" panose="02010600040101010101" pitchFamily="2" charset="-122"/>
                <a:cs typeface="Times New Roman" panose="02020603050405020304" pitchFamily="18" charset="0"/>
              </a:rPr>
              <a:t>b</a:t>
            </a:r>
            <a:r>
              <a:rPr lang="zh-CN" altLang="en-US" sz="2400" b="1" dirty="0">
                <a:solidFill>
                  <a:srgbClr val="0070C0"/>
                </a:solidFill>
                <a:latin typeface="Times New Roman" panose="02020603050405020304" pitchFamily="18" charset="0"/>
                <a:ea typeface="华文楷体" panose="02010600040101010101" pitchFamily="2" charset="-122"/>
                <a:cs typeface="Times New Roman" panose="02020603050405020304" pitchFamily="18" charset="0"/>
              </a:rPr>
              <a:t>不匹配</a:t>
            </a:r>
            <a:endParaRPr lang="en-US" altLang="zh-CN" sz="2400" b="1" dirty="0">
              <a:solidFill>
                <a:srgbClr val="0070C0"/>
              </a:solidFill>
              <a:latin typeface="Times New Roman" panose="02020603050405020304" pitchFamily="18" charset="0"/>
              <a:ea typeface="华文楷体" panose="02010600040101010101" pitchFamily="2" charset="-122"/>
              <a:cs typeface="Times New Roman" panose="02020603050405020304" pitchFamily="18" charset="0"/>
            </a:endParaRPr>
          </a:p>
          <a:p>
            <a:pPr algn="ctr"/>
            <a:r>
              <a:rPr lang="zh-CN" altLang="en-US" sz="2400" b="1" dirty="0">
                <a:solidFill>
                  <a:srgbClr val="0070C0"/>
                </a:solidFill>
                <a:latin typeface="Times New Roman" panose="02020603050405020304" pitchFamily="18" charset="0"/>
                <a:ea typeface="华文楷体" panose="02010600040101010101" pitchFamily="2" charset="-122"/>
                <a:cs typeface="Times New Roman" panose="02020603050405020304" pitchFamily="18" charset="0"/>
              </a:rPr>
              <a:t>失败</a:t>
            </a:r>
            <a:r>
              <a:rPr lang="en-US" altLang="zh-CN" sz="2400" b="1" dirty="0">
                <a:solidFill>
                  <a:srgbClr val="0070C0"/>
                </a:solidFill>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2400" b="1" dirty="0">
              <a:solidFill>
                <a:srgbClr val="0070C0"/>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 name="矩形 4">
            <a:extLst>
              <a:ext uri="{FF2B5EF4-FFF2-40B4-BE49-F238E27FC236}">
                <a16:creationId xmlns:a16="http://schemas.microsoft.com/office/drawing/2014/main" id="{245ACA1E-7F62-499F-94DF-04AD49619159}"/>
              </a:ext>
            </a:extLst>
          </p:cNvPr>
          <p:cNvSpPr/>
          <p:nvPr/>
        </p:nvSpPr>
        <p:spPr>
          <a:xfrm>
            <a:off x="6179703" y="1229778"/>
            <a:ext cx="1656184" cy="87435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zh-CN" sz="2400" b="1" kern="0" dirty="0">
                <a:solidFill>
                  <a:schemeClr val="tx1"/>
                </a:solidFill>
                <a:latin typeface="Times New Roman" pitchFamily="18" charset="0"/>
                <a:cs typeface="Times New Roman" pitchFamily="18" charset="0"/>
                <a:sym typeface="Symbol" pitchFamily="18" charset="2"/>
              </a:rPr>
              <a:t>S</a:t>
            </a:r>
            <a:r>
              <a:rPr kumimoji="1" lang="en-US" altLang="zh-CN" sz="2400" b="1" kern="0" dirty="0">
                <a:latin typeface="Times New Roman" pitchFamily="18" charset="0"/>
                <a:cs typeface="Times New Roman" pitchFamily="18" charset="0"/>
                <a:sym typeface="Symbol" pitchFamily="18" charset="2"/>
              </a:rPr>
              <a:t> </a:t>
            </a:r>
            <a:r>
              <a:rPr kumimoji="1" lang="en-US" altLang="zh-CN" sz="2400" b="1" kern="0" dirty="0">
                <a:solidFill>
                  <a:schemeClr val="tx1"/>
                </a:solidFill>
                <a:latin typeface="Times New Roman" pitchFamily="18" charset="0"/>
                <a:cs typeface="Times New Roman" pitchFamily="18" charset="0"/>
                <a:sym typeface="Symbol" pitchFamily="18" charset="2"/>
              </a:rPr>
              <a:t> </a:t>
            </a:r>
            <a:r>
              <a:rPr kumimoji="1" lang="en-US" altLang="zh-CN" sz="2400" b="1" kern="0" dirty="0" err="1">
                <a:solidFill>
                  <a:schemeClr val="tx1"/>
                </a:solidFill>
                <a:latin typeface="Times New Roman" pitchFamily="18" charset="0"/>
                <a:cs typeface="Times New Roman" pitchFamily="18" charset="0"/>
                <a:sym typeface="Symbol" pitchFamily="18" charset="2"/>
              </a:rPr>
              <a:t>a</a:t>
            </a:r>
            <a:r>
              <a:rPr kumimoji="1" lang="en-US" altLang="zh-CN" sz="2400" b="1" kern="0" dirty="0" err="1">
                <a:solidFill>
                  <a:srgbClr val="0070C0"/>
                </a:solidFill>
                <a:latin typeface="Times New Roman" pitchFamily="18" charset="0"/>
                <a:cs typeface="Times New Roman" pitchFamily="18" charset="0"/>
                <a:sym typeface="Symbol" pitchFamily="18" charset="2"/>
              </a:rPr>
              <a:t>B</a:t>
            </a:r>
            <a:r>
              <a:rPr kumimoji="1" lang="en-US" altLang="zh-CN" sz="2400" b="1" kern="0" dirty="0" err="1">
                <a:solidFill>
                  <a:schemeClr val="tx1"/>
                </a:solidFill>
                <a:latin typeface="Times New Roman" pitchFamily="18" charset="0"/>
                <a:cs typeface="Times New Roman" pitchFamily="18" charset="0"/>
                <a:sym typeface="Symbol" pitchFamily="18" charset="2"/>
              </a:rPr>
              <a:t>e</a:t>
            </a:r>
            <a:endParaRPr kumimoji="1" lang="en-US" altLang="zh-CN" sz="2400" b="1" kern="0" dirty="0">
              <a:solidFill>
                <a:schemeClr val="tx1"/>
              </a:solidFill>
              <a:latin typeface="Times New Roman" pitchFamily="18" charset="0"/>
              <a:cs typeface="Times New Roman" pitchFamily="18" charset="0"/>
              <a:sym typeface="Symbol" pitchFamily="18" charset="2"/>
            </a:endParaRPr>
          </a:p>
          <a:p>
            <a:r>
              <a:rPr kumimoji="1" lang="en-US" altLang="zh-CN" sz="2400" b="1" kern="0" dirty="0">
                <a:solidFill>
                  <a:schemeClr val="tx1"/>
                </a:solidFill>
                <a:latin typeface="Times New Roman" pitchFamily="18" charset="0"/>
                <a:cs typeface="Times New Roman" pitchFamily="18" charset="0"/>
                <a:sym typeface="Symbol" pitchFamily="18" charset="2"/>
              </a:rPr>
              <a:t>S</a:t>
            </a:r>
            <a:r>
              <a:rPr kumimoji="1" lang="en-US" altLang="zh-CN" sz="2400" b="1" kern="0" dirty="0">
                <a:latin typeface="Times New Roman" pitchFamily="18" charset="0"/>
                <a:cs typeface="Times New Roman" pitchFamily="18" charset="0"/>
                <a:sym typeface="Symbol" pitchFamily="18" charset="2"/>
              </a:rPr>
              <a:t> </a:t>
            </a:r>
            <a:r>
              <a:rPr kumimoji="1" lang="en-US" altLang="zh-CN" sz="2400" b="1" kern="0" dirty="0">
                <a:solidFill>
                  <a:schemeClr val="tx1"/>
                </a:solidFill>
                <a:latin typeface="Times New Roman" pitchFamily="18" charset="0"/>
                <a:cs typeface="Times New Roman" pitchFamily="18" charset="0"/>
                <a:sym typeface="Symbol" pitchFamily="18" charset="2"/>
              </a:rPr>
              <a:t> </a:t>
            </a:r>
            <a:r>
              <a:rPr kumimoji="1" lang="en-US" altLang="zh-CN" sz="2400" b="1" kern="0" dirty="0" err="1">
                <a:solidFill>
                  <a:schemeClr val="tx1"/>
                </a:solidFill>
                <a:latin typeface="Times New Roman" pitchFamily="18" charset="0"/>
                <a:cs typeface="Times New Roman" pitchFamily="18" charset="0"/>
                <a:sym typeface="Symbol" pitchFamily="18" charset="2"/>
              </a:rPr>
              <a:t>abe</a:t>
            </a:r>
            <a:endParaRPr lang="zh-CN" altLang="en-US" sz="2400" dirty="0"/>
          </a:p>
        </p:txBody>
      </p:sp>
      <p:sp>
        <p:nvSpPr>
          <p:cNvPr id="10" name="文本框 9">
            <a:extLst>
              <a:ext uri="{FF2B5EF4-FFF2-40B4-BE49-F238E27FC236}">
                <a16:creationId xmlns:a16="http://schemas.microsoft.com/office/drawing/2014/main" id="{EBC12A3B-FB8A-4D84-8670-67FD587DB1C1}"/>
              </a:ext>
            </a:extLst>
          </p:cNvPr>
          <p:cNvSpPr txBox="1"/>
          <p:nvPr/>
        </p:nvSpPr>
        <p:spPr>
          <a:xfrm>
            <a:off x="6372200" y="913181"/>
            <a:ext cx="1128797" cy="461665"/>
          </a:xfrm>
          <a:prstGeom prst="rect">
            <a:avLst/>
          </a:prstGeom>
          <a:noFill/>
        </p:spPr>
        <p:txBody>
          <a:bodyPr wrap="square" rtlCol="0">
            <a:spAutoFit/>
          </a:bodyPr>
          <a:lstStyle/>
          <a:p>
            <a:r>
              <a:rPr lang="zh-CN" altLang="en-US" sz="2400" b="1" dirty="0">
                <a:solidFill>
                  <a:srgbClr val="0070C0"/>
                </a:solidFill>
                <a:latin typeface="华文楷体" panose="02010600040101010101" pitchFamily="2" charset="-122"/>
                <a:ea typeface="华文楷体" panose="02010600040101010101" pitchFamily="2" charset="-122"/>
              </a:rPr>
              <a:t>回退</a:t>
            </a:r>
          </a:p>
        </p:txBody>
      </p:sp>
      <p:sp>
        <p:nvSpPr>
          <p:cNvPr id="14" name="文本框 13">
            <a:extLst>
              <a:ext uri="{FF2B5EF4-FFF2-40B4-BE49-F238E27FC236}">
                <a16:creationId xmlns:a16="http://schemas.microsoft.com/office/drawing/2014/main" id="{B29D73A6-D052-4BC7-9B45-26926B1C1F70}"/>
              </a:ext>
            </a:extLst>
          </p:cNvPr>
          <p:cNvSpPr txBox="1"/>
          <p:nvPr/>
        </p:nvSpPr>
        <p:spPr>
          <a:xfrm>
            <a:off x="6045895" y="2147220"/>
            <a:ext cx="1943274" cy="830997"/>
          </a:xfrm>
          <a:prstGeom prst="rect">
            <a:avLst/>
          </a:prstGeom>
          <a:noFill/>
        </p:spPr>
        <p:txBody>
          <a:bodyPr wrap="square" rtlCol="0">
            <a:spAutoFit/>
          </a:bodyPr>
          <a:lstStyle/>
          <a:p>
            <a:pPr algn="ctr"/>
            <a:r>
              <a:rPr lang="en-US" altLang="zh-CN" sz="2400" b="1" dirty="0">
                <a:solidFill>
                  <a:srgbClr val="0070C0"/>
                </a:solidFill>
                <a:latin typeface="Times New Roman" panose="02020603050405020304" pitchFamily="18" charset="0"/>
                <a:ea typeface="华文楷体" panose="02010600040101010101" pitchFamily="2" charset="-122"/>
                <a:cs typeface="Times New Roman" panose="02020603050405020304" pitchFamily="18" charset="0"/>
              </a:rPr>
              <a:t>c</a:t>
            </a:r>
            <a:r>
              <a:rPr lang="zh-CN" altLang="en-US" sz="2400" b="1" dirty="0">
                <a:solidFill>
                  <a:srgbClr val="0070C0"/>
                </a:solidFill>
                <a:latin typeface="Times New Roman" panose="02020603050405020304" pitchFamily="18" charset="0"/>
                <a:ea typeface="华文楷体" panose="02010600040101010101" pitchFamily="2" charset="-122"/>
                <a:cs typeface="Times New Roman" panose="02020603050405020304" pitchFamily="18" charset="0"/>
              </a:rPr>
              <a:t>与</a:t>
            </a:r>
            <a:r>
              <a:rPr lang="en-US" altLang="zh-CN" sz="2400" b="1" dirty="0">
                <a:solidFill>
                  <a:srgbClr val="0070C0"/>
                </a:solidFill>
                <a:latin typeface="Times New Roman" panose="02020603050405020304" pitchFamily="18" charset="0"/>
                <a:ea typeface="华文楷体" panose="02010600040101010101" pitchFamily="2" charset="-122"/>
                <a:cs typeface="Times New Roman" panose="02020603050405020304" pitchFamily="18" charset="0"/>
              </a:rPr>
              <a:t>e</a:t>
            </a:r>
            <a:r>
              <a:rPr lang="zh-CN" altLang="en-US" sz="2400" b="1" dirty="0">
                <a:solidFill>
                  <a:srgbClr val="0070C0"/>
                </a:solidFill>
                <a:latin typeface="Times New Roman" panose="02020603050405020304" pitchFamily="18" charset="0"/>
                <a:ea typeface="华文楷体" panose="02010600040101010101" pitchFamily="2" charset="-122"/>
                <a:cs typeface="Times New Roman" panose="02020603050405020304" pitchFamily="18" charset="0"/>
              </a:rPr>
              <a:t>不匹配失败</a:t>
            </a:r>
            <a:r>
              <a:rPr lang="en-US" altLang="zh-CN" sz="2400" b="1" dirty="0">
                <a:solidFill>
                  <a:srgbClr val="0070C0"/>
                </a:solidFill>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2400" b="1" dirty="0">
              <a:solidFill>
                <a:srgbClr val="0070C0"/>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7" name="灯片编号占位符 6">
            <a:extLst>
              <a:ext uri="{FF2B5EF4-FFF2-40B4-BE49-F238E27FC236}">
                <a16:creationId xmlns:a16="http://schemas.microsoft.com/office/drawing/2014/main" id="{681625BA-2DA4-429F-B6DC-864BFC9E61EE}"/>
              </a:ext>
            </a:extLst>
          </p:cNvPr>
          <p:cNvSpPr>
            <a:spLocks noGrp="1"/>
          </p:cNvSpPr>
          <p:nvPr>
            <p:ph type="sldNum" sz="quarter" idx="12"/>
          </p:nvPr>
        </p:nvSpPr>
        <p:spPr/>
        <p:txBody>
          <a:bodyPr/>
          <a:lstStyle/>
          <a:p>
            <a:pPr>
              <a:defRPr/>
            </a:pPr>
            <a:fld id="{EA567855-7F13-4FC5-AD61-2B82F6443E16}" type="slidenum">
              <a:rPr lang="zh-CN" altLang="en-US" smtClean="0"/>
              <a:pPr>
                <a:defRPr/>
              </a:pPr>
              <a:t>15</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p:cTn id="12"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3"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14" dur="500"/>
                                        <p:tgtEl>
                                          <p:spTgt spid="3">
                                            <p:txEl>
                                              <p:pRg st="1" end="1"/>
                                            </p:txEl>
                                          </p:spTgt>
                                        </p:tgtEl>
                                      </p:cBhvr>
                                    </p:animEffect>
                                  </p:childTnLst>
                                </p:cTn>
                              </p:par>
                              <p:par>
                                <p:cTn id="15" presetID="53" presetClass="entr" presetSubtype="16"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p:cTn id="17"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18"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19" dur="500"/>
                                        <p:tgtEl>
                                          <p:spTgt spid="3">
                                            <p:txEl>
                                              <p:pRg st="2" end="2"/>
                                            </p:txEl>
                                          </p:spTgt>
                                        </p:tgtEl>
                                      </p:cBhvr>
                                    </p:animEffect>
                                  </p:childTnLst>
                                </p:cTn>
                              </p:par>
                              <p:par>
                                <p:cTn id="20" presetID="53" presetClass="entr" presetSubtype="16"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 calcmode="lin" valueType="num">
                                      <p:cBhvr>
                                        <p:cTn id="22"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3"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24" dur="500"/>
                                        <p:tgtEl>
                                          <p:spTgt spid="3">
                                            <p:txEl>
                                              <p:pRg st="3" end="3"/>
                                            </p:txEl>
                                          </p:spTgt>
                                        </p:tgtEl>
                                      </p:cBhvr>
                                    </p:animEffect>
                                  </p:childTnLst>
                                </p:cTn>
                              </p:par>
                              <p:par>
                                <p:cTn id="25" presetID="53" presetClass="entr" presetSubtype="16"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p:cTn id="27" dur="500" fill="hold"/>
                                        <p:tgtEl>
                                          <p:spTgt spid="3">
                                            <p:txEl>
                                              <p:pRg st="4" end="4"/>
                                            </p:txEl>
                                          </p:spTgt>
                                        </p:tgtEl>
                                        <p:attrNameLst>
                                          <p:attrName>ppt_w</p:attrName>
                                        </p:attrNameLst>
                                      </p:cBhvr>
                                      <p:tavLst>
                                        <p:tav tm="0">
                                          <p:val>
                                            <p:fltVal val="0"/>
                                          </p:val>
                                        </p:tav>
                                        <p:tav tm="100000">
                                          <p:val>
                                            <p:strVal val="#ppt_w"/>
                                          </p:val>
                                        </p:tav>
                                      </p:tavLst>
                                    </p:anim>
                                    <p:anim calcmode="lin" valueType="num">
                                      <p:cBhvr>
                                        <p:cTn id="28" dur="500" fill="hold"/>
                                        <p:tgtEl>
                                          <p:spTgt spid="3">
                                            <p:txEl>
                                              <p:pRg st="4" end="4"/>
                                            </p:txEl>
                                          </p:spTgt>
                                        </p:tgtEl>
                                        <p:attrNameLst>
                                          <p:attrName>ppt_h</p:attrName>
                                        </p:attrNameLst>
                                      </p:cBhvr>
                                      <p:tavLst>
                                        <p:tav tm="0">
                                          <p:val>
                                            <p:fltVal val="0"/>
                                          </p:val>
                                        </p:tav>
                                        <p:tav tm="100000">
                                          <p:val>
                                            <p:strVal val="#ppt_h"/>
                                          </p:val>
                                        </p:tav>
                                      </p:tavLst>
                                    </p:anim>
                                    <p:animEffect transition="in" filter="fade">
                                      <p:cBhvr>
                                        <p:cTn id="29" dur="500"/>
                                        <p:tgtEl>
                                          <p:spTgt spid="3">
                                            <p:txEl>
                                              <p:pRg st="4" end="4"/>
                                            </p:txEl>
                                          </p:spTgt>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53" presetClass="entr" presetSubtype="16" fill="hold" nodeType="click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 calcmode="lin" valueType="num">
                                      <p:cBhvr>
                                        <p:cTn id="34" dur="500" fill="hold"/>
                                        <p:tgtEl>
                                          <p:spTgt spid="3">
                                            <p:txEl>
                                              <p:pRg st="5" end="5"/>
                                            </p:txEl>
                                          </p:spTgt>
                                        </p:tgtEl>
                                        <p:attrNameLst>
                                          <p:attrName>ppt_w</p:attrName>
                                        </p:attrNameLst>
                                      </p:cBhvr>
                                      <p:tavLst>
                                        <p:tav tm="0">
                                          <p:val>
                                            <p:fltVal val="0"/>
                                          </p:val>
                                        </p:tav>
                                        <p:tav tm="100000">
                                          <p:val>
                                            <p:strVal val="#ppt_w"/>
                                          </p:val>
                                        </p:tav>
                                      </p:tavLst>
                                    </p:anim>
                                    <p:anim calcmode="lin" valueType="num">
                                      <p:cBhvr>
                                        <p:cTn id="35" dur="500" fill="hold"/>
                                        <p:tgtEl>
                                          <p:spTgt spid="3">
                                            <p:txEl>
                                              <p:pRg st="5" end="5"/>
                                            </p:txEl>
                                          </p:spTgt>
                                        </p:tgtEl>
                                        <p:attrNameLst>
                                          <p:attrName>ppt_h</p:attrName>
                                        </p:attrNameLst>
                                      </p:cBhvr>
                                      <p:tavLst>
                                        <p:tav tm="0">
                                          <p:val>
                                            <p:fltVal val="0"/>
                                          </p:val>
                                        </p:tav>
                                        <p:tav tm="100000">
                                          <p:val>
                                            <p:strVal val="#ppt_h"/>
                                          </p:val>
                                        </p:tav>
                                      </p:tavLst>
                                    </p:anim>
                                    <p:animEffect transition="in" filter="fade">
                                      <p:cBhvr>
                                        <p:cTn id="36" dur="500"/>
                                        <p:tgtEl>
                                          <p:spTgt spid="3">
                                            <p:txEl>
                                              <p:pRg st="5" end="5"/>
                                            </p:txEl>
                                          </p:spTgt>
                                        </p:tgtEl>
                                      </p:cBhvr>
                                    </p:animEffect>
                                  </p:childTnLst>
                                </p:cTn>
                              </p:par>
                              <p:par>
                                <p:cTn id="37" presetID="53" presetClass="entr" presetSubtype="16" fill="hold" nodeType="with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anim calcmode="lin" valueType="num">
                                      <p:cBhvr>
                                        <p:cTn id="39" dur="500" fill="hold"/>
                                        <p:tgtEl>
                                          <p:spTgt spid="3">
                                            <p:txEl>
                                              <p:pRg st="6" end="6"/>
                                            </p:txEl>
                                          </p:spTgt>
                                        </p:tgtEl>
                                        <p:attrNameLst>
                                          <p:attrName>ppt_w</p:attrName>
                                        </p:attrNameLst>
                                      </p:cBhvr>
                                      <p:tavLst>
                                        <p:tav tm="0">
                                          <p:val>
                                            <p:fltVal val="0"/>
                                          </p:val>
                                        </p:tav>
                                        <p:tav tm="100000">
                                          <p:val>
                                            <p:strVal val="#ppt_w"/>
                                          </p:val>
                                        </p:tav>
                                      </p:tavLst>
                                    </p:anim>
                                    <p:anim calcmode="lin" valueType="num">
                                      <p:cBhvr>
                                        <p:cTn id="40" dur="500" fill="hold"/>
                                        <p:tgtEl>
                                          <p:spTgt spid="3">
                                            <p:txEl>
                                              <p:pRg st="6" end="6"/>
                                            </p:txEl>
                                          </p:spTgt>
                                        </p:tgtEl>
                                        <p:attrNameLst>
                                          <p:attrName>ppt_h</p:attrName>
                                        </p:attrNameLst>
                                      </p:cBhvr>
                                      <p:tavLst>
                                        <p:tav tm="0">
                                          <p:val>
                                            <p:fltVal val="0"/>
                                          </p:val>
                                        </p:tav>
                                        <p:tav tm="100000">
                                          <p:val>
                                            <p:strVal val="#ppt_h"/>
                                          </p:val>
                                        </p:tav>
                                      </p:tavLst>
                                    </p:anim>
                                    <p:animEffect transition="in" filter="fade">
                                      <p:cBhvr>
                                        <p:cTn id="41" dur="500"/>
                                        <p:tgtEl>
                                          <p:spTgt spid="3">
                                            <p:txEl>
                                              <p:pRg st="6" end="6"/>
                                            </p:txEl>
                                          </p:spTgt>
                                        </p:tgtEl>
                                      </p:cBhvr>
                                    </p:animEffect>
                                  </p:childTnLst>
                                </p:cTn>
                              </p:par>
                              <p:par>
                                <p:cTn id="42" presetID="22" presetClass="entr" presetSubtype="4"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wipe(down)">
                                      <p:cBhvr>
                                        <p:cTn id="44" dur="500"/>
                                        <p:tgtEl>
                                          <p:spTgt spid="15"/>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grpId="0" nodeType="clickEffect">
                                  <p:stCondLst>
                                    <p:cond delay="0"/>
                                  </p:stCondLst>
                                  <p:childTnLst>
                                    <p:set>
                                      <p:cBhvr>
                                        <p:cTn id="48" dur="1" fill="hold">
                                          <p:stCondLst>
                                            <p:cond delay="0"/>
                                          </p:stCondLst>
                                        </p:cTn>
                                        <p:tgtEl>
                                          <p:spTgt spid="2">
                                            <p:txEl>
                                              <p:pRg st="0" end="0"/>
                                            </p:txEl>
                                          </p:spTgt>
                                        </p:tgtEl>
                                        <p:attrNameLst>
                                          <p:attrName>style.visibility</p:attrName>
                                        </p:attrNameLst>
                                      </p:cBhvr>
                                      <p:to>
                                        <p:strVal val="visible"/>
                                      </p:to>
                                    </p:set>
                                    <p:animEffect transition="in" filter="wipe(down)">
                                      <p:cBhvr>
                                        <p:cTn id="49" dur="500"/>
                                        <p:tgtEl>
                                          <p:spTgt spid="2">
                                            <p:txEl>
                                              <p:pRg st="0" end="0"/>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4" fill="hold" grpId="0" nodeType="clickEffect">
                                  <p:stCondLst>
                                    <p:cond delay="0"/>
                                  </p:stCondLst>
                                  <p:childTnLst>
                                    <p:set>
                                      <p:cBhvr>
                                        <p:cTn id="53" dur="1" fill="hold">
                                          <p:stCondLst>
                                            <p:cond delay="0"/>
                                          </p:stCondLst>
                                        </p:cTn>
                                        <p:tgtEl>
                                          <p:spTgt spid="2">
                                            <p:txEl>
                                              <p:pRg st="1" end="1"/>
                                            </p:txEl>
                                          </p:spTgt>
                                        </p:tgtEl>
                                        <p:attrNameLst>
                                          <p:attrName>style.visibility</p:attrName>
                                        </p:attrNameLst>
                                      </p:cBhvr>
                                      <p:to>
                                        <p:strVal val="visible"/>
                                      </p:to>
                                    </p:set>
                                    <p:animEffect transition="in" filter="wipe(down)">
                                      <p:cBhvr>
                                        <p:cTn id="54" dur="500"/>
                                        <p:tgtEl>
                                          <p:spTgt spid="2">
                                            <p:txEl>
                                              <p:pRg st="1" end="1"/>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4" fill="hold" grpId="0" nodeType="clickEffect">
                                  <p:stCondLst>
                                    <p:cond delay="0"/>
                                  </p:stCondLst>
                                  <p:childTnLst>
                                    <p:set>
                                      <p:cBhvr>
                                        <p:cTn id="58" dur="1" fill="hold">
                                          <p:stCondLst>
                                            <p:cond delay="0"/>
                                          </p:stCondLst>
                                        </p:cTn>
                                        <p:tgtEl>
                                          <p:spTgt spid="2">
                                            <p:txEl>
                                              <p:pRg st="2" end="2"/>
                                            </p:txEl>
                                          </p:spTgt>
                                        </p:tgtEl>
                                        <p:attrNameLst>
                                          <p:attrName>style.visibility</p:attrName>
                                        </p:attrNameLst>
                                      </p:cBhvr>
                                      <p:to>
                                        <p:strVal val="visible"/>
                                      </p:to>
                                    </p:set>
                                    <p:animEffect transition="in" filter="wipe(down)">
                                      <p:cBhvr>
                                        <p:cTn id="59" dur="500"/>
                                        <p:tgtEl>
                                          <p:spTgt spid="2">
                                            <p:txEl>
                                              <p:pRg st="2" end="2"/>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4" fill="hold" grpId="0" nodeType="clickEffect">
                                  <p:stCondLst>
                                    <p:cond delay="0"/>
                                  </p:stCondLst>
                                  <p:childTnLst>
                                    <p:set>
                                      <p:cBhvr>
                                        <p:cTn id="63" dur="1" fill="hold">
                                          <p:stCondLst>
                                            <p:cond delay="0"/>
                                          </p:stCondLst>
                                        </p:cTn>
                                        <p:tgtEl>
                                          <p:spTgt spid="4"/>
                                        </p:tgtEl>
                                        <p:attrNameLst>
                                          <p:attrName>style.visibility</p:attrName>
                                        </p:attrNameLst>
                                      </p:cBhvr>
                                      <p:to>
                                        <p:strVal val="visible"/>
                                      </p:to>
                                    </p:set>
                                    <p:animEffect transition="in" filter="wipe(down)">
                                      <p:cBhvr>
                                        <p:cTn id="64" dur="500"/>
                                        <p:tgtEl>
                                          <p:spTgt spid="4"/>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4" fill="hold" grpId="0" nodeType="clickEffect">
                                  <p:stCondLst>
                                    <p:cond delay="0"/>
                                  </p:stCondLst>
                                  <p:childTnLst>
                                    <p:set>
                                      <p:cBhvr>
                                        <p:cTn id="68" dur="1" fill="hold">
                                          <p:stCondLst>
                                            <p:cond delay="0"/>
                                          </p:stCondLst>
                                        </p:cTn>
                                        <p:tgtEl>
                                          <p:spTgt spid="10"/>
                                        </p:tgtEl>
                                        <p:attrNameLst>
                                          <p:attrName>style.visibility</p:attrName>
                                        </p:attrNameLst>
                                      </p:cBhvr>
                                      <p:to>
                                        <p:strVal val="visible"/>
                                      </p:to>
                                    </p:set>
                                    <p:animEffect transition="in" filter="wipe(down)">
                                      <p:cBhvr>
                                        <p:cTn id="69" dur="500"/>
                                        <p:tgtEl>
                                          <p:spTgt spid="10"/>
                                        </p:tgtEl>
                                      </p:cBhvr>
                                    </p:animEffect>
                                  </p:childTnLst>
                                </p:cTn>
                              </p:par>
                              <p:par>
                                <p:cTn id="70" presetID="22" presetClass="entr" presetSubtype="4" fill="hold" grpId="0" nodeType="withEffect">
                                  <p:stCondLst>
                                    <p:cond delay="0"/>
                                  </p:stCondLst>
                                  <p:childTnLst>
                                    <p:set>
                                      <p:cBhvr>
                                        <p:cTn id="71" dur="1" fill="hold">
                                          <p:stCondLst>
                                            <p:cond delay="0"/>
                                          </p:stCondLst>
                                        </p:cTn>
                                        <p:tgtEl>
                                          <p:spTgt spid="5">
                                            <p:bg/>
                                          </p:spTgt>
                                        </p:tgtEl>
                                        <p:attrNameLst>
                                          <p:attrName>style.visibility</p:attrName>
                                        </p:attrNameLst>
                                      </p:cBhvr>
                                      <p:to>
                                        <p:strVal val="visible"/>
                                      </p:to>
                                    </p:set>
                                    <p:animEffect transition="in" filter="wipe(down)">
                                      <p:cBhvr>
                                        <p:cTn id="72" dur="500"/>
                                        <p:tgtEl>
                                          <p:spTgt spid="5">
                                            <p:bg/>
                                          </p:spTgt>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4" fill="hold" grpId="0" nodeType="clickEffect">
                                  <p:stCondLst>
                                    <p:cond delay="0"/>
                                  </p:stCondLst>
                                  <p:childTnLst>
                                    <p:set>
                                      <p:cBhvr>
                                        <p:cTn id="76" dur="1" fill="hold">
                                          <p:stCondLst>
                                            <p:cond delay="0"/>
                                          </p:stCondLst>
                                        </p:cTn>
                                        <p:tgtEl>
                                          <p:spTgt spid="5">
                                            <p:txEl>
                                              <p:pRg st="0" end="0"/>
                                            </p:txEl>
                                          </p:spTgt>
                                        </p:tgtEl>
                                        <p:attrNameLst>
                                          <p:attrName>style.visibility</p:attrName>
                                        </p:attrNameLst>
                                      </p:cBhvr>
                                      <p:to>
                                        <p:strVal val="visible"/>
                                      </p:to>
                                    </p:set>
                                    <p:animEffect transition="in" filter="wipe(down)">
                                      <p:cBhvr>
                                        <p:cTn id="77" dur="500"/>
                                        <p:tgtEl>
                                          <p:spTgt spid="5">
                                            <p:txEl>
                                              <p:pRg st="0" end="0"/>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4" fill="hold" grpId="0" nodeType="clickEffect">
                                  <p:stCondLst>
                                    <p:cond delay="0"/>
                                  </p:stCondLst>
                                  <p:childTnLst>
                                    <p:set>
                                      <p:cBhvr>
                                        <p:cTn id="81" dur="1" fill="hold">
                                          <p:stCondLst>
                                            <p:cond delay="0"/>
                                          </p:stCondLst>
                                        </p:cTn>
                                        <p:tgtEl>
                                          <p:spTgt spid="5">
                                            <p:txEl>
                                              <p:pRg st="1" end="1"/>
                                            </p:txEl>
                                          </p:spTgt>
                                        </p:tgtEl>
                                        <p:attrNameLst>
                                          <p:attrName>style.visibility</p:attrName>
                                        </p:attrNameLst>
                                      </p:cBhvr>
                                      <p:to>
                                        <p:strVal val="visible"/>
                                      </p:to>
                                    </p:set>
                                    <p:animEffect transition="in" filter="wipe(down)">
                                      <p:cBhvr>
                                        <p:cTn id="82" dur="500"/>
                                        <p:tgtEl>
                                          <p:spTgt spid="5">
                                            <p:txEl>
                                              <p:pRg st="1" end="1"/>
                                            </p:txEl>
                                          </p:spTgt>
                                        </p:tgtEl>
                                      </p:cBhvr>
                                    </p:animEffect>
                                  </p:childTnLst>
                                </p:cTn>
                              </p:par>
                              <p:par>
                                <p:cTn id="83" presetID="22" presetClass="entr" presetSubtype="4" fill="hold" grpId="0" nodeType="withEffect">
                                  <p:stCondLst>
                                    <p:cond delay="0"/>
                                  </p:stCondLst>
                                  <p:childTnLst>
                                    <p:set>
                                      <p:cBhvr>
                                        <p:cTn id="84" dur="1" fill="hold">
                                          <p:stCondLst>
                                            <p:cond delay="0"/>
                                          </p:stCondLst>
                                        </p:cTn>
                                        <p:tgtEl>
                                          <p:spTgt spid="14"/>
                                        </p:tgtEl>
                                        <p:attrNameLst>
                                          <p:attrName>style.visibility</p:attrName>
                                        </p:attrNameLst>
                                      </p:cBhvr>
                                      <p:to>
                                        <p:strVal val="visible"/>
                                      </p:to>
                                    </p:set>
                                    <p:animEffect transition="in" filter="wipe(down)">
                                      <p:cBhvr>
                                        <p:cTn id="85" dur="500"/>
                                        <p:tgtEl>
                                          <p:spTgt spid="14"/>
                                        </p:tgtEl>
                                      </p:cBhvr>
                                    </p:animEffect>
                                  </p:childTnLst>
                                </p:cTn>
                              </p:par>
                            </p:childTnLst>
                          </p:cTn>
                        </p:par>
                      </p:childTnLst>
                    </p:cTn>
                  </p:par>
                  <p:par>
                    <p:cTn id="86" fill="hold">
                      <p:stCondLst>
                        <p:cond delay="indefinite"/>
                      </p:stCondLst>
                      <p:childTnLst>
                        <p:par>
                          <p:cTn id="87" fill="hold">
                            <p:stCondLst>
                              <p:cond delay="0"/>
                            </p:stCondLst>
                            <p:childTnLst>
                              <p:par>
                                <p:cTn id="88" presetID="53" presetClass="entr" presetSubtype="16" fill="hold" grpId="0" nodeType="clickEffect">
                                  <p:stCondLst>
                                    <p:cond delay="0"/>
                                  </p:stCondLst>
                                  <p:childTnLst>
                                    <p:set>
                                      <p:cBhvr>
                                        <p:cTn id="89" dur="1" fill="hold">
                                          <p:stCondLst>
                                            <p:cond delay="0"/>
                                          </p:stCondLst>
                                        </p:cTn>
                                        <p:tgtEl>
                                          <p:spTgt spid="13">
                                            <p:bg/>
                                          </p:spTgt>
                                        </p:tgtEl>
                                        <p:attrNameLst>
                                          <p:attrName>style.visibility</p:attrName>
                                        </p:attrNameLst>
                                      </p:cBhvr>
                                      <p:to>
                                        <p:strVal val="visible"/>
                                      </p:to>
                                    </p:set>
                                    <p:anim calcmode="lin" valueType="num">
                                      <p:cBhvr>
                                        <p:cTn id="90" dur="500" fill="hold"/>
                                        <p:tgtEl>
                                          <p:spTgt spid="13">
                                            <p:bg/>
                                          </p:spTgt>
                                        </p:tgtEl>
                                        <p:attrNameLst>
                                          <p:attrName>ppt_w</p:attrName>
                                        </p:attrNameLst>
                                      </p:cBhvr>
                                      <p:tavLst>
                                        <p:tav tm="0">
                                          <p:val>
                                            <p:fltVal val="0"/>
                                          </p:val>
                                        </p:tav>
                                        <p:tav tm="100000">
                                          <p:val>
                                            <p:strVal val="#ppt_w"/>
                                          </p:val>
                                        </p:tav>
                                      </p:tavLst>
                                    </p:anim>
                                    <p:anim calcmode="lin" valueType="num">
                                      <p:cBhvr>
                                        <p:cTn id="91" dur="500" fill="hold"/>
                                        <p:tgtEl>
                                          <p:spTgt spid="13">
                                            <p:bg/>
                                          </p:spTgt>
                                        </p:tgtEl>
                                        <p:attrNameLst>
                                          <p:attrName>ppt_h</p:attrName>
                                        </p:attrNameLst>
                                      </p:cBhvr>
                                      <p:tavLst>
                                        <p:tav tm="0">
                                          <p:val>
                                            <p:fltVal val="0"/>
                                          </p:val>
                                        </p:tav>
                                        <p:tav tm="100000">
                                          <p:val>
                                            <p:strVal val="#ppt_h"/>
                                          </p:val>
                                        </p:tav>
                                      </p:tavLst>
                                    </p:anim>
                                    <p:animEffect transition="in" filter="fade">
                                      <p:cBhvr>
                                        <p:cTn id="92" dur="500"/>
                                        <p:tgtEl>
                                          <p:spTgt spid="13">
                                            <p:bg/>
                                          </p:spTgt>
                                        </p:tgtEl>
                                      </p:cBhvr>
                                    </p:animEffect>
                                  </p:childTnLst>
                                </p:cTn>
                              </p:par>
                              <p:par>
                                <p:cTn id="93" presetID="53" presetClass="entr" presetSubtype="16" fill="hold" grpId="0" nodeType="withEffect">
                                  <p:stCondLst>
                                    <p:cond delay="0"/>
                                  </p:stCondLst>
                                  <p:childTnLst>
                                    <p:set>
                                      <p:cBhvr>
                                        <p:cTn id="94" dur="1" fill="hold">
                                          <p:stCondLst>
                                            <p:cond delay="0"/>
                                          </p:stCondLst>
                                        </p:cTn>
                                        <p:tgtEl>
                                          <p:spTgt spid="13">
                                            <p:txEl>
                                              <p:pRg st="0" end="0"/>
                                            </p:txEl>
                                          </p:spTgt>
                                        </p:tgtEl>
                                        <p:attrNameLst>
                                          <p:attrName>style.visibility</p:attrName>
                                        </p:attrNameLst>
                                      </p:cBhvr>
                                      <p:to>
                                        <p:strVal val="visible"/>
                                      </p:to>
                                    </p:set>
                                    <p:anim calcmode="lin" valueType="num">
                                      <p:cBhvr>
                                        <p:cTn id="95" dur="500" fill="hold"/>
                                        <p:tgtEl>
                                          <p:spTgt spid="13">
                                            <p:txEl>
                                              <p:pRg st="0" end="0"/>
                                            </p:txEl>
                                          </p:spTgt>
                                        </p:tgtEl>
                                        <p:attrNameLst>
                                          <p:attrName>ppt_w</p:attrName>
                                        </p:attrNameLst>
                                      </p:cBhvr>
                                      <p:tavLst>
                                        <p:tav tm="0">
                                          <p:val>
                                            <p:fltVal val="0"/>
                                          </p:val>
                                        </p:tav>
                                        <p:tav tm="100000">
                                          <p:val>
                                            <p:strVal val="#ppt_w"/>
                                          </p:val>
                                        </p:tav>
                                      </p:tavLst>
                                    </p:anim>
                                    <p:anim calcmode="lin" valueType="num">
                                      <p:cBhvr>
                                        <p:cTn id="96" dur="500" fill="hold"/>
                                        <p:tgtEl>
                                          <p:spTgt spid="13">
                                            <p:txEl>
                                              <p:pRg st="0" end="0"/>
                                            </p:txEl>
                                          </p:spTgt>
                                        </p:tgtEl>
                                        <p:attrNameLst>
                                          <p:attrName>ppt_h</p:attrName>
                                        </p:attrNameLst>
                                      </p:cBhvr>
                                      <p:tavLst>
                                        <p:tav tm="0">
                                          <p:val>
                                            <p:fltVal val="0"/>
                                          </p:val>
                                        </p:tav>
                                        <p:tav tm="100000">
                                          <p:val>
                                            <p:strVal val="#ppt_h"/>
                                          </p:val>
                                        </p:tav>
                                      </p:tavLst>
                                    </p:anim>
                                    <p:animEffect transition="in" filter="fade">
                                      <p:cBhvr>
                                        <p:cTn id="97" dur="500"/>
                                        <p:tgtEl>
                                          <p:spTgt spid="13">
                                            <p:txEl>
                                              <p:pRg st="0" end="0"/>
                                            </p:txEl>
                                          </p:spTgt>
                                        </p:tgtEl>
                                      </p:cBhvr>
                                    </p:animEffect>
                                  </p:childTnLst>
                                </p:cTn>
                              </p:par>
                            </p:childTnLst>
                          </p:cTn>
                        </p:par>
                      </p:childTnLst>
                    </p:cTn>
                  </p:par>
                  <p:par>
                    <p:cTn id="98" fill="hold">
                      <p:stCondLst>
                        <p:cond delay="indefinite"/>
                      </p:stCondLst>
                      <p:childTnLst>
                        <p:par>
                          <p:cTn id="99" fill="hold">
                            <p:stCondLst>
                              <p:cond delay="0"/>
                            </p:stCondLst>
                            <p:childTnLst>
                              <p:par>
                                <p:cTn id="100" presetID="53" presetClass="entr" presetSubtype="16" fill="hold" grpId="0" nodeType="clickEffect">
                                  <p:stCondLst>
                                    <p:cond delay="0"/>
                                  </p:stCondLst>
                                  <p:childTnLst>
                                    <p:set>
                                      <p:cBhvr>
                                        <p:cTn id="101" dur="1" fill="hold">
                                          <p:stCondLst>
                                            <p:cond delay="0"/>
                                          </p:stCondLst>
                                        </p:cTn>
                                        <p:tgtEl>
                                          <p:spTgt spid="13">
                                            <p:txEl>
                                              <p:pRg st="1" end="1"/>
                                            </p:txEl>
                                          </p:spTgt>
                                        </p:tgtEl>
                                        <p:attrNameLst>
                                          <p:attrName>style.visibility</p:attrName>
                                        </p:attrNameLst>
                                      </p:cBhvr>
                                      <p:to>
                                        <p:strVal val="visible"/>
                                      </p:to>
                                    </p:set>
                                    <p:anim calcmode="lin" valueType="num">
                                      <p:cBhvr>
                                        <p:cTn id="102" dur="500" fill="hold"/>
                                        <p:tgtEl>
                                          <p:spTgt spid="13">
                                            <p:txEl>
                                              <p:pRg st="1" end="1"/>
                                            </p:txEl>
                                          </p:spTgt>
                                        </p:tgtEl>
                                        <p:attrNameLst>
                                          <p:attrName>ppt_w</p:attrName>
                                        </p:attrNameLst>
                                      </p:cBhvr>
                                      <p:tavLst>
                                        <p:tav tm="0">
                                          <p:val>
                                            <p:fltVal val="0"/>
                                          </p:val>
                                        </p:tav>
                                        <p:tav tm="100000">
                                          <p:val>
                                            <p:strVal val="#ppt_w"/>
                                          </p:val>
                                        </p:tav>
                                      </p:tavLst>
                                    </p:anim>
                                    <p:anim calcmode="lin" valueType="num">
                                      <p:cBhvr>
                                        <p:cTn id="103" dur="500" fill="hold"/>
                                        <p:tgtEl>
                                          <p:spTgt spid="13">
                                            <p:txEl>
                                              <p:pRg st="1" end="1"/>
                                            </p:txEl>
                                          </p:spTgt>
                                        </p:tgtEl>
                                        <p:attrNameLst>
                                          <p:attrName>ppt_h</p:attrName>
                                        </p:attrNameLst>
                                      </p:cBhvr>
                                      <p:tavLst>
                                        <p:tav tm="0">
                                          <p:val>
                                            <p:fltVal val="0"/>
                                          </p:val>
                                        </p:tav>
                                        <p:tav tm="100000">
                                          <p:val>
                                            <p:strVal val="#ppt_h"/>
                                          </p:val>
                                        </p:tav>
                                      </p:tavLst>
                                    </p:anim>
                                    <p:animEffect transition="in" filter="fade">
                                      <p:cBhvr>
                                        <p:cTn id="104" dur="5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animBg="1"/>
      <p:bldP spid="15" grpId="0" animBg="1"/>
      <p:bldP spid="2" grpId="0" uiExpand="1" build="p"/>
      <p:bldP spid="4" grpId="0"/>
      <p:bldP spid="5" grpId="0" build="p" animBg="1"/>
      <p:bldP spid="10" grpId="0"/>
      <p:bldP spid="1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2">
            <a:extLst>
              <a:ext uri="{FF2B5EF4-FFF2-40B4-BE49-F238E27FC236}">
                <a16:creationId xmlns:a16="http://schemas.microsoft.com/office/drawing/2014/main" id="{A43A359C-2293-489C-8535-31113428D0DB}"/>
              </a:ext>
            </a:extLst>
          </p:cNvPr>
          <p:cNvSpPr>
            <a:spLocks noGrp="1"/>
          </p:cNvSpPr>
          <p:nvPr>
            <p:ph type="title"/>
          </p:nvPr>
        </p:nvSpPr>
        <p:spPr>
          <a:xfrm>
            <a:off x="755650" y="268288"/>
            <a:ext cx="7931150" cy="358775"/>
          </a:xfrm>
        </p:spPr>
        <p:txBody>
          <a:bodyPr/>
          <a:lstStyle/>
          <a:p>
            <a:r>
              <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自顶向下分析过程中的问题</a:t>
            </a:r>
          </a:p>
        </p:txBody>
      </p:sp>
      <p:sp>
        <p:nvSpPr>
          <p:cNvPr id="3" name="矩形 2">
            <a:extLst>
              <a:ext uri="{FF2B5EF4-FFF2-40B4-BE49-F238E27FC236}">
                <a16:creationId xmlns:a16="http://schemas.microsoft.com/office/drawing/2014/main" id="{B94CF1CA-EF3E-4FB6-876B-64D38BE008AA}"/>
              </a:ext>
            </a:extLst>
          </p:cNvPr>
          <p:cNvSpPr/>
          <p:nvPr/>
        </p:nvSpPr>
        <p:spPr>
          <a:xfrm>
            <a:off x="765448" y="1059582"/>
            <a:ext cx="7046912" cy="2914650"/>
          </a:xfrm>
          <a:prstGeom prst="rect">
            <a:avLst/>
          </a:prstGeom>
        </p:spPr>
        <p:txBody>
          <a:bodyPr>
            <a:spAutoFit/>
          </a:bodyPr>
          <a:lstStyle/>
          <a:p>
            <a:pPr eaLnBrk="1" hangingPunct="1">
              <a:lnSpc>
                <a:spcPts val="3000"/>
              </a:lnSpc>
              <a:spcBef>
                <a:spcPct val="20000"/>
              </a:spcBef>
              <a:buSzPct val="100000"/>
              <a:defRPr/>
            </a:pPr>
            <a:r>
              <a:rPr lang="en-US" altLang="zh-CN" sz="2800" b="1" dirty="0">
                <a:solidFill>
                  <a:srgbClr val="0070C0"/>
                </a:solidFill>
                <a:latin typeface="华文楷体" panose="02010600040101010101" pitchFamily="2" charset="-122"/>
                <a:ea typeface="华文楷体" panose="02010600040101010101" pitchFamily="2" charset="-122"/>
                <a:cs typeface="Times New Roman" pitchFamily="18" charset="0"/>
              </a:rPr>
              <a:t>3. </a:t>
            </a:r>
            <a:r>
              <a:rPr lang="zh-CN" altLang="en-US" sz="2800" b="1" dirty="0">
                <a:solidFill>
                  <a:srgbClr val="0070C0"/>
                </a:solidFill>
                <a:latin typeface="华文楷体" panose="02010600040101010101" pitchFamily="2" charset="-122"/>
                <a:ea typeface="华文楷体" panose="02010600040101010101" pitchFamily="2" charset="-122"/>
                <a:cs typeface="Times New Roman" pitchFamily="18" charset="0"/>
              </a:rPr>
              <a:t>左递归引起的问题</a:t>
            </a:r>
          </a:p>
          <a:p>
            <a:pPr marL="576263" lvl="1" indent="-273050" eaLnBrk="1" hangingPunct="1">
              <a:spcBef>
                <a:spcPct val="20000"/>
              </a:spcBef>
              <a:buSzPct val="100000"/>
              <a:buFont typeface="Wingdings" pitchFamily="2" charset="2"/>
              <a:buChar char="Ø"/>
              <a:defRPr/>
            </a:pP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文法</a:t>
            </a:r>
            <a:r>
              <a:rPr lang="en-US" altLang="zh-CN" sz="2400" b="1" i="1" dirty="0">
                <a:latin typeface="Times New Roman" panose="02020603050405020304" pitchFamily="18" charset="0"/>
                <a:ea typeface="华文楷体" panose="02010600040101010101" pitchFamily="2" charset="-122"/>
                <a:cs typeface="Times New Roman" panose="02020603050405020304" pitchFamily="18" charset="0"/>
              </a:rPr>
              <a:t>G</a:t>
            </a:r>
          </a:p>
          <a:p>
            <a:pPr lvl="1" eaLnBrk="1" hangingPunct="1">
              <a:defRPr/>
            </a:pPr>
            <a:r>
              <a:rPr lang="en-US" altLang="zh-CN" sz="2400" b="1" i="1" dirty="0">
                <a:solidFill>
                  <a:prstClr val="black"/>
                </a:solidFill>
                <a:latin typeface="Times New Roman" pitchFamily="18" charset="0"/>
                <a:ea typeface="楷体_GB2312"/>
                <a:cs typeface="Times New Roman" pitchFamily="18" charset="0"/>
              </a:rPr>
              <a:t>  </a:t>
            </a:r>
            <a:r>
              <a:rPr lang="en-US" altLang="zh-CN" sz="2400" b="1" i="1" dirty="0">
                <a:solidFill>
                  <a:srgbClr val="0070C0"/>
                </a:solidFill>
                <a:latin typeface="Times New Roman" pitchFamily="18" charset="0"/>
                <a:ea typeface="楷体_GB2312"/>
                <a:cs typeface="Times New Roman" pitchFamily="18" charset="0"/>
              </a:rPr>
              <a:t>E</a:t>
            </a:r>
            <a:r>
              <a:rPr lang="en-US" altLang="zh-CN" sz="2400" b="1" i="1" dirty="0">
                <a:solidFill>
                  <a:prstClr val="black"/>
                </a:solidFill>
                <a:latin typeface="Times New Roman" pitchFamily="18" charset="0"/>
                <a:ea typeface="楷体_GB2312"/>
                <a:cs typeface="Times New Roman" pitchFamily="18" charset="0"/>
              </a:rPr>
              <a:t> </a:t>
            </a:r>
            <a:r>
              <a:rPr lang="en-US" altLang="zh-CN" sz="2400" b="1" dirty="0">
                <a:solidFill>
                  <a:prstClr val="black"/>
                </a:solidFill>
                <a:latin typeface="Times New Roman" pitchFamily="18" charset="0"/>
                <a:ea typeface="楷体_GB2312"/>
                <a:cs typeface="Times New Roman" pitchFamily="18" charset="0"/>
              </a:rPr>
              <a:t>→ </a:t>
            </a:r>
            <a:r>
              <a:rPr lang="en-US" altLang="zh-CN" sz="2400" b="1" i="1" dirty="0">
                <a:solidFill>
                  <a:srgbClr val="0070C0"/>
                </a:solidFill>
                <a:latin typeface="Times New Roman" pitchFamily="18" charset="0"/>
                <a:ea typeface="楷体_GB2312"/>
                <a:cs typeface="Times New Roman" pitchFamily="18" charset="0"/>
              </a:rPr>
              <a:t>E</a:t>
            </a:r>
            <a:r>
              <a:rPr lang="en-US" altLang="zh-CN" sz="2400" b="1" i="1" dirty="0">
                <a:solidFill>
                  <a:prstClr val="black"/>
                </a:solidFill>
                <a:latin typeface="Times New Roman" pitchFamily="18" charset="0"/>
                <a:ea typeface="楷体_GB2312"/>
                <a:cs typeface="Times New Roman" pitchFamily="18" charset="0"/>
              </a:rPr>
              <a:t> </a:t>
            </a:r>
            <a:r>
              <a:rPr lang="en-US" altLang="zh-CN" sz="2400" b="1" dirty="0">
                <a:solidFill>
                  <a:prstClr val="black"/>
                </a:solidFill>
                <a:latin typeface="Times New Roman" pitchFamily="18" charset="0"/>
                <a:ea typeface="楷体_GB2312"/>
                <a:cs typeface="Times New Roman" pitchFamily="18" charset="0"/>
              </a:rPr>
              <a:t>+ </a:t>
            </a:r>
            <a:r>
              <a:rPr lang="en-US" altLang="zh-CN" sz="2400" b="1" i="1" dirty="0">
                <a:solidFill>
                  <a:prstClr val="black"/>
                </a:solidFill>
                <a:latin typeface="Times New Roman" pitchFamily="18" charset="0"/>
                <a:ea typeface="楷体_GB2312"/>
                <a:cs typeface="Times New Roman" pitchFamily="18" charset="0"/>
              </a:rPr>
              <a:t>T </a:t>
            </a:r>
            <a:r>
              <a:rPr lang="en-US" altLang="zh-CN" sz="2400" b="1" dirty="0">
                <a:solidFill>
                  <a:prstClr val="black"/>
                </a:solidFill>
                <a:latin typeface="Times New Roman" pitchFamily="18" charset="0"/>
                <a:ea typeface="楷体_GB2312"/>
                <a:cs typeface="Times New Roman" pitchFamily="18" charset="0"/>
              </a:rPr>
              <a:t>| </a:t>
            </a:r>
            <a:r>
              <a:rPr lang="en-US" altLang="zh-CN" sz="2400" b="1" i="1" dirty="0">
                <a:solidFill>
                  <a:srgbClr val="0070C0"/>
                </a:solidFill>
                <a:latin typeface="Times New Roman" pitchFamily="18" charset="0"/>
                <a:ea typeface="楷体_GB2312"/>
                <a:cs typeface="Times New Roman" pitchFamily="18" charset="0"/>
              </a:rPr>
              <a:t>E</a:t>
            </a:r>
            <a:r>
              <a:rPr lang="en-US" altLang="zh-CN" sz="2400" b="1" i="1" dirty="0">
                <a:solidFill>
                  <a:prstClr val="black"/>
                </a:solidFill>
                <a:latin typeface="Times New Roman" pitchFamily="18" charset="0"/>
                <a:ea typeface="楷体_GB2312"/>
                <a:cs typeface="Times New Roman" pitchFamily="18" charset="0"/>
              </a:rPr>
              <a:t> </a:t>
            </a:r>
            <a:r>
              <a:rPr lang="en-US" altLang="zh-CN" sz="2400" b="1" dirty="0">
                <a:solidFill>
                  <a:prstClr val="black"/>
                </a:solidFill>
                <a:latin typeface="Times New Roman" pitchFamily="18" charset="0"/>
                <a:ea typeface="楷体_GB2312"/>
                <a:cs typeface="Times New Roman" pitchFamily="18" charset="0"/>
              </a:rPr>
              <a:t>– </a:t>
            </a:r>
            <a:r>
              <a:rPr lang="en-US" altLang="zh-CN" sz="2400" b="1" i="1" dirty="0">
                <a:solidFill>
                  <a:prstClr val="black"/>
                </a:solidFill>
                <a:latin typeface="Times New Roman" pitchFamily="18" charset="0"/>
                <a:ea typeface="楷体_GB2312"/>
                <a:cs typeface="Times New Roman" pitchFamily="18" charset="0"/>
              </a:rPr>
              <a:t>T </a:t>
            </a:r>
            <a:r>
              <a:rPr lang="en-US" altLang="zh-CN" sz="2400" b="1" dirty="0">
                <a:solidFill>
                  <a:prstClr val="black"/>
                </a:solidFill>
                <a:latin typeface="Times New Roman" pitchFamily="18" charset="0"/>
                <a:ea typeface="楷体_GB2312"/>
                <a:cs typeface="Times New Roman" pitchFamily="18" charset="0"/>
              </a:rPr>
              <a:t>| </a:t>
            </a:r>
            <a:r>
              <a:rPr lang="en-US" altLang="zh-CN" sz="2400" b="1" i="1" dirty="0">
                <a:solidFill>
                  <a:prstClr val="black"/>
                </a:solidFill>
                <a:latin typeface="Times New Roman" pitchFamily="18" charset="0"/>
                <a:ea typeface="楷体_GB2312"/>
                <a:cs typeface="Times New Roman" pitchFamily="18" charset="0"/>
              </a:rPr>
              <a:t>T</a:t>
            </a:r>
          </a:p>
          <a:p>
            <a:pPr lvl="1" eaLnBrk="1" hangingPunct="1">
              <a:defRPr/>
            </a:pPr>
            <a:r>
              <a:rPr lang="en-US" altLang="zh-CN" sz="2400" b="1" i="1" dirty="0">
                <a:solidFill>
                  <a:prstClr val="black"/>
                </a:solidFill>
                <a:latin typeface="Times New Roman" pitchFamily="18" charset="0"/>
                <a:ea typeface="楷体_GB2312"/>
                <a:cs typeface="Times New Roman" pitchFamily="18" charset="0"/>
              </a:rPr>
              <a:t>  </a:t>
            </a:r>
            <a:r>
              <a:rPr lang="en-US" altLang="zh-CN" sz="2400" b="1" i="1" dirty="0">
                <a:solidFill>
                  <a:srgbClr val="0070C0"/>
                </a:solidFill>
                <a:latin typeface="Times New Roman" pitchFamily="18" charset="0"/>
                <a:ea typeface="楷体_GB2312"/>
                <a:cs typeface="Times New Roman" pitchFamily="18" charset="0"/>
              </a:rPr>
              <a:t>T</a:t>
            </a:r>
            <a:r>
              <a:rPr lang="en-US" altLang="zh-CN" sz="2400" b="1" dirty="0">
                <a:solidFill>
                  <a:prstClr val="black"/>
                </a:solidFill>
                <a:latin typeface="Times New Roman" pitchFamily="18" charset="0"/>
                <a:ea typeface="楷体_GB2312"/>
                <a:cs typeface="Times New Roman" pitchFamily="18" charset="0"/>
              </a:rPr>
              <a:t> → </a:t>
            </a:r>
            <a:r>
              <a:rPr lang="en-US" altLang="zh-CN" sz="2400" b="1" i="1" dirty="0">
                <a:solidFill>
                  <a:srgbClr val="0070C0"/>
                </a:solidFill>
                <a:latin typeface="Times New Roman" pitchFamily="18" charset="0"/>
                <a:ea typeface="楷体_GB2312"/>
                <a:cs typeface="Times New Roman" pitchFamily="18" charset="0"/>
              </a:rPr>
              <a:t>T</a:t>
            </a:r>
            <a:r>
              <a:rPr lang="en-US" altLang="zh-CN" sz="2400" b="1" dirty="0">
                <a:solidFill>
                  <a:prstClr val="black"/>
                </a:solidFill>
                <a:latin typeface="Times New Roman" pitchFamily="18" charset="0"/>
                <a:ea typeface="楷体_GB2312"/>
                <a:cs typeface="Times New Roman" pitchFamily="18" charset="0"/>
              </a:rPr>
              <a:t> * </a:t>
            </a:r>
            <a:r>
              <a:rPr lang="en-US" altLang="zh-CN" sz="2400" b="1" i="1" dirty="0">
                <a:solidFill>
                  <a:prstClr val="black"/>
                </a:solidFill>
                <a:latin typeface="Times New Roman" pitchFamily="18" charset="0"/>
                <a:ea typeface="楷体_GB2312"/>
                <a:cs typeface="Times New Roman" pitchFamily="18" charset="0"/>
              </a:rPr>
              <a:t>F</a:t>
            </a:r>
            <a:r>
              <a:rPr lang="en-US" altLang="zh-CN" sz="2400" b="1" dirty="0">
                <a:solidFill>
                  <a:prstClr val="black"/>
                </a:solidFill>
                <a:latin typeface="Times New Roman" pitchFamily="18" charset="0"/>
                <a:ea typeface="楷体_GB2312"/>
                <a:cs typeface="Times New Roman" pitchFamily="18" charset="0"/>
              </a:rPr>
              <a:t> | </a:t>
            </a:r>
            <a:r>
              <a:rPr lang="en-US" altLang="zh-CN" sz="2400" b="1" i="1" dirty="0">
                <a:solidFill>
                  <a:srgbClr val="0070C0"/>
                </a:solidFill>
                <a:latin typeface="Times New Roman" pitchFamily="18" charset="0"/>
                <a:ea typeface="楷体_GB2312"/>
                <a:cs typeface="Times New Roman" pitchFamily="18" charset="0"/>
              </a:rPr>
              <a:t>T</a:t>
            </a:r>
            <a:r>
              <a:rPr lang="en-US" altLang="zh-CN" sz="2400" b="1" dirty="0">
                <a:solidFill>
                  <a:srgbClr val="0070C0"/>
                </a:solidFill>
                <a:latin typeface="Times New Roman" pitchFamily="18" charset="0"/>
                <a:ea typeface="楷体_GB2312"/>
                <a:cs typeface="Times New Roman" pitchFamily="18" charset="0"/>
              </a:rPr>
              <a:t> </a:t>
            </a:r>
            <a:r>
              <a:rPr lang="en-US" altLang="zh-CN" sz="2400" b="1" dirty="0">
                <a:solidFill>
                  <a:prstClr val="black"/>
                </a:solidFill>
                <a:latin typeface="Times New Roman" pitchFamily="18" charset="0"/>
                <a:ea typeface="楷体_GB2312"/>
                <a:cs typeface="Times New Roman" pitchFamily="18" charset="0"/>
              </a:rPr>
              <a:t>/ </a:t>
            </a:r>
            <a:r>
              <a:rPr lang="en-US" altLang="zh-CN" sz="2400" b="1" i="1" dirty="0">
                <a:solidFill>
                  <a:prstClr val="black"/>
                </a:solidFill>
                <a:latin typeface="Times New Roman" pitchFamily="18" charset="0"/>
                <a:ea typeface="楷体_GB2312"/>
                <a:cs typeface="Times New Roman" pitchFamily="18" charset="0"/>
              </a:rPr>
              <a:t>F</a:t>
            </a:r>
            <a:r>
              <a:rPr lang="en-US" altLang="zh-CN" sz="2400" b="1" dirty="0">
                <a:solidFill>
                  <a:prstClr val="black"/>
                </a:solidFill>
                <a:latin typeface="Times New Roman" pitchFamily="18" charset="0"/>
                <a:ea typeface="楷体_GB2312"/>
                <a:cs typeface="Times New Roman" pitchFamily="18" charset="0"/>
              </a:rPr>
              <a:t> | </a:t>
            </a:r>
            <a:r>
              <a:rPr lang="en-US" altLang="zh-CN" sz="2400" b="1" i="1" dirty="0">
                <a:solidFill>
                  <a:prstClr val="black"/>
                </a:solidFill>
                <a:latin typeface="Times New Roman" pitchFamily="18" charset="0"/>
                <a:ea typeface="楷体_GB2312"/>
                <a:cs typeface="Times New Roman" pitchFamily="18" charset="0"/>
              </a:rPr>
              <a:t>F</a:t>
            </a:r>
          </a:p>
          <a:p>
            <a:pPr lvl="1" eaLnBrk="1" hangingPunct="1">
              <a:defRPr/>
            </a:pPr>
            <a:r>
              <a:rPr lang="en-US" altLang="zh-CN" sz="2400" b="1" i="1" dirty="0">
                <a:solidFill>
                  <a:prstClr val="black"/>
                </a:solidFill>
                <a:latin typeface="Times New Roman" pitchFamily="18" charset="0"/>
                <a:ea typeface="楷体_GB2312"/>
                <a:cs typeface="Times New Roman" pitchFamily="18" charset="0"/>
              </a:rPr>
              <a:t>  F</a:t>
            </a:r>
            <a:r>
              <a:rPr lang="en-US" altLang="zh-CN" sz="2400" b="1" dirty="0">
                <a:solidFill>
                  <a:prstClr val="black"/>
                </a:solidFill>
                <a:latin typeface="Times New Roman" pitchFamily="18" charset="0"/>
                <a:ea typeface="楷体_GB2312"/>
                <a:cs typeface="Times New Roman" pitchFamily="18" charset="0"/>
              </a:rPr>
              <a:t> → ( </a:t>
            </a:r>
            <a:r>
              <a:rPr lang="en-US" altLang="zh-CN" sz="2400" b="1" i="1" dirty="0">
                <a:solidFill>
                  <a:prstClr val="black"/>
                </a:solidFill>
                <a:latin typeface="Times New Roman" pitchFamily="18" charset="0"/>
                <a:ea typeface="楷体_GB2312"/>
                <a:cs typeface="Times New Roman" pitchFamily="18" charset="0"/>
              </a:rPr>
              <a:t>E</a:t>
            </a:r>
            <a:r>
              <a:rPr lang="en-US" altLang="zh-CN" sz="2400" b="1" dirty="0">
                <a:solidFill>
                  <a:prstClr val="black"/>
                </a:solidFill>
                <a:latin typeface="Times New Roman" pitchFamily="18" charset="0"/>
                <a:ea typeface="楷体_GB2312"/>
                <a:cs typeface="Times New Roman" pitchFamily="18" charset="0"/>
              </a:rPr>
              <a:t> ) | id</a:t>
            </a:r>
          </a:p>
          <a:p>
            <a:pPr marL="576263" lvl="1" indent="-273050" eaLnBrk="1" hangingPunct="1">
              <a:spcBef>
                <a:spcPct val="20000"/>
              </a:spcBef>
              <a:buSzPct val="100000"/>
              <a:buFont typeface="Wingdings" pitchFamily="2" charset="2"/>
              <a:buChar char="Ø"/>
              <a:defRPr/>
            </a:pP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输入</a:t>
            </a:r>
          </a:p>
          <a:p>
            <a:pPr marL="303213" lvl="1" eaLnBrk="1" hangingPunct="1">
              <a:spcBef>
                <a:spcPct val="20000"/>
              </a:spcBef>
              <a:buSzPct val="100000"/>
              <a:defRPr/>
            </a:pP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id + id * id</a:t>
            </a:r>
            <a:r>
              <a:rPr lang="en-US" altLang="zh-CN" sz="2400" b="1" dirty="0">
                <a:latin typeface="Times New Roman" panose="02020603050405020304" pitchFamily="18" charset="0"/>
                <a:ea typeface="楷体_GB2312"/>
                <a:cs typeface="Times New Roman" panose="02020603050405020304" pitchFamily="18" charset="0"/>
              </a:rPr>
              <a:t> $</a:t>
            </a:r>
            <a:endParaRPr lang="en-US" altLang="zh-CN"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3" name="内容占位符 1">
            <a:extLst>
              <a:ext uri="{FF2B5EF4-FFF2-40B4-BE49-F238E27FC236}">
                <a16:creationId xmlns:a16="http://schemas.microsoft.com/office/drawing/2014/main" id="{2A3AC244-748A-439E-A05D-D9F321278E8C}"/>
              </a:ext>
            </a:extLst>
          </p:cNvPr>
          <p:cNvSpPr txBox="1">
            <a:spLocks/>
          </p:cNvSpPr>
          <p:nvPr/>
        </p:nvSpPr>
        <p:spPr bwMode="auto">
          <a:xfrm>
            <a:off x="1626394" y="4126011"/>
            <a:ext cx="6189662" cy="461963"/>
          </a:xfrm>
          <a:prstGeom prst="rect">
            <a:avLst/>
          </a:prstGeom>
          <a:solidFill>
            <a:schemeClr val="accent5">
              <a:lumMod val="60000"/>
              <a:lumOff val="40000"/>
            </a:schemeClr>
          </a:solidFill>
          <a:ln>
            <a:solidFill>
              <a:schemeClr val="tx1"/>
            </a:solidFill>
          </a:ln>
        </p:spPr>
        <p:txBody>
          <a:bodyPr/>
          <a:lst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baseline="0">
                <a:solidFill>
                  <a:schemeClr val="tx2"/>
                </a:solidFill>
                <a:latin typeface="Times New Roman" panose="02020603050405020304" pitchFamily="18" charset="0"/>
                <a:ea typeface="+mn-ea"/>
                <a:cs typeface="+mn-cs"/>
              </a:defRPr>
            </a:lvl1pPr>
            <a:lvl2pPr marL="576263"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baseline="0">
                <a:solidFill>
                  <a:schemeClr val="tx2"/>
                </a:solidFill>
                <a:latin typeface="Times New Roman" panose="02020603050405020304" pitchFamily="18" charset="0"/>
                <a:ea typeface="+mn-ea"/>
                <a:cs typeface="+mn-cs"/>
              </a:defRPr>
            </a:lvl2pPr>
            <a:lvl3pPr marL="855663"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baseline="0">
                <a:solidFill>
                  <a:schemeClr val="tx2"/>
                </a:solidFill>
                <a:latin typeface="Times New Roman" panose="02020603050405020304" pitchFamily="18" charset="0"/>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baseline="0">
                <a:solidFill>
                  <a:schemeClr val="tx2"/>
                </a:solidFill>
                <a:latin typeface="Times New Roman" panose="02020603050405020304" pitchFamily="18" charset="0"/>
                <a:ea typeface="+mn-ea"/>
                <a:cs typeface="+mn-cs"/>
              </a:defRPr>
            </a:lvl4pPr>
            <a:lvl5pPr marL="1462088"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baseline="0">
                <a:solidFill>
                  <a:schemeClr val="tx2"/>
                </a:solidFill>
                <a:latin typeface="Times New Roman" panose="02020603050405020304" pitchFamily="18" charset="0"/>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a:lstStyle>
          <a:p>
            <a:pPr marL="0" indent="0">
              <a:buNone/>
              <a:defRPr/>
            </a:pPr>
            <a:r>
              <a:rPr lang="zh-CN" altLang="en-US" b="1" dirty="0">
                <a:solidFill>
                  <a:srgbClr val="000000"/>
                </a:solidFill>
                <a:latin typeface="Arial" panose="020B0604020202020204" pitchFamily="34" charset="0"/>
              </a:rPr>
              <a:t>左递归文法会使自顶向下分析陷入</a:t>
            </a:r>
            <a:r>
              <a:rPr lang="zh-CN" altLang="en-US" b="1" dirty="0">
                <a:solidFill>
                  <a:schemeClr val="tx2">
                    <a:lumMod val="60000"/>
                    <a:lumOff val="40000"/>
                  </a:schemeClr>
                </a:solidFill>
                <a:latin typeface="Arial" panose="020B0604020202020204" pitchFamily="34" charset="0"/>
              </a:rPr>
              <a:t>无限循环</a:t>
            </a:r>
            <a:endParaRPr lang="zh-CN" altLang="en-US" sz="2000" dirty="0"/>
          </a:p>
        </p:txBody>
      </p:sp>
      <p:sp>
        <p:nvSpPr>
          <p:cNvPr id="15" name="Line 45">
            <a:extLst>
              <a:ext uri="{FF2B5EF4-FFF2-40B4-BE49-F238E27FC236}">
                <a16:creationId xmlns:a16="http://schemas.microsoft.com/office/drawing/2014/main" id="{85E23097-91F6-4D0A-9116-9712B0479225}"/>
              </a:ext>
            </a:extLst>
          </p:cNvPr>
          <p:cNvSpPr>
            <a:spLocks noChangeShapeType="1"/>
          </p:cNvSpPr>
          <p:nvPr/>
        </p:nvSpPr>
        <p:spPr bwMode="auto">
          <a:xfrm flipV="1">
            <a:off x="1597298" y="3917082"/>
            <a:ext cx="0" cy="269875"/>
          </a:xfrm>
          <a:prstGeom prst="line">
            <a:avLst/>
          </a:prstGeom>
          <a:noFill/>
          <a:ln w="25400">
            <a:solidFill>
              <a:schemeClr val="tx2">
                <a:lumMod val="60000"/>
                <a:lumOff val="40000"/>
              </a:schemeClr>
            </a:solidFill>
            <a:round/>
            <a:headEnd/>
            <a:tailEnd type="triangle" w="med" len="med"/>
          </a:ln>
        </p:spPr>
        <p:txBody>
          <a:bodyPr/>
          <a:lstStyle/>
          <a:p>
            <a:pPr>
              <a:defRPr/>
            </a:pPr>
            <a:endParaRPr lang="zh-CN" altLang="en-US"/>
          </a:p>
        </p:txBody>
      </p:sp>
      <p:sp>
        <p:nvSpPr>
          <p:cNvPr id="6" name="Rectangle 6">
            <a:extLst>
              <a:ext uri="{FF2B5EF4-FFF2-40B4-BE49-F238E27FC236}">
                <a16:creationId xmlns:a16="http://schemas.microsoft.com/office/drawing/2014/main" id="{A3C1C512-AF83-4DDB-9488-08C264DDD91A}"/>
              </a:ext>
            </a:extLst>
          </p:cNvPr>
          <p:cNvSpPr>
            <a:spLocks noChangeArrowheads="1"/>
          </p:cNvSpPr>
          <p:nvPr/>
        </p:nvSpPr>
        <p:spPr bwMode="auto">
          <a:xfrm>
            <a:off x="4529410" y="1621383"/>
            <a:ext cx="2043113"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Tahoma" panose="020B0604030504040204" pitchFamily="34" charset="0"/>
                <a:ea typeface="宋体" panose="02010600030101010101" pitchFamily="2" charset="-122"/>
              </a:defRPr>
            </a:lvl1pPr>
            <a:lvl2pPr marL="19050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lvl="1">
              <a:spcBef>
                <a:spcPct val="20000"/>
              </a:spcBef>
              <a:buClr>
                <a:srgbClr val="3333CC"/>
              </a:buClr>
              <a:buSzPct val="75000"/>
            </a:pPr>
            <a:r>
              <a:rPr kumimoji="1" lang="en-US" altLang="zh-CN" sz="2400" b="1" i="1" dirty="0">
                <a:solidFill>
                  <a:srgbClr val="0070C0"/>
                </a:solidFill>
                <a:latin typeface="Times New Roman" panose="02020603050405020304" pitchFamily="18" charset="0"/>
                <a:cs typeface="Times New Roman" panose="02020603050405020304" pitchFamily="18" charset="0"/>
              </a:rPr>
              <a:t>E</a:t>
            </a:r>
            <a:r>
              <a:rPr kumimoji="1" lang="en-US" altLang="zh-CN" sz="2400" b="1" i="1" dirty="0">
                <a:latin typeface="Times New Roman" panose="02020603050405020304" pitchFamily="18" charset="0"/>
                <a:cs typeface="Times New Roman" panose="02020603050405020304" pitchFamily="18" charset="0"/>
              </a:rPr>
              <a:t> </a:t>
            </a:r>
            <a:r>
              <a:rPr kumimoji="1"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400" b="1" dirty="0">
                <a:latin typeface="Times New Roman" panose="02020603050405020304" pitchFamily="18" charset="0"/>
                <a:cs typeface="Times New Roman" panose="02020603050405020304" pitchFamily="18" charset="0"/>
              </a:rPr>
              <a:t> </a:t>
            </a:r>
            <a:r>
              <a:rPr kumimoji="1" lang="en-US" altLang="zh-CN" sz="2400" b="1" i="1" u="sng" dirty="0">
                <a:solidFill>
                  <a:srgbClr val="0070C0"/>
                </a:solidFill>
                <a:latin typeface="Times New Roman" panose="02020603050405020304" pitchFamily="18" charset="0"/>
                <a:cs typeface="Times New Roman" panose="02020603050405020304" pitchFamily="18" charset="0"/>
              </a:rPr>
              <a:t>E</a:t>
            </a:r>
            <a:r>
              <a:rPr kumimoji="1" lang="en-US" altLang="zh-CN" sz="2400" b="1" i="1" u="sng" dirty="0">
                <a:latin typeface="Times New Roman" panose="02020603050405020304" pitchFamily="18" charset="0"/>
                <a:cs typeface="Times New Roman" panose="02020603050405020304" pitchFamily="18" charset="0"/>
              </a:rPr>
              <a:t> </a:t>
            </a:r>
            <a:r>
              <a:rPr kumimoji="1" lang="en-US" altLang="zh-CN" sz="2400" b="1" u="sng" dirty="0">
                <a:latin typeface="Times New Roman" panose="02020603050405020304" pitchFamily="18" charset="0"/>
                <a:cs typeface="Times New Roman" panose="02020603050405020304" pitchFamily="18" charset="0"/>
              </a:rPr>
              <a:t>+ </a:t>
            </a:r>
            <a:r>
              <a:rPr kumimoji="1" lang="en-US" altLang="zh-CN" sz="2400" b="1" i="1" u="sng" dirty="0">
                <a:latin typeface="Times New Roman" panose="02020603050405020304" pitchFamily="18" charset="0"/>
                <a:cs typeface="Times New Roman" panose="02020603050405020304" pitchFamily="18" charset="0"/>
              </a:rPr>
              <a:t>T</a:t>
            </a:r>
            <a:r>
              <a:rPr kumimoji="1" lang="en-US" altLang="zh-CN" sz="2400" b="1" u="sng" dirty="0">
                <a:latin typeface="Times New Roman" panose="02020603050405020304" pitchFamily="18" charset="0"/>
                <a:cs typeface="Times New Roman" panose="02020603050405020304" pitchFamily="18" charset="0"/>
              </a:rPr>
              <a:t> </a:t>
            </a:r>
          </a:p>
        </p:txBody>
      </p:sp>
      <p:sp>
        <p:nvSpPr>
          <p:cNvPr id="7" name="矩形 6">
            <a:extLst>
              <a:ext uri="{FF2B5EF4-FFF2-40B4-BE49-F238E27FC236}">
                <a16:creationId xmlns:a16="http://schemas.microsoft.com/office/drawing/2014/main" id="{70853944-8D31-4C7C-AC4D-02C1A1594BC7}"/>
              </a:ext>
            </a:extLst>
          </p:cNvPr>
          <p:cNvSpPr>
            <a:spLocks noChangeArrowheads="1"/>
          </p:cNvSpPr>
          <p:nvPr/>
        </p:nvSpPr>
        <p:spPr bwMode="auto">
          <a:xfrm>
            <a:off x="4738960" y="2348458"/>
            <a:ext cx="27368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Tahoma" panose="020B0604030504040204" pitchFamily="34" charset="0"/>
                <a:ea typeface="宋体" panose="02010600030101010101" pitchFamily="2" charset="-122"/>
              </a:defRPr>
            </a:lvl1pPr>
            <a:lvl2pPr marL="19050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lvl="1">
              <a:spcBef>
                <a:spcPct val="20000"/>
              </a:spcBef>
              <a:buClr>
                <a:srgbClr val="3333CC"/>
              </a:buClr>
              <a:buSzPct val="75000"/>
            </a:pPr>
            <a:r>
              <a:rPr kumimoji="1"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400" b="1" i="1" dirty="0">
                <a:latin typeface="Times New Roman" panose="02020603050405020304" pitchFamily="18" charset="0"/>
                <a:cs typeface="Times New Roman" panose="02020603050405020304" pitchFamily="18" charset="0"/>
              </a:rPr>
              <a:t> </a:t>
            </a:r>
            <a:r>
              <a:rPr kumimoji="1" lang="en-US" altLang="zh-CN" sz="2400" b="1" i="1" u="sng" dirty="0">
                <a:solidFill>
                  <a:srgbClr val="0070C0"/>
                </a:solidFill>
                <a:latin typeface="Times New Roman" panose="02020603050405020304" pitchFamily="18" charset="0"/>
                <a:cs typeface="Times New Roman" panose="02020603050405020304" pitchFamily="18" charset="0"/>
              </a:rPr>
              <a:t>E </a:t>
            </a:r>
            <a:r>
              <a:rPr kumimoji="1" lang="en-US" altLang="zh-CN" sz="2400" b="1" u="sng" dirty="0">
                <a:latin typeface="Times New Roman" panose="02020603050405020304" pitchFamily="18" charset="0"/>
                <a:cs typeface="Times New Roman" panose="02020603050405020304" pitchFamily="18" charset="0"/>
              </a:rPr>
              <a:t>+ </a:t>
            </a:r>
            <a:r>
              <a:rPr kumimoji="1" lang="en-US" altLang="zh-CN" sz="2400" b="1" i="1" u="sng" dirty="0">
                <a:latin typeface="Times New Roman" panose="02020603050405020304" pitchFamily="18" charset="0"/>
                <a:cs typeface="Times New Roman" panose="02020603050405020304" pitchFamily="18" charset="0"/>
              </a:rPr>
              <a:t>T </a:t>
            </a:r>
            <a:r>
              <a:rPr kumimoji="1" lang="en-US" altLang="zh-CN" sz="2400" b="1" dirty="0">
                <a:latin typeface="Times New Roman" panose="02020603050405020304" pitchFamily="18" charset="0"/>
                <a:cs typeface="Times New Roman" panose="02020603050405020304" pitchFamily="18" charset="0"/>
              </a:rPr>
              <a:t>+ </a:t>
            </a:r>
            <a:r>
              <a:rPr kumimoji="1" lang="en-US" altLang="zh-CN" sz="2400" b="1" i="1" dirty="0">
                <a:latin typeface="Times New Roman" panose="02020603050405020304" pitchFamily="18" charset="0"/>
                <a:cs typeface="Times New Roman" panose="02020603050405020304" pitchFamily="18" charset="0"/>
              </a:rPr>
              <a:t>T </a:t>
            </a:r>
            <a:r>
              <a:rPr kumimoji="1" lang="en-US" altLang="zh-CN" sz="2400" b="1" dirty="0">
                <a:latin typeface="Times New Roman" panose="02020603050405020304" pitchFamily="18" charset="0"/>
                <a:cs typeface="Times New Roman" panose="02020603050405020304" pitchFamily="18" charset="0"/>
              </a:rPr>
              <a:t>+ </a:t>
            </a:r>
            <a:r>
              <a:rPr kumimoji="1" lang="en-US" altLang="zh-CN" sz="2400" b="1" i="1" dirty="0">
                <a:latin typeface="Times New Roman" panose="02020603050405020304" pitchFamily="18" charset="0"/>
                <a:cs typeface="Times New Roman" panose="02020603050405020304" pitchFamily="18" charset="0"/>
              </a:rPr>
              <a:t>T</a:t>
            </a:r>
            <a:endParaRPr kumimoji="1" lang="en-US" altLang="zh-CN" sz="2400" b="1" dirty="0">
              <a:latin typeface="Times New Roman" panose="02020603050405020304" pitchFamily="18" charset="0"/>
              <a:cs typeface="Times New Roman" panose="02020603050405020304" pitchFamily="18" charset="0"/>
            </a:endParaRPr>
          </a:p>
        </p:txBody>
      </p:sp>
      <p:sp>
        <p:nvSpPr>
          <p:cNvPr id="8" name="矩形 7">
            <a:extLst>
              <a:ext uri="{FF2B5EF4-FFF2-40B4-BE49-F238E27FC236}">
                <a16:creationId xmlns:a16="http://schemas.microsoft.com/office/drawing/2014/main" id="{4B7679A6-3E12-4CFC-B11C-62161E6F4408}"/>
              </a:ext>
            </a:extLst>
          </p:cNvPr>
          <p:cNvSpPr>
            <a:spLocks noChangeArrowheads="1"/>
          </p:cNvSpPr>
          <p:nvPr/>
        </p:nvSpPr>
        <p:spPr bwMode="auto">
          <a:xfrm>
            <a:off x="4754835" y="1980158"/>
            <a:ext cx="19954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a:solidFill>
                  <a:schemeClr val="tx1"/>
                </a:solidFill>
                <a:latin typeface="Tahoma" panose="020B0604030504040204" pitchFamily="34" charset="0"/>
                <a:ea typeface="宋体" panose="02010600030101010101" pitchFamily="2" charset="-122"/>
              </a:defRPr>
            </a:lvl1pPr>
            <a:lvl2pPr marL="19050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lvl="1">
              <a:spcBef>
                <a:spcPct val="20000"/>
              </a:spcBef>
              <a:buClr>
                <a:srgbClr val="3333CC"/>
              </a:buClr>
              <a:buSzPct val="75000"/>
            </a:pPr>
            <a:r>
              <a:rPr kumimoji="1"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400" b="1" dirty="0">
                <a:latin typeface="Times New Roman" panose="02020603050405020304" pitchFamily="18" charset="0"/>
                <a:cs typeface="Times New Roman" panose="02020603050405020304" pitchFamily="18" charset="0"/>
              </a:rPr>
              <a:t> </a:t>
            </a:r>
            <a:r>
              <a:rPr kumimoji="1" lang="en-US" altLang="zh-CN" sz="2400" b="1" i="1" u="sng" dirty="0">
                <a:solidFill>
                  <a:srgbClr val="0070C0"/>
                </a:solidFill>
                <a:latin typeface="Times New Roman" panose="02020603050405020304" pitchFamily="18" charset="0"/>
                <a:cs typeface="Times New Roman" panose="02020603050405020304" pitchFamily="18" charset="0"/>
              </a:rPr>
              <a:t>E</a:t>
            </a:r>
            <a:r>
              <a:rPr kumimoji="1" lang="en-US" altLang="zh-CN" sz="2400" b="1" i="1" u="sng" dirty="0">
                <a:latin typeface="Times New Roman" panose="02020603050405020304" pitchFamily="18" charset="0"/>
                <a:cs typeface="Times New Roman" panose="02020603050405020304" pitchFamily="18" charset="0"/>
              </a:rPr>
              <a:t> </a:t>
            </a:r>
            <a:r>
              <a:rPr kumimoji="1" lang="en-US" altLang="zh-CN" sz="2400" b="1" u="sng" dirty="0">
                <a:latin typeface="Times New Roman" panose="02020603050405020304" pitchFamily="18" charset="0"/>
                <a:cs typeface="Times New Roman" panose="02020603050405020304" pitchFamily="18" charset="0"/>
              </a:rPr>
              <a:t>+ </a:t>
            </a:r>
            <a:r>
              <a:rPr kumimoji="1" lang="en-US" altLang="zh-CN" sz="2400" b="1" i="1" u="sng" dirty="0">
                <a:latin typeface="Times New Roman" panose="02020603050405020304" pitchFamily="18" charset="0"/>
                <a:cs typeface="Times New Roman" panose="02020603050405020304" pitchFamily="18" charset="0"/>
              </a:rPr>
              <a:t>T </a:t>
            </a:r>
            <a:r>
              <a:rPr kumimoji="1" lang="en-US" altLang="zh-CN" sz="2400" b="1" dirty="0">
                <a:latin typeface="Times New Roman" panose="02020603050405020304" pitchFamily="18" charset="0"/>
                <a:cs typeface="Times New Roman" panose="02020603050405020304" pitchFamily="18" charset="0"/>
              </a:rPr>
              <a:t>+ </a:t>
            </a:r>
            <a:r>
              <a:rPr kumimoji="1" lang="en-US" altLang="zh-CN" sz="2400" b="1" i="1" dirty="0">
                <a:latin typeface="Times New Roman" panose="02020603050405020304" pitchFamily="18" charset="0"/>
                <a:cs typeface="Times New Roman" panose="02020603050405020304" pitchFamily="18" charset="0"/>
              </a:rPr>
              <a:t>T</a:t>
            </a:r>
            <a:endParaRPr kumimoji="1" lang="en-US" altLang="zh-CN" sz="2400" b="1" dirty="0">
              <a:latin typeface="Times New Roman" panose="02020603050405020304" pitchFamily="18" charset="0"/>
              <a:cs typeface="Times New Roman" panose="02020603050405020304" pitchFamily="18" charset="0"/>
            </a:endParaRPr>
          </a:p>
        </p:txBody>
      </p:sp>
      <p:sp>
        <p:nvSpPr>
          <p:cNvPr id="9" name="矩形 8">
            <a:extLst>
              <a:ext uri="{FF2B5EF4-FFF2-40B4-BE49-F238E27FC236}">
                <a16:creationId xmlns:a16="http://schemas.microsoft.com/office/drawing/2014/main" id="{3B932AD8-7176-42FD-ACC1-78F10FA972F3}"/>
              </a:ext>
            </a:extLst>
          </p:cNvPr>
          <p:cNvSpPr>
            <a:spLocks noChangeArrowheads="1"/>
          </p:cNvSpPr>
          <p:nvPr/>
        </p:nvSpPr>
        <p:spPr bwMode="auto">
          <a:xfrm>
            <a:off x="4929460" y="2670720"/>
            <a:ext cx="873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400" b="1">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400" b="1" i="1">
                <a:latin typeface="Times New Roman" panose="02020603050405020304" pitchFamily="18" charset="0"/>
                <a:cs typeface="Times New Roman" panose="02020603050405020304" pitchFamily="18" charset="0"/>
              </a:rPr>
              <a:t> …</a:t>
            </a:r>
            <a:endParaRPr lang="zh-CN" altLang="en-US" sz="2800"/>
          </a:p>
        </p:txBody>
      </p:sp>
      <p:sp>
        <p:nvSpPr>
          <p:cNvPr id="4" name="灯片编号占位符 3">
            <a:extLst>
              <a:ext uri="{FF2B5EF4-FFF2-40B4-BE49-F238E27FC236}">
                <a16:creationId xmlns:a16="http://schemas.microsoft.com/office/drawing/2014/main" id="{70FA7BE3-E24F-4B8F-BBA9-2A1343A539FA}"/>
              </a:ext>
            </a:extLst>
          </p:cNvPr>
          <p:cNvSpPr>
            <a:spLocks noGrp="1"/>
          </p:cNvSpPr>
          <p:nvPr>
            <p:ph type="sldNum" sz="quarter" idx="12"/>
          </p:nvPr>
        </p:nvSpPr>
        <p:spPr/>
        <p:txBody>
          <a:bodyPr/>
          <a:lstStyle/>
          <a:p>
            <a:pPr>
              <a:defRPr/>
            </a:pPr>
            <a:fld id="{EA567855-7F13-4FC5-AD61-2B82F6443E16}" type="slidenum">
              <a:rPr lang="zh-CN" altLang="en-US" smtClean="0"/>
              <a:pPr>
                <a:defRPr/>
              </a:pPr>
              <a:t>16</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 calcmode="lin" valueType="num">
                                      <p:cBhvr>
                                        <p:cTn id="7" dur="500" fill="hold"/>
                                        <p:tgtEl>
                                          <p:spTgt spid="3">
                                            <p:txEl>
                                              <p:pRg st="5" end="5"/>
                                            </p:txEl>
                                          </p:spTgt>
                                        </p:tgtEl>
                                        <p:attrNameLst>
                                          <p:attrName>ppt_w</p:attrName>
                                        </p:attrNameLst>
                                      </p:cBhvr>
                                      <p:tavLst>
                                        <p:tav tm="0">
                                          <p:val>
                                            <p:fltVal val="0"/>
                                          </p:val>
                                        </p:tav>
                                        <p:tav tm="100000">
                                          <p:val>
                                            <p:strVal val="#ppt_w"/>
                                          </p:val>
                                        </p:tav>
                                      </p:tavLst>
                                    </p:anim>
                                    <p:anim calcmode="lin" valueType="num">
                                      <p:cBhvr>
                                        <p:cTn id="8" dur="500" fill="hold"/>
                                        <p:tgtEl>
                                          <p:spTgt spid="3">
                                            <p:txEl>
                                              <p:pRg st="5" end="5"/>
                                            </p:txEl>
                                          </p:spTgt>
                                        </p:tgtEl>
                                        <p:attrNameLst>
                                          <p:attrName>ppt_h</p:attrName>
                                        </p:attrNameLst>
                                      </p:cBhvr>
                                      <p:tavLst>
                                        <p:tav tm="0">
                                          <p:val>
                                            <p:fltVal val="0"/>
                                          </p:val>
                                        </p:tav>
                                        <p:tav tm="100000">
                                          <p:val>
                                            <p:strVal val="#ppt_h"/>
                                          </p:val>
                                        </p:tav>
                                      </p:tavLst>
                                    </p:anim>
                                    <p:animEffect transition="in" filter="fade">
                                      <p:cBhvr>
                                        <p:cTn id="9" dur="500"/>
                                        <p:tgtEl>
                                          <p:spTgt spid="3">
                                            <p:txEl>
                                              <p:pRg st="5" end="5"/>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3">
                                            <p:txEl>
                                              <p:pRg st="6" end="6"/>
                                            </p:txEl>
                                          </p:spTgt>
                                        </p:tgtEl>
                                        <p:attrNameLst>
                                          <p:attrName>style.visibility</p:attrName>
                                        </p:attrNameLst>
                                      </p:cBhvr>
                                      <p:to>
                                        <p:strVal val="visible"/>
                                      </p:to>
                                    </p:set>
                                    <p:anim calcmode="lin" valueType="num">
                                      <p:cBhvr>
                                        <p:cTn id="12" dur="500" fill="hold"/>
                                        <p:tgtEl>
                                          <p:spTgt spid="3">
                                            <p:txEl>
                                              <p:pRg st="6" end="6"/>
                                            </p:txEl>
                                          </p:spTgt>
                                        </p:tgtEl>
                                        <p:attrNameLst>
                                          <p:attrName>ppt_w</p:attrName>
                                        </p:attrNameLst>
                                      </p:cBhvr>
                                      <p:tavLst>
                                        <p:tav tm="0">
                                          <p:val>
                                            <p:fltVal val="0"/>
                                          </p:val>
                                        </p:tav>
                                        <p:tav tm="100000">
                                          <p:val>
                                            <p:strVal val="#ppt_w"/>
                                          </p:val>
                                        </p:tav>
                                      </p:tavLst>
                                    </p:anim>
                                    <p:anim calcmode="lin" valueType="num">
                                      <p:cBhvr>
                                        <p:cTn id="13" dur="500" fill="hold"/>
                                        <p:tgtEl>
                                          <p:spTgt spid="3">
                                            <p:txEl>
                                              <p:pRg st="6" end="6"/>
                                            </p:txEl>
                                          </p:spTgt>
                                        </p:tgtEl>
                                        <p:attrNameLst>
                                          <p:attrName>ppt_h</p:attrName>
                                        </p:attrNameLst>
                                      </p:cBhvr>
                                      <p:tavLst>
                                        <p:tav tm="0">
                                          <p:val>
                                            <p:fltVal val="0"/>
                                          </p:val>
                                        </p:tav>
                                        <p:tav tm="100000">
                                          <p:val>
                                            <p:strVal val="#ppt_h"/>
                                          </p:val>
                                        </p:tav>
                                      </p:tavLst>
                                    </p:anim>
                                    <p:animEffect transition="in" filter="fade">
                                      <p:cBhvr>
                                        <p:cTn id="14" dur="500"/>
                                        <p:tgtEl>
                                          <p:spTgt spid="3">
                                            <p:txEl>
                                              <p:pRg st="6" end="6"/>
                                            </p:txEl>
                                          </p:spTgt>
                                        </p:tgtEl>
                                      </p:cBhvr>
                                    </p:animEffect>
                                  </p:childTnLst>
                                </p:cTn>
                              </p:par>
                              <p:par>
                                <p:cTn id="15" presetID="53"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anim calcmode="lin" valueType="num">
                                      <p:cBhvr>
                                        <p:cTn id="17" dur="500" fill="hold"/>
                                        <p:tgtEl>
                                          <p:spTgt spid="15"/>
                                        </p:tgtEl>
                                        <p:attrNameLst>
                                          <p:attrName>ppt_w</p:attrName>
                                        </p:attrNameLst>
                                      </p:cBhvr>
                                      <p:tavLst>
                                        <p:tav tm="0">
                                          <p:val>
                                            <p:fltVal val="0"/>
                                          </p:val>
                                        </p:tav>
                                        <p:tav tm="100000">
                                          <p:val>
                                            <p:strVal val="#ppt_w"/>
                                          </p:val>
                                        </p:tav>
                                      </p:tavLst>
                                    </p:anim>
                                    <p:anim calcmode="lin" valueType="num">
                                      <p:cBhvr>
                                        <p:cTn id="18" dur="500" fill="hold"/>
                                        <p:tgtEl>
                                          <p:spTgt spid="15"/>
                                        </p:tgtEl>
                                        <p:attrNameLst>
                                          <p:attrName>ppt_h</p:attrName>
                                        </p:attrNameLst>
                                      </p:cBhvr>
                                      <p:tavLst>
                                        <p:tav tm="0">
                                          <p:val>
                                            <p:fltVal val="0"/>
                                          </p:val>
                                        </p:tav>
                                        <p:tav tm="100000">
                                          <p:val>
                                            <p:strVal val="#ppt_h"/>
                                          </p:val>
                                        </p:tav>
                                      </p:tavLst>
                                    </p:anim>
                                    <p:animEffect transition="in" filter="fade">
                                      <p:cBhvr>
                                        <p:cTn id="19" dur="500"/>
                                        <p:tgtEl>
                                          <p:spTgt spid="15"/>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53" presetClass="entr" presetSubtype="16" fill="hold" nodeType="clickEffect">
                                  <p:stCondLst>
                                    <p:cond delay="0"/>
                                  </p:stCondLst>
                                  <p:childTnLst>
                                    <p:set>
                                      <p:cBhvr>
                                        <p:cTn id="23" dur="1" fill="hold">
                                          <p:stCondLst>
                                            <p:cond delay="0"/>
                                          </p:stCondLst>
                                        </p:cTn>
                                        <p:tgtEl>
                                          <p:spTgt spid="6">
                                            <p:txEl>
                                              <p:pRg st="0" end="0"/>
                                            </p:txEl>
                                          </p:spTgt>
                                        </p:tgtEl>
                                        <p:attrNameLst>
                                          <p:attrName>style.visibility</p:attrName>
                                        </p:attrNameLst>
                                      </p:cBhvr>
                                      <p:to>
                                        <p:strVal val="visible"/>
                                      </p:to>
                                    </p:set>
                                    <p:anim calcmode="lin" valueType="num">
                                      <p:cBhvr>
                                        <p:cTn id="24" dur="500" fill="hold"/>
                                        <p:tgtEl>
                                          <p:spTgt spid="6">
                                            <p:txEl>
                                              <p:pRg st="0" end="0"/>
                                            </p:txEl>
                                          </p:spTgt>
                                        </p:tgtEl>
                                        <p:attrNameLst>
                                          <p:attrName>ppt_w</p:attrName>
                                        </p:attrNameLst>
                                      </p:cBhvr>
                                      <p:tavLst>
                                        <p:tav tm="0">
                                          <p:val>
                                            <p:fltVal val="0"/>
                                          </p:val>
                                        </p:tav>
                                        <p:tav tm="100000">
                                          <p:val>
                                            <p:strVal val="#ppt_w"/>
                                          </p:val>
                                        </p:tav>
                                      </p:tavLst>
                                    </p:anim>
                                    <p:anim calcmode="lin" valueType="num">
                                      <p:cBhvr>
                                        <p:cTn id="25" dur="500" fill="hold"/>
                                        <p:tgtEl>
                                          <p:spTgt spid="6">
                                            <p:txEl>
                                              <p:pRg st="0" end="0"/>
                                            </p:txEl>
                                          </p:spTgt>
                                        </p:tgtEl>
                                        <p:attrNameLst>
                                          <p:attrName>ppt_h</p:attrName>
                                        </p:attrNameLst>
                                      </p:cBhvr>
                                      <p:tavLst>
                                        <p:tav tm="0">
                                          <p:val>
                                            <p:fltVal val="0"/>
                                          </p:val>
                                        </p:tav>
                                        <p:tav tm="100000">
                                          <p:val>
                                            <p:strVal val="#ppt_h"/>
                                          </p:val>
                                        </p:tav>
                                      </p:tavLst>
                                    </p:anim>
                                    <p:animEffect transition="in" filter="fade">
                                      <p:cBhvr>
                                        <p:cTn id="26" dur="500"/>
                                        <p:tgtEl>
                                          <p:spTgt spid="6">
                                            <p:txEl>
                                              <p:pRg st="0" end="0"/>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p:cTn id="31" dur="500" fill="hold"/>
                                        <p:tgtEl>
                                          <p:spTgt spid="8"/>
                                        </p:tgtEl>
                                        <p:attrNameLst>
                                          <p:attrName>ppt_w</p:attrName>
                                        </p:attrNameLst>
                                      </p:cBhvr>
                                      <p:tavLst>
                                        <p:tav tm="0">
                                          <p:val>
                                            <p:fltVal val="0"/>
                                          </p:val>
                                        </p:tav>
                                        <p:tav tm="100000">
                                          <p:val>
                                            <p:strVal val="#ppt_w"/>
                                          </p:val>
                                        </p:tav>
                                      </p:tavLst>
                                    </p:anim>
                                    <p:anim calcmode="lin" valueType="num">
                                      <p:cBhvr>
                                        <p:cTn id="32" dur="500" fill="hold"/>
                                        <p:tgtEl>
                                          <p:spTgt spid="8"/>
                                        </p:tgtEl>
                                        <p:attrNameLst>
                                          <p:attrName>ppt_h</p:attrName>
                                        </p:attrNameLst>
                                      </p:cBhvr>
                                      <p:tavLst>
                                        <p:tav tm="0">
                                          <p:val>
                                            <p:fltVal val="0"/>
                                          </p:val>
                                        </p:tav>
                                        <p:tav tm="100000">
                                          <p:val>
                                            <p:strVal val="#ppt_h"/>
                                          </p:val>
                                        </p:tav>
                                      </p:tavLst>
                                    </p:anim>
                                    <p:animEffect transition="in" filter="fade">
                                      <p:cBhvr>
                                        <p:cTn id="33" dur="500"/>
                                        <p:tgtEl>
                                          <p:spTgt spid="8"/>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53" presetClass="entr" presetSubtype="16" fill="hold" grpId="0" nodeType="clickEffect">
                                  <p:stCondLst>
                                    <p:cond delay="0"/>
                                  </p:stCondLst>
                                  <p:childTnLst>
                                    <p:set>
                                      <p:cBhvr>
                                        <p:cTn id="37" dur="1" fill="hold">
                                          <p:stCondLst>
                                            <p:cond delay="0"/>
                                          </p:stCondLst>
                                        </p:cTn>
                                        <p:tgtEl>
                                          <p:spTgt spid="7"/>
                                        </p:tgtEl>
                                        <p:attrNameLst>
                                          <p:attrName>style.visibility</p:attrName>
                                        </p:attrNameLst>
                                      </p:cBhvr>
                                      <p:to>
                                        <p:strVal val="visible"/>
                                      </p:to>
                                    </p:set>
                                    <p:anim calcmode="lin" valueType="num">
                                      <p:cBhvr>
                                        <p:cTn id="38" dur="500" fill="hold"/>
                                        <p:tgtEl>
                                          <p:spTgt spid="7"/>
                                        </p:tgtEl>
                                        <p:attrNameLst>
                                          <p:attrName>ppt_w</p:attrName>
                                        </p:attrNameLst>
                                      </p:cBhvr>
                                      <p:tavLst>
                                        <p:tav tm="0">
                                          <p:val>
                                            <p:fltVal val="0"/>
                                          </p:val>
                                        </p:tav>
                                        <p:tav tm="100000">
                                          <p:val>
                                            <p:strVal val="#ppt_w"/>
                                          </p:val>
                                        </p:tav>
                                      </p:tavLst>
                                    </p:anim>
                                    <p:anim calcmode="lin" valueType="num">
                                      <p:cBhvr>
                                        <p:cTn id="39" dur="500" fill="hold"/>
                                        <p:tgtEl>
                                          <p:spTgt spid="7"/>
                                        </p:tgtEl>
                                        <p:attrNameLst>
                                          <p:attrName>ppt_h</p:attrName>
                                        </p:attrNameLst>
                                      </p:cBhvr>
                                      <p:tavLst>
                                        <p:tav tm="0">
                                          <p:val>
                                            <p:fltVal val="0"/>
                                          </p:val>
                                        </p:tav>
                                        <p:tav tm="100000">
                                          <p:val>
                                            <p:strVal val="#ppt_h"/>
                                          </p:val>
                                        </p:tav>
                                      </p:tavLst>
                                    </p:anim>
                                    <p:animEffect transition="in" filter="fade">
                                      <p:cBhvr>
                                        <p:cTn id="40" dur="500"/>
                                        <p:tgtEl>
                                          <p:spTgt spid="7"/>
                                        </p:tgtEl>
                                      </p:cBhvr>
                                    </p:animEffect>
                                  </p:childTnLst>
                                </p:cTn>
                              </p:par>
                              <p:par>
                                <p:cTn id="41" presetID="53" presetClass="entr" presetSubtype="16" fill="hold" grpId="0" nodeType="withEffect">
                                  <p:stCondLst>
                                    <p:cond delay="0"/>
                                  </p:stCondLst>
                                  <p:childTnLst>
                                    <p:set>
                                      <p:cBhvr>
                                        <p:cTn id="42" dur="1" fill="hold">
                                          <p:stCondLst>
                                            <p:cond delay="0"/>
                                          </p:stCondLst>
                                        </p:cTn>
                                        <p:tgtEl>
                                          <p:spTgt spid="9"/>
                                        </p:tgtEl>
                                        <p:attrNameLst>
                                          <p:attrName>style.visibility</p:attrName>
                                        </p:attrNameLst>
                                      </p:cBhvr>
                                      <p:to>
                                        <p:strVal val="visible"/>
                                      </p:to>
                                    </p:set>
                                    <p:anim calcmode="lin" valueType="num">
                                      <p:cBhvr>
                                        <p:cTn id="43" dur="500" fill="hold"/>
                                        <p:tgtEl>
                                          <p:spTgt spid="9"/>
                                        </p:tgtEl>
                                        <p:attrNameLst>
                                          <p:attrName>ppt_w</p:attrName>
                                        </p:attrNameLst>
                                      </p:cBhvr>
                                      <p:tavLst>
                                        <p:tav tm="0">
                                          <p:val>
                                            <p:fltVal val="0"/>
                                          </p:val>
                                        </p:tav>
                                        <p:tav tm="100000">
                                          <p:val>
                                            <p:strVal val="#ppt_w"/>
                                          </p:val>
                                        </p:tav>
                                      </p:tavLst>
                                    </p:anim>
                                    <p:anim calcmode="lin" valueType="num">
                                      <p:cBhvr>
                                        <p:cTn id="44" dur="500" fill="hold"/>
                                        <p:tgtEl>
                                          <p:spTgt spid="9"/>
                                        </p:tgtEl>
                                        <p:attrNameLst>
                                          <p:attrName>ppt_h</p:attrName>
                                        </p:attrNameLst>
                                      </p:cBhvr>
                                      <p:tavLst>
                                        <p:tav tm="0">
                                          <p:val>
                                            <p:fltVal val="0"/>
                                          </p:val>
                                        </p:tav>
                                        <p:tav tm="100000">
                                          <p:val>
                                            <p:strVal val="#ppt_h"/>
                                          </p:val>
                                        </p:tav>
                                      </p:tavLst>
                                    </p:anim>
                                    <p:animEffect transition="in" filter="fade">
                                      <p:cBhvr>
                                        <p:cTn id="45" dur="500"/>
                                        <p:tgtEl>
                                          <p:spTgt spid="9"/>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53" presetClass="entr" presetSubtype="16" fill="hold" grpId="0" nodeType="clickEffect">
                                  <p:stCondLst>
                                    <p:cond delay="0"/>
                                  </p:stCondLst>
                                  <p:childTnLst>
                                    <p:set>
                                      <p:cBhvr>
                                        <p:cTn id="49" dur="1" fill="hold">
                                          <p:stCondLst>
                                            <p:cond delay="0"/>
                                          </p:stCondLst>
                                        </p:cTn>
                                        <p:tgtEl>
                                          <p:spTgt spid="13"/>
                                        </p:tgtEl>
                                        <p:attrNameLst>
                                          <p:attrName>style.visibility</p:attrName>
                                        </p:attrNameLst>
                                      </p:cBhvr>
                                      <p:to>
                                        <p:strVal val="visible"/>
                                      </p:to>
                                    </p:set>
                                    <p:anim calcmode="lin" valueType="num">
                                      <p:cBhvr>
                                        <p:cTn id="50" dur="500" fill="hold"/>
                                        <p:tgtEl>
                                          <p:spTgt spid="13"/>
                                        </p:tgtEl>
                                        <p:attrNameLst>
                                          <p:attrName>ppt_w</p:attrName>
                                        </p:attrNameLst>
                                      </p:cBhvr>
                                      <p:tavLst>
                                        <p:tav tm="0">
                                          <p:val>
                                            <p:fltVal val="0"/>
                                          </p:val>
                                        </p:tav>
                                        <p:tav tm="100000">
                                          <p:val>
                                            <p:strVal val="#ppt_w"/>
                                          </p:val>
                                        </p:tav>
                                      </p:tavLst>
                                    </p:anim>
                                    <p:anim calcmode="lin" valueType="num">
                                      <p:cBhvr>
                                        <p:cTn id="51" dur="500" fill="hold"/>
                                        <p:tgtEl>
                                          <p:spTgt spid="13"/>
                                        </p:tgtEl>
                                        <p:attrNameLst>
                                          <p:attrName>ppt_h</p:attrName>
                                        </p:attrNameLst>
                                      </p:cBhvr>
                                      <p:tavLst>
                                        <p:tav tm="0">
                                          <p:val>
                                            <p:fltVal val="0"/>
                                          </p:val>
                                        </p:tav>
                                        <p:tav tm="100000">
                                          <p:val>
                                            <p:strVal val="#ppt_h"/>
                                          </p:val>
                                        </p:tav>
                                      </p:tavLst>
                                    </p:anim>
                                    <p:animEffect transition="in" filter="fade">
                                      <p:cBhvr>
                                        <p:cTn id="5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7" grpId="0"/>
      <p:bldP spid="8" grpId="0"/>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a:extLst>
              <a:ext uri="{FF2B5EF4-FFF2-40B4-BE49-F238E27FC236}">
                <a16:creationId xmlns:a16="http://schemas.microsoft.com/office/drawing/2014/main" id="{878AEADE-D3FB-4CBC-B2AA-21949EACD68F}"/>
              </a:ext>
            </a:extLst>
          </p:cNvPr>
          <p:cNvSpPr>
            <a:spLocks noGrp="1"/>
          </p:cNvSpPr>
          <p:nvPr>
            <p:ph idx="1"/>
          </p:nvPr>
        </p:nvSpPr>
        <p:spPr>
          <a:xfrm>
            <a:off x="755576" y="1002134"/>
            <a:ext cx="7560840" cy="3873872"/>
          </a:xfrm>
        </p:spPr>
        <p:txBody>
          <a:bodyPr/>
          <a:lstStyle/>
          <a:p>
            <a:pPr marL="0" indent="0">
              <a:buNone/>
            </a:pPr>
            <a:r>
              <a:rPr lang="en-US" altLang="zh-CN" sz="2800" dirty="0">
                <a:solidFill>
                  <a:srgbClr val="0070C0"/>
                </a:solidFill>
                <a:latin typeface="华文楷体" panose="02010600040101010101" pitchFamily="2" charset="-122"/>
                <a:cs typeface="Times New Roman" pitchFamily="18" charset="0"/>
              </a:rPr>
              <a:t>3. </a:t>
            </a:r>
            <a:r>
              <a:rPr lang="zh-CN" altLang="en-US" sz="2800" dirty="0">
                <a:solidFill>
                  <a:srgbClr val="0070C0"/>
                </a:solidFill>
                <a:latin typeface="华文楷体" panose="02010600040101010101" pitchFamily="2" charset="-122"/>
                <a:cs typeface="Times New Roman" pitchFamily="18" charset="0"/>
              </a:rPr>
              <a:t>左递归引起的问题</a:t>
            </a:r>
            <a:endParaRPr lang="en-US" altLang="zh-CN" sz="2800" dirty="0">
              <a:solidFill>
                <a:srgbClr val="0070C0"/>
              </a:solidFill>
              <a:latin typeface="华文楷体" panose="02010600040101010101" pitchFamily="2" charset="-122"/>
              <a:cs typeface="Times New Roman" pitchFamily="18" charset="0"/>
            </a:endParaRPr>
          </a:p>
          <a:p>
            <a:r>
              <a:rPr lang="zh-CN" altLang="en-US" dirty="0">
                <a:solidFill>
                  <a:srgbClr val="FF0000"/>
                </a:solidFill>
                <a:latin typeface="+mn-ea"/>
                <a:cs typeface="Times New Roman" panose="02020603050405020304" pitchFamily="18" charset="0"/>
              </a:rPr>
              <a:t>直接左递归</a:t>
            </a:r>
            <a:r>
              <a:rPr lang="zh-CN" altLang="en-US" dirty="0">
                <a:solidFill>
                  <a:prstClr val="black"/>
                </a:solidFill>
                <a:latin typeface="+mn-ea"/>
                <a:cs typeface="Times New Roman" panose="02020603050405020304" pitchFamily="18" charset="0"/>
              </a:rPr>
              <a:t>：含有</a:t>
            </a:r>
            <a:r>
              <a:rPr lang="en-US" altLang="zh-CN" i="1" dirty="0">
                <a:solidFill>
                  <a:prstClr val="black"/>
                </a:solidFill>
                <a:cs typeface="Times New Roman" pitchFamily="18" charset="0"/>
              </a:rPr>
              <a:t>A</a:t>
            </a:r>
            <a:r>
              <a:rPr lang="en-US" altLang="zh-CN" dirty="0">
                <a:solidFill>
                  <a:prstClr val="black"/>
                </a:solidFill>
                <a:cs typeface="Times New Roman" pitchFamily="18" charset="0"/>
              </a:rPr>
              <a:t>→</a:t>
            </a:r>
            <a:r>
              <a:rPr lang="en-US" altLang="zh-CN" i="1" dirty="0">
                <a:solidFill>
                  <a:prstClr val="black"/>
                </a:solidFill>
                <a:cs typeface="Times New Roman" pitchFamily="18" charset="0"/>
              </a:rPr>
              <a:t>Aα</a:t>
            </a:r>
            <a:r>
              <a:rPr lang="zh-CN" altLang="en-US" dirty="0">
                <a:solidFill>
                  <a:prstClr val="black"/>
                </a:solidFill>
                <a:latin typeface="+mn-ea"/>
                <a:cs typeface="Times New Roman" panose="02020603050405020304" pitchFamily="18" charset="0"/>
              </a:rPr>
              <a:t>形式产生式的文法称为是</a:t>
            </a:r>
            <a:r>
              <a:rPr lang="zh-CN" altLang="en-US" dirty="0">
                <a:solidFill>
                  <a:srgbClr val="0070C0"/>
                </a:solidFill>
                <a:latin typeface="+mn-ea"/>
                <a:cs typeface="Times New Roman" panose="02020603050405020304" pitchFamily="18" charset="0"/>
              </a:rPr>
              <a:t>直接左递归的</a:t>
            </a:r>
            <a:endParaRPr lang="en-US" altLang="zh-CN" dirty="0">
              <a:solidFill>
                <a:srgbClr val="0070C0"/>
              </a:solidFill>
              <a:latin typeface="+mn-ea"/>
              <a:cs typeface="Times New Roman" panose="02020603050405020304" pitchFamily="18" charset="0"/>
            </a:endParaRPr>
          </a:p>
          <a:p>
            <a:r>
              <a:rPr lang="zh-CN" altLang="en-US" dirty="0">
                <a:solidFill>
                  <a:srgbClr val="FF0000"/>
                </a:solidFill>
                <a:latin typeface="+mn-ea"/>
                <a:cs typeface="Times New Roman" panose="02020603050405020304" pitchFamily="18" charset="0"/>
              </a:rPr>
              <a:t>间接左递归</a:t>
            </a:r>
            <a:r>
              <a:rPr lang="zh-CN" altLang="en-US" dirty="0">
                <a:latin typeface="+mn-ea"/>
                <a:cs typeface="Times New Roman" panose="02020603050405020304" pitchFamily="18" charset="0"/>
              </a:rPr>
              <a:t>：经过两步或两步以上推导产生的左递归称为是</a:t>
            </a:r>
            <a:r>
              <a:rPr lang="zh-CN" altLang="en-US" dirty="0">
                <a:solidFill>
                  <a:srgbClr val="0070C0"/>
                </a:solidFill>
                <a:latin typeface="+mn-ea"/>
                <a:cs typeface="Times New Roman" panose="02020603050405020304" pitchFamily="18" charset="0"/>
              </a:rPr>
              <a:t>间接左递归的</a:t>
            </a:r>
            <a:endParaRPr lang="en-US" altLang="zh-CN" dirty="0">
              <a:solidFill>
                <a:srgbClr val="0070C0"/>
              </a:solidFill>
              <a:latin typeface="+mn-ea"/>
              <a:cs typeface="Times New Roman" panose="02020603050405020304" pitchFamily="18" charset="0"/>
            </a:endParaRPr>
          </a:p>
          <a:p>
            <a:r>
              <a:rPr lang="zh-CN" altLang="en-US" dirty="0">
                <a:solidFill>
                  <a:srgbClr val="FF0000"/>
                </a:solidFill>
                <a:latin typeface="+mn-ea"/>
                <a:cs typeface="Times New Roman" panose="02020603050405020304" pitchFamily="18" charset="0"/>
              </a:rPr>
              <a:t>左递归文法</a:t>
            </a:r>
            <a:r>
              <a:rPr lang="zh-CN" altLang="en-US" dirty="0">
                <a:latin typeface="+mn-ea"/>
                <a:cs typeface="Times New Roman" panose="02020603050405020304" pitchFamily="18" charset="0"/>
              </a:rPr>
              <a:t>：如果一个文法中有一个非终结符</a:t>
            </a:r>
            <a:r>
              <a:rPr lang="en-US" altLang="zh-CN" i="1" dirty="0">
                <a:latin typeface="+mn-ea"/>
                <a:cs typeface="Times New Roman" panose="02020603050405020304" pitchFamily="18" charset="0"/>
              </a:rPr>
              <a:t>A</a:t>
            </a:r>
            <a:r>
              <a:rPr lang="zh-CN" altLang="en-US" dirty="0">
                <a:latin typeface="+mn-ea"/>
                <a:cs typeface="Times New Roman" panose="02020603050405020304" pitchFamily="18" charset="0"/>
              </a:rPr>
              <a:t>使得对某个串</a:t>
            </a:r>
            <a:r>
              <a:rPr lang="en-US" altLang="zh-CN" i="1" dirty="0">
                <a:cs typeface="Times New Roman" pitchFamily="18" charset="0"/>
              </a:rPr>
              <a:t>α</a:t>
            </a:r>
            <a:r>
              <a:rPr lang="zh-CN" altLang="en-US" dirty="0">
                <a:latin typeface="+mn-ea"/>
                <a:cs typeface="Times New Roman" panose="02020603050405020304" pitchFamily="18" charset="0"/>
              </a:rPr>
              <a:t>存在一个推导</a:t>
            </a:r>
            <a:r>
              <a:rPr kumimoji="1" lang="en-US" altLang="zh-CN" i="1" dirty="0">
                <a:cs typeface="Times New Roman" pitchFamily="18" charset="0"/>
              </a:rPr>
              <a:t>A</a:t>
            </a:r>
            <a:r>
              <a:rPr kumimoji="1" lang="en-US" altLang="zh-CN" dirty="0">
                <a:cs typeface="Times New Roman" pitchFamily="18" charset="0"/>
                <a:sym typeface="Symbol" panose="05050102010706020507" pitchFamily="18" charset="2"/>
              </a:rPr>
              <a:t></a:t>
            </a:r>
            <a:r>
              <a:rPr kumimoji="1" lang="en-US" altLang="zh-CN" baseline="30000" dirty="0">
                <a:solidFill>
                  <a:srgbClr val="FF0000"/>
                </a:solidFill>
                <a:cs typeface="Times New Roman" pitchFamily="18" charset="0"/>
              </a:rPr>
              <a:t>+</a:t>
            </a:r>
            <a:r>
              <a:rPr kumimoji="1" lang="en-US" altLang="zh-CN" i="1" dirty="0">
                <a:cs typeface="Times New Roman" pitchFamily="18" charset="0"/>
              </a:rPr>
              <a:t>Aα </a:t>
            </a:r>
            <a:r>
              <a:rPr lang="zh-CN" altLang="en-US" dirty="0">
                <a:latin typeface="+mn-ea"/>
                <a:cs typeface="Times New Roman" panose="02020603050405020304" pitchFamily="18" charset="0"/>
              </a:rPr>
              <a:t>，那么这个文法就是</a:t>
            </a:r>
            <a:r>
              <a:rPr lang="zh-CN" altLang="en-US" dirty="0">
                <a:solidFill>
                  <a:srgbClr val="0070C0"/>
                </a:solidFill>
                <a:latin typeface="+mn-ea"/>
                <a:cs typeface="Times New Roman" panose="02020603050405020304" pitchFamily="18" charset="0"/>
              </a:rPr>
              <a:t>左递归的</a:t>
            </a:r>
            <a:endParaRPr lang="en-US" altLang="zh-CN" dirty="0">
              <a:solidFill>
                <a:srgbClr val="0070C0"/>
              </a:solidFill>
              <a:latin typeface="+mn-ea"/>
              <a:cs typeface="Times New Roman" panose="02020603050405020304" pitchFamily="18" charset="0"/>
            </a:endParaRPr>
          </a:p>
          <a:p>
            <a:r>
              <a:rPr lang="zh-CN" altLang="en-US" dirty="0">
                <a:solidFill>
                  <a:srgbClr val="0070C0"/>
                </a:solidFill>
                <a:latin typeface="+mn-ea"/>
                <a:cs typeface="Times New Roman" panose="02020603050405020304" pitchFamily="18" charset="0"/>
              </a:rPr>
              <a:t>解决方法：改造文法，消除左递归。</a:t>
            </a:r>
            <a:endParaRPr lang="zh-CN" altLang="en-US" dirty="0">
              <a:solidFill>
                <a:srgbClr val="0070C0"/>
              </a:solidFill>
            </a:endParaRPr>
          </a:p>
        </p:txBody>
      </p:sp>
      <p:sp>
        <p:nvSpPr>
          <p:cNvPr id="62466" name="标题 2">
            <a:extLst>
              <a:ext uri="{FF2B5EF4-FFF2-40B4-BE49-F238E27FC236}">
                <a16:creationId xmlns:a16="http://schemas.microsoft.com/office/drawing/2014/main" id="{A43A359C-2293-489C-8535-31113428D0DB}"/>
              </a:ext>
            </a:extLst>
          </p:cNvPr>
          <p:cNvSpPr>
            <a:spLocks noGrp="1"/>
          </p:cNvSpPr>
          <p:nvPr>
            <p:ph type="title"/>
          </p:nvPr>
        </p:nvSpPr>
        <p:spPr/>
        <p:txBody>
          <a:bodyPr/>
          <a:lstStyle/>
          <a:p>
            <a:r>
              <a:rPr lang="zh-CN" altLang="en-US" sz="3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自顶向下分析过程中的问题</a:t>
            </a:r>
          </a:p>
        </p:txBody>
      </p:sp>
      <p:sp>
        <p:nvSpPr>
          <p:cNvPr id="3" name="灯片编号占位符 2">
            <a:extLst>
              <a:ext uri="{FF2B5EF4-FFF2-40B4-BE49-F238E27FC236}">
                <a16:creationId xmlns:a16="http://schemas.microsoft.com/office/drawing/2014/main" id="{AA2CCB69-4505-4DDA-B4F4-D4FDC8ED8E9C}"/>
              </a:ext>
            </a:extLst>
          </p:cNvPr>
          <p:cNvSpPr>
            <a:spLocks noGrp="1"/>
          </p:cNvSpPr>
          <p:nvPr>
            <p:ph type="sldNum" sz="quarter" idx="12"/>
          </p:nvPr>
        </p:nvSpPr>
        <p:spPr/>
        <p:txBody>
          <a:bodyPr/>
          <a:lstStyle/>
          <a:p>
            <a:pPr>
              <a:defRPr/>
            </a:pPr>
            <a:fld id="{EA567855-7F13-4FC5-AD61-2B82F6443E16}" type="slidenum">
              <a:rPr lang="zh-CN" altLang="en-US" smtClean="0"/>
              <a:pPr>
                <a:defRPr/>
              </a:pPr>
              <a:t>17</a:t>
            </a:fld>
            <a:endParaRPr lang="en-US" altLang="zh-CN"/>
          </a:p>
        </p:txBody>
      </p:sp>
    </p:spTree>
    <p:extLst>
      <p:ext uri="{BB962C8B-B14F-4D97-AF65-F5344CB8AC3E}">
        <p14:creationId xmlns:p14="http://schemas.microsoft.com/office/powerpoint/2010/main" val="120346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down)">
                                      <p:cBhvr>
                                        <p:cTn id="7" dur="500"/>
                                        <p:tgtEl>
                                          <p:spTgt spid="4">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wipe(down)">
                                      <p:cBhvr>
                                        <p:cTn id="10" dur="500"/>
                                        <p:tgtEl>
                                          <p:spTgt spid="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wipe(down)">
                                      <p:cBhvr>
                                        <p:cTn id="15" dur="500"/>
                                        <p:tgtEl>
                                          <p:spTgt spid="4">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4">
                                            <p:txEl>
                                              <p:pRg st="3" end="3"/>
                                            </p:txEl>
                                          </p:spTgt>
                                        </p:tgtEl>
                                        <p:attrNameLst>
                                          <p:attrName>style.visibility</p:attrName>
                                        </p:attrNameLst>
                                      </p:cBhvr>
                                      <p:to>
                                        <p:strVal val="visible"/>
                                      </p:to>
                                    </p:set>
                                    <p:animEffect transition="in" filter="wipe(down)">
                                      <p:cBhvr>
                                        <p:cTn id="20" dur="500"/>
                                        <p:tgtEl>
                                          <p:spTgt spid="4">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Effect transition="in" filter="wipe(down)">
                                      <p:cBhvr>
                                        <p:cTn id="25"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45283" name="Rectangle 3"/>
          <p:cNvSpPr>
            <a:spLocks noGrp="1" noChangeArrowheads="1"/>
          </p:cNvSpPr>
          <p:nvPr>
            <p:ph idx="1"/>
          </p:nvPr>
        </p:nvSpPr>
        <p:spPr>
          <a:xfrm>
            <a:off x="755576" y="958850"/>
            <a:ext cx="7560840" cy="3729038"/>
          </a:xfrm>
        </p:spPr>
        <p:txBody>
          <a:bodyPr vert="horz" wrap="square" lIns="69056" tIns="34529" rIns="69056" bIns="34529" numCol="1" anchor="t" anchorCtr="0" compatLnSpc="1">
            <a:prstTxWarp prst="textNoShape">
              <a:avLst/>
            </a:prstTxWarp>
          </a:bodyPr>
          <a:lstStyle/>
          <a:p>
            <a:pPr marL="609600" indent="-609600" eaLnBrk="1" hangingPunct="1">
              <a:lnSpc>
                <a:spcPct val="90000"/>
              </a:lnSpc>
              <a:buNone/>
              <a:defRPr/>
            </a:pPr>
            <a:r>
              <a:rPr lang="en-US" altLang="zh-CN" sz="2800" dirty="0">
                <a:solidFill>
                  <a:srgbClr val="0070C0"/>
                </a:solidFill>
                <a:latin typeface="Times New Roman" panose="02020603050405020304" pitchFamily="18" charset="0"/>
              </a:rPr>
              <a:t>1. </a:t>
            </a:r>
            <a:r>
              <a:rPr lang="zh-CN" altLang="en-US" sz="2800" dirty="0">
                <a:solidFill>
                  <a:srgbClr val="0070C0"/>
                </a:solidFill>
                <a:latin typeface="Times New Roman" panose="02020603050405020304" pitchFamily="18" charset="0"/>
              </a:rPr>
              <a:t>消除二义性</a:t>
            </a:r>
            <a:endParaRPr lang="en-US" altLang="zh-CN" sz="2800" dirty="0">
              <a:solidFill>
                <a:srgbClr val="0070C0"/>
              </a:solidFill>
              <a:latin typeface="Times New Roman" panose="02020603050405020304" pitchFamily="18" charset="0"/>
            </a:endParaRPr>
          </a:p>
          <a:p>
            <a:pPr marL="609600" lvl="1" indent="-609600" eaLnBrk="1" hangingPunct="1">
              <a:lnSpc>
                <a:spcPct val="90000"/>
              </a:lnSpc>
              <a:buClr>
                <a:schemeClr val="folHlink"/>
              </a:buClr>
              <a:buSzPct val="60000"/>
              <a:buNone/>
              <a:defRPr/>
            </a:pPr>
            <a:r>
              <a:rPr lang="zh-CN" altLang="en-US" sz="2400" dirty="0">
                <a:solidFill>
                  <a:srgbClr val="0070C0"/>
                </a:solidFill>
                <a:latin typeface="Times New Roman" panose="02020603050405020304" pitchFamily="18" charset="0"/>
              </a:rPr>
              <a:t>解决办法：改造文法，引入新语法变量，</a:t>
            </a:r>
            <a:endParaRPr lang="en-US" altLang="zh-CN" sz="2400" dirty="0">
              <a:solidFill>
                <a:srgbClr val="0070C0"/>
              </a:solidFill>
              <a:latin typeface="Times New Roman" panose="02020603050405020304" pitchFamily="18" charset="0"/>
            </a:endParaRPr>
          </a:p>
          <a:p>
            <a:pPr marL="609600" lvl="1" indent="-609600" eaLnBrk="1" hangingPunct="1">
              <a:lnSpc>
                <a:spcPct val="90000"/>
              </a:lnSpc>
              <a:buClr>
                <a:schemeClr val="folHlink"/>
              </a:buClr>
              <a:buSzPct val="60000"/>
              <a:buNone/>
              <a:defRPr/>
            </a:pPr>
            <a:r>
              <a:rPr lang="en-US" altLang="zh-CN" sz="2400" dirty="0">
                <a:solidFill>
                  <a:srgbClr val="0070C0"/>
                </a:solidFill>
                <a:latin typeface="Times New Roman" panose="02020603050405020304" pitchFamily="18" charset="0"/>
              </a:rPr>
              <a:t>                    </a:t>
            </a:r>
            <a:r>
              <a:rPr lang="zh-CN" altLang="en-US" sz="2400" dirty="0">
                <a:solidFill>
                  <a:srgbClr val="0070C0"/>
                </a:solidFill>
                <a:latin typeface="Times New Roman" panose="02020603050405020304" pitchFamily="18" charset="0"/>
              </a:rPr>
              <a:t>细化表示范畴</a:t>
            </a:r>
            <a:endParaRPr lang="en-US" altLang="zh-CN" sz="2400" dirty="0">
              <a:solidFill>
                <a:srgbClr val="0070C0"/>
              </a:solidFill>
              <a:latin typeface="Times New Roman" panose="02020603050405020304" pitchFamily="18" charset="0"/>
              <a:ea typeface="宋体" panose="02010600030101010101" pitchFamily="2" charset="-122"/>
            </a:endParaRPr>
          </a:p>
          <a:p>
            <a:pPr marL="609600" indent="-609600" eaLnBrk="1" hangingPunct="1">
              <a:lnSpc>
                <a:spcPct val="90000"/>
              </a:lnSpc>
              <a:buNone/>
              <a:defRPr/>
            </a:pPr>
            <a:r>
              <a:rPr lang="zh-CN" altLang="en-US" dirty="0">
                <a:latin typeface="华文楷体" panose="02010600040101010101" pitchFamily="2" charset="-122"/>
                <a:ea typeface="华文楷体" panose="02010600040101010101" pitchFamily="2" charset="-122"/>
              </a:rPr>
              <a:t>二义性文法</a:t>
            </a:r>
            <a:r>
              <a:rPr lang="zh-CN" altLang="en-US" i="1" dirty="0">
                <a:ea typeface="宋体" panose="02010600030101010101" pitchFamily="2" charset="-122"/>
              </a:rPr>
              <a:t>：</a:t>
            </a:r>
            <a:r>
              <a:rPr lang="de-DE" altLang="zh-CN" i="1" dirty="0">
                <a:ea typeface="宋体" panose="02010600030101010101" pitchFamily="2" charset="-122"/>
              </a:rPr>
              <a:t>E</a:t>
            </a:r>
            <a:r>
              <a:rPr lang="en-US" altLang="zh-CN" dirty="0">
                <a:ea typeface="宋体" panose="02010600030101010101" pitchFamily="2" charset="-122"/>
                <a:sym typeface="Symbol" panose="05050102010706020507" pitchFamily="18" charset="2"/>
              </a:rPr>
              <a:t></a:t>
            </a:r>
            <a:r>
              <a:rPr lang="de-DE" altLang="zh-CN" i="1" dirty="0">
                <a:ea typeface="宋体" panose="02010600030101010101" pitchFamily="2" charset="-122"/>
              </a:rPr>
              <a:t>E</a:t>
            </a:r>
            <a:r>
              <a:rPr lang="de-DE" altLang="zh-CN" dirty="0">
                <a:ea typeface="宋体" panose="02010600030101010101" pitchFamily="2" charset="-122"/>
              </a:rPr>
              <a:t>+</a:t>
            </a:r>
            <a:r>
              <a:rPr lang="de-DE" altLang="zh-CN" i="1" dirty="0">
                <a:ea typeface="宋体" panose="02010600030101010101" pitchFamily="2" charset="-122"/>
              </a:rPr>
              <a:t>E</a:t>
            </a:r>
            <a:r>
              <a:rPr lang="de-DE" altLang="zh-CN" dirty="0">
                <a:ea typeface="宋体" panose="02010600030101010101" pitchFamily="2" charset="-122"/>
              </a:rPr>
              <a:t> | </a:t>
            </a:r>
            <a:r>
              <a:rPr lang="de-DE" altLang="zh-CN" i="1" dirty="0">
                <a:ea typeface="宋体" panose="02010600030101010101" pitchFamily="2" charset="-122"/>
              </a:rPr>
              <a:t>E</a:t>
            </a:r>
            <a:r>
              <a:rPr lang="de-DE" altLang="zh-CN" dirty="0">
                <a:ea typeface="宋体" panose="02010600030101010101" pitchFamily="2" charset="-122"/>
              </a:rPr>
              <a:t>-</a:t>
            </a:r>
            <a:r>
              <a:rPr lang="de-DE" altLang="zh-CN" i="1" dirty="0">
                <a:ea typeface="宋体" panose="02010600030101010101" pitchFamily="2" charset="-122"/>
              </a:rPr>
              <a:t>E</a:t>
            </a:r>
            <a:r>
              <a:rPr lang="de-DE" altLang="zh-CN" dirty="0">
                <a:ea typeface="宋体" panose="02010600030101010101" pitchFamily="2" charset="-122"/>
              </a:rPr>
              <a:t> | </a:t>
            </a:r>
            <a:r>
              <a:rPr lang="de-DE" altLang="zh-CN" i="1" dirty="0">
                <a:ea typeface="宋体" panose="02010600030101010101" pitchFamily="2" charset="-122"/>
              </a:rPr>
              <a:t>E</a:t>
            </a:r>
            <a:r>
              <a:rPr lang="de-DE" altLang="zh-CN" dirty="0">
                <a:ea typeface="宋体" panose="02010600030101010101" pitchFamily="2" charset="-122"/>
              </a:rPr>
              <a:t>*</a:t>
            </a:r>
            <a:r>
              <a:rPr lang="de-DE" altLang="zh-CN" i="1" dirty="0">
                <a:ea typeface="宋体" panose="02010600030101010101" pitchFamily="2" charset="-122"/>
              </a:rPr>
              <a:t>E</a:t>
            </a:r>
            <a:r>
              <a:rPr lang="de-DE" altLang="zh-CN" dirty="0">
                <a:ea typeface="宋体" panose="02010600030101010101" pitchFamily="2" charset="-122"/>
              </a:rPr>
              <a:t> | </a:t>
            </a:r>
            <a:r>
              <a:rPr lang="de-DE" altLang="zh-CN" i="1" dirty="0">
                <a:ea typeface="宋体" panose="02010600030101010101" pitchFamily="2" charset="-122"/>
              </a:rPr>
              <a:t>E</a:t>
            </a:r>
            <a:r>
              <a:rPr lang="en-US" altLang="zh-CN" dirty="0">
                <a:ea typeface="宋体" panose="02010600030101010101" pitchFamily="2" charset="-122"/>
              </a:rPr>
              <a:t>/</a:t>
            </a:r>
            <a:r>
              <a:rPr lang="de-DE" altLang="zh-CN" i="1" dirty="0">
                <a:ea typeface="宋体" panose="02010600030101010101" pitchFamily="2" charset="-122"/>
              </a:rPr>
              <a:t>E |E</a:t>
            </a:r>
            <a:r>
              <a:rPr lang="de-DE" altLang="zh-CN" dirty="0">
                <a:ea typeface="宋体" panose="02010600030101010101" pitchFamily="2" charset="-122"/>
              </a:rPr>
              <a:t> ↑</a:t>
            </a:r>
            <a:r>
              <a:rPr lang="de-DE" altLang="zh-CN" i="1" dirty="0">
                <a:ea typeface="宋体" panose="02010600030101010101" pitchFamily="2" charset="-122"/>
              </a:rPr>
              <a:t>E|</a:t>
            </a:r>
            <a:r>
              <a:rPr lang="de-DE" altLang="zh-CN" dirty="0">
                <a:ea typeface="宋体" panose="02010600030101010101" pitchFamily="2" charset="-122"/>
              </a:rPr>
              <a:t>(</a:t>
            </a:r>
            <a:r>
              <a:rPr lang="de-DE" altLang="zh-CN" i="1" dirty="0">
                <a:ea typeface="宋体" panose="02010600030101010101" pitchFamily="2" charset="-122"/>
              </a:rPr>
              <a:t>E</a:t>
            </a:r>
            <a:r>
              <a:rPr lang="de-DE" altLang="zh-CN" dirty="0">
                <a:ea typeface="宋体" panose="02010600030101010101" pitchFamily="2" charset="-122"/>
              </a:rPr>
              <a:t>)</a:t>
            </a:r>
            <a:r>
              <a:rPr lang="de-DE" altLang="zh-CN" i="1" dirty="0">
                <a:ea typeface="宋体" panose="02010600030101010101" pitchFamily="2" charset="-122"/>
              </a:rPr>
              <a:t>|id</a:t>
            </a:r>
            <a:r>
              <a:rPr lang="de-DE" altLang="zh-CN" dirty="0">
                <a:ea typeface="宋体" panose="02010600030101010101" pitchFamily="2" charset="-122"/>
              </a:rPr>
              <a:t> |c</a:t>
            </a:r>
            <a:endParaRPr lang="en-US" altLang="zh-CN" dirty="0">
              <a:ea typeface="宋体" panose="02010600030101010101" pitchFamily="2" charset="-122"/>
            </a:endParaRPr>
          </a:p>
          <a:p>
            <a:pPr marL="609600" indent="-609600" eaLnBrk="1" hangingPunct="1">
              <a:lnSpc>
                <a:spcPct val="90000"/>
              </a:lnSpc>
              <a:buNone/>
              <a:defRPr/>
            </a:pPr>
            <a:r>
              <a:rPr lang="zh-CN" altLang="en-US" dirty="0">
                <a:latin typeface="+mn-ea"/>
              </a:rPr>
              <a:t>改造后的文法：</a:t>
            </a:r>
            <a:endParaRPr lang="de-DE" altLang="zh-CN" sz="2800" dirty="0">
              <a:latin typeface="+mn-ea"/>
            </a:endParaRPr>
          </a:p>
          <a:p>
            <a:pPr marL="669131" lvl="1" indent="-326231" eaLnBrk="1" hangingPunct="1">
              <a:lnSpc>
                <a:spcPct val="90000"/>
              </a:lnSpc>
              <a:defRPr/>
            </a:pPr>
            <a:r>
              <a:rPr lang="de-DE" altLang="zh-CN" sz="2400" i="1" dirty="0">
                <a:latin typeface="Times New Roman" panose="02020603050405020304" pitchFamily="18" charset="0"/>
                <a:ea typeface="宋体" panose="02010600030101010101" pitchFamily="2" charset="-122"/>
              </a:rPr>
              <a:t>Gexp</a:t>
            </a:r>
            <a:r>
              <a:rPr lang="zh-CN" altLang="de-DE" sz="2400" dirty="0">
                <a:latin typeface="Times New Roman" panose="02020603050405020304" pitchFamily="18" charset="0"/>
                <a:ea typeface="宋体" panose="02010600030101010101" pitchFamily="2" charset="-122"/>
              </a:rPr>
              <a:t>：	</a:t>
            </a:r>
            <a:r>
              <a:rPr lang="de-DE" altLang="zh-CN" sz="2400" i="1" dirty="0">
                <a:latin typeface="Times New Roman" panose="02020603050405020304" pitchFamily="18" charset="0"/>
                <a:ea typeface="宋体" panose="02010600030101010101" pitchFamily="2" charset="-122"/>
              </a:rPr>
              <a:t>E</a:t>
            </a:r>
            <a:r>
              <a:rPr lang="en-US" altLang="zh-CN" sz="2400" dirty="0">
                <a:latin typeface="Times New Roman" panose="02020603050405020304" pitchFamily="18" charset="0"/>
                <a:ea typeface="宋体" panose="02010600030101010101" pitchFamily="2" charset="-122"/>
                <a:sym typeface="Symbol" panose="05050102010706020507" pitchFamily="18" charset="2"/>
              </a:rPr>
              <a:t></a:t>
            </a:r>
            <a:r>
              <a:rPr lang="de-DE" altLang="zh-CN" sz="2400" i="1" dirty="0">
                <a:latin typeface="Times New Roman" panose="02020603050405020304" pitchFamily="18" charset="0"/>
                <a:ea typeface="宋体" panose="02010600030101010101" pitchFamily="2" charset="-122"/>
              </a:rPr>
              <a:t>E</a:t>
            </a:r>
            <a:r>
              <a:rPr lang="de-DE" altLang="zh-CN" sz="2400" dirty="0">
                <a:latin typeface="Times New Roman" panose="02020603050405020304" pitchFamily="18" charset="0"/>
                <a:ea typeface="宋体" panose="02010600030101010101" pitchFamily="2" charset="-122"/>
              </a:rPr>
              <a:t>+</a:t>
            </a:r>
            <a:r>
              <a:rPr lang="de-DE" altLang="zh-CN" sz="2400" i="1" dirty="0">
                <a:solidFill>
                  <a:srgbClr val="0070C0"/>
                </a:solidFill>
                <a:latin typeface="Times New Roman" panose="02020603050405020304" pitchFamily="18" charset="0"/>
                <a:ea typeface="宋体" panose="02010600030101010101" pitchFamily="2" charset="-122"/>
              </a:rPr>
              <a:t>T</a:t>
            </a:r>
            <a:r>
              <a:rPr lang="de-DE" altLang="zh-CN" sz="2400" dirty="0">
                <a:latin typeface="Times New Roman" panose="02020603050405020304" pitchFamily="18" charset="0"/>
                <a:ea typeface="宋体" panose="02010600030101010101" pitchFamily="2" charset="-122"/>
              </a:rPr>
              <a:t> | </a:t>
            </a:r>
            <a:r>
              <a:rPr lang="de-DE" altLang="zh-CN" sz="2400" i="1" dirty="0">
                <a:latin typeface="Times New Roman" panose="02020603050405020304" pitchFamily="18" charset="0"/>
                <a:ea typeface="宋体" panose="02010600030101010101" pitchFamily="2" charset="-122"/>
              </a:rPr>
              <a:t>E</a:t>
            </a:r>
            <a:r>
              <a:rPr lang="de-DE" altLang="zh-CN" sz="2400" dirty="0">
                <a:latin typeface="Times New Roman" panose="02020603050405020304" pitchFamily="18" charset="0"/>
                <a:ea typeface="宋体" panose="02010600030101010101" pitchFamily="2" charset="-122"/>
              </a:rPr>
              <a:t>-</a:t>
            </a:r>
            <a:r>
              <a:rPr lang="de-DE" altLang="zh-CN" sz="2400" i="1" dirty="0">
                <a:latin typeface="Times New Roman" panose="02020603050405020304" pitchFamily="18" charset="0"/>
                <a:ea typeface="宋体" panose="02010600030101010101" pitchFamily="2" charset="-122"/>
              </a:rPr>
              <a:t>T</a:t>
            </a:r>
            <a:r>
              <a:rPr lang="de-DE" altLang="zh-CN" sz="2400" dirty="0">
                <a:latin typeface="Times New Roman" panose="02020603050405020304" pitchFamily="18" charset="0"/>
                <a:ea typeface="宋体" panose="02010600030101010101" pitchFamily="2" charset="-122"/>
              </a:rPr>
              <a:t>| </a:t>
            </a:r>
            <a:r>
              <a:rPr lang="de-DE" altLang="zh-CN" sz="2400" i="1" dirty="0">
                <a:latin typeface="Times New Roman" panose="02020603050405020304" pitchFamily="18" charset="0"/>
                <a:ea typeface="宋体" panose="02010600030101010101" pitchFamily="2" charset="-122"/>
              </a:rPr>
              <a:t>T</a:t>
            </a:r>
            <a:endParaRPr lang="de-DE" altLang="zh-CN" sz="2400" dirty="0">
              <a:latin typeface="Times New Roman" panose="02020603050405020304" pitchFamily="18" charset="0"/>
              <a:ea typeface="宋体" panose="02010600030101010101" pitchFamily="2" charset="-122"/>
            </a:endParaRPr>
          </a:p>
          <a:p>
            <a:pPr marL="876300" lvl="1" indent="-533400" eaLnBrk="1" hangingPunct="1">
              <a:lnSpc>
                <a:spcPct val="90000"/>
              </a:lnSpc>
              <a:buNone/>
              <a:defRPr/>
            </a:pPr>
            <a:r>
              <a:rPr lang="de-DE" altLang="zh-CN" sz="2400" i="1" dirty="0">
                <a:latin typeface="Times New Roman" panose="02020603050405020304" pitchFamily="18" charset="0"/>
                <a:ea typeface="宋体" panose="02010600030101010101" pitchFamily="2" charset="-122"/>
              </a:rPr>
              <a:t>			T</a:t>
            </a:r>
            <a:r>
              <a:rPr lang="en-US" altLang="zh-CN" sz="2400" dirty="0">
                <a:latin typeface="Times New Roman" panose="02020603050405020304" pitchFamily="18" charset="0"/>
                <a:ea typeface="宋体" panose="02010600030101010101" pitchFamily="2" charset="-122"/>
                <a:sym typeface="Symbol" panose="05050102010706020507" pitchFamily="18" charset="2"/>
              </a:rPr>
              <a:t></a:t>
            </a:r>
            <a:r>
              <a:rPr lang="de-DE" altLang="zh-CN" sz="2400" i="1" dirty="0">
                <a:latin typeface="Times New Roman" panose="02020603050405020304" pitchFamily="18" charset="0"/>
                <a:ea typeface="宋体" panose="02010600030101010101" pitchFamily="2" charset="-122"/>
              </a:rPr>
              <a:t>T</a:t>
            </a:r>
            <a:r>
              <a:rPr lang="de-DE" altLang="zh-CN" sz="2400" dirty="0">
                <a:latin typeface="Times New Roman" panose="02020603050405020304" pitchFamily="18" charset="0"/>
                <a:ea typeface="宋体" panose="02010600030101010101" pitchFamily="2" charset="-122"/>
              </a:rPr>
              <a:t>*</a:t>
            </a:r>
            <a:r>
              <a:rPr lang="de-DE" altLang="zh-CN" sz="2400" i="1" dirty="0">
                <a:solidFill>
                  <a:srgbClr val="0070C0"/>
                </a:solidFill>
                <a:latin typeface="Times New Roman" panose="02020603050405020304" pitchFamily="18" charset="0"/>
                <a:ea typeface="宋体" panose="02010600030101010101" pitchFamily="2" charset="-122"/>
              </a:rPr>
              <a:t>F</a:t>
            </a:r>
            <a:r>
              <a:rPr lang="de-DE" altLang="zh-CN" sz="2400" dirty="0">
                <a:latin typeface="Times New Roman" panose="02020603050405020304" pitchFamily="18" charset="0"/>
                <a:ea typeface="宋体" panose="02010600030101010101" pitchFamily="2" charset="-122"/>
              </a:rPr>
              <a:t> | </a:t>
            </a:r>
            <a:r>
              <a:rPr lang="de-DE" altLang="zh-CN" sz="2400" i="1" dirty="0">
                <a:latin typeface="Times New Roman" panose="02020603050405020304" pitchFamily="18" charset="0"/>
                <a:ea typeface="宋体" panose="02010600030101010101" pitchFamily="2" charset="-122"/>
              </a:rPr>
              <a:t>T</a:t>
            </a:r>
            <a:r>
              <a:rPr lang="de-DE" altLang="zh-CN" sz="2400" dirty="0">
                <a:latin typeface="Times New Roman" panose="02020603050405020304" pitchFamily="18" charset="0"/>
                <a:ea typeface="宋体" panose="02010600030101010101" pitchFamily="2" charset="-122"/>
              </a:rPr>
              <a:t>/</a:t>
            </a:r>
            <a:r>
              <a:rPr lang="de-DE" altLang="zh-CN" sz="2400" i="1" dirty="0">
                <a:latin typeface="Times New Roman" panose="02020603050405020304" pitchFamily="18" charset="0"/>
                <a:ea typeface="宋体" panose="02010600030101010101" pitchFamily="2" charset="-122"/>
              </a:rPr>
              <a:t>F</a:t>
            </a:r>
            <a:r>
              <a:rPr lang="de-DE" altLang="zh-CN" sz="2400" dirty="0">
                <a:latin typeface="Times New Roman" panose="02020603050405020304" pitchFamily="18" charset="0"/>
                <a:ea typeface="宋体" panose="02010600030101010101" pitchFamily="2" charset="-122"/>
              </a:rPr>
              <a:t> | </a:t>
            </a:r>
            <a:r>
              <a:rPr lang="de-DE" altLang="zh-CN" sz="2400" i="1" dirty="0">
                <a:latin typeface="Times New Roman" panose="02020603050405020304" pitchFamily="18" charset="0"/>
                <a:ea typeface="宋体" panose="02010600030101010101" pitchFamily="2" charset="-122"/>
              </a:rPr>
              <a:t>F</a:t>
            </a:r>
            <a:endParaRPr lang="de-DE" altLang="zh-CN" sz="2400" dirty="0">
              <a:latin typeface="Times New Roman" panose="02020603050405020304" pitchFamily="18" charset="0"/>
              <a:ea typeface="宋体" panose="02010600030101010101" pitchFamily="2" charset="-122"/>
            </a:endParaRPr>
          </a:p>
          <a:p>
            <a:pPr marL="876300" lvl="1" indent="-533400" eaLnBrk="1" hangingPunct="1">
              <a:lnSpc>
                <a:spcPct val="90000"/>
              </a:lnSpc>
              <a:buNone/>
              <a:defRPr/>
            </a:pPr>
            <a:r>
              <a:rPr lang="de-DE" altLang="zh-CN" sz="2400" i="1" dirty="0">
                <a:latin typeface="Times New Roman" panose="02020603050405020304" pitchFamily="18" charset="0"/>
                <a:ea typeface="宋体" panose="02010600030101010101" pitchFamily="2" charset="-122"/>
              </a:rPr>
              <a:t>			F</a:t>
            </a:r>
            <a:r>
              <a:rPr lang="en-US" altLang="zh-CN" sz="2400" dirty="0">
                <a:latin typeface="Times New Roman" panose="02020603050405020304" pitchFamily="18" charset="0"/>
                <a:ea typeface="宋体" panose="02010600030101010101" pitchFamily="2" charset="-122"/>
                <a:sym typeface="Symbol" panose="05050102010706020507" pitchFamily="18" charset="2"/>
              </a:rPr>
              <a:t></a:t>
            </a:r>
            <a:r>
              <a:rPr lang="de-DE" altLang="zh-CN" sz="2400" i="1" dirty="0">
                <a:latin typeface="Times New Roman" panose="02020603050405020304" pitchFamily="18" charset="0"/>
                <a:ea typeface="宋体" panose="02010600030101010101" pitchFamily="2" charset="-122"/>
              </a:rPr>
              <a:t>F</a:t>
            </a:r>
            <a:r>
              <a:rPr lang="de-DE" altLang="zh-CN" sz="2400" dirty="0">
                <a:latin typeface="Times New Roman" panose="02020603050405020304" pitchFamily="18" charset="0"/>
                <a:ea typeface="宋体" panose="02010600030101010101" pitchFamily="2" charset="-122"/>
              </a:rPr>
              <a:t>↑</a:t>
            </a:r>
            <a:r>
              <a:rPr lang="de-DE" altLang="zh-CN" sz="2400" i="1" dirty="0">
                <a:solidFill>
                  <a:srgbClr val="0070C0"/>
                </a:solidFill>
                <a:latin typeface="Times New Roman" panose="02020603050405020304" pitchFamily="18" charset="0"/>
                <a:ea typeface="宋体" panose="02010600030101010101" pitchFamily="2" charset="-122"/>
              </a:rPr>
              <a:t>P</a:t>
            </a:r>
            <a:r>
              <a:rPr lang="de-DE" altLang="zh-CN" sz="2400" i="1" dirty="0">
                <a:latin typeface="Times New Roman" panose="02020603050405020304" pitchFamily="18" charset="0"/>
                <a:ea typeface="宋体" panose="02010600030101010101" pitchFamily="2" charset="-122"/>
              </a:rPr>
              <a:t> </a:t>
            </a:r>
            <a:r>
              <a:rPr lang="de-DE" altLang="zh-CN" sz="2400" dirty="0">
                <a:latin typeface="Times New Roman" panose="02020603050405020304" pitchFamily="18" charset="0"/>
                <a:ea typeface="宋体" panose="02010600030101010101" pitchFamily="2" charset="-122"/>
              </a:rPr>
              <a:t>| </a:t>
            </a:r>
            <a:r>
              <a:rPr lang="de-DE" altLang="zh-CN" sz="2400" i="1" dirty="0">
                <a:latin typeface="Times New Roman" panose="02020603050405020304" pitchFamily="18" charset="0"/>
                <a:ea typeface="宋体" panose="02010600030101010101" pitchFamily="2" charset="-122"/>
              </a:rPr>
              <a:t>P</a:t>
            </a:r>
            <a:r>
              <a:rPr lang="de-DE" altLang="zh-CN" sz="2400" dirty="0">
                <a:latin typeface="Times New Roman" panose="02020603050405020304" pitchFamily="18" charset="0"/>
                <a:ea typeface="宋体" panose="02010600030101010101" pitchFamily="2" charset="-122"/>
              </a:rPr>
              <a:t> </a:t>
            </a:r>
          </a:p>
          <a:p>
            <a:pPr marL="876300" lvl="1" indent="-533400" eaLnBrk="1" hangingPunct="1">
              <a:lnSpc>
                <a:spcPct val="90000"/>
              </a:lnSpc>
              <a:buNone/>
              <a:defRPr/>
            </a:pPr>
            <a:r>
              <a:rPr lang="de-DE" altLang="zh-CN" sz="2400" i="1" dirty="0">
                <a:latin typeface="Times New Roman" panose="02020603050405020304" pitchFamily="18" charset="0"/>
                <a:ea typeface="宋体" panose="02010600030101010101" pitchFamily="2" charset="-122"/>
              </a:rPr>
              <a:t>			P</a:t>
            </a:r>
            <a:r>
              <a:rPr lang="en-US" altLang="zh-CN" sz="2400" dirty="0">
                <a:latin typeface="Times New Roman" panose="02020603050405020304" pitchFamily="18" charset="0"/>
                <a:ea typeface="宋体" panose="02010600030101010101" pitchFamily="2" charset="-122"/>
                <a:sym typeface="Symbol" panose="05050102010706020507" pitchFamily="18" charset="2"/>
              </a:rPr>
              <a:t></a:t>
            </a:r>
            <a:r>
              <a:rPr lang="de-DE" altLang="zh-CN" sz="2400" i="1" dirty="0">
                <a:latin typeface="Times New Roman" panose="02020603050405020304" pitchFamily="18" charset="0"/>
                <a:ea typeface="宋体" panose="02010600030101010101" pitchFamily="2" charset="-122"/>
              </a:rPr>
              <a:t>c</a:t>
            </a:r>
            <a:r>
              <a:rPr lang="de-DE" altLang="zh-CN" sz="2400" dirty="0">
                <a:latin typeface="Times New Roman" panose="02020603050405020304" pitchFamily="18" charset="0"/>
                <a:ea typeface="宋体" panose="02010600030101010101" pitchFamily="2" charset="-122"/>
              </a:rPr>
              <a:t> | id | (</a:t>
            </a:r>
            <a:r>
              <a:rPr lang="de-DE" altLang="zh-CN" sz="2400" i="1" dirty="0">
                <a:latin typeface="Times New Roman" panose="02020603050405020304" pitchFamily="18" charset="0"/>
                <a:ea typeface="宋体" panose="02010600030101010101" pitchFamily="2" charset="-122"/>
              </a:rPr>
              <a:t>E</a:t>
            </a:r>
            <a:r>
              <a:rPr lang="de-DE" altLang="zh-CN" sz="2400" dirty="0">
                <a:latin typeface="Times New Roman" panose="02020603050405020304" pitchFamily="18" charset="0"/>
                <a:ea typeface="宋体" panose="02010600030101010101" pitchFamily="2" charset="-122"/>
              </a:rPr>
              <a:t>) </a:t>
            </a:r>
            <a:r>
              <a:rPr lang="en-US" altLang="zh-CN" sz="2400" dirty="0">
                <a:latin typeface="Times New Roman" panose="02020603050405020304" pitchFamily="18" charset="0"/>
              </a:rPr>
              <a:t> </a:t>
            </a:r>
            <a:endParaRPr lang="en-US" altLang="zh-CN" sz="2400" dirty="0">
              <a:latin typeface="Times New Roman" panose="02020603050405020304" pitchFamily="18" charset="0"/>
              <a:ea typeface="宋体" panose="02010600030101010101" pitchFamily="2" charset="-122"/>
            </a:endParaRPr>
          </a:p>
        </p:txBody>
      </p:sp>
      <p:sp>
        <p:nvSpPr>
          <p:cNvPr id="19460" name="Rectangle 2"/>
          <p:cNvSpPr>
            <a:spLocks noGrp="1" noChangeArrowheads="1"/>
          </p:cNvSpPr>
          <p:nvPr>
            <p:ph type="title"/>
          </p:nvPr>
        </p:nvSpPr>
        <p:spPr>
          <a:noFill/>
        </p:spPr>
        <p:txBody>
          <a:bodyPr vert="horz" wrap="square" lIns="69056" tIns="34529" rIns="69056" bIns="34529" numCol="1" anchor="ctr" anchorCtr="0" compatLnSpc="1">
            <a:prstTxWarp prst="textNoShape">
              <a:avLst/>
            </a:prstTxWarp>
          </a:bodyPr>
          <a:lstStyle/>
          <a:p>
            <a:pPr marL="609600" indent="-609600" eaLnBrk="1" hangingPunct="1">
              <a:lnSpc>
                <a:spcPct val="90000"/>
              </a:lnSpc>
            </a:pPr>
            <a:r>
              <a:rPr lang="zh-CN" altLang="en-US" dirty="0">
                <a:latin typeface="微软雅黑" panose="020B0503020204020204" pitchFamily="34" charset="-122"/>
                <a:ea typeface="微软雅黑" panose="020B0503020204020204" pitchFamily="34" charset="-122"/>
              </a:rPr>
              <a:t>对上下文无关文法的改造 </a:t>
            </a:r>
          </a:p>
        </p:txBody>
      </p:sp>
      <p:sp>
        <p:nvSpPr>
          <p:cNvPr id="19459" name="灯片编号占位符 5"/>
          <p:cNvSpPr>
            <a:spLocks noGrp="1"/>
          </p:cNvSpPr>
          <p:nvPr>
            <p:ph type="sldNum" sz="quarter" idx="12"/>
          </p:nvPr>
        </p:nvSpPr>
        <p:spPr>
          <a:noFill/>
        </p:spPr>
        <p:txBody>
          <a:bodyPr anchor="t"/>
          <a:lstStyle>
            <a:lvl1pPr>
              <a:spcBef>
                <a:spcPct val="20000"/>
              </a:spcBef>
              <a:buClr>
                <a:schemeClr val="folHlink"/>
              </a:buClr>
              <a:buSzPct val="60000"/>
              <a:buFont typeface="Wingdings" panose="05000000000000000000" pitchFamily="2" charset="2"/>
              <a:buChar char="n"/>
              <a:defRPr sz="2400" b="1">
                <a:solidFill>
                  <a:schemeClr val="tx1"/>
                </a:solidFill>
                <a:latin typeface="Tahoma" panose="020B0604030504040204" pitchFamily="34" charset="0"/>
                <a:ea typeface="楷体_GB2312" panose="02010609030101010101" pitchFamily="49" charset="-122"/>
              </a:defRPr>
            </a:lvl1pPr>
            <a:lvl2pPr marL="557213" indent="-214313">
              <a:spcBef>
                <a:spcPct val="20000"/>
              </a:spcBef>
              <a:buClr>
                <a:schemeClr val="hlink"/>
              </a:buClr>
              <a:buSzPct val="55000"/>
              <a:buFont typeface="Wingdings" panose="05000000000000000000" pitchFamily="2" charset="2"/>
              <a:buChar char="n"/>
              <a:defRPr sz="2100" b="1">
                <a:solidFill>
                  <a:schemeClr val="tx1"/>
                </a:solidFill>
                <a:latin typeface="Tahoma" panose="020B0604030504040204" pitchFamily="34" charset="0"/>
                <a:ea typeface="楷体_GB2312" panose="02010609030101010101" pitchFamily="49" charset="-122"/>
              </a:defRPr>
            </a:lvl2pPr>
            <a:lvl3pPr marL="857250" indent="-171450">
              <a:spcBef>
                <a:spcPct val="20000"/>
              </a:spcBef>
              <a:buClr>
                <a:schemeClr val="folHlink"/>
              </a:buClr>
              <a:buSzPct val="50000"/>
              <a:buFont typeface="Wingdings" panose="05000000000000000000" pitchFamily="2" charset="2"/>
              <a:buChar char="n"/>
              <a:defRPr sz="1800" b="1">
                <a:solidFill>
                  <a:schemeClr val="tx1"/>
                </a:solidFill>
                <a:latin typeface="Tahoma" panose="020B0604030504040204" pitchFamily="34" charset="0"/>
                <a:ea typeface="楷体_GB2312" panose="02010609030101010101" pitchFamily="49" charset="-122"/>
              </a:defRPr>
            </a:lvl3pPr>
            <a:lvl4pPr marL="1200150" indent="-171450">
              <a:spcBef>
                <a:spcPct val="20000"/>
              </a:spcBef>
              <a:buClr>
                <a:schemeClr val="accent2"/>
              </a:buClr>
              <a:buSzPct val="55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4pPr>
            <a:lvl5pPr marL="1543050" indent="-171450">
              <a:spcBef>
                <a:spcPct val="20000"/>
              </a:spcBef>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5pPr>
            <a:lvl6pPr marL="18859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6pPr>
            <a:lvl7pPr marL="22288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7pPr>
            <a:lvl8pPr marL="25717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8pPr>
            <a:lvl9pPr marL="29146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9pPr>
          </a:lstStyle>
          <a:p>
            <a:pPr>
              <a:spcBef>
                <a:spcPct val="0"/>
              </a:spcBef>
              <a:buClrTx/>
              <a:buSzTx/>
              <a:buFontTx/>
              <a:buNone/>
            </a:pPr>
            <a:fld id="{D64B859C-E49D-4EFA-8471-97D390B513E2}" type="slidenum">
              <a:rPr lang="en-US" altLang="zh-CN" sz="1050" b="0">
                <a:latin typeface="Arial" panose="020B0604020202020204" pitchFamily="34" charset="0"/>
                <a:ea typeface="宋体" panose="02010600030101010101" pitchFamily="2" charset="-122"/>
              </a:rPr>
              <a:pPr>
                <a:spcBef>
                  <a:spcPct val="0"/>
                </a:spcBef>
                <a:buClrTx/>
                <a:buSzTx/>
                <a:buFontTx/>
                <a:buNone/>
              </a:pPr>
              <a:t>18</a:t>
            </a:fld>
            <a:endParaRPr lang="en-US" altLang="zh-CN" sz="1050" b="0">
              <a:latin typeface="Arial" panose="020B0604020202020204" pitchFamily="34" charset="0"/>
              <a:ea typeface="宋体" panose="02010600030101010101" pitchFamily="2" charset="-122"/>
            </a:endParaRPr>
          </a:p>
        </p:txBody>
      </p:sp>
      <p:sp>
        <p:nvSpPr>
          <p:cNvPr id="2" name="对话气泡: 圆角矩形 1">
            <a:extLst>
              <a:ext uri="{FF2B5EF4-FFF2-40B4-BE49-F238E27FC236}">
                <a16:creationId xmlns:a16="http://schemas.microsoft.com/office/drawing/2014/main" id="{21FCF294-F95F-4545-840B-5C4473B5F763}"/>
              </a:ext>
            </a:extLst>
          </p:cNvPr>
          <p:cNvSpPr/>
          <p:nvPr/>
        </p:nvSpPr>
        <p:spPr>
          <a:xfrm>
            <a:off x="6329199" y="1131590"/>
            <a:ext cx="2059225" cy="792088"/>
          </a:xfrm>
          <a:prstGeom prst="wedgeRoundRectCallout">
            <a:avLst>
              <a:gd name="adj1" fmla="val -38259"/>
              <a:gd name="adj2" fmla="val 87041"/>
              <a:gd name="adj3" fmla="val 16667"/>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0070C0"/>
                </a:solidFill>
                <a:latin typeface="Times New Roman" panose="02020603050405020304" pitchFamily="18" charset="0"/>
              </a:rPr>
              <a:t>运算符优先级不明，引起歧义</a:t>
            </a:r>
            <a:endParaRPr lang="zh-CN" altLang="en-US" b="1" dirty="0"/>
          </a:p>
        </p:txBody>
      </p:sp>
      <p:sp>
        <p:nvSpPr>
          <p:cNvPr id="7" name="对话气泡: 圆角矩形 6">
            <a:extLst>
              <a:ext uri="{FF2B5EF4-FFF2-40B4-BE49-F238E27FC236}">
                <a16:creationId xmlns:a16="http://schemas.microsoft.com/office/drawing/2014/main" id="{06C8EA14-BC79-424E-870E-ADC07EBF2E98}"/>
              </a:ext>
            </a:extLst>
          </p:cNvPr>
          <p:cNvSpPr/>
          <p:nvPr/>
        </p:nvSpPr>
        <p:spPr>
          <a:xfrm>
            <a:off x="5436096" y="2823779"/>
            <a:ext cx="2736304" cy="792088"/>
          </a:xfrm>
          <a:prstGeom prst="wedgeRoundRectCallout">
            <a:avLst>
              <a:gd name="adj1" fmla="val -73045"/>
              <a:gd name="adj2" fmla="val 15184"/>
              <a:gd name="adj3" fmla="val 16667"/>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0070C0"/>
                </a:solidFill>
                <a:latin typeface="Times New Roman" panose="02020603050405020304" pitchFamily="18" charset="0"/>
              </a:rPr>
              <a:t>明确了运算符优先级，解决了歧义。</a:t>
            </a:r>
            <a:endParaRPr lang="zh-CN" altLang="en-US" b="1" dirty="0"/>
          </a:p>
        </p:txBody>
      </p:sp>
      <p:sp>
        <p:nvSpPr>
          <p:cNvPr id="5" name="文本框 4">
            <a:extLst>
              <a:ext uri="{FF2B5EF4-FFF2-40B4-BE49-F238E27FC236}">
                <a16:creationId xmlns:a16="http://schemas.microsoft.com/office/drawing/2014/main" id="{545122BB-D43C-4D43-A37E-C6D623EA436E}"/>
              </a:ext>
            </a:extLst>
          </p:cNvPr>
          <p:cNvSpPr txBox="1"/>
          <p:nvPr/>
        </p:nvSpPr>
        <p:spPr>
          <a:xfrm>
            <a:off x="4953532" y="3830707"/>
            <a:ext cx="3456384" cy="707886"/>
          </a:xfrm>
          <a:prstGeom prst="rect">
            <a:avLst/>
          </a:prstGeom>
          <a:noFill/>
        </p:spPr>
        <p:txBody>
          <a:bodyPr wrap="square" rtlCol="0">
            <a:spAutoFit/>
          </a:bodyPr>
          <a:lstStyle/>
          <a:p>
            <a:pPr algn="ctr"/>
            <a:r>
              <a:rPr lang="zh-CN" altLang="en-US" sz="2000" b="1" dirty="0">
                <a:latin typeface="华文楷体" panose="02010600040101010101" pitchFamily="2" charset="-122"/>
                <a:ea typeface="华文楷体" panose="02010600040101010101" pitchFamily="2" charset="-122"/>
              </a:rPr>
              <a:t>思考：此文法是如何实现运行符优先级和结合性的？</a:t>
            </a:r>
            <a:endParaRPr lang="en-US" altLang="zh-CN" sz="2000" b="1" dirty="0">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4" fill="hold" grpId="0" nodeType="withEffect">
                                  <p:stCondLst>
                                    <p:cond delay="0"/>
                                  </p:stCondLst>
                                  <p:childTnLst>
                                    <p:set>
                                      <p:cBhvr>
                                        <p:cTn id="6" dur="1" fill="hold">
                                          <p:stCondLst>
                                            <p:cond delay="0"/>
                                          </p:stCondLst>
                                        </p:cTn>
                                        <p:tgtEl>
                                          <p:spTgt spid="2145283">
                                            <p:txEl>
                                              <p:pRg st="0" end="0"/>
                                            </p:txEl>
                                          </p:spTgt>
                                        </p:tgtEl>
                                        <p:attrNameLst>
                                          <p:attrName>style.visibility</p:attrName>
                                        </p:attrNameLst>
                                      </p:cBhvr>
                                      <p:to>
                                        <p:strVal val="visible"/>
                                      </p:to>
                                    </p:set>
                                    <p:animEffect transition="in" filter="slide(fromBottom)">
                                      <p:cBhvr>
                                        <p:cTn id="7" dur="500"/>
                                        <p:tgtEl>
                                          <p:spTgt spid="2145283">
                                            <p:txEl>
                                              <p:pRg st="0" end="0"/>
                                            </p:txEl>
                                          </p:spTgt>
                                        </p:tgtEl>
                                      </p:cBhvr>
                                    </p:animEffect>
                                  </p:childTnLst>
                                </p:cTn>
                              </p:par>
                              <p:par>
                                <p:cTn id="8" presetID="12" presetClass="entr" presetSubtype="4" fill="hold" grpId="0" nodeType="withEffect">
                                  <p:stCondLst>
                                    <p:cond delay="0"/>
                                  </p:stCondLst>
                                  <p:childTnLst>
                                    <p:set>
                                      <p:cBhvr>
                                        <p:cTn id="9" dur="1" fill="hold">
                                          <p:stCondLst>
                                            <p:cond delay="0"/>
                                          </p:stCondLst>
                                        </p:cTn>
                                        <p:tgtEl>
                                          <p:spTgt spid="2145283">
                                            <p:txEl>
                                              <p:pRg st="1" end="1"/>
                                            </p:txEl>
                                          </p:spTgt>
                                        </p:tgtEl>
                                        <p:attrNameLst>
                                          <p:attrName>style.visibility</p:attrName>
                                        </p:attrNameLst>
                                      </p:cBhvr>
                                      <p:to>
                                        <p:strVal val="visible"/>
                                      </p:to>
                                    </p:set>
                                    <p:animEffect transition="in" filter="slide(fromBottom)">
                                      <p:cBhvr>
                                        <p:cTn id="10" dur="500"/>
                                        <p:tgtEl>
                                          <p:spTgt spid="2145283">
                                            <p:txEl>
                                              <p:pRg st="1" end="1"/>
                                            </p:txEl>
                                          </p:spTgt>
                                        </p:tgtEl>
                                      </p:cBhvr>
                                    </p:animEffect>
                                  </p:childTnLst>
                                </p:cTn>
                              </p:par>
                              <p:par>
                                <p:cTn id="11" presetID="12" presetClass="entr" presetSubtype="4" fill="hold" grpId="0" nodeType="withEffect">
                                  <p:stCondLst>
                                    <p:cond delay="0"/>
                                  </p:stCondLst>
                                  <p:childTnLst>
                                    <p:set>
                                      <p:cBhvr>
                                        <p:cTn id="12" dur="1" fill="hold">
                                          <p:stCondLst>
                                            <p:cond delay="0"/>
                                          </p:stCondLst>
                                        </p:cTn>
                                        <p:tgtEl>
                                          <p:spTgt spid="2145283">
                                            <p:txEl>
                                              <p:pRg st="2" end="2"/>
                                            </p:txEl>
                                          </p:spTgt>
                                        </p:tgtEl>
                                        <p:attrNameLst>
                                          <p:attrName>style.visibility</p:attrName>
                                        </p:attrNameLst>
                                      </p:cBhvr>
                                      <p:to>
                                        <p:strVal val="visible"/>
                                      </p:to>
                                    </p:set>
                                    <p:animEffect transition="in" filter="slide(fromBottom)">
                                      <p:cBhvr>
                                        <p:cTn id="13" dur="500"/>
                                        <p:tgtEl>
                                          <p:spTgt spid="2145283">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2" presetClass="entr" presetSubtype="4" fill="hold" grpId="0" nodeType="clickEffect">
                                  <p:stCondLst>
                                    <p:cond delay="0"/>
                                  </p:stCondLst>
                                  <p:childTnLst>
                                    <p:set>
                                      <p:cBhvr>
                                        <p:cTn id="17" dur="1" fill="hold">
                                          <p:stCondLst>
                                            <p:cond delay="0"/>
                                          </p:stCondLst>
                                        </p:cTn>
                                        <p:tgtEl>
                                          <p:spTgt spid="2145283">
                                            <p:txEl>
                                              <p:pRg st="3" end="3"/>
                                            </p:txEl>
                                          </p:spTgt>
                                        </p:tgtEl>
                                        <p:attrNameLst>
                                          <p:attrName>style.visibility</p:attrName>
                                        </p:attrNameLst>
                                      </p:cBhvr>
                                      <p:to>
                                        <p:strVal val="visible"/>
                                      </p:to>
                                    </p:set>
                                    <p:animEffect transition="in" filter="slide(fromBottom)">
                                      <p:cBhvr>
                                        <p:cTn id="18" dur="500"/>
                                        <p:tgtEl>
                                          <p:spTgt spid="214528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down)">
                                      <p:cBhvr>
                                        <p:cTn id="23" dur="500"/>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12" presetClass="entr" presetSubtype="4" fill="hold" grpId="0" nodeType="clickEffect">
                                  <p:stCondLst>
                                    <p:cond delay="0"/>
                                  </p:stCondLst>
                                  <p:childTnLst>
                                    <p:set>
                                      <p:cBhvr>
                                        <p:cTn id="27" dur="1" fill="hold">
                                          <p:stCondLst>
                                            <p:cond delay="0"/>
                                          </p:stCondLst>
                                        </p:cTn>
                                        <p:tgtEl>
                                          <p:spTgt spid="2145283">
                                            <p:txEl>
                                              <p:pRg st="4" end="4"/>
                                            </p:txEl>
                                          </p:spTgt>
                                        </p:tgtEl>
                                        <p:attrNameLst>
                                          <p:attrName>style.visibility</p:attrName>
                                        </p:attrNameLst>
                                      </p:cBhvr>
                                      <p:to>
                                        <p:strVal val="visible"/>
                                      </p:to>
                                    </p:set>
                                    <p:animEffect transition="in" filter="slide(fromBottom)">
                                      <p:cBhvr>
                                        <p:cTn id="28" dur="500"/>
                                        <p:tgtEl>
                                          <p:spTgt spid="2145283">
                                            <p:txEl>
                                              <p:pRg st="4" end="4"/>
                                            </p:txEl>
                                          </p:spTgt>
                                        </p:tgtEl>
                                      </p:cBhvr>
                                    </p:animEffect>
                                  </p:childTnLst>
                                </p:cTn>
                              </p:par>
                              <p:par>
                                <p:cTn id="29" presetID="12" presetClass="entr" presetSubtype="4" fill="hold" grpId="0" nodeType="withEffect">
                                  <p:stCondLst>
                                    <p:cond delay="0"/>
                                  </p:stCondLst>
                                  <p:childTnLst>
                                    <p:set>
                                      <p:cBhvr>
                                        <p:cTn id="30" dur="1" fill="hold">
                                          <p:stCondLst>
                                            <p:cond delay="0"/>
                                          </p:stCondLst>
                                        </p:cTn>
                                        <p:tgtEl>
                                          <p:spTgt spid="2145283">
                                            <p:txEl>
                                              <p:pRg st="5" end="5"/>
                                            </p:txEl>
                                          </p:spTgt>
                                        </p:tgtEl>
                                        <p:attrNameLst>
                                          <p:attrName>style.visibility</p:attrName>
                                        </p:attrNameLst>
                                      </p:cBhvr>
                                      <p:to>
                                        <p:strVal val="visible"/>
                                      </p:to>
                                    </p:set>
                                    <p:animEffect transition="in" filter="slide(fromBottom)">
                                      <p:cBhvr>
                                        <p:cTn id="31" dur="500"/>
                                        <p:tgtEl>
                                          <p:spTgt spid="2145283">
                                            <p:txEl>
                                              <p:pRg st="5" end="5"/>
                                            </p:txEl>
                                          </p:spTgt>
                                        </p:tgtEl>
                                      </p:cBhvr>
                                    </p:animEffect>
                                  </p:childTnLst>
                                </p:cTn>
                              </p:par>
                              <p:par>
                                <p:cTn id="32" presetID="12" presetClass="entr" presetSubtype="4" fill="hold" grpId="0" nodeType="withEffect">
                                  <p:stCondLst>
                                    <p:cond delay="0"/>
                                  </p:stCondLst>
                                  <p:childTnLst>
                                    <p:set>
                                      <p:cBhvr>
                                        <p:cTn id="33" dur="1" fill="hold">
                                          <p:stCondLst>
                                            <p:cond delay="0"/>
                                          </p:stCondLst>
                                        </p:cTn>
                                        <p:tgtEl>
                                          <p:spTgt spid="2145283">
                                            <p:txEl>
                                              <p:pRg st="6" end="6"/>
                                            </p:txEl>
                                          </p:spTgt>
                                        </p:tgtEl>
                                        <p:attrNameLst>
                                          <p:attrName>style.visibility</p:attrName>
                                        </p:attrNameLst>
                                      </p:cBhvr>
                                      <p:to>
                                        <p:strVal val="visible"/>
                                      </p:to>
                                    </p:set>
                                    <p:animEffect transition="in" filter="slide(fromBottom)">
                                      <p:cBhvr>
                                        <p:cTn id="34" dur="500"/>
                                        <p:tgtEl>
                                          <p:spTgt spid="2145283">
                                            <p:txEl>
                                              <p:pRg st="6" end="6"/>
                                            </p:txEl>
                                          </p:spTgt>
                                        </p:tgtEl>
                                      </p:cBhvr>
                                    </p:animEffect>
                                  </p:childTnLst>
                                </p:cTn>
                              </p:par>
                              <p:par>
                                <p:cTn id="35" presetID="12" presetClass="entr" presetSubtype="4" fill="hold" grpId="0" nodeType="withEffect">
                                  <p:stCondLst>
                                    <p:cond delay="0"/>
                                  </p:stCondLst>
                                  <p:childTnLst>
                                    <p:set>
                                      <p:cBhvr>
                                        <p:cTn id="36" dur="1" fill="hold">
                                          <p:stCondLst>
                                            <p:cond delay="0"/>
                                          </p:stCondLst>
                                        </p:cTn>
                                        <p:tgtEl>
                                          <p:spTgt spid="2145283">
                                            <p:txEl>
                                              <p:pRg st="7" end="7"/>
                                            </p:txEl>
                                          </p:spTgt>
                                        </p:tgtEl>
                                        <p:attrNameLst>
                                          <p:attrName>style.visibility</p:attrName>
                                        </p:attrNameLst>
                                      </p:cBhvr>
                                      <p:to>
                                        <p:strVal val="visible"/>
                                      </p:to>
                                    </p:set>
                                    <p:animEffect transition="in" filter="slide(fromBottom)">
                                      <p:cBhvr>
                                        <p:cTn id="37" dur="500"/>
                                        <p:tgtEl>
                                          <p:spTgt spid="2145283">
                                            <p:txEl>
                                              <p:pRg st="7" end="7"/>
                                            </p:txEl>
                                          </p:spTgt>
                                        </p:tgtEl>
                                      </p:cBhvr>
                                    </p:animEffect>
                                  </p:childTnLst>
                                </p:cTn>
                              </p:par>
                              <p:par>
                                <p:cTn id="38" presetID="12" presetClass="entr" presetSubtype="4" fill="hold" grpId="0" nodeType="withEffect">
                                  <p:stCondLst>
                                    <p:cond delay="0"/>
                                  </p:stCondLst>
                                  <p:childTnLst>
                                    <p:set>
                                      <p:cBhvr>
                                        <p:cTn id="39" dur="1" fill="hold">
                                          <p:stCondLst>
                                            <p:cond delay="0"/>
                                          </p:stCondLst>
                                        </p:cTn>
                                        <p:tgtEl>
                                          <p:spTgt spid="2145283">
                                            <p:txEl>
                                              <p:pRg st="8" end="8"/>
                                            </p:txEl>
                                          </p:spTgt>
                                        </p:tgtEl>
                                        <p:attrNameLst>
                                          <p:attrName>style.visibility</p:attrName>
                                        </p:attrNameLst>
                                      </p:cBhvr>
                                      <p:to>
                                        <p:strVal val="visible"/>
                                      </p:to>
                                    </p:set>
                                    <p:animEffect transition="in" filter="slide(fromBottom)">
                                      <p:cBhvr>
                                        <p:cTn id="40" dur="500"/>
                                        <p:tgtEl>
                                          <p:spTgt spid="2145283">
                                            <p:txEl>
                                              <p:pRg st="8" end="8"/>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wipe(down)">
                                      <p:cBhvr>
                                        <p:cTn id="45" dur="500"/>
                                        <p:tgtEl>
                                          <p:spTgt spid="7"/>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grpId="0" nodeType="clickEffect">
                                  <p:stCondLst>
                                    <p:cond delay="0"/>
                                  </p:stCondLst>
                                  <p:childTnLst>
                                    <p:set>
                                      <p:cBhvr>
                                        <p:cTn id="49" dur="1" fill="hold">
                                          <p:stCondLst>
                                            <p:cond delay="0"/>
                                          </p:stCondLst>
                                        </p:cTn>
                                        <p:tgtEl>
                                          <p:spTgt spid="5"/>
                                        </p:tgtEl>
                                        <p:attrNameLst>
                                          <p:attrName>style.visibility</p:attrName>
                                        </p:attrNameLst>
                                      </p:cBhvr>
                                      <p:to>
                                        <p:strVal val="visible"/>
                                      </p:to>
                                    </p:set>
                                    <p:animEffect transition="in" filter="wipe(down)">
                                      <p:cBhvr>
                                        <p:cTn id="5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5283" grpId="0" uiExpand="1" build="p" autoUpdateAnimBg="0"/>
      <p:bldP spid="2" grpId="0" animBg="1"/>
      <p:bldP spid="7" grpId="0" animBg="1"/>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48355" name="Rectangle 3"/>
          <p:cNvSpPr>
            <a:spLocks noGrp="1" noChangeArrowheads="1"/>
          </p:cNvSpPr>
          <p:nvPr>
            <p:ph idx="1"/>
          </p:nvPr>
        </p:nvSpPr>
        <p:spPr>
          <a:xfrm>
            <a:off x="755576" y="858118"/>
            <a:ext cx="7560840" cy="3657848"/>
          </a:xfrm>
        </p:spPr>
        <p:txBody>
          <a:bodyPr vert="horz" wrap="square" lIns="69056" tIns="34529" rIns="69056" bIns="34529" numCol="1" anchor="t" anchorCtr="0" compatLnSpc="1">
            <a:prstTxWarp prst="textNoShape">
              <a:avLst/>
            </a:prstTxWarp>
          </a:bodyPr>
          <a:lstStyle/>
          <a:p>
            <a:pPr marL="609600" indent="-609600" eaLnBrk="1" hangingPunct="1">
              <a:buNone/>
              <a:defRPr/>
            </a:pPr>
            <a:r>
              <a:rPr lang="en-US" altLang="zh-CN" sz="2800" dirty="0">
                <a:solidFill>
                  <a:srgbClr val="0070C0"/>
                </a:solidFill>
                <a:latin typeface="Times New Roman" panose="02020603050405020304" pitchFamily="18" charset="0"/>
              </a:rPr>
              <a:t>1.</a:t>
            </a:r>
            <a:r>
              <a:rPr lang="zh-CN" altLang="en-US" sz="2800" dirty="0">
                <a:solidFill>
                  <a:srgbClr val="0070C0"/>
                </a:solidFill>
                <a:latin typeface="Times New Roman" panose="02020603050405020304" pitchFamily="18" charset="0"/>
              </a:rPr>
              <a:t>消除二义性</a:t>
            </a:r>
          </a:p>
          <a:p>
            <a:pPr marL="342900" lvl="1" indent="0" eaLnBrk="1" hangingPunct="1">
              <a:buNone/>
              <a:defRPr/>
            </a:pPr>
            <a:r>
              <a:rPr lang="zh-CN" altLang="en-US" sz="2800" dirty="0">
                <a:latin typeface="Times New Roman" panose="02020603050405020304" pitchFamily="18" charset="0"/>
              </a:rPr>
              <a:t>改造如下文法：</a:t>
            </a:r>
          </a:p>
          <a:p>
            <a:pPr marL="342900" lvl="1" indent="0" eaLnBrk="1" hangingPunct="1">
              <a:buNone/>
              <a:defRPr/>
            </a:pPr>
            <a:r>
              <a:rPr lang="en-US" altLang="zh-CN" sz="2400" dirty="0">
                <a:latin typeface="Times New Roman" panose="02020603050405020304" pitchFamily="18" charset="0"/>
                <a:ea typeface="宋体" panose="02010600030101010101" pitchFamily="2" charset="-122"/>
              </a:rPr>
              <a:t>&lt;</a:t>
            </a:r>
            <a:r>
              <a:rPr lang="en-US" altLang="zh-CN" sz="2400" i="1" dirty="0" err="1">
                <a:latin typeface="Times New Roman" panose="02020603050405020304" pitchFamily="18" charset="0"/>
                <a:ea typeface="宋体" panose="02010600030101010101" pitchFamily="2" charset="-122"/>
              </a:rPr>
              <a:t>stmt</a:t>
            </a:r>
            <a:r>
              <a:rPr lang="en-US" altLang="zh-CN" sz="2400" dirty="0">
                <a:latin typeface="Times New Roman" panose="02020603050405020304" pitchFamily="18" charset="0"/>
                <a:ea typeface="宋体" panose="02010600030101010101" pitchFamily="2" charset="-122"/>
              </a:rPr>
              <a:t>&gt;→ if &lt;</a:t>
            </a:r>
            <a:r>
              <a:rPr lang="en-US" altLang="zh-CN" sz="2400" i="1" dirty="0">
                <a:latin typeface="Times New Roman" panose="02020603050405020304" pitchFamily="18" charset="0"/>
                <a:ea typeface="宋体" panose="02010600030101010101" pitchFamily="2" charset="-122"/>
              </a:rPr>
              <a:t>expr</a:t>
            </a:r>
            <a:r>
              <a:rPr lang="en-US" altLang="zh-CN" sz="2400" dirty="0">
                <a:latin typeface="Times New Roman" panose="02020603050405020304" pitchFamily="18" charset="0"/>
                <a:ea typeface="宋体" panose="02010600030101010101" pitchFamily="2" charset="-122"/>
              </a:rPr>
              <a:t>&gt; then &lt;</a:t>
            </a:r>
            <a:r>
              <a:rPr lang="en-US" altLang="zh-CN" sz="2400" i="1" dirty="0" err="1">
                <a:latin typeface="Times New Roman" panose="02020603050405020304" pitchFamily="18" charset="0"/>
                <a:ea typeface="宋体" panose="02010600030101010101" pitchFamily="2" charset="-122"/>
              </a:rPr>
              <a:t>stmt</a:t>
            </a:r>
            <a:r>
              <a:rPr lang="en-US" altLang="zh-CN" sz="2400" dirty="0">
                <a:latin typeface="Times New Roman" panose="02020603050405020304" pitchFamily="18" charset="0"/>
                <a:ea typeface="宋体" panose="02010600030101010101" pitchFamily="2" charset="-122"/>
              </a:rPr>
              <a:t>&gt;</a:t>
            </a:r>
          </a:p>
          <a:p>
            <a:pPr marL="342900" lvl="1" indent="0" eaLnBrk="1" hangingPunct="1">
              <a:buNone/>
              <a:defRPr/>
            </a:pPr>
            <a:r>
              <a:rPr lang="en-US" altLang="zh-CN" sz="2400" dirty="0">
                <a:latin typeface="Times New Roman" panose="02020603050405020304" pitchFamily="18" charset="0"/>
                <a:ea typeface="宋体" panose="02010600030101010101" pitchFamily="2" charset="-122"/>
              </a:rPr>
              <a:t>             |  if &lt;</a:t>
            </a:r>
            <a:r>
              <a:rPr lang="en-US" altLang="zh-CN" sz="2400" i="1" dirty="0">
                <a:latin typeface="Times New Roman" panose="02020603050405020304" pitchFamily="18" charset="0"/>
                <a:ea typeface="宋体" panose="02010600030101010101" pitchFamily="2" charset="-122"/>
              </a:rPr>
              <a:t>expr</a:t>
            </a:r>
            <a:r>
              <a:rPr lang="en-US" altLang="zh-CN" sz="2400" dirty="0">
                <a:latin typeface="Times New Roman" panose="02020603050405020304" pitchFamily="18" charset="0"/>
                <a:ea typeface="宋体" panose="02010600030101010101" pitchFamily="2" charset="-122"/>
              </a:rPr>
              <a:t>&gt; then &lt;</a:t>
            </a:r>
            <a:r>
              <a:rPr lang="en-US" altLang="zh-CN" sz="2400" i="1" dirty="0" err="1">
                <a:latin typeface="Times New Roman" panose="02020603050405020304" pitchFamily="18" charset="0"/>
                <a:ea typeface="宋体" panose="02010600030101010101" pitchFamily="2" charset="-122"/>
              </a:rPr>
              <a:t>stmt</a:t>
            </a:r>
            <a:r>
              <a:rPr lang="en-US" altLang="zh-CN" sz="2400" dirty="0">
                <a:latin typeface="Times New Roman" panose="02020603050405020304" pitchFamily="18" charset="0"/>
                <a:ea typeface="宋体" panose="02010600030101010101" pitchFamily="2" charset="-122"/>
              </a:rPr>
              <a:t>&gt; else &lt;</a:t>
            </a:r>
            <a:r>
              <a:rPr lang="en-US" altLang="zh-CN" sz="2400" i="1" dirty="0" err="1">
                <a:latin typeface="Times New Roman" panose="02020603050405020304" pitchFamily="18" charset="0"/>
                <a:ea typeface="宋体" panose="02010600030101010101" pitchFamily="2" charset="-122"/>
              </a:rPr>
              <a:t>stmt</a:t>
            </a:r>
            <a:r>
              <a:rPr lang="en-US" altLang="zh-CN" sz="2400" dirty="0">
                <a:latin typeface="Times New Roman" panose="02020603050405020304" pitchFamily="18" charset="0"/>
                <a:ea typeface="宋体" panose="02010600030101010101" pitchFamily="2" charset="-122"/>
              </a:rPr>
              <a:t>&gt;</a:t>
            </a:r>
          </a:p>
          <a:p>
            <a:pPr marL="342900" lvl="1" indent="0" eaLnBrk="1" hangingPunct="1">
              <a:buNone/>
              <a:defRPr/>
            </a:pPr>
            <a:r>
              <a:rPr lang="en-US" altLang="zh-CN" sz="2400" dirty="0">
                <a:latin typeface="Times New Roman" panose="02020603050405020304" pitchFamily="18" charset="0"/>
                <a:ea typeface="宋体" panose="02010600030101010101" pitchFamily="2" charset="-122"/>
              </a:rPr>
              <a:t>             |  other                                              </a:t>
            </a:r>
          </a:p>
          <a:p>
            <a:pPr marL="496887" indent="-457200" eaLnBrk="1" hangingPunct="1">
              <a:spcBef>
                <a:spcPts val="1200"/>
              </a:spcBef>
              <a:defRPr/>
            </a:pPr>
            <a:r>
              <a:rPr lang="zh-CN" altLang="en-US" sz="3000" dirty="0">
                <a:latin typeface="Times New Roman" panose="02020603050405020304" pitchFamily="18" charset="0"/>
              </a:rPr>
              <a:t>根据</a:t>
            </a:r>
            <a:r>
              <a:rPr lang="en-US" altLang="zh-CN" sz="3000" dirty="0">
                <a:latin typeface="Times New Roman" panose="02020603050405020304" pitchFamily="18" charset="0"/>
              </a:rPr>
              <a:t>if</a:t>
            </a:r>
            <a:r>
              <a:rPr lang="zh-CN" altLang="en-US" sz="3000" dirty="0">
                <a:latin typeface="Times New Roman" panose="02020603050405020304" pitchFamily="18" charset="0"/>
              </a:rPr>
              <a:t>语句中</a:t>
            </a:r>
            <a:r>
              <a:rPr lang="en-US" altLang="zh-CN" sz="3000" dirty="0">
                <a:latin typeface="Times New Roman" panose="02020603050405020304" pitchFamily="18" charset="0"/>
              </a:rPr>
              <a:t>else</a:t>
            </a:r>
            <a:r>
              <a:rPr lang="zh-CN" altLang="en-US" sz="3000" dirty="0">
                <a:latin typeface="Times New Roman" panose="02020603050405020304" pitchFamily="18" charset="0"/>
              </a:rPr>
              <a:t>与</a:t>
            </a:r>
            <a:r>
              <a:rPr lang="en-US" altLang="zh-CN" sz="3000" dirty="0">
                <a:latin typeface="Times New Roman" panose="02020603050405020304" pitchFamily="18" charset="0"/>
              </a:rPr>
              <a:t>then</a:t>
            </a:r>
            <a:r>
              <a:rPr lang="zh-CN" altLang="en-US" sz="3000" dirty="0">
                <a:latin typeface="Times New Roman" panose="02020603050405020304" pitchFamily="18" charset="0"/>
              </a:rPr>
              <a:t>配对情况将其分为</a:t>
            </a:r>
            <a:r>
              <a:rPr lang="zh-CN" altLang="en-US" sz="3000" dirty="0">
                <a:solidFill>
                  <a:srgbClr val="0070C0"/>
                </a:solidFill>
                <a:latin typeface="Times New Roman" panose="02020603050405020304" pitchFamily="18" charset="0"/>
              </a:rPr>
              <a:t>配对的语句</a:t>
            </a:r>
            <a:r>
              <a:rPr lang="zh-CN" altLang="en-US" sz="3000" dirty="0">
                <a:latin typeface="Times New Roman" panose="02020603050405020304" pitchFamily="18" charset="0"/>
              </a:rPr>
              <a:t>和</a:t>
            </a:r>
            <a:r>
              <a:rPr lang="zh-CN" altLang="en-US" sz="3000" dirty="0">
                <a:solidFill>
                  <a:srgbClr val="0070C0"/>
                </a:solidFill>
                <a:latin typeface="Times New Roman" panose="02020603050405020304" pitchFamily="18" charset="0"/>
              </a:rPr>
              <a:t>不配对的语句</a:t>
            </a:r>
            <a:r>
              <a:rPr lang="zh-CN" altLang="en-US" sz="3000" dirty="0">
                <a:latin typeface="Times New Roman" panose="02020603050405020304" pitchFamily="18" charset="0"/>
              </a:rPr>
              <a:t>两类。</a:t>
            </a:r>
          </a:p>
        </p:txBody>
      </p:sp>
      <p:sp>
        <p:nvSpPr>
          <p:cNvPr id="21508" name="Rectangle 2"/>
          <p:cNvSpPr>
            <a:spLocks noGrp="1" noChangeArrowheads="1"/>
          </p:cNvSpPr>
          <p:nvPr>
            <p:ph type="title"/>
          </p:nvPr>
        </p:nvSpPr>
        <p:spPr>
          <a:noFill/>
        </p:spPr>
        <p:txBody>
          <a:bodyPr vert="horz" wrap="square" lIns="69056" tIns="34529" rIns="69056" bIns="34529" numCol="1" anchor="ctr" anchorCtr="0" compatLnSpc="1">
            <a:prstTxWarp prst="textNoShape">
              <a:avLst/>
            </a:prstTxWarp>
          </a:bodyPr>
          <a:lstStyle/>
          <a:p>
            <a:pPr eaLnBrk="1" hangingPunct="1"/>
            <a:r>
              <a:rPr lang="zh-CN" altLang="en-US" sz="3000" dirty="0">
                <a:latin typeface="微软雅黑" panose="020B0503020204020204" pitchFamily="34" charset="-122"/>
                <a:ea typeface="微软雅黑" panose="020B0503020204020204" pitchFamily="34" charset="-122"/>
              </a:rPr>
              <a:t>对上下文无关文法的改造 </a:t>
            </a:r>
          </a:p>
        </p:txBody>
      </p:sp>
      <p:sp>
        <p:nvSpPr>
          <p:cNvPr id="21507" name="灯片编号占位符 5"/>
          <p:cNvSpPr>
            <a:spLocks noGrp="1"/>
          </p:cNvSpPr>
          <p:nvPr>
            <p:ph type="sldNum" sz="quarter" idx="12"/>
          </p:nvPr>
        </p:nvSpPr>
        <p:spPr>
          <a:noFill/>
        </p:spPr>
        <p:txBody>
          <a:bodyPr anchor="t"/>
          <a:lstStyle>
            <a:lvl1pPr>
              <a:spcBef>
                <a:spcPct val="20000"/>
              </a:spcBef>
              <a:buClr>
                <a:schemeClr val="folHlink"/>
              </a:buClr>
              <a:buSzPct val="60000"/>
              <a:buFont typeface="Wingdings" panose="05000000000000000000" pitchFamily="2" charset="2"/>
              <a:buChar char="n"/>
              <a:defRPr sz="2400" b="1">
                <a:solidFill>
                  <a:schemeClr val="tx1"/>
                </a:solidFill>
                <a:latin typeface="Tahoma" panose="020B0604030504040204" pitchFamily="34" charset="0"/>
                <a:ea typeface="楷体_GB2312" panose="02010609030101010101" pitchFamily="49" charset="-122"/>
              </a:defRPr>
            </a:lvl1pPr>
            <a:lvl2pPr marL="557213" indent="-214313">
              <a:spcBef>
                <a:spcPct val="20000"/>
              </a:spcBef>
              <a:buClr>
                <a:schemeClr val="hlink"/>
              </a:buClr>
              <a:buSzPct val="55000"/>
              <a:buFont typeface="Wingdings" panose="05000000000000000000" pitchFamily="2" charset="2"/>
              <a:buChar char="n"/>
              <a:defRPr sz="2100" b="1">
                <a:solidFill>
                  <a:schemeClr val="tx1"/>
                </a:solidFill>
                <a:latin typeface="Tahoma" panose="020B0604030504040204" pitchFamily="34" charset="0"/>
                <a:ea typeface="楷体_GB2312" panose="02010609030101010101" pitchFamily="49" charset="-122"/>
              </a:defRPr>
            </a:lvl2pPr>
            <a:lvl3pPr marL="857250" indent="-171450">
              <a:spcBef>
                <a:spcPct val="20000"/>
              </a:spcBef>
              <a:buClr>
                <a:schemeClr val="folHlink"/>
              </a:buClr>
              <a:buSzPct val="50000"/>
              <a:buFont typeface="Wingdings" panose="05000000000000000000" pitchFamily="2" charset="2"/>
              <a:buChar char="n"/>
              <a:defRPr sz="1800" b="1">
                <a:solidFill>
                  <a:schemeClr val="tx1"/>
                </a:solidFill>
                <a:latin typeface="Tahoma" panose="020B0604030504040204" pitchFamily="34" charset="0"/>
                <a:ea typeface="楷体_GB2312" panose="02010609030101010101" pitchFamily="49" charset="-122"/>
              </a:defRPr>
            </a:lvl3pPr>
            <a:lvl4pPr marL="1200150" indent="-171450">
              <a:spcBef>
                <a:spcPct val="20000"/>
              </a:spcBef>
              <a:buClr>
                <a:schemeClr val="accent2"/>
              </a:buClr>
              <a:buSzPct val="55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4pPr>
            <a:lvl5pPr marL="1543050" indent="-171450">
              <a:spcBef>
                <a:spcPct val="20000"/>
              </a:spcBef>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5pPr>
            <a:lvl6pPr marL="18859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6pPr>
            <a:lvl7pPr marL="22288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7pPr>
            <a:lvl8pPr marL="25717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8pPr>
            <a:lvl9pPr marL="29146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9pPr>
          </a:lstStyle>
          <a:p>
            <a:pPr>
              <a:spcBef>
                <a:spcPct val="0"/>
              </a:spcBef>
              <a:buClrTx/>
              <a:buSzTx/>
              <a:buFontTx/>
              <a:buNone/>
            </a:pPr>
            <a:fld id="{7F8127B8-756E-4072-9EDB-78FD644497E7}" type="slidenum">
              <a:rPr lang="en-US" altLang="zh-CN" sz="1050" b="0">
                <a:latin typeface="Arial" panose="020B0604020202020204" pitchFamily="34" charset="0"/>
                <a:ea typeface="宋体" panose="02010600030101010101" pitchFamily="2" charset="-122"/>
              </a:rPr>
              <a:pPr>
                <a:spcBef>
                  <a:spcPct val="0"/>
                </a:spcBef>
                <a:buClrTx/>
                <a:buSzTx/>
                <a:buFontTx/>
                <a:buNone/>
              </a:pPr>
              <a:t>19</a:t>
            </a:fld>
            <a:endParaRPr lang="en-US" altLang="zh-CN" sz="1050" b="0">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4" fill="hold" grpId="0" nodeType="withEffect">
                                  <p:stCondLst>
                                    <p:cond delay="0"/>
                                  </p:stCondLst>
                                  <p:childTnLst>
                                    <p:set>
                                      <p:cBhvr>
                                        <p:cTn id="6" dur="1" fill="hold">
                                          <p:stCondLst>
                                            <p:cond delay="0"/>
                                          </p:stCondLst>
                                        </p:cTn>
                                        <p:tgtEl>
                                          <p:spTgt spid="2148355">
                                            <p:txEl>
                                              <p:pRg st="0" end="0"/>
                                            </p:txEl>
                                          </p:spTgt>
                                        </p:tgtEl>
                                        <p:attrNameLst>
                                          <p:attrName>style.visibility</p:attrName>
                                        </p:attrNameLst>
                                      </p:cBhvr>
                                      <p:to>
                                        <p:strVal val="visible"/>
                                      </p:to>
                                    </p:set>
                                    <p:animEffect transition="in" filter="slide(fromBottom)">
                                      <p:cBhvr>
                                        <p:cTn id="7" dur="500"/>
                                        <p:tgtEl>
                                          <p:spTgt spid="2148355">
                                            <p:txEl>
                                              <p:pRg st="0" end="0"/>
                                            </p:txEl>
                                          </p:spTgt>
                                        </p:tgtEl>
                                      </p:cBhvr>
                                    </p:animEffect>
                                  </p:childTnLst>
                                </p:cTn>
                              </p:par>
                              <p:par>
                                <p:cTn id="8" presetID="12" presetClass="entr" presetSubtype="4" fill="hold" grpId="0" nodeType="withEffect">
                                  <p:stCondLst>
                                    <p:cond delay="0"/>
                                  </p:stCondLst>
                                  <p:childTnLst>
                                    <p:set>
                                      <p:cBhvr>
                                        <p:cTn id="9" dur="1" fill="hold">
                                          <p:stCondLst>
                                            <p:cond delay="0"/>
                                          </p:stCondLst>
                                        </p:cTn>
                                        <p:tgtEl>
                                          <p:spTgt spid="2148355">
                                            <p:txEl>
                                              <p:pRg st="1" end="1"/>
                                            </p:txEl>
                                          </p:spTgt>
                                        </p:tgtEl>
                                        <p:attrNameLst>
                                          <p:attrName>style.visibility</p:attrName>
                                        </p:attrNameLst>
                                      </p:cBhvr>
                                      <p:to>
                                        <p:strVal val="visible"/>
                                      </p:to>
                                    </p:set>
                                    <p:animEffect transition="in" filter="slide(fromBottom)">
                                      <p:cBhvr>
                                        <p:cTn id="10" dur="500"/>
                                        <p:tgtEl>
                                          <p:spTgt spid="2148355">
                                            <p:txEl>
                                              <p:pRg st="1" end="1"/>
                                            </p:txEl>
                                          </p:spTgt>
                                        </p:tgtEl>
                                      </p:cBhvr>
                                    </p:animEffect>
                                  </p:childTnLst>
                                </p:cTn>
                              </p:par>
                              <p:par>
                                <p:cTn id="11" presetID="12" presetClass="entr" presetSubtype="4" fill="hold" grpId="0" nodeType="withEffect">
                                  <p:stCondLst>
                                    <p:cond delay="0"/>
                                  </p:stCondLst>
                                  <p:childTnLst>
                                    <p:set>
                                      <p:cBhvr>
                                        <p:cTn id="12" dur="1" fill="hold">
                                          <p:stCondLst>
                                            <p:cond delay="0"/>
                                          </p:stCondLst>
                                        </p:cTn>
                                        <p:tgtEl>
                                          <p:spTgt spid="2148355">
                                            <p:txEl>
                                              <p:pRg st="2" end="2"/>
                                            </p:txEl>
                                          </p:spTgt>
                                        </p:tgtEl>
                                        <p:attrNameLst>
                                          <p:attrName>style.visibility</p:attrName>
                                        </p:attrNameLst>
                                      </p:cBhvr>
                                      <p:to>
                                        <p:strVal val="visible"/>
                                      </p:to>
                                    </p:set>
                                    <p:animEffect transition="in" filter="slide(fromBottom)">
                                      <p:cBhvr>
                                        <p:cTn id="13" dur="500"/>
                                        <p:tgtEl>
                                          <p:spTgt spid="2148355">
                                            <p:txEl>
                                              <p:pRg st="2" end="2"/>
                                            </p:txEl>
                                          </p:spTgt>
                                        </p:tgtEl>
                                      </p:cBhvr>
                                    </p:animEffect>
                                  </p:childTnLst>
                                </p:cTn>
                              </p:par>
                              <p:par>
                                <p:cTn id="14" presetID="12" presetClass="entr" presetSubtype="4" fill="hold" grpId="0" nodeType="withEffect">
                                  <p:stCondLst>
                                    <p:cond delay="0"/>
                                  </p:stCondLst>
                                  <p:childTnLst>
                                    <p:set>
                                      <p:cBhvr>
                                        <p:cTn id="15" dur="1" fill="hold">
                                          <p:stCondLst>
                                            <p:cond delay="0"/>
                                          </p:stCondLst>
                                        </p:cTn>
                                        <p:tgtEl>
                                          <p:spTgt spid="2148355">
                                            <p:txEl>
                                              <p:pRg st="3" end="3"/>
                                            </p:txEl>
                                          </p:spTgt>
                                        </p:tgtEl>
                                        <p:attrNameLst>
                                          <p:attrName>style.visibility</p:attrName>
                                        </p:attrNameLst>
                                      </p:cBhvr>
                                      <p:to>
                                        <p:strVal val="visible"/>
                                      </p:to>
                                    </p:set>
                                    <p:animEffect transition="in" filter="slide(fromBottom)">
                                      <p:cBhvr>
                                        <p:cTn id="16" dur="500"/>
                                        <p:tgtEl>
                                          <p:spTgt spid="2148355">
                                            <p:txEl>
                                              <p:pRg st="3" end="3"/>
                                            </p:txEl>
                                          </p:spTgt>
                                        </p:tgtEl>
                                      </p:cBhvr>
                                    </p:animEffect>
                                  </p:childTnLst>
                                </p:cTn>
                              </p:par>
                              <p:par>
                                <p:cTn id="17" presetID="12" presetClass="entr" presetSubtype="4" fill="hold" grpId="0" nodeType="withEffect">
                                  <p:stCondLst>
                                    <p:cond delay="0"/>
                                  </p:stCondLst>
                                  <p:childTnLst>
                                    <p:set>
                                      <p:cBhvr>
                                        <p:cTn id="18" dur="1" fill="hold">
                                          <p:stCondLst>
                                            <p:cond delay="0"/>
                                          </p:stCondLst>
                                        </p:cTn>
                                        <p:tgtEl>
                                          <p:spTgt spid="2148355">
                                            <p:txEl>
                                              <p:pRg st="4" end="4"/>
                                            </p:txEl>
                                          </p:spTgt>
                                        </p:tgtEl>
                                        <p:attrNameLst>
                                          <p:attrName>style.visibility</p:attrName>
                                        </p:attrNameLst>
                                      </p:cBhvr>
                                      <p:to>
                                        <p:strVal val="visible"/>
                                      </p:to>
                                    </p:set>
                                    <p:animEffect transition="in" filter="slide(fromBottom)">
                                      <p:cBhvr>
                                        <p:cTn id="19" dur="500"/>
                                        <p:tgtEl>
                                          <p:spTgt spid="2148355">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4" fill="hold" grpId="0" nodeType="clickEffect">
                                  <p:stCondLst>
                                    <p:cond delay="0"/>
                                  </p:stCondLst>
                                  <p:childTnLst>
                                    <p:set>
                                      <p:cBhvr>
                                        <p:cTn id="23" dur="1" fill="hold">
                                          <p:stCondLst>
                                            <p:cond delay="0"/>
                                          </p:stCondLst>
                                        </p:cTn>
                                        <p:tgtEl>
                                          <p:spTgt spid="2148355">
                                            <p:txEl>
                                              <p:pRg st="5" end="5"/>
                                            </p:txEl>
                                          </p:spTgt>
                                        </p:tgtEl>
                                        <p:attrNameLst>
                                          <p:attrName>style.visibility</p:attrName>
                                        </p:attrNameLst>
                                      </p:cBhvr>
                                      <p:to>
                                        <p:strVal val="visible"/>
                                      </p:to>
                                    </p:set>
                                    <p:animEffect transition="in" filter="slide(fromBottom)">
                                      <p:cBhvr>
                                        <p:cTn id="24" dur="500"/>
                                        <p:tgtEl>
                                          <p:spTgt spid="214835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8355" grpId="0" uiExpand="1" build="p"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5523" name="Rectangle 3"/>
          <p:cNvSpPr>
            <a:spLocks noGrp="1" noChangeArrowheads="1"/>
          </p:cNvSpPr>
          <p:nvPr>
            <p:ph idx="1"/>
          </p:nvPr>
        </p:nvSpPr>
        <p:spPr>
          <a:xfrm>
            <a:off x="395536" y="987574"/>
            <a:ext cx="8194749" cy="3183017"/>
          </a:xfrm>
          <a:noFill/>
        </p:spPr>
        <p:txBody>
          <a:bodyPr vert="horz" wrap="square" lIns="69056" tIns="34529" rIns="69056" bIns="34529" numCol="1" anchor="t" anchorCtr="0" compatLnSpc="1">
            <a:prstTxWarp prst="textNoShape">
              <a:avLst/>
            </a:prstTxWarp>
          </a:bodyPr>
          <a:lstStyle/>
          <a:p>
            <a:pPr eaLnBrk="1" hangingPunct="1">
              <a:buSzPct val="65000"/>
            </a:pPr>
            <a:r>
              <a:rPr lang="zh-CN" altLang="en-US" dirty="0">
                <a:latin typeface="Times New Roman" panose="02020603050405020304" pitchFamily="18" charset="0"/>
              </a:rPr>
              <a:t>引入两个新的语法变量：</a:t>
            </a:r>
            <a:endParaRPr lang="en-US" altLang="zh-CN" dirty="0">
              <a:latin typeface="Times New Roman" panose="02020603050405020304" pitchFamily="18" charset="0"/>
            </a:endParaRPr>
          </a:p>
          <a:p>
            <a:pPr lvl="1" eaLnBrk="1" hangingPunct="1">
              <a:buSzPct val="65000"/>
            </a:pPr>
            <a:r>
              <a:rPr lang="en-US" altLang="zh-CN" dirty="0">
                <a:solidFill>
                  <a:srgbClr val="FF0000"/>
                </a:solidFill>
                <a:latin typeface="Times New Roman" panose="02020603050405020304" pitchFamily="18" charset="0"/>
              </a:rPr>
              <a:t>&lt;</a:t>
            </a:r>
            <a:r>
              <a:rPr lang="en-US" altLang="zh-CN" i="1" dirty="0" err="1">
                <a:solidFill>
                  <a:srgbClr val="FF0000"/>
                </a:solidFill>
                <a:latin typeface="Times New Roman" panose="02020603050405020304" pitchFamily="18" charset="0"/>
              </a:rPr>
              <a:t>unmathched</a:t>
            </a:r>
            <a:r>
              <a:rPr lang="en-US" altLang="zh-CN" dirty="0" err="1">
                <a:solidFill>
                  <a:srgbClr val="FF0000"/>
                </a:solidFill>
                <a:latin typeface="Times New Roman" panose="02020603050405020304" pitchFamily="18" charset="0"/>
              </a:rPr>
              <a:t>_</a:t>
            </a:r>
            <a:r>
              <a:rPr lang="en-US" altLang="zh-CN" i="1" dirty="0" err="1">
                <a:solidFill>
                  <a:srgbClr val="FF0000"/>
                </a:solidFill>
                <a:latin typeface="Times New Roman" panose="02020603050405020304" pitchFamily="18" charset="0"/>
              </a:rPr>
              <a:t>stmt</a:t>
            </a:r>
            <a:r>
              <a:rPr lang="en-US" altLang="zh-CN" dirty="0">
                <a:solidFill>
                  <a:srgbClr val="FF0000"/>
                </a:solidFill>
                <a:latin typeface="Times New Roman" panose="02020603050405020304" pitchFamily="18" charset="0"/>
              </a:rPr>
              <a:t>&gt;</a:t>
            </a:r>
            <a:r>
              <a:rPr lang="zh-CN" altLang="en-US" dirty="0">
                <a:solidFill>
                  <a:srgbClr val="FF0000"/>
                </a:solidFill>
                <a:latin typeface="Times New Roman" panose="02020603050405020304" pitchFamily="18" charset="0"/>
              </a:rPr>
              <a:t>：</a:t>
            </a:r>
            <a:r>
              <a:rPr lang="zh-CN" altLang="en-US" dirty="0">
                <a:latin typeface="Times New Roman" panose="02020603050405020304" pitchFamily="18" charset="0"/>
              </a:rPr>
              <a:t>表示不配对语句</a:t>
            </a:r>
            <a:endParaRPr lang="en-US" altLang="zh-CN" dirty="0">
              <a:latin typeface="Times New Roman" panose="02020603050405020304" pitchFamily="18" charset="0"/>
            </a:endParaRPr>
          </a:p>
          <a:p>
            <a:pPr lvl="1" eaLnBrk="1" hangingPunct="1">
              <a:buSzPct val="65000"/>
            </a:pPr>
            <a:r>
              <a:rPr lang="en-US" altLang="zh-CN" dirty="0">
                <a:solidFill>
                  <a:srgbClr val="FF0000"/>
                </a:solidFill>
                <a:latin typeface="Times New Roman" panose="02020603050405020304" pitchFamily="18" charset="0"/>
              </a:rPr>
              <a:t>&lt;</a:t>
            </a:r>
            <a:r>
              <a:rPr lang="en-US" altLang="zh-CN" i="1" dirty="0" err="1">
                <a:solidFill>
                  <a:srgbClr val="FF0000"/>
                </a:solidFill>
                <a:latin typeface="Times New Roman" panose="02020603050405020304" pitchFamily="18" charset="0"/>
              </a:rPr>
              <a:t>matched</a:t>
            </a:r>
            <a:r>
              <a:rPr lang="en-US" altLang="zh-CN" dirty="0" err="1">
                <a:solidFill>
                  <a:srgbClr val="FF0000"/>
                </a:solidFill>
                <a:latin typeface="Times New Roman" panose="02020603050405020304" pitchFamily="18" charset="0"/>
              </a:rPr>
              <a:t>_</a:t>
            </a:r>
            <a:r>
              <a:rPr lang="en-US" altLang="zh-CN" i="1" dirty="0" err="1">
                <a:solidFill>
                  <a:srgbClr val="FF0000"/>
                </a:solidFill>
                <a:latin typeface="Times New Roman" panose="02020603050405020304" pitchFamily="18" charset="0"/>
              </a:rPr>
              <a:t>stmt</a:t>
            </a:r>
            <a:r>
              <a:rPr lang="en-US" altLang="zh-CN" dirty="0">
                <a:solidFill>
                  <a:srgbClr val="FF0000"/>
                </a:solidFill>
                <a:latin typeface="Times New Roman" panose="02020603050405020304" pitchFamily="18" charset="0"/>
              </a:rPr>
              <a:t>&gt;: </a:t>
            </a:r>
            <a:r>
              <a:rPr lang="zh-CN" altLang="en-US" dirty="0">
                <a:latin typeface="Times New Roman" panose="02020603050405020304" pitchFamily="18" charset="0"/>
              </a:rPr>
              <a:t>表示配对语句 </a:t>
            </a:r>
          </a:p>
          <a:p>
            <a:pPr marL="342900" lvl="1" indent="0" eaLnBrk="1" hangingPunct="1">
              <a:buNone/>
            </a:pPr>
            <a:r>
              <a:rPr lang="en-US" altLang="zh-CN" sz="2000" dirty="0">
                <a:latin typeface="Times New Roman" panose="02020603050405020304" pitchFamily="18" charset="0"/>
                <a:ea typeface="宋体" panose="02010600030101010101" pitchFamily="2" charset="-122"/>
              </a:rPr>
              <a:t>&lt;</a:t>
            </a:r>
            <a:r>
              <a:rPr lang="en-US" altLang="zh-CN" sz="2000" i="1" dirty="0" err="1">
                <a:latin typeface="Times New Roman" panose="02020603050405020304" pitchFamily="18" charset="0"/>
                <a:ea typeface="宋体" panose="02010600030101010101" pitchFamily="2" charset="-122"/>
              </a:rPr>
              <a:t>stmt</a:t>
            </a:r>
            <a:r>
              <a:rPr lang="en-US" altLang="zh-CN" sz="2000" dirty="0">
                <a:latin typeface="Times New Roman" panose="02020603050405020304" pitchFamily="18" charset="0"/>
                <a:ea typeface="宋体" panose="02010600030101010101" pitchFamily="2" charset="-122"/>
              </a:rPr>
              <a:t>&gt;→ &lt;</a:t>
            </a:r>
            <a:r>
              <a:rPr lang="en-US" altLang="zh-CN" sz="2000" i="1" dirty="0" err="1">
                <a:latin typeface="Times New Roman" panose="02020603050405020304" pitchFamily="18" charset="0"/>
                <a:ea typeface="宋体" panose="02010600030101010101" pitchFamily="2" charset="-122"/>
              </a:rPr>
              <a:t>matched</a:t>
            </a:r>
            <a:r>
              <a:rPr lang="en-US" altLang="zh-CN" sz="2000" dirty="0" err="1">
                <a:latin typeface="Times New Roman" panose="02020603050405020304" pitchFamily="18" charset="0"/>
                <a:ea typeface="宋体" panose="02010600030101010101" pitchFamily="2" charset="-122"/>
              </a:rPr>
              <a:t>_</a:t>
            </a:r>
            <a:r>
              <a:rPr lang="en-US" altLang="zh-CN" sz="2000" i="1" dirty="0" err="1">
                <a:latin typeface="Times New Roman" panose="02020603050405020304" pitchFamily="18" charset="0"/>
                <a:ea typeface="宋体" panose="02010600030101010101" pitchFamily="2" charset="-122"/>
              </a:rPr>
              <a:t>stmt</a:t>
            </a:r>
            <a:r>
              <a:rPr lang="en-US" altLang="zh-CN" sz="2000" dirty="0">
                <a:latin typeface="Times New Roman" panose="02020603050405020304" pitchFamily="18" charset="0"/>
                <a:ea typeface="宋体" panose="02010600030101010101" pitchFamily="2" charset="-122"/>
              </a:rPr>
              <a:t>&gt; </a:t>
            </a:r>
            <a:r>
              <a:rPr lang="en-US" altLang="zh-CN" sz="2000" i="1"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  &lt;</a:t>
            </a:r>
            <a:r>
              <a:rPr lang="en-US" altLang="zh-CN" sz="2000" i="1" dirty="0" err="1">
                <a:latin typeface="Times New Roman" panose="02020603050405020304" pitchFamily="18" charset="0"/>
                <a:ea typeface="宋体" panose="02010600030101010101" pitchFamily="2" charset="-122"/>
              </a:rPr>
              <a:t>unmathched</a:t>
            </a:r>
            <a:r>
              <a:rPr lang="en-US" altLang="zh-CN" sz="2000" dirty="0" err="1">
                <a:latin typeface="Times New Roman" panose="02020603050405020304" pitchFamily="18" charset="0"/>
                <a:ea typeface="宋体" panose="02010600030101010101" pitchFamily="2" charset="-122"/>
              </a:rPr>
              <a:t>_</a:t>
            </a:r>
            <a:r>
              <a:rPr lang="en-US" altLang="zh-CN" sz="2000" i="1" dirty="0" err="1">
                <a:latin typeface="Times New Roman" panose="02020603050405020304" pitchFamily="18" charset="0"/>
                <a:ea typeface="宋体" panose="02010600030101010101" pitchFamily="2" charset="-122"/>
              </a:rPr>
              <a:t>stmt</a:t>
            </a:r>
            <a:r>
              <a:rPr lang="en-US" altLang="zh-CN" sz="2000" dirty="0">
                <a:latin typeface="Times New Roman" panose="02020603050405020304" pitchFamily="18" charset="0"/>
                <a:ea typeface="宋体" panose="02010600030101010101" pitchFamily="2" charset="-122"/>
              </a:rPr>
              <a:t>&gt;</a:t>
            </a:r>
          </a:p>
          <a:p>
            <a:pPr marL="342900" lvl="1" indent="0" eaLnBrk="1" hangingPunct="1">
              <a:buNone/>
            </a:pPr>
            <a:r>
              <a:rPr lang="en-US" altLang="zh-CN" sz="2000" dirty="0">
                <a:latin typeface="Times New Roman" panose="02020603050405020304" pitchFamily="18" charset="0"/>
                <a:ea typeface="宋体" panose="02010600030101010101" pitchFamily="2" charset="-122"/>
              </a:rPr>
              <a:t>&lt;</a:t>
            </a:r>
            <a:r>
              <a:rPr lang="en-US" altLang="zh-CN" sz="2000" i="1" dirty="0" err="1">
                <a:latin typeface="Times New Roman" panose="02020603050405020304" pitchFamily="18" charset="0"/>
                <a:ea typeface="宋体" panose="02010600030101010101" pitchFamily="2" charset="-122"/>
              </a:rPr>
              <a:t>matched</a:t>
            </a:r>
            <a:r>
              <a:rPr lang="en-US" altLang="zh-CN" sz="2000" dirty="0" err="1">
                <a:latin typeface="Times New Roman" panose="02020603050405020304" pitchFamily="18" charset="0"/>
                <a:ea typeface="宋体" panose="02010600030101010101" pitchFamily="2" charset="-122"/>
              </a:rPr>
              <a:t>_</a:t>
            </a:r>
            <a:r>
              <a:rPr lang="en-US" altLang="zh-CN" sz="2000" i="1" dirty="0" err="1">
                <a:latin typeface="Times New Roman" panose="02020603050405020304" pitchFamily="18" charset="0"/>
                <a:ea typeface="宋体" panose="02010600030101010101" pitchFamily="2" charset="-122"/>
              </a:rPr>
              <a:t>stmt</a:t>
            </a:r>
            <a:r>
              <a:rPr lang="en-US" altLang="zh-CN" sz="2000" dirty="0">
                <a:latin typeface="Times New Roman" panose="02020603050405020304" pitchFamily="18" charset="0"/>
                <a:ea typeface="宋体" panose="02010600030101010101" pitchFamily="2" charset="-122"/>
              </a:rPr>
              <a:t>&gt;→ </a:t>
            </a:r>
            <a:r>
              <a:rPr lang="en-US" altLang="zh-CN" sz="2000" dirty="0">
                <a:solidFill>
                  <a:srgbClr val="0000FF"/>
                </a:solidFill>
                <a:latin typeface="Times New Roman" panose="02020603050405020304" pitchFamily="18" charset="0"/>
                <a:ea typeface="宋体" panose="02010600030101010101" pitchFamily="2" charset="-122"/>
              </a:rPr>
              <a:t>if</a:t>
            </a:r>
            <a:r>
              <a:rPr lang="en-US" altLang="zh-CN" sz="2000" dirty="0">
                <a:latin typeface="Times New Roman" panose="02020603050405020304" pitchFamily="18" charset="0"/>
                <a:ea typeface="宋体" panose="02010600030101010101" pitchFamily="2" charset="-122"/>
              </a:rPr>
              <a:t> &lt;</a:t>
            </a:r>
            <a:r>
              <a:rPr lang="en-US" altLang="zh-CN" sz="2000" i="1" dirty="0">
                <a:latin typeface="Times New Roman" panose="02020603050405020304" pitchFamily="18" charset="0"/>
                <a:ea typeface="宋体" panose="02010600030101010101" pitchFamily="2" charset="-122"/>
              </a:rPr>
              <a:t>expr</a:t>
            </a:r>
            <a:r>
              <a:rPr lang="en-US" altLang="zh-CN" sz="2000" dirty="0">
                <a:latin typeface="Times New Roman" panose="02020603050405020304" pitchFamily="18" charset="0"/>
                <a:ea typeface="宋体" panose="02010600030101010101" pitchFamily="2" charset="-122"/>
              </a:rPr>
              <a:t>&gt; </a:t>
            </a:r>
            <a:r>
              <a:rPr lang="en-US" altLang="zh-CN" sz="2000" dirty="0">
                <a:solidFill>
                  <a:srgbClr val="0000FF"/>
                </a:solidFill>
                <a:latin typeface="Times New Roman" panose="02020603050405020304" pitchFamily="18" charset="0"/>
                <a:ea typeface="宋体" panose="02010600030101010101" pitchFamily="2" charset="-122"/>
              </a:rPr>
              <a:t>then</a:t>
            </a:r>
            <a:r>
              <a:rPr lang="en-US" altLang="zh-CN" sz="2000" dirty="0">
                <a:latin typeface="Times New Roman" panose="02020603050405020304" pitchFamily="18" charset="0"/>
                <a:ea typeface="宋体" panose="02010600030101010101" pitchFamily="2" charset="-122"/>
              </a:rPr>
              <a:t> &lt;</a:t>
            </a:r>
            <a:r>
              <a:rPr lang="en-US" altLang="zh-CN" sz="2000" i="1" dirty="0" err="1">
                <a:latin typeface="Times New Roman" panose="02020603050405020304" pitchFamily="18" charset="0"/>
                <a:ea typeface="宋体" panose="02010600030101010101" pitchFamily="2" charset="-122"/>
              </a:rPr>
              <a:t>matched</a:t>
            </a:r>
            <a:r>
              <a:rPr lang="en-US" altLang="zh-CN" sz="2000" dirty="0" err="1">
                <a:latin typeface="Times New Roman" panose="02020603050405020304" pitchFamily="18" charset="0"/>
                <a:ea typeface="宋体" panose="02010600030101010101" pitchFamily="2" charset="-122"/>
              </a:rPr>
              <a:t>_</a:t>
            </a:r>
            <a:r>
              <a:rPr lang="en-US" altLang="zh-CN" sz="2000" i="1" dirty="0" err="1">
                <a:latin typeface="Times New Roman" panose="02020603050405020304" pitchFamily="18" charset="0"/>
                <a:ea typeface="宋体" panose="02010600030101010101" pitchFamily="2" charset="-122"/>
              </a:rPr>
              <a:t>stmt</a:t>
            </a:r>
            <a:r>
              <a:rPr lang="en-US" altLang="zh-CN" sz="2000" dirty="0">
                <a:latin typeface="Times New Roman" panose="02020603050405020304" pitchFamily="18" charset="0"/>
                <a:ea typeface="宋体" panose="02010600030101010101" pitchFamily="2" charset="-122"/>
              </a:rPr>
              <a:t>&gt; </a:t>
            </a:r>
            <a:r>
              <a:rPr lang="en-US" altLang="zh-CN" sz="2000" dirty="0">
                <a:solidFill>
                  <a:srgbClr val="0000FF"/>
                </a:solidFill>
                <a:latin typeface="Times New Roman" panose="02020603050405020304" pitchFamily="18" charset="0"/>
                <a:ea typeface="宋体" panose="02010600030101010101" pitchFamily="2" charset="-122"/>
              </a:rPr>
              <a:t>else </a:t>
            </a:r>
            <a:r>
              <a:rPr lang="en-US" altLang="zh-CN" sz="2000" dirty="0">
                <a:latin typeface="Times New Roman" panose="02020603050405020304" pitchFamily="18" charset="0"/>
                <a:ea typeface="宋体" panose="02010600030101010101" pitchFamily="2" charset="-122"/>
              </a:rPr>
              <a:t>&lt;</a:t>
            </a:r>
            <a:r>
              <a:rPr lang="en-US" altLang="zh-CN" sz="2000" i="1" dirty="0" err="1">
                <a:latin typeface="Times New Roman" panose="02020603050405020304" pitchFamily="18" charset="0"/>
                <a:ea typeface="宋体" panose="02010600030101010101" pitchFamily="2" charset="-122"/>
              </a:rPr>
              <a:t>matched</a:t>
            </a:r>
            <a:r>
              <a:rPr lang="en-US" altLang="zh-CN" sz="2000" dirty="0" err="1">
                <a:latin typeface="Times New Roman" panose="02020603050405020304" pitchFamily="18" charset="0"/>
                <a:ea typeface="宋体" panose="02010600030101010101" pitchFamily="2" charset="-122"/>
              </a:rPr>
              <a:t>_</a:t>
            </a:r>
            <a:r>
              <a:rPr lang="en-US" altLang="zh-CN" sz="2000" i="1" dirty="0" err="1">
                <a:latin typeface="Times New Roman" panose="02020603050405020304" pitchFamily="18" charset="0"/>
                <a:ea typeface="宋体" panose="02010600030101010101" pitchFamily="2" charset="-122"/>
              </a:rPr>
              <a:t>stmt</a:t>
            </a:r>
            <a:r>
              <a:rPr lang="en-US" altLang="zh-CN" sz="2000" dirty="0">
                <a:latin typeface="Times New Roman" panose="02020603050405020304" pitchFamily="18" charset="0"/>
                <a:ea typeface="宋体" panose="02010600030101010101" pitchFamily="2" charset="-122"/>
              </a:rPr>
              <a:t>&gt;</a:t>
            </a:r>
            <a:endParaRPr lang="en-US" altLang="zh-CN" sz="2000" i="1" dirty="0">
              <a:latin typeface="Times New Roman" panose="02020603050405020304" pitchFamily="18" charset="0"/>
              <a:ea typeface="宋体" panose="02010600030101010101" pitchFamily="2" charset="-122"/>
            </a:endParaRPr>
          </a:p>
          <a:p>
            <a:pPr marL="342900" lvl="1" indent="0" eaLnBrk="1" hangingPunct="1">
              <a:buNone/>
            </a:pPr>
            <a:r>
              <a:rPr lang="en-US" altLang="zh-CN" sz="2000" i="1"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  other</a:t>
            </a:r>
          </a:p>
          <a:p>
            <a:pPr marL="342900" lvl="1" indent="0" eaLnBrk="1" hangingPunct="1">
              <a:buNone/>
            </a:pPr>
            <a:r>
              <a:rPr lang="en-US" altLang="zh-CN" sz="2000" dirty="0">
                <a:latin typeface="Times New Roman" panose="02020603050405020304" pitchFamily="18" charset="0"/>
                <a:ea typeface="宋体" panose="02010600030101010101" pitchFamily="2" charset="-122"/>
              </a:rPr>
              <a:t>&lt;</a:t>
            </a:r>
            <a:r>
              <a:rPr lang="en-US" altLang="zh-CN" sz="2000" i="1" dirty="0" err="1">
                <a:latin typeface="Times New Roman" panose="02020603050405020304" pitchFamily="18" charset="0"/>
                <a:ea typeface="宋体" panose="02010600030101010101" pitchFamily="2" charset="-122"/>
              </a:rPr>
              <a:t>unmathched</a:t>
            </a:r>
            <a:r>
              <a:rPr lang="en-US" altLang="zh-CN" sz="2000" dirty="0" err="1">
                <a:latin typeface="Times New Roman" panose="02020603050405020304" pitchFamily="18" charset="0"/>
                <a:ea typeface="宋体" panose="02010600030101010101" pitchFamily="2" charset="-122"/>
              </a:rPr>
              <a:t>_</a:t>
            </a:r>
            <a:r>
              <a:rPr lang="en-US" altLang="zh-CN" sz="2000" i="1" dirty="0" err="1">
                <a:latin typeface="Times New Roman" panose="02020603050405020304" pitchFamily="18" charset="0"/>
                <a:ea typeface="宋体" panose="02010600030101010101" pitchFamily="2" charset="-122"/>
              </a:rPr>
              <a:t>stmt</a:t>
            </a:r>
            <a:r>
              <a:rPr lang="en-US" altLang="zh-CN" sz="2000" dirty="0">
                <a:latin typeface="Times New Roman" panose="02020603050405020304" pitchFamily="18" charset="0"/>
                <a:ea typeface="宋体" panose="02010600030101010101" pitchFamily="2" charset="-122"/>
              </a:rPr>
              <a:t>&gt;→ </a:t>
            </a:r>
            <a:r>
              <a:rPr lang="en-US" altLang="zh-CN" sz="2000" dirty="0">
                <a:solidFill>
                  <a:srgbClr val="0000FF"/>
                </a:solidFill>
                <a:latin typeface="Times New Roman" panose="02020603050405020304" pitchFamily="18" charset="0"/>
                <a:ea typeface="宋体" panose="02010600030101010101" pitchFamily="2" charset="-122"/>
              </a:rPr>
              <a:t>if</a:t>
            </a:r>
            <a:r>
              <a:rPr lang="en-US" altLang="zh-CN" sz="2000" dirty="0">
                <a:latin typeface="Times New Roman" panose="02020603050405020304" pitchFamily="18" charset="0"/>
                <a:ea typeface="宋体" panose="02010600030101010101" pitchFamily="2" charset="-122"/>
              </a:rPr>
              <a:t> &lt;</a:t>
            </a:r>
            <a:r>
              <a:rPr lang="en-US" altLang="zh-CN" sz="2000" i="1" dirty="0">
                <a:latin typeface="Times New Roman" panose="02020603050405020304" pitchFamily="18" charset="0"/>
                <a:ea typeface="宋体" panose="02010600030101010101" pitchFamily="2" charset="-122"/>
              </a:rPr>
              <a:t>expr</a:t>
            </a:r>
            <a:r>
              <a:rPr lang="en-US" altLang="zh-CN" sz="2000" dirty="0">
                <a:latin typeface="Times New Roman" panose="02020603050405020304" pitchFamily="18" charset="0"/>
                <a:ea typeface="宋体" panose="02010600030101010101" pitchFamily="2" charset="-122"/>
              </a:rPr>
              <a:t>&gt; </a:t>
            </a:r>
            <a:r>
              <a:rPr lang="en-US" altLang="zh-CN" sz="2000" dirty="0">
                <a:solidFill>
                  <a:srgbClr val="0000FF"/>
                </a:solidFill>
                <a:latin typeface="Times New Roman" panose="02020603050405020304" pitchFamily="18" charset="0"/>
                <a:ea typeface="宋体" panose="02010600030101010101" pitchFamily="2" charset="-122"/>
              </a:rPr>
              <a:t>then</a:t>
            </a:r>
            <a:r>
              <a:rPr lang="en-US" altLang="zh-CN" sz="2000" dirty="0">
                <a:latin typeface="Times New Roman" panose="02020603050405020304" pitchFamily="18" charset="0"/>
                <a:ea typeface="宋体" panose="02010600030101010101" pitchFamily="2" charset="-122"/>
              </a:rPr>
              <a:t> &lt;</a:t>
            </a:r>
            <a:r>
              <a:rPr lang="en-US" altLang="zh-CN" sz="2000" i="1" dirty="0" err="1">
                <a:latin typeface="Times New Roman" panose="02020603050405020304" pitchFamily="18" charset="0"/>
                <a:ea typeface="宋体" panose="02010600030101010101" pitchFamily="2" charset="-122"/>
              </a:rPr>
              <a:t>stmt</a:t>
            </a:r>
            <a:r>
              <a:rPr lang="en-US" altLang="zh-CN" sz="2000" dirty="0">
                <a:latin typeface="Times New Roman" panose="02020603050405020304" pitchFamily="18" charset="0"/>
                <a:ea typeface="宋体" panose="02010600030101010101" pitchFamily="2" charset="-122"/>
              </a:rPr>
              <a:t>&gt;</a:t>
            </a:r>
            <a:endParaRPr lang="en-US" altLang="zh-CN" sz="2000" i="1" dirty="0">
              <a:latin typeface="Times New Roman" panose="02020603050405020304" pitchFamily="18" charset="0"/>
              <a:ea typeface="宋体" panose="02010600030101010101" pitchFamily="2" charset="-122"/>
            </a:endParaRPr>
          </a:p>
          <a:p>
            <a:pPr marL="342900" lvl="1" indent="0" eaLnBrk="1" hangingPunct="1">
              <a:buNone/>
            </a:pPr>
            <a:r>
              <a:rPr lang="en-US" altLang="zh-CN" sz="2000" i="1"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  </a:t>
            </a:r>
            <a:r>
              <a:rPr lang="en-US" altLang="zh-CN" sz="2000" dirty="0">
                <a:solidFill>
                  <a:srgbClr val="0000FF"/>
                </a:solidFill>
                <a:latin typeface="Times New Roman" panose="02020603050405020304" pitchFamily="18" charset="0"/>
                <a:ea typeface="宋体" panose="02010600030101010101" pitchFamily="2" charset="-122"/>
              </a:rPr>
              <a:t>if</a:t>
            </a:r>
            <a:r>
              <a:rPr lang="en-US" altLang="zh-CN" sz="2000" dirty="0">
                <a:latin typeface="Times New Roman" panose="02020603050405020304" pitchFamily="18" charset="0"/>
                <a:ea typeface="宋体" panose="02010600030101010101" pitchFamily="2" charset="-122"/>
              </a:rPr>
              <a:t> &lt;</a:t>
            </a:r>
            <a:r>
              <a:rPr lang="en-US" altLang="zh-CN" sz="2000" i="1" dirty="0">
                <a:latin typeface="Times New Roman" panose="02020603050405020304" pitchFamily="18" charset="0"/>
                <a:ea typeface="宋体" panose="02010600030101010101" pitchFamily="2" charset="-122"/>
              </a:rPr>
              <a:t>expr</a:t>
            </a:r>
            <a:r>
              <a:rPr lang="en-US" altLang="zh-CN" sz="2000" dirty="0">
                <a:latin typeface="Times New Roman" panose="02020603050405020304" pitchFamily="18" charset="0"/>
                <a:ea typeface="宋体" panose="02010600030101010101" pitchFamily="2" charset="-122"/>
              </a:rPr>
              <a:t>&gt; </a:t>
            </a:r>
            <a:r>
              <a:rPr lang="en-US" altLang="zh-CN" sz="2000" dirty="0">
                <a:solidFill>
                  <a:srgbClr val="0000FF"/>
                </a:solidFill>
                <a:latin typeface="Times New Roman" panose="02020603050405020304" pitchFamily="18" charset="0"/>
                <a:ea typeface="宋体" panose="02010600030101010101" pitchFamily="2" charset="-122"/>
              </a:rPr>
              <a:t>then</a:t>
            </a:r>
            <a:r>
              <a:rPr lang="en-US" altLang="zh-CN" sz="2000" dirty="0">
                <a:latin typeface="Times New Roman" panose="02020603050405020304" pitchFamily="18" charset="0"/>
                <a:ea typeface="宋体" panose="02010600030101010101" pitchFamily="2" charset="-122"/>
              </a:rPr>
              <a:t> &lt;</a:t>
            </a:r>
            <a:r>
              <a:rPr lang="en-US" altLang="zh-CN" sz="2000" i="1" dirty="0" err="1">
                <a:latin typeface="Times New Roman" panose="02020603050405020304" pitchFamily="18" charset="0"/>
                <a:ea typeface="宋体" panose="02010600030101010101" pitchFamily="2" charset="-122"/>
              </a:rPr>
              <a:t>matched</a:t>
            </a:r>
            <a:r>
              <a:rPr lang="en-US" altLang="zh-CN" sz="2000" dirty="0" err="1">
                <a:latin typeface="Times New Roman" panose="02020603050405020304" pitchFamily="18" charset="0"/>
                <a:ea typeface="宋体" panose="02010600030101010101" pitchFamily="2" charset="-122"/>
              </a:rPr>
              <a:t>_</a:t>
            </a:r>
            <a:r>
              <a:rPr lang="en-US" altLang="zh-CN" sz="2000" i="1" dirty="0" err="1">
                <a:latin typeface="Times New Roman" panose="02020603050405020304" pitchFamily="18" charset="0"/>
                <a:ea typeface="宋体" panose="02010600030101010101" pitchFamily="2" charset="-122"/>
              </a:rPr>
              <a:t>stmt</a:t>
            </a:r>
            <a:r>
              <a:rPr lang="en-US" altLang="zh-CN" sz="2000" dirty="0">
                <a:latin typeface="Times New Roman" panose="02020603050405020304" pitchFamily="18" charset="0"/>
                <a:ea typeface="宋体" panose="02010600030101010101" pitchFamily="2" charset="-122"/>
              </a:rPr>
              <a:t>&gt;</a:t>
            </a:r>
            <a:r>
              <a:rPr lang="en-US" altLang="zh-CN" sz="2000" i="1" dirty="0">
                <a:latin typeface="Times New Roman" panose="02020603050405020304" pitchFamily="18" charset="0"/>
                <a:ea typeface="宋体" panose="02010600030101010101" pitchFamily="2" charset="-122"/>
              </a:rPr>
              <a:t> </a:t>
            </a:r>
            <a:r>
              <a:rPr lang="en-US" altLang="zh-CN" sz="2000" dirty="0">
                <a:solidFill>
                  <a:srgbClr val="0000FF"/>
                </a:solidFill>
                <a:latin typeface="Times New Roman" panose="02020603050405020304" pitchFamily="18" charset="0"/>
                <a:ea typeface="宋体" panose="02010600030101010101" pitchFamily="2" charset="-122"/>
              </a:rPr>
              <a:t>else</a:t>
            </a:r>
            <a:r>
              <a:rPr lang="en-US" altLang="zh-CN" sz="2000" dirty="0">
                <a:latin typeface="Times New Roman" panose="02020603050405020304" pitchFamily="18" charset="0"/>
                <a:ea typeface="宋体" panose="02010600030101010101" pitchFamily="2" charset="-122"/>
              </a:rPr>
              <a:t> &lt;</a:t>
            </a:r>
            <a:r>
              <a:rPr lang="en-US" altLang="zh-CN" sz="2000" i="1" dirty="0" err="1">
                <a:latin typeface="Times New Roman" panose="02020603050405020304" pitchFamily="18" charset="0"/>
                <a:ea typeface="宋体" panose="02010600030101010101" pitchFamily="2" charset="-122"/>
              </a:rPr>
              <a:t>unmathched</a:t>
            </a:r>
            <a:r>
              <a:rPr lang="en-US" altLang="zh-CN" sz="2000" dirty="0" err="1">
                <a:latin typeface="Times New Roman" panose="02020603050405020304" pitchFamily="18" charset="0"/>
                <a:ea typeface="宋体" panose="02010600030101010101" pitchFamily="2" charset="-122"/>
              </a:rPr>
              <a:t>_</a:t>
            </a:r>
            <a:r>
              <a:rPr lang="en-US" altLang="zh-CN" sz="2000" i="1" dirty="0" err="1">
                <a:latin typeface="Times New Roman" panose="02020603050405020304" pitchFamily="18" charset="0"/>
                <a:ea typeface="宋体" panose="02010600030101010101" pitchFamily="2" charset="-122"/>
              </a:rPr>
              <a:t>stmt</a:t>
            </a:r>
            <a:r>
              <a:rPr lang="en-US" altLang="zh-CN" sz="2000" dirty="0">
                <a:latin typeface="Times New Roman" panose="02020603050405020304" pitchFamily="18" charset="0"/>
                <a:ea typeface="宋体" panose="02010600030101010101" pitchFamily="2" charset="-122"/>
              </a:rPr>
              <a:t>&gt;</a:t>
            </a:r>
          </a:p>
        </p:txBody>
      </p:sp>
      <p:sp>
        <p:nvSpPr>
          <p:cNvPr id="22532" name="Rectangle 2"/>
          <p:cNvSpPr>
            <a:spLocks noGrp="1" noChangeArrowheads="1"/>
          </p:cNvSpPr>
          <p:nvPr>
            <p:ph type="title"/>
          </p:nvPr>
        </p:nvSpPr>
        <p:spPr>
          <a:noFill/>
        </p:spPr>
        <p:txBody>
          <a:bodyPr vert="horz" wrap="square" lIns="69056" tIns="34529" rIns="69056" bIns="34529" numCol="1" anchor="ctr" anchorCtr="0" compatLnSpc="1">
            <a:prstTxWarp prst="textNoShape">
              <a:avLst/>
            </a:prstTxWarp>
          </a:bodyPr>
          <a:lstStyle/>
          <a:p>
            <a:pPr eaLnBrk="1" hangingPunct="1"/>
            <a:r>
              <a:rPr lang="zh-CN" altLang="en-US" sz="3000" dirty="0">
                <a:latin typeface="微软雅黑" panose="020B0503020204020204" pitchFamily="34" charset="-122"/>
                <a:ea typeface="微软雅黑" panose="020B0503020204020204" pitchFamily="34" charset="-122"/>
              </a:rPr>
              <a:t>对上下文无关文法的改造 </a:t>
            </a:r>
          </a:p>
        </p:txBody>
      </p:sp>
      <p:sp>
        <p:nvSpPr>
          <p:cNvPr id="22531" name="灯片编号占位符 5"/>
          <p:cNvSpPr>
            <a:spLocks noGrp="1"/>
          </p:cNvSpPr>
          <p:nvPr>
            <p:ph type="sldNum" sz="quarter" idx="12"/>
          </p:nvPr>
        </p:nvSpPr>
        <p:spPr>
          <a:noFill/>
        </p:spPr>
        <p:txBody>
          <a:bodyPr anchor="t"/>
          <a:lstStyle>
            <a:lvl1pPr>
              <a:spcBef>
                <a:spcPct val="20000"/>
              </a:spcBef>
              <a:buClr>
                <a:schemeClr val="folHlink"/>
              </a:buClr>
              <a:buSzPct val="60000"/>
              <a:buFont typeface="Wingdings" panose="05000000000000000000" pitchFamily="2" charset="2"/>
              <a:buChar char="n"/>
              <a:defRPr sz="2400" b="1">
                <a:solidFill>
                  <a:schemeClr val="tx1"/>
                </a:solidFill>
                <a:latin typeface="Tahoma" panose="020B0604030504040204" pitchFamily="34" charset="0"/>
                <a:ea typeface="楷体_GB2312" panose="02010609030101010101" pitchFamily="49" charset="-122"/>
              </a:defRPr>
            </a:lvl1pPr>
            <a:lvl2pPr marL="557213" indent="-214313">
              <a:spcBef>
                <a:spcPct val="20000"/>
              </a:spcBef>
              <a:buClr>
                <a:schemeClr val="hlink"/>
              </a:buClr>
              <a:buSzPct val="55000"/>
              <a:buFont typeface="Wingdings" panose="05000000000000000000" pitchFamily="2" charset="2"/>
              <a:buChar char="n"/>
              <a:defRPr sz="2100" b="1">
                <a:solidFill>
                  <a:schemeClr val="tx1"/>
                </a:solidFill>
                <a:latin typeface="Tahoma" panose="020B0604030504040204" pitchFamily="34" charset="0"/>
                <a:ea typeface="楷体_GB2312" panose="02010609030101010101" pitchFamily="49" charset="-122"/>
              </a:defRPr>
            </a:lvl2pPr>
            <a:lvl3pPr marL="857250" indent="-171450">
              <a:spcBef>
                <a:spcPct val="20000"/>
              </a:spcBef>
              <a:buClr>
                <a:schemeClr val="folHlink"/>
              </a:buClr>
              <a:buSzPct val="50000"/>
              <a:buFont typeface="Wingdings" panose="05000000000000000000" pitchFamily="2" charset="2"/>
              <a:buChar char="n"/>
              <a:defRPr sz="1800" b="1">
                <a:solidFill>
                  <a:schemeClr val="tx1"/>
                </a:solidFill>
                <a:latin typeface="Tahoma" panose="020B0604030504040204" pitchFamily="34" charset="0"/>
                <a:ea typeface="楷体_GB2312" panose="02010609030101010101" pitchFamily="49" charset="-122"/>
              </a:defRPr>
            </a:lvl3pPr>
            <a:lvl4pPr marL="1200150" indent="-171450">
              <a:spcBef>
                <a:spcPct val="20000"/>
              </a:spcBef>
              <a:buClr>
                <a:schemeClr val="accent2"/>
              </a:buClr>
              <a:buSzPct val="55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4pPr>
            <a:lvl5pPr marL="1543050" indent="-171450">
              <a:spcBef>
                <a:spcPct val="20000"/>
              </a:spcBef>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5pPr>
            <a:lvl6pPr marL="18859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6pPr>
            <a:lvl7pPr marL="22288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7pPr>
            <a:lvl8pPr marL="25717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8pPr>
            <a:lvl9pPr marL="29146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9pPr>
          </a:lstStyle>
          <a:p>
            <a:pPr>
              <a:spcBef>
                <a:spcPct val="0"/>
              </a:spcBef>
              <a:buClrTx/>
              <a:buSzTx/>
              <a:buFontTx/>
              <a:buNone/>
            </a:pPr>
            <a:fld id="{7FD98841-F28C-4618-9007-DEABDFBBDF0B}" type="slidenum">
              <a:rPr lang="en-US" altLang="zh-CN" sz="1050" b="0">
                <a:latin typeface="Arial" panose="020B0604020202020204" pitchFamily="34" charset="0"/>
                <a:ea typeface="宋体" panose="02010600030101010101" pitchFamily="2" charset="-122"/>
              </a:rPr>
              <a:pPr>
                <a:spcBef>
                  <a:spcPct val="0"/>
                </a:spcBef>
                <a:buClrTx/>
                <a:buSzTx/>
                <a:buFontTx/>
                <a:buNone/>
              </a:pPr>
              <a:t>20</a:t>
            </a:fld>
            <a:endParaRPr lang="en-US" altLang="zh-CN" sz="1050" b="0">
              <a:latin typeface="Arial" panose="020B0604020202020204" pitchFamily="34" charset="0"/>
              <a:ea typeface="宋体" panose="02010600030101010101" pitchFamily="2" charset="-122"/>
            </a:endParaRPr>
          </a:p>
        </p:txBody>
      </p:sp>
      <p:grpSp>
        <p:nvGrpSpPr>
          <p:cNvPr id="6" name="组合 15"/>
          <p:cNvGrpSpPr>
            <a:grpSpLocks/>
          </p:cNvGrpSpPr>
          <p:nvPr/>
        </p:nvGrpSpPr>
        <p:grpSpPr bwMode="auto">
          <a:xfrm>
            <a:off x="5580112" y="3128758"/>
            <a:ext cx="1782050" cy="369234"/>
            <a:chOff x="6768850" y="2338408"/>
            <a:chExt cx="2624138" cy="867640"/>
          </a:xfrm>
          <a:solidFill>
            <a:srgbClr val="E0E8E5"/>
          </a:solidFill>
        </p:grpSpPr>
        <p:sp>
          <p:nvSpPr>
            <p:cNvPr id="7" name="矩形 6"/>
            <p:cNvSpPr/>
            <p:nvPr/>
          </p:nvSpPr>
          <p:spPr bwMode="auto">
            <a:xfrm>
              <a:off x="7697630" y="2338408"/>
              <a:ext cx="1695358" cy="867640"/>
            </a:xfrm>
            <a:prstGeom prst="rect">
              <a:avLst/>
            </a:prstGeom>
            <a:solidFill>
              <a:schemeClr val="bg1">
                <a:lumMod val="95000"/>
              </a:schemeClr>
            </a:solidFill>
            <a:ln w="19050">
              <a:solidFill>
                <a:schemeClr val="tx1"/>
              </a:solidFill>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lIns="67640" tIns="33821" rIns="67640" bIns="33821"/>
            <a:lstStyle/>
            <a:p>
              <a:pPr algn="ctr">
                <a:lnSpc>
                  <a:spcPct val="90000"/>
                </a:lnSpc>
                <a:spcBef>
                  <a:spcPts val="441"/>
                </a:spcBef>
                <a:spcAft>
                  <a:spcPts val="441"/>
                </a:spcAft>
                <a:buClr>
                  <a:schemeClr val="tx2"/>
                </a:buClr>
                <a:buSzPct val="80000"/>
                <a:defRPr/>
              </a:pPr>
              <a:r>
                <a:rPr lang="zh-CN" altLang="en-US" dirty="0">
                  <a:solidFill>
                    <a:srgbClr val="0070C0"/>
                  </a:solidFill>
                </a:rPr>
                <a:t>无</a:t>
              </a:r>
              <a:r>
                <a:rPr lang="en-US" altLang="zh-CN" dirty="0">
                  <a:solidFill>
                    <a:srgbClr val="0070C0"/>
                  </a:solidFill>
                </a:rPr>
                <a:t>else</a:t>
              </a:r>
              <a:endParaRPr lang="zh-CN" altLang="en-US" dirty="0">
                <a:solidFill>
                  <a:srgbClr val="0070C0"/>
                </a:solidFill>
              </a:endParaRPr>
            </a:p>
          </p:txBody>
        </p:sp>
        <p:cxnSp>
          <p:nvCxnSpPr>
            <p:cNvPr id="8" name="直接箭头连接符 3"/>
            <p:cNvCxnSpPr>
              <a:cxnSpLocks noChangeShapeType="1"/>
              <a:stCxn id="7" idx="1"/>
            </p:cNvCxnSpPr>
            <p:nvPr/>
          </p:nvCxnSpPr>
          <p:spPr bwMode="auto">
            <a:xfrm flipH="1">
              <a:off x="6768850" y="2772228"/>
              <a:ext cx="928780" cy="433820"/>
            </a:xfrm>
            <a:prstGeom prst="straightConnector1">
              <a:avLst/>
            </a:prstGeom>
            <a:grpFill/>
            <a:ln w="28575" algn="ctr">
              <a:solidFill>
                <a:schemeClr val="tx1"/>
              </a:solidFill>
              <a:round/>
              <a:headEnd/>
              <a:tailEnd type="triangle" w="med" len="med"/>
            </a:ln>
            <a:extLst/>
          </p:spPr>
        </p:cxnSp>
      </p:grpSp>
      <p:grpSp>
        <p:nvGrpSpPr>
          <p:cNvPr id="14" name="组合 13"/>
          <p:cNvGrpSpPr/>
          <p:nvPr/>
        </p:nvGrpSpPr>
        <p:grpSpPr>
          <a:xfrm>
            <a:off x="6948265" y="3990225"/>
            <a:ext cx="1642021" cy="516664"/>
            <a:chOff x="4781823" y="5934958"/>
            <a:chExt cx="2189361" cy="688886"/>
          </a:xfrm>
          <a:solidFill>
            <a:srgbClr val="E0E8E5"/>
          </a:solidFill>
        </p:grpSpPr>
        <p:sp>
          <p:nvSpPr>
            <p:cNvPr id="12" name="矩形 11"/>
            <p:cNvSpPr/>
            <p:nvPr/>
          </p:nvSpPr>
          <p:spPr bwMode="auto">
            <a:xfrm>
              <a:off x="5436096" y="6176289"/>
              <a:ext cx="1535088" cy="447555"/>
            </a:xfrm>
            <a:prstGeom prst="rect">
              <a:avLst/>
            </a:prstGeom>
            <a:solidFill>
              <a:schemeClr val="bg1">
                <a:lumMod val="95000"/>
              </a:schemeClr>
            </a:solidFill>
            <a:ln w="19050">
              <a:solidFill>
                <a:schemeClr val="tx1"/>
              </a:solidFill>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lIns="67640" tIns="33821" rIns="67640" bIns="33821"/>
            <a:lstStyle/>
            <a:p>
              <a:pPr algn="ctr">
                <a:lnSpc>
                  <a:spcPct val="90000"/>
                </a:lnSpc>
                <a:spcBef>
                  <a:spcPts val="441"/>
                </a:spcBef>
                <a:spcAft>
                  <a:spcPts val="441"/>
                </a:spcAft>
                <a:buClr>
                  <a:schemeClr val="tx2"/>
                </a:buClr>
                <a:buSzPct val="80000"/>
                <a:defRPr/>
              </a:pPr>
              <a:r>
                <a:rPr lang="zh-CN" altLang="en-US" dirty="0">
                  <a:solidFill>
                    <a:srgbClr val="0070C0"/>
                  </a:solidFill>
                </a:rPr>
                <a:t>无</a:t>
              </a:r>
              <a:r>
                <a:rPr lang="en-US" altLang="zh-CN" dirty="0">
                  <a:solidFill>
                    <a:srgbClr val="0070C0"/>
                  </a:solidFill>
                </a:rPr>
                <a:t>else</a:t>
              </a:r>
              <a:endParaRPr lang="zh-CN" altLang="en-US" dirty="0">
                <a:solidFill>
                  <a:srgbClr val="0070C0"/>
                </a:solidFill>
              </a:endParaRPr>
            </a:p>
          </p:txBody>
        </p:sp>
        <p:cxnSp>
          <p:nvCxnSpPr>
            <p:cNvPr id="13" name="直接箭头连接符 3"/>
            <p:cNvCxnSpPr>
              <a:cxnSpLocks noChangeShapeType="1"/>
              <a:stCxn id="12" idx="1"/>
            </p:cNvCxnSpPr>
            <p:nvPr/>
          </p:nvCxnSpPr>
          <p:spPr bwMode="auto">
            <a:xfrm flipH="1" flipV="1">
              <a:off x="4781823" y="5934958"/>
              <a:ext cx="654273" cy="465108"/>
            </a:xfrm>
            <a:prstGeom prst="straightConnector1">
              <a:avLst/>
            </a:prstGeom>
            <a:grpFill/>
            <a:ln w="28575" algn="ctr">
              <a:solidFill>
                <a:schemeClr val="tx1"/>
              </a:solidFill>
              <a:round/>
              <a:headEnd/>
              <a:tailEnd type="triangle" w="med" len="med"/>
            </a:ln>
            <a:extLst/>
          </p:spPr>
        </p:cxnSp>
      </p:grpSp>
      <p:sp>
        <p:nvSpPr>
          <p:cNvPr id="3" name="矩形 2"/>
          <p:cNvSpPr/>
          <p:nvPr/>
        </p:nvSpPr>
        <p:spPr>
          <a:xfrm>
            <a:off x="725948" y="4183723"/>
            <a:ext cx="5891905" cy="646331"/>
          </a:xfrm>
          <a:prstGeom prst="rect">
            <a:avLst/>
          </a:prstGeom>
          <a:solidFill>
            <a:schemeClr val="accent3">
              <a:lumMod val="20000"/>
              <a:lumOff val="80000"/>
            </a:schemeClr>
          </a:solidFill>
          <a:ln>
            <a:solidFill>
              <a:schemeClr val="tx1"/>
            </a:solidFill>
          </a:ln>
        </p:spPr>
        <p:txBody>
          <a:bodyPr wrap="square">
            <a:spAutoFit/>
          </a:bodyPr>
          <a:lstStyle/>
          <a:p>
            <a:pPr marL="0" lvl="1">
              <a:spcBef>
                <a:spcPct val="30000"/>
              </a:spcBef>
              <a:defRPr/>
            </a:pPr>
            <a:r>
              <a:rPr lang="zh-CN" altLang="en-US" b="1" dirty="0">
                <a:solidFill>
                  <a:srgbClr val="0000FF"/>
                </a:solidFill>
                <a:latin typeface="+mn-ea"/>
                <a:ea typeface="+mn-ea"/>
              </a:rPr>
              <a:t>也可以保留二义性，在语法分析时，使用“就近原则”将</a:t>
            </a:r>
            <a:r>
              <a:rPr lang="en-US" altLang="zh-CN" b="1" dirty="0">
                <a:solidFill>
                  <a:srgbClr val="0000FF"/>
                </a:solidFill>
                <a:latin typeface="+mn-ea"/>
                <a:ea typeface="+mn-ea"/>
              </a:rPr>
              <a:t>else</a:t>
            </a:r>
            <a:r>
              <a:rPr lang="zh-CN" altLang="en-US" b="1" dirty="0">
                <a:solidFill>
                  <a:srgbClr val="0000FF"/>
                </a:solidFill>
                <a:latin typeface="+mn-ea"/>
                <a:ea typeface="+mn-ea"/>
              </a:rPr>
              <a:t>与最近的</a:t>
            </a:r>
            <a:r>
              <a:rPr lang="en-US" altLang="zh-CN" b="1" dirty="0">
                <a:solidFill>
                  <a:srgbClr val="0000FF"/>
                </a:solidFill>
                <a:latin typeface="+mn-ea"/>
                <a:ea typeface="+mn-ea"/>
              </a:rPr>
              <a:t>then</a:t>
            </a:r>
            <a:r>
              <a:rPr lang="zh-CN" altLang="en-US" b="1" dirty="0">
                <a:solidFill>
                  <a:srgbClr val="0000FF"/>
                </a:solidFill>
                <a:latin typeface="+mn-ea"/>
                <a:ea typeface="+mn-ea"/>
              </a:rPr>
              <a:t>匹配。</a:t>
            </a:r>
            <a:endParaRPr lang="en-US" altLang="zh-CN" b="1" dirty="0">
              <a:solidFill>
                <a:srgbClr val="0000FF"/>
              </a:solidFill>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4" fill="hold" grpId="0" nodeType="withEffect">
                                  <p:stCondLst>
                                    <p:cond delay="0"/>
                                  </p:stCondLst>
                                  <p:childTnLst>
                                    <p:set>
                                      <p:cBhvr>
                                        <p:cTn id="6" dur="1" fill="hold">
                                          <p:stCondLst>
                                            <p:cond delay="0"/>
                                          </p:stCondLst>
                                        </p:cTn>
                                        <p:tgtEl>
                                          <p:spTgt spid="2155523">
                                            <p:txEl>
                                              <p:pRg st="0" end="0"/>
                                            </p:txEl>
                                          </p:spTgt>
                                        </p:tgtEl>
                                        <p:attrNameLst>
                                          <p:attrName>style.visibility</p:attrName>
                                        </p:attrNameLst>
                                      </p:cBhvr>
                                      <p:to>
                                        <p:strVal val="visible"/>
                                      </p:to>
                                    </p:set>
                                    <p:animEffect transition="in" filter="slide(fromBottom)">
                                      <p:cBhvr>
                                        <p:cTn id="7" dur="500"/>
                                        <p:tgtEl>
                                          <p:spTgt spid="2155523">
                                            <p:txEl>
                                              <p:pRg st="0" end="0"/>
                                            </p:txEl>
                                          </p:spTgt>
                                        </p:tgtEl>
                                      </p:cBhvr>
                                    </p:animEffect>
                                  </p:childTnLst>
                                </p:cTn>
                              </p:par>
                              <p:par>
                                <p:cTn id="8" presetID="12" presetClass="entr" presetSubtype="4" fill="hold" grpId="0" nodeType="withEffect">
                                  <p:stCondLst>
                                    <p:cond delay="0"/>
                                  </p:stCondLst>
                                  <p:childTnLst>
                                    <p:set>
                                      <p:cBhvr>
                                        <p:cTn id="9" dur="1" fill="hold">
                                          <p:stCondLst>
                                            <p:cond delay="0"/>
                                          </p:stCondLst>
                                        </p:cTn>
                                        <p:tgtEl>
                                          <p:spTgt spid="2155523">
                                            <p:txEl>
                                              <p:pRg st="1" end="1"/>
                                            </p:txEl>
                                          </p:spTgt>
                                        </p:tgtEl>
                                        <p:attrNameLst>
                                          <p:attrName>style.visibility</p:attrName>
                                        </p:attrNameLst>
                                      </p:cBhvr>
                                      <p:to>
                                        <p:strVal val="visible"/>
                                      </p:to>
                                    </p:set>
                                    <p:animEffect transition="in" filter="slide(fromBottom)">
                                      <p:cBhvr>
                                        <p:cTn id="10" dur="500"/>
                                        <p:tgtEl>
                                          <p:spTgt spid="2155523">
                                            <p:txEl>
                                              <p:pRg st="1" end="1"/>
                                            </p:txEl>
                                          </p:spTgt>
                                        </p:tgtEl>
                                      </p:cBhvr>
                                    </p:animEffect>
                                  </p:childTnLst>
                                </p:cTn>
                              </p:par>
                              <p:par>
                                <p:cTn id="11" presetID="12" presetClass="entr" presetSubtype="4" fill="hold" grpId="0" nodeType="withEffect">
                                  <p:stCondLst>
                                    <p:cond delay="0"/>
                                  </p:stCondLst>
                                  <p:childTnLst>
                                    <p:set>
                                      <p:cBhvr>
                                        <p:cTn id="12" dur="1" fill="hold">
                                          <p:stCondLst>
                                            <p:cond delay="0"/>
                                          </p:stCondLst>
                                        </p:cTn>
                                        <p:tgtEl>
                                          <p:spTgt spid="2155523">
                                            <p:txEl>
                                              <p:pRg st="2" end="2"/>
                                            </p:txEl>
                                          </p:spTgt>
                                        </p:tgtEl>
                                        <p:attrNameLst>
                                          <p:attrName>style.visibility</p:attrName>
                                        </p:attrNameLst>
                                      </p:cBhvr>
                                      <p:to>
                                        <p:strVal val="visible"/>
                                      </p:to>
                                    </p:set>
                                    <p:animEffect transition="in" filter="slide(fromBottom)">
                                      <p:cBhvr>
                                        <p:cTn id="13" dur="500"/>
                                        <p:tgtEl>
                                          <p:spTgt spid="215552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4" fill="hold" grpId="0" nodeType="clickEffect">
                                  <p:stCondLst>
                                    <p:cond delay="0"/>
                                  </p:stCondLst>
                                  <p:childTnLst>
                                    <p:set>
                                      <p:cBhvr>
                                        <p:cTn id="17" dur="1" fill="hold">
                                          <p:stCondLst>
                                            <p:cond delay="0"/>
                                          </p:stCondLst>
                                        </p:cTn>
                                        <p:tgtEl>
                                          <p:spTgt spid="2155523">
                                            <p:txEl>
                                              <p:pRg st="3" end="3"/>
                                            </p:txEl>
                                          </p:spTgt>
                                        </p:tgtEl>
                                        <p:attrNameLst>
                                          <p:attrName>style.visibility</p:attrName>
                                        </p:attrNameLst>
                                      </p:cBhvr>
                                      <p:to>
                                        <p:strVal val="visible"/>
                                      </p:to>
                                    </p:set>
                                    <p:animEffect transition="in" filter="slide(fromBottom)">
                                      <p:cBhvr>
                                        <p:cTn id="18" dur="500"/>
                                        <p:tgtEl>
                                          <p:spTgt spid="215552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4" fill="hold" grpId="0" nodeType="clickEffect">
                                  <p:stCondLst>
                                    <p:cond delay="0"/>
                                  </p:stCondLst>
                                  <p:childTnLst>
                                    <p:set>
                                      <p:cBhvr>
                                        <p:cTn id="22" dur="1" fill="hold">
                                          <p:stCondLst>
                                            <p:cond delay="0"/>
                                          </p:stCondLst>
                                        </p:cTn>
                                        <p:tgtEl>
                                          <p:spTgt spid="2155523">
                                            <p:txEl>
                                              <p:pRg st="4" end="4"/>
                                            </p:txEl>
                                          </p:spTgt>
                                        </p:tgtEl>
                                        <p:attrNameLst>
                                          <p:attrName>style.visibility</p:attrName>
                                        </p:attrNameLst>
                                      </p:cBhvr>
                                      <p:to>
                                        <p:strVal val="visible"/>
                                      </p:to>
                                    </p:set>
                                    <p:animEffect transition="in" filter="slide(fromBottom)">
                                      <p:cBhvr>
                                        <p:cTn id="23" dur="500"/>
                                        <p:tgtEl>
                                          <p:spTgt spid="2155523">
                                            <p:txEl>
                                              <p:pRg st="4" end="4"/>
                                            </p:txEl>
                                          </p:spTgt>
                                        </p:tgtEl>
                                      </p:cBhvr>
                                    </p:animEffect>
                                  </p:childTnLst>
                                </p:cTn>
                              </p:par>
                              <p:par>
                                <p:cTn id="24" presetID="12" presetClass="entr" presetSubtype="4" fill="hold" grpId="0" nodeType="withEffect">
                                  <p:stCondLst>
                                    <p:cond delay="0"/>
                                  </p:stCondLst>
                                  <p:childTnLst>
                                    <p:set>
                                      <p:cBhvr>
                                        <p:cTn id="25" dur="1" fill="hold">
                                          <p:stCondLst>
                                            <p:cond delay="0"/>
                                          </p:stCondLst>
                                        </p:cTn>
                                        <p:tgtEl>
                                          <p:spTgt spid="2155523">
                                            <p:txEl>
                                              <p:pRg st="5" end="5"/>
                                            </p:txEl>
                                          </p:spTgt>
                                        </p:tgtEl>
                                        <p:attrNameLst>
                                          <p:attrName>style.visibility</p:attrName>
                                        </p:attrNameLst>
                                      </p:cBhvr>
                                      <p:to>
                                        <p:strVal val="visible"/>
                                      </p:to>
                                    </p:set>
                                    <p:animEffect transition="in" filter="slide(fromBottom)">
                                      <p:cBhvr>
                                        <p:cTn id="26" dur="500"/>
                                        <p:tgtEl>
                                          <p:spTgt spid="215552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2155523">
                                            <p:txEl>
                                              <p:pRg st="6" end="6"/>
                                            </p:txEl>
                                          </p:spTgt>
                                        </p:tgtEl>
                                        <p:attrNameLst>
                                          <p:attrName>style.visibility</p:attrName>
                                        </p:attrNameLst>
                                      </p:cBhvr>
                                      <p:to>
                                        <p:strVal val="visible"/>
                                      </p:to>
                                    </p:set>
                                    <p:animEffect transition="in" filter="slide(fromBottom)">
                                      <p:cBhvr>
                                        <p:cTn id="31" dur="500"/>
                                        <p:tgtEl>
                                          <p:spTgt spid="2155523">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nodeType="click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wipe(down)">
                                      <p:cBhvr>
                                        <p:cTn id="36" dur="500"/>
                                        <p:tgtEl>
                                          <p:spTgt spid="6"/>
                                        </p:tgtEl>
                                      </p:cBhvr>
                                    </p:animEffect>
                                  </p:childTnLst>
                                </p:cTn>
                              </p:par>
                            </p:childTnLst>
                          </p:cTn>
                        </p:par>
                      </p:childTnLst>
                    </p:cTn>
                  </p:par>
                  <p:par>
                    <p:cTn id="37" fill="hold">
                      <p:stCondLst>
                        <p:cond delay="indefinite"/>
                      </p:stCondLst>
                      <p:childTnLst>
                        <p:par>
                          <p:cTn id="38" fill="hold">
                            <p:stCondLst>
                              <p:cond delay="0"/>
                            </p:stCondLst>
                            <p:childTnLst>
                              <p:par>
                                <p:cTn id="39" presetID="12" presetClass="entr" presetSubtype="4" fill="hold" grpId="0" nodeType="clickEffect">
                                  <p:stCondLst>
                                    <p:cond delay="0"/>
                                  </p:stCondLst>
                                  <p:childTnLst>
                                    <p:set>
                                      <p:cBhvr>
                                        <p:cTn id="40" dur="1" fill="hold">
                                          <p:stCondLst>
                                            <p:cond delay="0"/>
                                          </p:stCondLst>
                                        </p:cTn>
                                        <p:tgtEl>
                                          <p:spTgt spid="2155523">
                                            <p:txEl>
                                              <p:pRg st="7" end="7"/>
                                            </p:txEl>
                                          </p:spTgt>
                                        </p:tgtEl>
                                        <p:attrNameLst>
                                          <p:attrName>style.visibility</p:attrName>
                                        </p:attrNameLst>
                                      </p:cBhvr>
                                      <p:to>
                                        <p:strVal val="visible"/>
                                      </p:to>
                                    </p:set>
                                    <p:animEffect transition="in" filter="slide(fromBottom)">
                                      <p:cBhvr>
                                        <p:cTn id="41" dur="500"/>
                                        <p:tgtEl>
                                          <p:spTgt spid="2155523">
                                            <p:txEl>
                                              <p:pRg st="7" end="7"/>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4" fill="hold" nodeType="click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wipe(down)">
                                      <p:cBhvr>
                                        <p:cTn id="46" dur="500"/>
                                        <p:tgtEl>
                                          <p:spTgt spid="14"/>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grpId="0" nodeType="clickEffect">
                                  <p:stCondLst>
                                    <p:cond delay="0"/>
                                  </p:stCondLst>
                                  <p:childTnLst>
                                    <p:set>
                                      <p:cBhvr>
                                        <p:cTn id="50" dur="1" fill="hold">
                                          <p:stCondLst>
                                            <p:cond delay="0"/>
                                          </p:stCondLst>
                                        </p:cTn>
                                        <p:tgtEl>
                                          <p:spTgt spid="3"/>
                                        </p:tgtEl>
                                        <p:attrNameLst>
                                          <p:attrName>style.visibility</p:attrName>
                                        </p:attrNameLst>
                                      </p:cBhvr>
                                      <p:to>
                                        <p:strVal val="visible"/>
                                      </p:to>
                                    </p:set>
                                    <p:animEffect transition="in" filter="wipe(down)">
                                      <p:cBhvr>
                                        <p:cTn id="5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5523" grpId="0" uiExpand="1" build="p" autoUpdateAnimBg="0"/>
      <p:bldP spid="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602D66F-30A9-46DE-AB93-57CC9F0DFCE6}"/>
              </a:ext>
            </a:extLst>
          </p:cNvPr>
          <p:cNvSpPr>
            <a:spLocks noGrp="1"/>
          </p:cNvSpPr>
          <p:nvPr>
            <p:ph idx="1"/>
          </p:nvPr>
        </p:nvSpPr>
        <p:spPr>
          <a:xfrm>
            <a:off x="395536" y="1131590"/>
            <a:ext cx="5904656" cy="3672408"/>
          </a:xfrm>
        </p:spPr>
        <p:txBody>
          <a:bodyPr/>
          <a:lstStyle/>
          <a:p>
            <a:pPr marL="609600" indent="-609600" eaLnBrk="1" hangingPunct="1">
              <a:lnSpc>
                <a:spcPct val="90000"/>
              </a:lnSpc>
              <a:buNone/>
            </a:pPr>
            <a:r>
              <a:rPr lang="en-US" altLang="zh-CN" sz="2800" dirty="0">
                <a:solidFill>
                  <a:srgbClr val="0070C0"/>
                </a:solidFill>
              </a:rPr>
              <a:t>2.</a:t>
            </a:r>
            <a:r>
              <a:rPr lang="zh-CN" altLang="en-US" sz="2800" dirty="0">
                <a:solidFill>
                  <a:srgbClr val="0070C0"/>
                </a:solidFill>
              </a:rPr>
              <a:t>消除直接左递归</a:t>
            </a:r>
            <a:endParaRPr lang="en-US" altLang="zh-CN" sz="2800" dirty="0">
              <a:solidFill>
                <a:srgbClr val="0070C0"/>
              </a:solidFill>
            </a:endParaRPr>
          </a:p>
          <a:p>
            <a:pPr lvl="1" eaLnBrk="1" hangingPunct="1">
              <a:lnSpc>
                <a:spcPct val="90000"/>
              </a:lnSpc>
            </a:pPr>
            <a:r>
              <a:rPr lang="zh-CN" altLang="en-US" sz="2400" dirty="0">
                <a:solidFill>
                  <a:srgbClr val="0070C0"/>
                </a:solidFill>
              </a:rPr>
              <a:t>思想：</a:t>
            </a:r>
            <a:r>
              <a:rPr lang="zh-CN" altLang="en-US" sz="2400" dirty="0">
                <a:solidFill>
                  <a:srgbClr val="FF0000"/>
                </a:solidFill>
              </a:rPr>
              <a:t>左递归转换为右递归</a:t>
            </a:r>
            <a:endParaRPr lang="en-US" altLang="zh-CN" sz="2400" dirty="0">
              <a:solidFill>
                <a:srgbClr val="FF0000"/>
              </a:solidFill>
            </a:endParaRPr>
          </a:p>
          <a:p>
            <a:pPr lvl="1" eaLnBrk="1" hangingPunct="1">
              <a:defRPr/>
            </a:pPr>
            <a:r>
              <a:rPr lang="zh-CN" altLang="en-US" sz="2600" dirty="0"/>
              <a:t>引入新的变量</a:t>
            </a:r>
            <a:r>
              <a:rPr lang="en-US" altLang="zh-CN" sz="2600" i="1" dirty="0">
                <a:solidFill>
                  <a:srgbClr val="0070C0"/>
                </a:solidFill>
              </a:rPr>
              <a:t>A</a:t>
            </a:r>
            <a:r>
              <a:rPr lang="en-US" altLang="zh-CN" sz="2600" dirty="0">
                <a:solidFill>
                  <a:srgbClr val="0070C0"/>
                </a:solidFill>
                <a:cs typeface="Times New Roman" panose="02020603050405020304" pitchFamily="18" charset="0"/>
              </a:rPr>
              <a:t>'</a:t>
            </a:r>
            <a:r>
              <a:rPr lang="en-US" altLang="zh-CN" sz="2600" dirty="0"/>
              <a:t> </a:t>
            </a:r>
            <a:r>
              <a:rPr lang="zh-CN" altLang="en-US" sz="2600" dirty="0"/>
              <a:t>，将左递归产生式：</a:t>
            </a:r>
            <a:endParaRPr lang="en-US" altLang="zh-CN" sz="2600" dirty="0"/>
          </a:p>
          <a:p>
            <a:pPr marL="0" indent="0" algn="ctr" eaLnBrk="1" hangingPunct="1">
              <a:spcAft>
                <a:spcPts val="1200"/>
              </a:spcAft>
              <a:buNone/>
              <a:defRPr/>
            </a:pPr>
            <a:r>
              <a:rPr kumimoji="1" lang="en-US" altLang="zh-CN" sz="2500" b="1" i="1" dirty="0">
                <a:solidFill>
                  <a:srgbClr val="FF0000"/>
                </a:solidFill>
                <a:ea typeface="楷体_GB2312" pitchFamily="49" charset="-122"/>
                <a:cs typeface="Times New Roman" pitchFamily="18" charset="0"/>
              </a:rPr>
              <a:t>              A</a:t>
            </a:r>
            <a:r>
              <a:rPr kumimoji="1" lang="en-US" altLang="zh-CN" sz="2500" b="1" dirty="0">
                <a:solidFill>
                  <a:srgbClr val="FF0000"/>
                </a:solidFill>
                <a:ea typeface="楷体_GB2312" pitchFamily="49" charset="-122"/>
                <a:cs typeface="Times New Roman" pitchFamily="18" charset="0"/>
              </a:rPr>
              <a:t>  → </a:t>
            </a:r>
            <a:r>
              <a:rPr kumimoji="1" lang="en-US" altLang="zh-CN" sz="2500" b="1" i="1" dirty="0">
                <a:solidFill>
                  <a:srgbClr val="FF0000"/>
                </a:solidFill>
                <a:ea typeface="楷体_GB2312" pitchFamily="49" charset="-122"/>
                <a:cs typeface="Times New Roman" pitchFamily="18" charset="0"/>
              </a:rPr>
              <a:t>Aα</a:t>
            </a:r>
            <a:r>
              <a:rPr kumimoji="1" lang="en-US" altLang="zh-CN" sz="2500" b="1" dirty="0">
                <a:solidFill>
                  <a:srgbClr val="FF0000"/>
                </a:solidFill>
                <a:ea typeface="楷体_GB2312" pitchFamily="49" charset="-122"/>
                <a:cs typeface="Times New Roman" pitchFamily="18" charset="0"/>
              </a:rPr>
              <a:t> | </a:t>
            </a:r>
            <a:r>
              <a:rPr kumimoji="1" lang="en-US" altLang="zh-CN" sz="2500" b="1" i="1" dirty="0">
                <a:solidFill>
                  <a:srgbClr val="FF0000"/>
                </a:solidFill>
                <a:ea typeface="楷体_GB2312" pitchFamily="49" charset="-122"/>
                <a:cs typeface="Times New Roman" pitchFamily="18" charset="0"/>
              </a:rPr>
              <a:t>β</a:t>
            </a:r>
            <a:r>
              <a:rPr kumimoji="1" lang="en-US" altLang="zh-CN" sz="2500" b="1" dirty="0">
                <a:solidFill>
                  <a:schemeClr val="tx1"/>
                </a:solidFill>
                <a:ea typeface="楷体_GB2312" pitchFamily="49" charset="-122"/>
                <a:cs typeface="Times New Roman" pitchFamily="18" charset="0"/>
              </a:rPr>
              <a:t>	(</a:t>
            </a:r>
            <a:r>
              <a:rPr kumimoji="1" lang="en-US" altLang="zh-CN" sz="2500" b="1" i="1" dirty="0">
                <a:solidFill>
                  <a:schemeClr val="tx1"/>
                </a:solidFill>
                <a:ea typeface="楷体_GB2312" pitchFamily="49" charset="-122"/>
                <a:cs typeface="Times New Roman" pitchFamily="18" charset="0"/>
              </a:rPr>
              <a:t>α</a:t>
            </a:r>
            <a:r>
              <a:rPr kumimoji="1" lang="el-GR" altLang="zh-CN" sz="2500" b="1" i="1" dirty="0">
                <a:solidFill>
                  <a:schemeClr val="tx1"/>
                </a:solidFill>
                <a:ea typeface="楷体_GB2312" pitchFamily="49" charset="-122"/>
                <a:cs typeface="Times New Roman" pitchFamily="18" charset="0"/>
              </a:rPr>
              <a:t>≠ ε</a:t>
            </a:r>
            <a:r>
              <a:rPr kumimoji="1" lang="en-US" altLang="zh-CN" sz="2500" b="1" dirty="0">
                <a:solidFill>
                  <a:schemeClr val="tx1"/>
                </a:solidFill>
                <a:ea typeface="楷体_GB2312" pitchFamily="49" charset="-122"/>
                <a:cs typeface="Times New Roman" pitchFamily="18" charset="0"/>
              </a:rPr>
              <a:t>,</a:t>
            </a:r>
            <a:r>
              <a:rPr lang="en-US" altLang="zh-CN" sz="2500" b="1" dirty="0">
                <a:solidFill>
                  <a:schemeClr val="tx1"/>
                </a:solidFill>
                <a:ea typeface="楷体_GB2312" pitchFamily="49" charset="-122"/>
                <a:cs typeface="Times New Roman" pitchFamily="18" charset="0"/>
              </a:rPr>
              <a:t> </a:t>
            </a:r>
            <a:r>
              <a:rPr kumimoji="1" lang="en-US" altLang="zh-CN" sz="2500" b="1" i="1" dirty="0">
                <a:solidFill>
                  <a:schemeClr val="tx1"/>
                </a:solidFill>
                <a:ea typeface="楷体_GB2312" pitchFamily="49" charset="-122"/>
                <a:cs typeface="Times New Roman" pitchFamily="18" charset="0"/>
              </a:rPr>
              <a:t>β</a:t>
            </a:r>
            <a:r>
              <a:rPr lang="zh-CN" altLang="en-US" sz="2500" b="1" dirty="0">
                <a:solidFill>
                  <a:schemeClr val="tx1"/>
                </a:solidFill>
                <a:cs typeface="Times New Roman" pitchFamily="18" charset="0"/>
              </a:rPr>
              <a:t>不以</a:t>
            </a:r>
            <a:r>
              <a:rPr lang="en-US" altLang="zh-CN" sz="2500" b="1" i="1" dirty="0">
                <a:solidFill>
                  <a:schemeClr val="tx1"/>
                </a:solidFill>
                <a:cs typeface="Times New Roman" pitchFamily="18" charset="0"/>
              </a:rPr>
              <a:t>A</a:t>
            </a:r>
            <a:r>
              <a:rPr lang="zh-CN" altLang="en-US" sz="2500" b="1" dirty="0">
                <a:solidFill>
                  <a:schemeClr val="tx1"/>
                </a:solidFill>
                <a:cs typeface="Times New Roman" pitchFamily="18" charset="0"/>
              </a:rPr>
              <a:t>开头</a:t>
            </a:r>
            <a:r>
              <a:rPr kumimoji="1" lang="en-US" altLang="zh-CN" sz="2500" b="1" dirty="0">
                <a:solidFill>
                  <a:schemeClr val="tx1"/>
                </a:solidFill>
                <a:ea typeface="楷体_GB2312" pitchFamily="49" charset="-122"/>
                <a:cs typeface="Times New Roman" pitchFamily="18" charset="0"/>
              </a:rPr>
              <a:t>)</a:t>
            </a:r>
            <a:r>
              <a:rPr kumimoji="1" lang="zh-CN" altLang="en-US" sz="2500" b="1" dirty="0">
                <a:solidFill>
                  <a:schemeClr val="tx1"/>
                </a:solidFill>
                <a:ea typeface="楷体_GB2312" pitchFamily="49" charset="-122"/>
                <a:cs typeface="Times New Roman" pitchFamily="18" charset="0"/>
              </a:rPr>
              <a:t>	</a:t>
            </a:r>
            <a:endParaRPr kumimoji="1" lang="en-US" altLang="zh-CN" sz="2500" b="1" dirty="0">
              <a:solidFill>
                <a:schemeClr val="tx1"/>
              </a:solidFill>
              <a:ea typeface="楷体_GB2312" pitchFamily="49" charset="-122"/>
              <a:cs typeface="Times New Roman" pitchFamily="18" charset="0"/>
            </a:endParaRPr>
          </a:p>
          <a:p>
            <a:pPr marL="0" indent="0" eaLnBrk="1" hangingPunct="1">
              <a:buFont typeface="Wingdings" pitchFamily="2" charset="2"/>
              <a:buNone/>
              <a:defRPr/>
            </a:pPr>
            <a:endParaRPr kumimoji="1" lang="en-US" altLang="zh-CN" sz="2000" b="1" dirty="0">
              <a:ea typeface="楷体_GB2312" pitchFamily="49" charset="-122"/>
              <a:cs typeface="Times New Roman" pitchFamily="18" charset="0"/>
            </a:endParaRPr>
          </a:p>
          <a:p>
            <a:pPr marL="0" indent="0" eaLnBrk="1" hangingPunct="1">
              <a:buFont typeface="Wingdings" pitchFamily="2" charset="2"/>
              <a:buNone/>
              <a:defRPr/>
            </a:pPr>
            <a:r>
              <a:rPr kumimoji="1" lang="en-US" altLang="zh-CN" sz="2500" b="1" i="1" dirty="0">
                <a:solidFill>
                  <a:schemeClr val="tx1"/>
                </a:solidFill>
                <a:ea typeface="楷体_GB2312" pitchFamily="49" charset="-122"/>
                <a:cs typeface="Times New Roman" pitchFamily="18" charset="0"/>
              </a:rPr>
              <a:t>     </a:t>
            </a:r>
            <a:r>
              <a:rPr kumimoji="1" lang="en-US" altLang="zh-CN" sz="2500" b="1" i="1" dirty="0">
                <a:solidFill>
                  <a:srgbClr val="FF0000"/>
                </a:solidFill>
                <a:ea typeface="楷体_GB2312" pitchFamily="49" charset="-122"/>
                <a:cs typeface="Times New Roman" pitchFamily="18" charset="0"/>
              </a:rPr>
              <a:t>A</a:t>
            </a:r>
            <a:r>
              <a:rPr kumimoji="1" lang="en-US" altLang="zh-CN" sz="2500" b="1" dirty="0">
                <a:solidFill>
                  <a:srgbClr val="FF0000"/>
                </a:solidFill>
                <a:ea typeface="楷体_GB2312" pitchFamily="49" charset="-122"/>
                <a:cs typeface="Times New Roman" pitchFamily="18" charset="0"/>
              </a:rPr>
              <a:t>  → </a:t>
            </a:r>
            <a:r>
              <a:rPr kumimoji="1" lang="en-US" altLang="zh-CN" sz="2500" b="1" i="1" dirty="0">
                <a:solidFill>
                  <a:srgbClr val="FF0000"/>
                </a:solidFill>
                <a:ea typeface="楷体_GB2312" pitchFamily="49" charset="-122"/>
                <a:cs typeface="Times New Roman" pitchFamily="18" charset="0"/>
              </a:rPr>
              <a:t>β A</a:t>
            </a:r>
            <a:r>
              <a:rPr kumimoji="1" lang="en-US" altLang="zh-CN" sz="2500" b="1" dirty="0">
                <a:solidFill>
                  <a:srgbClr val="FF0000"/>
                </a:solidFill>
                <a:ea typeface="楷体_GB2312" pitchFamily="49" charset="-122"/>
                <a:cs typeface="Times New Roman" pitchFamily="18" charset="0"/>
              </a:rPr>
              <a:t>′    </a:t>
            </a:r>
            <a:r>
              <a:rPr kumimoji="1" lang="en-US" altLang="zh-CN" sz="2500" b="1" i="1" dirty="0">
                <a:solidFill>
                  <a:srgbClr val="FF0000"/>
                </a:solidFill>
                <a:ea typeface="楷体_GB2312" pitchFamily="49" charset="-122"/>
                <a:cs typeface="Times New Roman" pitchFamily="18" charset="0"/>
              </a:rPr>
              <a:t> A</a:t>
            </a:r>
            <a:r>
              <a:rPr kumimoji="1" lang="en-US" altLang="zh-CN" sz="2500" b="1" dirty="0">
                <a:solidFill>
                  <a:srgbClr val="FF0000"/>
                </a:solidFill>
                <a:ea typeface="楷体_GB2312" pitchFamily="49" charset="-122"/>
                <a:cs typeface="Times New Roman" pitchFamily="18" charset="0"/>
              </a:rPr>
              <a:t>′ → </a:t>
            </a:r>
            <a:r>
              <a:rPr kumimoji="1" lang="en-US" altLang="zh-CN" sz="2500" b="1" i="1" dirty="0">
                <a:solidFill>
                  <a:srgbClr val="FF0000"/>
                </a:solidFill>
                <a:ea typeface="楷体_GB2312" pitchFamily="49" charset="-122"/>
                <a:cs typeface="Times New Roman" pitchFamily="18" charset="0"/>
              </a:rPr>
              <a:t>α </a:t>
            </a:r>
            <a:r>
              <a:rPr kumimoji="1" lang="en-US" altLang="zh-CN" sz="2500" b="1" i="1" dirty="0" err="1">
                <a:solidFill>
                  <a:srgbClr val="FF0000"/>
                </a:solidFill>
                <a:ea typeface="楷体_GB2312" pitchFamily="49" charset="-122"/>
                <a:cs typeface="Times New Roman" pitchFamily="18" charset="0"/>
              </a:rPr>
              <a:t>A</a:t>
            </a:r>
            <a:r>
              <a:rPr kumimoji="1" lang="en-US" altLang="zh-CN" sz="2500" b="1" dirty="0" err="1">
                <a:solidFill>
                  <a:srgbClr val="FF0000"/>
                </a:solidFill>
                <a:ea typeface="楷体_GB2312" pitchFamily="49" charset="-122"/>
                <a:cs typeface="Times New Roman" pitchFamily="18" charset="0"/>
              </a:rPr>
              <a:t>′｜</a:t>
            </a:r>
            <a:r>
              <a:rPr kumimoji="1" lang="en-US" altLang="zh-CN" sz="2500" b="1" i="1" dirty="0" err="1">
                <a:solidFill>
                  <a:srgbClr val="FF0000"/>
                </a:solidFill>
                <a:ea typeface="楷体_GB2312" pitchFamily="49" charset="-122"/>
                <a:cs typeface="Times New Roman" pitchFamily="18" charset="0"/>
              </a:rPr>
              <a:t>ε</a:t>
            </a:r>
            <a:endParaRPr lang="zh-CN" altLang="en-US" sz="2500" b="1" dirty="0">
              <a:solidFill>
                <a:srgbClr val="FF0000"/>
              </a:solidFill>
            </a:endParaRPr>
          </a:p>
        </p:txBody>
      </p:sp>
      <p:sp>
        <p:nvSpPr>
          <p:cNvPr id="22" name="标题 1">
            <a:extLst>
              <a:ext uri="{FF2B5EF4-FFF2-40B4-BE49-F238E27FC236}">
                <a16:creationId xmlns:a16="http://schemas.microsoft.com/office/drawing/2014/main" id="{1D69B3F1-3F38-4D40-953A-5D7273F54659}"/>
              </a:ext>
            </a:extLst>
          </p:cNvPr>
          <p:cNvSpPr>
            <a:spLocks noGrp="1"/>
          </p:cNvSpPr>
          <p:nvPr>
            <p:ph type="title"/>
          </p:nvPr>
        </p:nvSpPr>
        <p:spPr/>
        <p:txBody>
          <a:bodyPr/>
          <a:lstStyle/>
          <a:p>
            <a:pPr eaLnBrk="1" hangingPunct="1">
              <a:defRPr/>
            </a:pPr>
            <a:r>
              <a:rPr lang="zh-CN" altLang="en-US" dirty="0">
                <a:latin typeface="微软雅黑" panose="020B0503020204020204" pitchFamily="34" charset="-122"/>
                <a:ea typeface="微软雅黑" panose="020B0503020204020204" pitchFamily="34" charset="-122"/>
              </a:rPr>
              <a:t>对上下文无关文法的改造 </a:t>
            </a:r>
            <a:endParaRPr lang="zh-CN" altLang="en-US" dirty="0">
              <a:solidFill>
                <a:srgbClr val="000099"/>
              </a:solidFill>
              <a:ea typeface="楷体_GB2312"/>
              <a:cs typeface="Times New Roman" pitchFamily="18" charset="0"/>
            </a:endParaRPr>
          </a:p>
        </p:txBody>
      </p:sp>
      <p:sp>
        <p:nvSpPr>
          <p:cNvPr id="17" name="矩形 16">
            <a:extLst>
              <a:ext uri="{FF2B5EF4-FFF2-40B4-BE49-F238E27FC236}">
                <a16:creationId xmlns:a16="http://schemas.microsoft.com/office/drawing/2014/main" id="{23E47F20-55E9-4FAE-981A-C96E7E4F8134}"/>
              </a:ext>
            </a:extLst>
          </p:cNvPr>
          <p:cNvSpPr>
            <a:spLocks noChangeArrowheads="1"/>
          </p:cNvSpPr>
          <p:nvPr/>
        </p:nvSpPr>
        <p:spPr bwMode="auto">
          <a:xfrm>
            <a:off x="6602876" y="384621"/>
            <a:ext cx="1758950" cy="2043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lnSpc>
                <a:spcPts val="2000"/>
              </a:lnSpc>
              <a:spcBef>
                <a:spcPct val="20000"/>
              </a:spcBef>
              <a:buClr>
                <a:srgbClr val="3333CC"/>
              </a:buClr>
              <a:buSzPct val="100000"/>
            </a:pPr>
            <a:r>
              <a:rPr lang="en-US" altLang="zh-CN" sz="2400" b="1" i="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sz="2400" b="1" i="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a:t>
            </a:r>
            <a:r>
              <a:rPr kumimoji="1" lang="en-US" altLang="zh-CN" sz="2000" b="1" i="1" dirty="0">
                <a:latin typeface="Times New Roman" panose="02020603050405020304" pitchFamily="18" charset="0"/>
                <a:ea typeface="楷体_GB2312"/>
                <a:cs typeface="Times New Roman" panose="02020603050405020304" pitchFamily="18" charset="0"/>
              </a:rPr>
              <a:t>α</a:t>
            </a:r>
            <a:endParaRPr kumimoji="1" lang="en-US" altLang="zh-CN" sz="2400" b="1" i="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endParaRPr>
          </a:p>
          <a:p>
            <a:pPr eaLnBrk="1" hangingPunct="1">
              <a:lnSpc>
                <a:spcPts val="2000"/>
              </a:lnSpc>
              <a:spcBef>
                <a:spcPct val="20000"/>
              </a:spcBef>
              <a:buClr>
                <a:srgbClr val="3333CC"/>
              </a:buClr>
              <a:buSzPct val="100000"/>
            </a:pP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sz="2800" b="1" i="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a:t>
            </a:r>
            <a:r>
              <a:rPr kumimoji="1" lang="en-US" altLang="zh-CN" sz="2400" b="1" i="1" dirty="0">
                <a:latin typeface="Times New Roman" panose="02020603050405020304" pitchFamily="18" charset="0"/>
                <a:ea typeface="楷体_GB2312"/>
                <a:cs typeface="Times New Roman" panose="02020603050405020304" pitchFamily="18" charset="0"/>
              </a:rPr>
              <a:t>αα</a:t>
            </a:r>
            <a:endParaRPr kumimoji="1" lang="en-US" altLang="zh-CN" sz="2400" b="1" i="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endParaRPr>
          </a:p>
          <a:p>
            <a:pPr eaLnBrk="1" hangingPunct="1">
              <a:lnSpc>
                <a:spcPts val="2000"/>
              </a:lnSpc>
              <a:spcBef>
                <a:spcPct val="20000"/>
              </a:spcBef>
              <a:buClr>
                <a:srgbClr val="3333CC"/>
              </a:buClr>
              <a:buSzPct val="100000"/>
            </a:pP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sz="2800" b="1" i="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a:t>
            </a:r>
            <a:r>
              <a:rPr kumimoji="1" lang="en-US" altLang="zh-CN" sz="2400" b="1" i="1" dirty="0">
                <a:latin typeface="Times New Roman" panose="02020603050405020304" pitchFamily="18" charset="0"/>
                <a:ea typeface="楷体_GB2312"/>
                <a:cs typeface="Times New Roman" panose="02020603050405020304" pitchFamily="18" charset="0"/>
              </a:rPr>
              <a:t>ααα</a:t>
            </a:r>
            <a:endParaRPr kumimoji="1" lang="en-US" altLang="zh-CN" sz="2400" b="1" i="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endParaRPr>
          </a:p>
          <a:p>
            <a:pPr eaLnBrk="1" hangingPunct="1">
              <a:lnSpc>
                <a:spcPts val="2000"/>
              </a:lnSpc>
              <a:spcBef>
                <a:spcPct val="20000"/>
              </a:spcBef>
              <a:buClr>
                <a:srgbClr val="3333CC"/>
              </a:buClr>
              <a:buSzPct val="100000"/>
            </a:pPr>
            <a:r>
              <a:rPr kumimoji="1" lang="en-US" altLang="zh-CN" sz="2400" b="1" i="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p>
          <a:p>
            <a:pPr eaLnBrk="1" hangingPunct="1">
              <a:lnSpc>
                <a:spcPts val="2000"/>
              </a:lnSpc>
              <a:spcBef>
                <a:spcPct val="20000"/>
              </a:spcBef>
              <a:buClr>
                <a:srgbClr val="3333CC"/>
              </a:buClr>
              <a:buSzPct val="100000"/>
            </a:pP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sz="2800" b="1" i="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a:t>
            </a:r>
            <a:r>
              <a:rPr kumimoji="1" lang="en-US" altLang="zh-CN" sz="2400" b="1" i="1" dirty="0">
                <a:latin typeface="Times New Roman" panose="02020603050405020304" pitchFamily="18" charset="0"/>
                <a:ea typeface="楷体_GB2312"/>
                <a:cs typeface="Times New Roman" panose="02020603050405020304" pitchFamily="18" charset="0"/>
              </a:rPr>
              <a:t>α </a:t>
            </a:r>
            <a:r>
              <a:rPr kumimoji="1" lang="en-US" altLang="zh-CN" sz="2400" b="1" i="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kumimoji="1" lang="en-US" altLang="zh-CN" sz="2400" b="1" i="1" dirty="0">
                <a:latin typeface="Times New Roman" panose="02020603050405020304" pitchFamily="18" charset="0"/>
                <a:ea typeface="楷体_GB2312"/>
                <a:cs typeface="Times New Roman" panose="02020603050405020304" pitchFamily="18" charset="0"/>
              </a:rPr>
              <a:t>α</a:t>
            </a:r>
            <a:endParaRPr kumimoji="1" lang="en-US" altLang="zh-CN" sz="2400" b="1" i="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endParaRPr>
          </a:p>
          <a:p>
            <a:pPr eaLnBrk="1" hangingPunct="1">
              <a:lnSpc>
                <a:spcPts val="2000"/>
              </a:lnSpc>
              <a:spcBef>
                <a:spcPct val="20000"/>
              </a:spcBef>
              <a:buClr>
                <a:srgbClr val="3333CC"/>
              </a:buClr>
              <a:buSzPct val="100000"/>
            </a:pP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sz="2400" b="1" i="1" dirty="0">
                <a:latin typeface="Times New Roman" panose="02020603050405020304" pitchFamily="18" charset="0"/>
                <a:ea typeface="楷体_GB2312"/>
                <a:cs typeface="Times New Roman" panose="02020603050405020304" pitchFamily="18" charset="0"/>
              </a:rPr>
              <a:t>β </a:t>
            </a:r>
            <a:r>
              <a:rPr kumimoji="1" lang="en-US" altLang="zh-CN" sz="2400" b="1" i="1" u="sng" dirty="0">
                <a:latin typeface="Times New Roman" panose="02020603050405020304" pitchFamily="18" charset="0"/>
                <a:ea typeface="楷体_GB2312"/>
                <a:cs typeface="Times New Roman" panose="02020603050405020304" pitchFamily="18" charset="0"/>
              </a:rPr>
              <a:t>α</a:t>
            </a:r>
            <a:r>
              <a:rPr kumimoji="1" lang="en-US" altLang="zh-CN" sz="2000" b="1" i="1" u="sng" dirty="0">
                <a:latin typeface="Times New Roman" panose="02020603050405020304" pitchFamily="18" charset="0"/>
                <a:ea typeface="楷体_GB2312"/>
                <a:cs typeface="Times New Roman" panose="02020603050405020304" pitchFamily="18" charset="0"/>
              </a:rPr>
              <a:t> </a:t>
            </a:r>
            <a:r>
              <a:rPr kumimoji="1" lang="en-US" altLang="zh-CN" sz="2400" b="1" i="1" u="sng"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kumimoji="1" lang="en-US" altLang="zh-CN" sz="2400" b="1" i="1" u="sng" dirty="0">
                <a:latin typeface="Times New Roman" panose="02020603050405020304" pitchFamily="18" charset="0"/>
                <a:ea typeface="楷体_GB2312"/>
                <a:cs typeface="Times New Roman" panose="02020603050405020304" pitchFamily="18" charset="0"/>
              </a:rPr>
              <a:t>α</a:t>
            </a:r>
            <a:endParaRPr kumimoji="1" lang="en-US" altLang="zh-CN" sz="2400" b="1" i="1" u="sng"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endParaRPr>
          </a:p>
        </p:txBody>
      </p:sp>
      <p:sp>
        <p:nvSpPr>
          <p:cNvPr id="18" name="矩形 17">
            <a:extLst>
              <a:ext uri="{FF2B5EF4-FFF2-40B4-BE49-F238E27FC236}">
                <a16:creationId xmlns:a16="http://schemas.microsoft.com/office/drawing/2014/main" id="{D9097829-6108-4013-8058-6EDE6B7D2F26}"/>
              </a:ext>
            </a:extLst>
          </p:cNvPr>
          <p:cNvSpPr>
            <a:spLocks noChangeArrowheads="1"/>
          </p:cNvSpPr>
          <p:nvPr/>
        </p:nvSpPr>
        <p:spPr bwMode="auto">
          <a:xfrm>
            <a:off x="6444208" y="2643758"/>
            <a:ext cx="1967205" cy="2007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lnSpc>
                <a:spcPts val="2000"/>
              </a:lnSpc>
              <a:spcBef>
                <a:spcPct val="20000"/>
              </a:spcBef>
              <a:buClr>
                <a:srgbClr val="3333CC"/>
              </a:buClr>
              <a:buSzPct val="100000"/>
            </a:pPr>
            <a:r>
              <a:rPr kumimoji="1" lang="en-US" altLang="zh-CN" sz="2400" b="1" i="1" dirty="0">
                <a:latin typeface="Times New Roman" panose="02020603050405020304" pitchFamily="18" charset="0"/>
                <a:ea typeface="楷体_GB2312"/>
                <a:cs typeface="Times New Roman" panose="02020603050405020304" pitchFamily="18" charset="0"/>
              </a:rPr>
              <a:t>A</a:t>
            </a:r>
            <a:r>
              <a:rPr kumimoji="1" lang="en-US" altLang="zh-CN" sz="2400" b="1" dirty="0">
                <a:latin typeface="Times New Roman" panose="02020603050405020304" pitchFamily="18" charset="0"/>
                <a:ea typeface="楷体_GB2312"/>
                <a:cs typeface="Times New Roman" panose="02020603050405020304" pitchFamily="18" charset="0"/>
              </a:rPr>
              <a:t>′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sz="2400" b="1" i="1" dirty="0">
                <a:latin typeface="Times New Roman" panose="02020603050405020304" pitchFamily="18" charset="0"/>
                <a:ea typeface="楷体_GB2312"/>
                <a:cs typeface="Times New Roman" panose="02020603050405020304" pitchFamily="18" charset="0"/>
              </a:rPr>
              <a:t>αA</a:t>
            </a:r>
            <a:r>
              <a:rPr kumimoji="1" lang="en-US" altLang="zh-CN" sz="2400" b="1" dirty="0">
                <a:latin typeface="Times New Roman" panose="02020603050405020304" pitchFamily="18" charset="0"/>
                <a:ea typeface="楷体_GB2312"/>
                <a:cs typeface="Times New Roman" panose="02020603050405020304" pitchFamily="18" charset="0"/>
              </a:rPr>
              <a:t>′ </a:t>
            </a:r>
            <a:endParaRPr kumimoji="1" lang="en-US" altLang="zh-CN" sz="2400" b="1" i="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endParaRPr>
          </a:p>
          <a:p>
            <a:pPr eaLnBrk="1" hangingPunct="1">
              <a:lnSpc>
                <a:spcPts val="2000"/>
              </a:lnSpc>
              <a:spcBef>
                <a:spcPct val="20000"/>
              </a:spcBef>
              <a:buClr>
                <a:srgbClr val="3333CC"/>
              </a:buClr>
              <a:buSzPct val="100000"/>
            </a:pP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sz="2400" b="1" i="1" dirty="0">
                <a:latin typeface="Times New Roman" panose="02020603050405020304" pitchFamily="18" charset="0"/>
                <a:ea typeface="楷体_GB2312"/>
                <a:cs typeface="Times New Roman" panose="02020603050405020304" pitchFamily="18" charset="0"/>
              </a:rPr>
              <a:t>ααA</a:t>
            </a:r>
            <a:r>
              <a:rPr kumimoji="1" lang="en-US" altLang="zh-CN" sz="2400" b="1" dirty="0">
                <a:latin typeface="Times New Roman" panose="02020603050405020304" pitchFamily="18" charset="0"/>
                <a:ea typeface="楷体_GB2312"/>
                <a:cs typeface="Times New Roman" panose="02020603050405020304" pitchFamily="18" charset="0"/>
              </a:rPr>
              <a:t>′</a:t>
            </a:r>
            <a:endParaRPr kumimoji="1" lang="en-US" altLang="zh-CN" sz="2400" b="1" i="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endParaRPr>
          </a:p>
          <a:p>
            <a:pPr eaLnBrk="1" hangingPunct="1">
              <a:lnSpc>
                <a:spcPts val="2000"/>
              </a:lnSpc>
              <a:spcBef>
                <a:spcPct val="20000"/>
              </a:spcBef>
              <a:buClr>
                <a:srgbClr val="3333CC"/>
              </a:buClr>
              <a:buSzPct val="100000"/>
            </a:pP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sz="2400" b="1" i="1" dirty="0">
                <a:latin typeface="Times New Roman" panose="02020603050405020304" pitchFamily="18" charset="0"/>
                <a:ea typeface="楷体_GB2312"/>
                <a:cs typeface="Times New Roman" panose="02020603050405020304" pitchFamily="18" charset="0"/>
              </a:rPr>
              <a:t>αααA</a:t>
            </a:r>
            <a:r>
              <a:rPr kumimoji="1" lang="en-US" altLang="zh-CN" sz="2400" b="1" dirty="0">
                <a:latin typeface="Times New Roman" panose="02020603050405020304" pitchFamily="18" charset="0"/>
                <a:ea typeface="楷体_GB2312"/>
                <a:cs typeface="Times New Roman" panose="02020603050405020304" pitchFamily="18" charset="0"/>
              </a:rPr>
              <a:t>′</a:t>
            </a:r>
            <a:endParaRPr kumimoji="1" lang="en-US" altLang="zh-CN" sz="2400" b="1" i="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endParaRPr>
          </a:p>
          <a:p>
            <a:pPr eaLnBrk="1" hangingPunct="1">
              <a:lnSpc>
                <a:spcPts val="2000"/>
              </a:lnSpc>
              <a:spcBef>
                <a:spcPct val="20000"/>
              </a:spcBef>
              <a:buClr>
                <a:srgbClr val="3333CC"/>
              </a:buClr>
              <a:buSzPct val="100000"/>
            </a:pPr>
            <a:r>
              <a:rPr kumimoji="1" lang="en-US" altLang="zh-CN" sz="2400" b="1" i="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p>
          <a:p>
            <a:pPr eaLnBrk="1" hangingPunct="1">
              <a:lnSpc>
                <a:spcPts val="2000"/>
              </a:lnSpc>
              <a:spcBef>
                <a:spcPct val="20000"/>
              </a:spcBef>
              <a:buClr>
                <a:srgbClr val="3333CC"/>
              </a:buClr>
              <a:buSzPct val="100000"/>
            </a:pP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sz="2400" b="1" i="1" dirty="0">
                <a:latin typeface="Times New Roman" panose="02020603050405020304" pitchFamily="18" charset="0"/>
                <a:ea typeface="楷体_GB2312"/>
                <a:cs typeface="Times New Roman" panose="02020603050405020304" pitchFamily="18" charset="0"/>
              </a:rPr>
              <a:t>α </a:t>
            </a:r>
            <a:r>
              <a:rPr kumimoji="1" lang="en-US" altLang="zh-CN" sz="2400" b="1" i="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kumimoji="1" lang="en-US" altLang="zh-CN" sz="2400" b="1" i="1" dirty="0">
                <a:latin typeface="Times New Roman" panose="02020603050405020304" pitchFamily="18" charset="0"/>
                <a:ea typeface="楷体_GB2312"/>
                <a:cs typeface="Times New Roman" panose="02020603050405020304" pitchFamily="18" charset="0"/>
              </a:rPr>
              <a:t>αA</a:t>
            </a:r>
            <a:r>
              <a:rPr kumimoji="1" lang="en-US" altLang="zh-CN" sz="2400" b="1" dirty="0">
                <a:latin typeface="Times New Roman" panose="02020603050405020304" pitchFamily="18" charset="0"/>
                <a:ea typeface="楷体_GB2312"/>
                <a:cs typeface="Times New Roman" panose="02020603050405020304" pitchFamily="18" charset="0"/>
              </a:rPr>
              <a:t>′</a:t>
            </a:r>
            <a:endParaRPr kumimoji="1" lang="en-US" altLang="zh-CN" sz="2400" b="1" i="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endParaRPr>
          </a:p>
          <a:p>
            <a:pPr eaLnBrk="1" hangingPunct="1">
              <a:lnSpc>
                <a:spcPts val="2000"/>
              </a:lnSpc>
              <a:spcBef>
                <a:spcPct val="20000"/>
              </a:spcBef>
              <a:buClr>
                <a:srgbClr val="3333CC"/>
              </a:buClr>
              <a:buSzPct val="100000"/>
            </a:pP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sz="2400" b="1" i="1" u="sng" dirty="0">
                <a:latin typeface="Times New Roman" panose="02020603050405020304" pitchFamily="18" charset="0"/>
                <a:ea typeface="楷体_GB2312"/>
                <a:cs typeface="Times New Roman" panose="02020603050405020304" pitchFamily="18" charset="0"/>
              </a:rPr>
              <a:t>α </a:t>
            </a:r>
            <a:r>
              <a:rPr kumimoji="1" lang="en-US" altLang="zh-CN" sz="2400" b="1" i="1" u="sng"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kumimoji="1" lang="en-US" altLang="zh-CN" sz="2400" b="1" i="1" u="sng" dirty="0">
                <a:latin typeface="Times New Roman" panose="02020603050405020304" pitchFamily="18" charset="0"/>
                <a:ea typeface="楷体_GB2312"/>
                <a:cs typeface="Times New Roman" panose="02020603050405020304" pitchFamily="18" charset="0"/>
              </a:rPr>
              <a:t>α</a:t>
            </a:r>
          </a:p>
        </p:txBody>
      </p:sp>
      <p:sp>
        <p:nvSpPr>
          <p:cNvPr id="10" name="矩形 9">
            <a:extLst>
              <a:ext uri="{FF2B5EF4-FFF2-40B4-BE49-F238E27FC236}">
                <a16:creationId xmlns:a16="http://schemas.microsoft.com/office/drawing/2014/main" id="{6C1D91D3-47A8-4C21-9268-4D41A472B0AA}"/>
              </a:ext>
            </a:extLst>
          </p:cNvPr>
          <p:cNvSpPr/>
          <p:nvPr/>
        </p:nvSpPr>
        <p:spPr>
          <a:xfrm>
            <a:off x="5338412" y="1060095"/>
            <a:ext cx="908050" cy="461963"/>
          </a:xfrm>
          <a:prstGeom prst="rect">
            <a:avLst/>
          </a:prstGeom>
          <a:solidFill>
            <a:schemeClr val="accent2">
              <a:lumMod val="40000"/>
              <a:lumOff val="60000"/>
            </a:schemeClr>
          </a:solidFill>
          <a:ln w="12700">
            <a:solidFill>
              <a:schemeClr val="tx1"/>
            </a:solidFill>
          </a:ln>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400" b="1" i="1">
                <a:solidFill>
                  <a:srgbClr val="000000"/>
                </a:solidFill>
                <a:latin typeface="Times New Roman" panose="02020603050405020304" pitchFamily="18" charset="0"/>
                <a:ea typeface="楷体_GB2312"/>
                <a:cs typeface="Times New Roman" panose="02020603050405020304" pitchFamily="18" charset="0"/>
              </a:rPr>
              <a:t>r=βα</a:t>
            </a:r>
            <a:r>
              <a:rPr kumimoji="1" lang="zh-CN" altLang="en-US" sz="2400" b="1" i="1" baseline="30000">
                <a:solidFill>
                  <a:srgbClr val="000000"/>
                </a:solidFill>
                <a:latin typeface="Times New Roman" panose="02020603050405020304" pitchFamily="18" charset="0"/>
                <a:ea typeface="楷体_GB2312"/>
                <a:cs typeface="Times New Roman" panose="02020603050405020304" pitchFamily="18" charset="0"/>
              </a:rPr>
              <a:t>*</a:t>
            </a:r>
            <a:endParaRPr lang="zh-CN" altLang="en-US" baseline="30000">
              <a:ea typeface="楷体_GB2312"/>
              <a:cs typeface="Times New Roman" panose="02020603050405020304" pitchFamily="18" charset="0"/>
            </a:endParaRPr>
          </a:p>
        </p:txBody>
      </p:sp>
      <p:grpSp>
        <p:nvGrpSpPr>
          <p:cNvPr id="11" name="组合 10">
            <a:extLst>
              <a:ext uri="{FF2B5EF4-FFF2-40B4-BE49-F238E27FC236}">
                <a16:creationId xmlns:a16="http://schemas.microsoft.com/office/drawing/2014/main" id="{AC2398E2-795C-4570-8352-58AEB2827A61}"/>
              </a:ext>
            </a:extLst>
          </p:cNvPr>
          <p:cNvGrpSpPr/>
          <p:nvPr/>
        </p:nvGrpSpPr>
        <p:grpSpPr>
          <a:xfrm>
            <a:off x="1691680" y="2987115"/>
            <a:ext cx="1490651" cy="369332"/>
            <a:chOff x="2217253" y="3570570"/>
            <a:chExt cx="1490651" cy="369332"/>
          </a:xfrm>
        </p:grpSpPr>
        <p:sp>
          <p:nvSpPr>
            <p:cNvPr id="5" name="下箭头 4">
              <a:extLst>
                <a:ext uri="{FF2B5EF4-FFF2-40B4-BE49-F238E27FC236}">
                  <a16:creationId xmlns:a16="http://schemas.microsoft.com/office/drawing/2014/main" id="{229ADAD4-7D82-493E-A58F-845294F2B55A}"/>
                </a:ext>
              </a:extLst>
            </p:cNvPr>
            <p:cNvSpPr/>
            <p:nvPr/>
          </p:nvSpPr>
          <p:spPr>
            <a:xfrm flipH="1">
              <a:off x="3131840" y="3601037"/>
              <a:ext cx="576064" cy="323850"/>
            </a:xfrm>
            <a:prstGeom prst="downArrow">
              <a:avLst/>
            </a:prstGeom>
            <a:solidFill>
              <a:schemeClr val="tx2">
                <a:lumMod val="60000"/>
                <a:lumOff val="4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solidFill>
                  <a:srgbClr val="0070C0"/>
                </a:solidFill>
              </a:endParaRPr>
            </a:p>
          </p:txBody>
        </p:sp>
        <p:sp>
          <p:nvSpPr>
            <p:cNvPr id="2" name="矩形 1">
              <a:extLst>
                <a:ext uri="{FF2B5EF4-FFF2-40B4-BE49-F238E27FC236}">
                  <a16:creationId xmlns:a16="http://schemas.microsoft.com/office/drawing/2014/main" id="{88BE1675-29C0-48B6-AD2A-F49B0D464DC0}"/>
                </a:ext>
              </a:extLst>
            </p:cNvPr>
            <p:cNvSpPr/>
            <p:nvPr/>
          </p:nvSpPr>
          <p:spPr>
            <a:xfrm>
              <a:off x="2217253" y="3570570"/>
              <a:ext cx="877163" cy="369332"/>
            </a:xfrm>
            <a:prstGeom prst="rect">
              <a:avLst/>
            </a:prstGeom>
          </p:spPr>
          <p:txBody>
            <a:bodyPr wrap="none">
              <a:spAutoFit/>
            </a:bodyPr>
            <a:lstStyle/>
            <a:p>
              <a:r>
                <a:rPr lang="zh-CN" altLang="en-US" b="1" dirty="0">
                  <a:solidFill>
                    <a:srgbClr val="0070C0"/>
                  </a:solidFill>
                  <a:latin typeface="微软雅黑" panose="020B0503020204020204" pitchFamily="34" charset="-122"/>
                  <a:ea typeface="微软雅黑" panose="020B0503020204020204" pitchFamily="34" charset="-122"/>
                </a:rPr>
                <a:t>替换为</a:t>
              </a:r>
            </a:p>
          </p:txBody>
        </p:sp>
      </p:grpSp>
      <p:sp>
        <p:nvSpPr>
          <p:cNvPr id="6" name="灯片编号占位符 5">
            <a:extLst>
              <a:ext uri="{FF2B5EF4-FFF2-40B4-BE49-F238E27FC236}">
                <a16:creationId xmlns:a16="http://schemas.microsoft.com/office/drawing/2014/main" id="{48DD90EE-9FCC-4F1D-AA67-0BD6C1EAF147}"/>
              </a:ext>
            </a:extLst>
          </p:cNvPr>
          <p:cNvSpPr>
            <a:spLocks noGrp="1"/>
          </p:cNvSpPr>
          <p:nvPr>
            <p:ph type="sldNum" sz="quarter" idx="12"/>
          </p:nvPr>
        </p:nvSpPr>
        <p:spPr/>
        <p:txBody>
          <a:bodyPr/>
          <a:lstStyle/>
          <a:p>
            <a:pPr>
              <a:defRPr/>
            </a:pPr>
            <a:fld id="{EA567855-7F13-4FC5-AD61-2B82F6443E16}" type="slidenum">
              <a:rPr lang="zh-CN" altLang="en-US" smtClean="0"/>
              <a:pPr>
                <a:defRPr/>
              </a:pPr>
              <a:t>21</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0" fill="hold" nodeType="click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 calcmode="lin" valueType="num">
                                      <p:cBhvr>
                                        <p:cTn id="14"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15"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17">
                                            <p:txEl>
                                              <p:pRg st="0" end="0"/>
                                            </p:txEl>
                                          </p:spTgt>
                                        </p:tgtEl>
                                        <p:attrNameLst>
                                          <p:attrName>style.visibility</p:attrName>
                                        </p:attrNameLst>
                                      </p:cBhvr>
                                      <p:to>
                                        <p:strVal val="visible"/>
                                      </p:to>
                                    </p:set>
                                    <p:anim calcmode="lin" valueType="num">
                                      <p:cBhvr>
                                        <p:cTn id="21" dur="500" fill="hold"/>
                                        <p:tgtEl>
                                          <p:spTgt spid="17">
                                            <p:txEl>
                                              <p:pRg st="0" end="0"/>
                                            </p:txEl>
                                          </p:spTgt>
                                        </p:tgtEl>
                                        <p:attrNameLst>
                                          <p:attrName>ppt_w</p:attrName>
                                        </p:attrNameLst>
                                      </p:cBhvr>
                                      <p:tavLst>
                                        <p:tav tm="0">
                                          <p:val>
                                            <p:fltVal val="0"/>
                                          </p:val>
                                        </p:tav>
                                        <p:tav tm="100000">
                                          <p:val>
                                            <p:strVal val="#ppt_w"/>
                                          </p:val>
                                        </p:tav>
                                      </p:tavLst>
                                    </p:anim>
                                    <p:anim calcmode="lin" valueType="num">
                                      <p:cBhvr>
                                        <p:cTn id="22" dur="500" fill="hold"/>
                                        <p:tgtEl>
                                          <p:spTgt spid="17">
                                            <p:txEl>
                                              <p:pRg st="0" end="0"/>
                                            </p:txEl>
                                          </p:spTgt>
                                        </p:tgtEl>
                                        <p:attrNameLst>
                                          <p:attrName>ppt_h</p:attrName>
                                        </p:attrNameLst>
                                      </p:cBhvr>
                                      <p:tavLst>
                                        <p:tav tm="0">
                                          <p:val>
                                            <p:fltVal val="0"/>
                                          </p:val>
                                        </p:tav>
                                        <p:tav tm="100000">
                                          <p:val>
                                            <p:strVal val="#ppt_h"/>
                                          </p:val>
                                        </p:tav>
                                      </p:tavLst>
                                    </p:anim>
                                    <p:animEffect transition="in" filter="fade">
                                      <p:cBhvr>
                                        <p:cTn id="23" dur="500"/>
                                        <p:tgtEl>
                                          <p:spTgt spid="17">
                                            <p:txEl>
                                              <p:pRg st="0" end="0"/>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3" presetClass="entr" presetSubtype="16" fill="hold" nodeType="clickEffect">
                                  <p:stCondLst>
                                    <p:cond delay="0"/>
                                  </p:stCondLst>
                                  <p:childTnLst>
                                    <p:set>
                                      <p:cBhvr>
                                        <p:cTn id="27" dur="1" fill="hold">
                                          <p:stCondLst>
                                            <p:cond delay="0"/>
                                          </p:stCondLst>
                                        </p:cTn>
                                        <p:tgtEl>
                                          <p:spTgt spid="17">
                                            <p:txEl>
                                              <p:pRg st="1" end="1"/>
                                            </p:txEl>
                                          </p:spTgt>
                                        </p:tgtEl>
                                        <p:attrNameLst>
                                          <p:attrName>style.visibility</p:attrName>
                                        </p:attrNameLst>
                                      </p:cBhvr>
                                      <p:to>
                                        <p:strVal val="visible"/>
                                      </p:to>
                                    </p:set>
                                    <p:anim calcmode="lin" valueType="num">
                                      <p:cBhvr>
                                        <p:cTn id="28" dur="500" fill="hold"/>
                                        <p:tgtEl>
                                          <p:spTgt spid="17">
                                            <p:txEl>
                                              <p:pRg st="1" end="1"/>
                                            </p:txEl>
                                          </p:spTgt>
                                        </p:tgtEl>
                                        <p:attrNameLst>
                                          <p:attrName>ppt_w</p:attrName>
                                        </p:attrNameLst>
                                      </p:cBhvr>
                                      <p:tavLst>
                                        <p:tav tm="0">
                                          <p:val>
                                            <p:fltVal val="0"/>
                                          </p:val>
                                        </p:tav>
                                        <p:tav tm="100000">
                                          <p:val>
                                            <p:strVal val="#ppt_w"/>
                                          </p:val>
                                        </p:tav>
                                      </p:tavLst>
                                    </p:anim>
                                    <p:anim calcmode="lin" valueType="num">
                                      <p:cBhvr>
                                        <p:cTn id="29" dur="500" fill="hold"/>
                                        <p:tgtEl>
                                          <p:spTgt spid="17">
                                            <p:txEl>
                                              <p:pRg st="1" end="1"/>
                                            </p:txEl>
                                          </p:spTgt>
                                        </p:tgtEl>
                                        <p:attrNameLst>
                                          <p:attrName>ppt_h</p:attrName>
                                        </p:attrNameLst>
                                      </p:cBhvr>
                                      <p:tavLst>
                                        <p:tav tm="0">
                                          <p:val>
                                            <p:fltVal val="0"/>
                                          </p:val>
                                        </p:tav>
                                        <p:tav tm="100000">
                                          <p:val>
                                            <p:strVal val="#ppt_h"/>
                                          </p:val>
                                        </p:tav>
                                      </p:tavLst>
                                    </p:anim>
                                    <p:animEffect transition="in" filter="fade">
                                      <p:cBhvr>
                                        <p:cTn id="30" dur="500"/>
                                        <p:tgtEl>
                                          <p:spTgt spid="17">
                                            <p:txEl>
                                              <p:pRg st="1" end="1"/>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53" presetClass="entr" presetSubtype="16" fill="hold" nodeType="clickEffect">
                                  <p:stCondLst>
                                    <p:cond delay="0"/>
                                  </p:stCondLst>
                                  <p:childTnLst>
                                    <p:set>
                                      <p:cBhvr>
                                        <p:cTn id="34" dur="1" fill="hold">
                                          <p:stCondLst>
                                            <p:cond delay="0"/>
                                          </p:stCondLst>
                                        </p:cTn>
                                        <p:tgtEl>
                                          <p:spTgt spid="17">
                                            <p:txEl>
                                              <p:pRg st="2" end="2"/>
                                            </p:txEl>
                                          </p:spTgt>
                                        </p:tgtEl>
                                        <p:attrNameLst>
                                          <p:attrName>style.visibility</p:attrName>
                                        </p:attrNameLst>
                                      </p:cBhvr>
                                      <p:to>
                                        <p:strVal val="visible"/>
                                      </p:to>
                                    </p:set>
                                    <p:anim calcmode="lin" valueType="num">
                                      <p:cBhvr>
                                        <p:cTn id="35" dur="500" fill="hold"/>
                                        <p:tgtEl>
                                          <p:spTgt spid="17">
                                            <p:txEl>
                                              <p:pRg st="2" end="2"/>
                                            </p:txEl>
                                          </p:spTgt>
                                        </p:tgtEl>
                                        <p:attrNameLst>
                                          <p:attrName>ppt_w</p:attrName>
                                        </p:attrNameLst>
                                      </p:cBhvr>
                                      <p:tavLst>
                                        <p:tav tm="0">
                                          <p:val>
                                            <p:fltVal val="0"/>
                                          </p:val>
                                        </p:tav>
                                        <p:tav tm="100000">
                                          <p:val>
                                            <p:strVal val="#ppt_w"/>
                                          </p:val>
                                        </p:tav>
                                      </p:tavLst>
                                    </p:anim>
                                    <p:anim calcmode="lin" valueType="num">
                                      <p:cBhvr>
                                        <p:cTn id="36" dur="500" fill="hold"/>
                                        <p:tgtEl>
                                          <p:spTgt spid="17">
                                            <p:txEl>
                                              <p:pRg st="2" end="2"/>
                                            </p:txEl>
                                          </p:spTgt>
                                        </p:tgtEl>
                                        <p:attrNameLst>
                                          <p:attrName>ppt_h</p:attrName>
                                        </p:attrNameLst>
                                      </p:cBhvr>
                                      <p:tavLst>
                                        <p:tav tm="0">
                                          <p:val>
                                            <p:fltVal val="0"/>
                                          </p:val>
                                        </p:tav>
                                        <p:tav tm="100000">
                                          <p:val>
                                            <p:strVal val="#ppt_h"/>
                                          </p:val>
                                        </p:tav>
                                      </p:tavLst>
                                    </p:anim>
                                    <p:animEffect transition="in" filter="fade">
                                      <p:cBhvr>
                                        <p:cTn id="37" dur="500"/>
                                        <p:tgtEl>
                                          <p:spTgt spid="17">
                                            <p:txEl>
                                              <p:pRg st="2" end="2"/>
                                            </p:txEl>
                                          </p:spTgt>
                                        </p:tgtEl>
                                      </p:cBhvr>
                                    </p:animEffect>
                                  </p:childTnLst>
                                </p:cTn>
                              </p:par>
                              <p:par>
                                <p:cTn id="38" presetID="53" presetClass="entr" presetSubtype="16" fill="hold" nodeType="withEffect">
                                  <p:stCondLst>
                                    <p:cond delay="0"/>
                                  </p:stCondLst>
                                  <p:childTnLst>
                                    <p:set>
                                      <p:cBhvr>
                                        <p:cTn id="39" dur="1" fill="hold">
                                          <p:stCondLst>
                                            <p:cond delay="0"/>
                                          </p:stCondLst>
                                        </p:cTn>
                                        <p:tgtEl>
                                          <p:spTgt spid="17">
                                            <p:txEl>
                                              <p:pRg st="3" end="3"/>
                                            </p:txEl>
                                          </p:spTgt>
                                        </p:tgtEl>
                                        <p:attrNameLst>
                                          <p:attrName>style.visibility</p:attrName>
                                        </p:attrNameLst>
                                      </p:cBhvr>
                                      <p:to>
                                        <p:strVal val="visible"/>
                                      </p:to>
                                    </p:set>
                                    <p:anim calcmode="lin" valueType="num">
                                      <p:cBhvr>
                                        <p:cTn id="40" dur="500" fill="hold"/>
                                        <p:tgtEl>
                                          <p:spTgt spid="17">
                                            <p:txEl>
                                              <p:pRg st="3" end="3"/>
                                            </p:txEl>
                                          </p:spTgt>
                                        </p:tgtEl>
                                        <p:attrNameLst>
                                          <p:attrName>ppt_w</p:attrName>
                                        </p:attrNameLst>
                                      </p:cBhvr>
                                      <p:tavLst>
                                        <p:tav tm="0">
                                          <p:val>
                                            <p:fltVal val="0"/>
                                          </p:val>
                                        </p:tav>
                                        <p:tav tm="100000">
                                          <p:val>
                                            <p:strVal val="#ppt_w"/>
                                          </p:val>
                                        </p:tav>
                                      </p:tavLst>
                                    </p:anim>
                                    <p:anim calcmode="lin" valueType="num">
                                      <p:cBhvr>
                                        <p:cTn id="41" dur="500" fill="hold"/>
                                        <p:tgtEl>
                                          <p:spTgt spid="17">
                                            <p:txEl>
                                              <p:pRg st="3" end="3"/>
                                            </p:txEl>
                                          </p:spTgt>
                                        </p:tgtEl>
                                        <p:attrNameLst>
                                          <p:attrName>ppt_h</p:attrName>
                                        </p:attrNameLst>
                                      </p:cBhvr>
                                      <p:tavLst>
                                        <p:tav tm="0">
                                          <p:val>
                                            <p:fltVal val="0"/>
                                          </p:val>
                                        </p:tav>
                                        <p:tav tm="100000">
                                          <p:val>
                                            <p:strVal val="#ppt_h"/>
                                          </p:val>
                                        </p:tav>
                                      </p:tavLst>
                                    </p:anim>
                                    <p:animEffect transition="in" filter="fade">
                                      <p:cBhvr>
                                        <p:cTn id="42" dur="500"/>
                                        <p:tgtEl>
                                          <p:spTgt spid="17">
                                            <p:txEl>
                                              <p:pRg st="3" end="3"/>
                                            </p:txEl>
                                          </p:spTgt>
                                        </p:tgtEl>
                                      </p:cBhvr>
                                    </p:animEffect>
                                  </p:childTnLst>
                                </p:cTn>
                              </p:par>
                              <p:par>
                                <p:cTn id="43" presetID="53" presetClass="entr" presetSubtype="16" fill="hold" nodeType="withEffect">
                                  <p:stCondLst>
                                    <p:cond delay="0"/>
                                  </p:stCondLst>
                                  <p:childTnLst>
                                    <p:set>
                                      <p:cBhvr>
                                        <p:cTn id="44" dur="1" fill="hold">
                                          <p:stCondLst>
                                            <p:cond delay="0"/>
                                          </p:stCondLst>
                                        </p:cTn>
                                        <p:tgtEl>
                                          <p:spTgt spid="17">
                                            <p:txEl>
                                              <p:pRg st="4" end="4"/>
                                            </p:txEl>
                                          </p:spTgt>
                                        </p:tgtEl>
                                        <p:attrNameLst>
                                          <p:attrName>style.visibility</p:attrName>
                                        </p:attrNameLst>
                                      </p:cBhvr>
                                      <p:to>
                                        <p:strVal val="visible"/>
                                      </p:to>
                                    </p:set>
                                    <p:anim calcmode="lin" valueType="num">
                                      <p:cBhvr>
                                        <p:cTn id="45" dur="500" fill="hold"/>
                                        <p:tgtEl>
                                          <p:spTgt spid="17">
                                            <p:txEl>
                                              <p:pRg st="4" end="4"/>
                                            </p:txEl>
                                          </p:spTgt>
                                        </p:tgtEl>
                                        <p:attrNameLst>
                                          <p:attrName>ppt_w</p:attrName>
                                        </p:attrNameLst>
                                      </p:cBhvr>
                                      <p:tavLst>
                                        <p:tav tm="0">
                                          <p:val>
                                            <p:fltVal val="0"/>
                                          </p:val>
                                        </p:tav>
                                        <p:tav tm="100000">
                                          <p:val>
                                            <p:strVal val="#ppt_w"/>
                                          </p:val>
                                        </p:tav>
                                      </p:tavLst>
                                    </p:anim>
                                    <p:anim calcmode="lin" valueType="num">
                                      <p:cBhvr>
                                        <p:cTn id="46" dur="500" fill="hold"/>
                                        <p:tgtEl>
                                          <p:spTgt spid="17">
                                            <p:txEl>
                                              <p:pRg st="4" end="4"/>
                                            </p:txEl>
                                          </p:spTgt>
                                        </p:tgtEl>
                                        <p:attrNameLst>
                                          <p:attrName>ppt_h</p:attrName>
                                        </p:attrNameLst>
                                      </p:cBhvr>
                                      <p:tavLst>
                                        <p:tav tm="0">
                                          <p:val>
                                            <p:fltVal val="0"/>
                                          </p:val>
                                        </p:tav>
                                        <p:tav tm="100000">
                                          <p:val>
                                            <p:strVal val="#ppt_h"/>
                                          </p:val>
                                        </p:tav>
                                      </p:tavLst>
                                    </p:anim>
                                    <p:animEffect transition="in" filter="fade">
                                      <p:cBhvr>
                                        <p:cTn id="47" dur="500"/>
                                        <p:tgtEl>
                                          <p:spTgt spid="17">
                                            <p:txEl>
                                              <p:pRg st="4" end="4"/>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53" presetClass="entr" presetSubtype="16" fill="hold" nodeType="clickEffect">
                                  <p:stCondLst>
                                    <p:cond delay="0"/>
                                  </p:stCondLst>
                                  <p:childTnLst>
                                    <p:set>
                                      <p:cBhvr>
                                        <p:cTn id="51" dur="1" fill="hold">
                                          <p:stCondLst>
                                            <p:cond delay="0"/>
                                          </p:stCondLst>
                                        </p:cTn>
                                        <p:tgtEl>
                                          <p:spTgt spid="17">
                                            <p:txEl>
                                              <p:pRg st="5" end="5"/>
                                            </p:txEl>
                                          </p:spTgt>
                                        </p:tgtEl>
                                        <p:attrNameLst>
                                          <p:attrName>style.visibility</p:attrName>
                                        </p:attrNameLst>
                                      </p:cBhvr>
                                      <p:to>
                                        <p:strVal val="visible"/>
                                      </p:to>
                                    </p:set>
                                    <p:anim calcmode="lin" valueType="num">
                                      <p:cBhvr>
                                        <p:cTn id="52" dur="500" fill="hold"/>
                                        <p:tgtEl>
                                          <p:spTgt spid="17">
                                            <p:txEl>
                                              <p:pRg st="5" end="5"/>
                                            </p:txEl>
                                          </p:spTgt>
                                        </p:tgtEl>
                                        <p:attrNameLst>
                                          <p:attrName>ppt_w</p:attrName>
                                        </p:attrNameLst>
                                      </p:cBhvr>
                                      <p:tavLst>
                                        <p:tav tm="0">
                                          <p:val>
                                            <p:fltVal val="0"/>
                                          </p:val>
                                        </p:tav>
                                        <p:tav tm="100000">
                                          <p:val>
                                            <p:strVal val="#ppt_w"/>
                                          </p:val>
                                        </p:tav>
                                      </p:tavLst>
                                    </p:anim>
                                    <p:anim calcmode="lin" valueType="num">
                                      <p:cBhvr>
                                        <p:cTn id="53" dur="500" fill="hold"/>
                                        <p:tgtEl>
                                          <p:spTgt spid="17">
                                            <p:txEl>
                                              <p:pRg st="5" end="5"/>
                                            </p:txEl>
                                          </p:spTgt>
                                        </p:tgtEl>
                                        <p:attrNameLst>
                                          <p:attrName>ppt_h</p:attrName>
                                        </p:attrNameLst>
                                      </p:cBhvr>
                                      <p:tavLst>
                                        <p:tav tm="0">
                                          <p:val>
                                            <p:fltVal val="0"/>
                                          </p:val>
                                        </p:tav>
                                        <p:tav tm="100000">
                                          <p:val>
                                            <p:strVal val="#ppt_h"/>
                                          </p:val>
                                        </p:tav>
                                      </p:tavLst>
                                    </p:anim>
                                    <p:animEffect transition="in" filter="fade">
                                      <p:cBhvr>
                                        <p:cTn id="54" dur="500"/>
                                        <p:tgtEl>
                                          <p:spTgt spid="17">
                                            <p:txEl>
                                              <p:pRg st="5" end="5"/>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53" presetClass="entr" presetSubtype="16" fill="hold" grpId="0" nodeType="clickEffect">
                                  <p:stCondLst>
                                    <p:cond delay="0"/>
                                  </p:stCondLst>
                                  <p:childTnLst>
                                    <p:set>
                                      <p:cBhvr>
                                        <p:cTn id="58" dur="1" fill="hold">
                                          <p:stCondLst>
                                            <p:cond delay="0"/>
                                          </p:stCondLst>
                                        </p:cTn>
                                        <p:tgtEl>
                                          <p:spTgt spid="10"/>
                                        </p:tgtEl>
                                        <p:attrNameLst>
                                          <p:attrName>style.visibility</p:attrName>
                                        </p:attrNameLst>
                                      </p:cBhvr>
                                      <p:to>
                                        <p:strVal val="visible"/>
                                      </p:to>
                                    </p:set>
                                    <p:anim calcmode="lin" valueType="num">
                                      <p:cBhvr>
                                        <p:cTn id="59" dur="500" fill="hold"/>
                                        <p:tgtEl>
                                          <p:spTgt spid="10"/>
                                        </p:tgtEl>
                                        <p:attrNameLst>
                                          <p:attrName>ppt_w</p:attrName>
                                        </p:attrNameLst>
                                      </p:cBhvr>
                                      <p:tavLst>
                                        <p:tav tm="0">
                                          <p:val>
                                            <p:fltVal val="0"/>
                                          </p:val>
                                        </p:tav>
                                        <p:tav tm="100000">
                                          <p:val>
                                            <p:strVal val="#ppt_w"/>
                                          </p:val>
                                        </p:tav>
                                      </p:tavLst>
                                    </p:anim>
                                    <p:anim calcmode="lin" valueType="num">
                                      <p:cBhvr>
                                        <p:cTn id="60" dur="500" fill="hold"/>
                                        <p:tgtEl>
                                          <p:spTgt spid="10"/>
                                        </p:tgtEl>
                                        <p:attrNameLst>
                                          <p:attrName>ppt_h</p:attrName>
                                        </p:attrNameLst>
                                      </p:cBhvr>
                                      <p:tavLst>
                                        <p:tav tm="0">
                                          <p:val>
                                            <p:fltVal val="0"/>
                                          </p:val>
                                        </p:tav>
                                        <p:tav tm="100000">
                                          <p:val>
                                            <p:strVal val="#ppt_h"/>
                                          </p:val>
                                        </p:tav>
                                      </p:tavLst>
                                    </p:anim>
                                    <p:animEffect transition="in" filter="fade">
                                      <p:cBhvr>
                                        <p:cTn id="61" dur="500"/>
                                        <p:tgtEl>
                                          <p:spTgt spid="10"/>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53" presetClass="entr" presetSubtype="16" fill="hold" nodeType="clickEffect">
                                  <p:stCondLst>
                                    <p:cond delay="0"/>
                                  </p:stCondLst>
                                  <p:childTnLst>
                                    <p:set>
                                      <p:cBhvr>
                                        <p:cTn id="65" dur="1" fill="hold">
                                          <p:stCondLst>
                                            <p:cond delay="0"/>
                                          </p:stCondLst>
                                        </p:cTn>
                                        <p:tgtEl>
                                          <p:spTgt spid="18">
                                            <p:txEl>
                                              <p:pRg st="0" end="0"/>
                                            </p:txEl>
                                          </p:spTgt>
                                        </p:tgtEl>
                                        <p:attrNameLst>
                                          <p:attrName>style.visibility</p:attrName>
                                        </p:attrNameLst>
                                      </p:cBhvr>
                                      <p:to>
                                        <p:strVal val="visible"/>
                                      </p:to>
                                    </p:set>
                                    <p:anim calcmode="lin" valueType="num">
                                      <p:cBhvr>
                                        <p:cTn id="66" dur="500" fill="hold"/>
                                        <p:tgtEl>
                                          <p:spTgt spid="18">
                                            <p:txEl>
                                              <p:pRg st="0" end="0"/>
                                            </p:txEl>
                                          </p:spTgt>
                                        </p:tgtEl>
                                        <p:attrNameLst>
                                          <p:attrName>ppt_w</p:attrName>
                                        </p:attrNameLst>
                                      </p:cBhvr>
                                      <p:tavLst>
                                        <p:tav tm="0">
                                          <p:val>
                                            <p:fltVal val="0"/>
                                          </p:val>
                                        </p:tav>
                                        <p:tav tm="100000">
                                          <p:val>
                                            <p:strVal val="#ppt_w"/>
                                          </p:val>
                                        </p:tav>
                                      </p:tavLst>
                                    </p:anim>
                                    <p:anim calcmode="lin" valueType="num">
                                      <p:cBhvr>
                                        <p:cTn id="67" dur="500" fill="hold"/>
                                        <p:tgtEl>
                                          <p:spTgt spid="18">
                                            <p:txEl>
                                              <p:pRg st="0" end="0"/>
                                            </p:txEl>
                                          </p:spTgt>
                                        </p:tgtEl>
                                        <p:attrNameLst>
                                          <p:attrName>ppt_h</p:attrName>
                                        </p:attrNameLst>
                                      </p:cBhvr>
                                      <p:tavLst>
                                        <p:tav tm="0">
                                          <p:val>
                                            <p:fltVal val="0"/>
                                          </p:val>
                                        </p:tav>
                                        <p:tav tm="100000">
                                          <p:val>
                                            <p:strVal val="#ppt_h"/>
                                          </p:val>
                                        </p:tav>
                                      </p:tavLst>
                                    </p:anim>
                                    <p:animEffect transition="in" filter="fade">
                                      <p:cBhvr>
                                        <p:cTn id="68" dur="500"/>
                                        <p:tgtEl>
                                          <p:spTgt spid="18">
                                            <p:txEl>
                                              <p:pRg st="0" end="0"/>
                                            </p:txEl>
                                          </p:spTgt>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53" presetClass="entr" presetSubtype="16" fill="hold" nodeType="clickEffect">
                                  <p:stCondLst>
                                    <p:cond delay="0"/>
                                  </p:stCondLst>
                                  <p:childTnLst>
                                    <p:set>
                                      <p:cBhvr>
                                        <p:cTn id="72" dur="1" fill="hold">
                                          <p:stCondLst>
                                            <p:cond delay="0"/>
                                          </p:stCondLst>
                                        </p:cTn>
                                        <p:tgtEl>
                                          <p:spTgt spid="18">
                                            <p:txEl>
                                              <p:pRg st="1" end="1"/>
                                            </p:txEl>
                                          </p:spTgt>
                                        </p:tgtEl>
                                        <p:attrNameLst>
                                          <p:attrName>style.visibility</p:attrName>
                                        </p:attrNameLst>
                                      </p:cBhvr>
                                      <p:to>
                                        <p:strVal val="visible"/>
                                      </p:to>
                                    </p:set>
                                    <p:anim calcmode="lin" valueType="num">
                                      <p:cBhvr>
                                        <p:cTn id="73" dur="500" fill="hold"/>
                                        <p:tgtEl>
                                          <p:spTgt spid="18">
                                            <p:txEl>
                                              <p:pRg st="1" end="1"/>
                                            </p:txEl>
                                          </p:spTgt>
                                        </p:tgtEl>
                                        <p:attrNameLst>
                                          <p:attrName>ppt_w</p:attrName>
                                        </p:attrNameLst>
                                      </p:cBhvr>
                                      <p:tavLst>
                                        <p:tav tm="0">
                                          <p:val>
                                            <p:fltVal val="0"/>
                                          </p:val>
                                        </p:tav>
                                        <p:tav tm="100000">
                                          <p:val>
                                            <p:strVal val="#ppt_w"/>
                                          </p:val>
                                        </p:tav>
                                      </p:tavLst>
                                    </p:anim>
                                    <p:anim calcmode="lin" valueType="num">
                                      <p:cBhvr>
                                        <p:cTn id="74" dur="500" fill="hold"/>
                                        <p:tgtEl>
                                          <p:spTgt spid="18">
                                            <p:txEl>
                                              <p:pRg st="1" end="1"/>
                                            </p:txEl>
                                          </p:spTgt>
                                        </p:tgtEl>
                                        <p:attrNameLst>
                                          <p:attrName>ppt_h</p:attrName>
                                        </p:attrNameLst>
                                      </p:cBhvr>
                                      <p:tavLst>
                                        <p:tav tm="0">
                                          <p:val>
                                            <p:fltVal val="0"/>
                                          </p:val>
                                        </p:tav>
                                        <p:tav tm="100000">
                                          <p:val>
                                            <p:strVal val="#ppt_h"/>
                                          </p:val>
                                        </p:tav>
                                      </p:tavLst>
                                    </p:anim>
                                    <p:animEffect transition="in" filter="fade">
                                      <p:cBhvr>
                                        <p:cTn id="75" dur="500"/>
                                        <p:tgtEl>
                                          <p:spTgt spid="18">
                                            <p:txEl>
                                              <p:pRg st="1" end="1"/>
                                            </p:txEl>
                                          </p:spTgt>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53" presetClass="entr" presetSubtype="16" fill="hold" nodeType="clickEffect">
                                  <p:stCondLst>
                                    <p:cond delay="0"/>
                                  </p:stCondLst>
                                  <p:childTnLst>
                                    <p:set>
                                      <p:cBhvr>
                                        <p:cTn id="79" dur="1" fill="hold">
                                          <p:stCondLst>
                                            <p:cond delay="0"/>
                                          </p:stCondLst>
                                        </p:cTn>
                                        <p:tgtEl>
                                          <p:spTgt spid="18">
                                            <p:txEl>
                                              <p:pRg st="2" end="2"/>
                                            </p:txEl>
                                          </p:spTgt>
                                        </p:tgtEl>
                                        <p:attrNameLst>
                                          <p:attrName>style.visibility</p:attrName>
                                        </p:attrNameLst>
                                      </p:cBhvr>
                                      <p:to>
                                        <p:strVal val="visible"/>
                                      </p:to>
                                    </p:set>
                                    <p:anim calcmode="lin" valueType="num">
                                      <p:cBhvr>
                                        <p:cTn id="80" dur="500" fill="hold"/>
                                        <p:tgtEl>
                                          <p:spTgt spid="18">
                                            <p:txEl>
                                              <p:pRg st="2" end="2"/>
                                            </p:txEl>
                                          </p:spTgt>
                                        </p:tgtEl>
                                        <p:attrNameLst>
                                          <p:attrName>ppt_w</p:attrName>
                                        </p:attrNameLst>
                                      </p:cBhvr>
                                      <p:tavLst>
                                        <p:tav tm="0">
                                          <p:val>
                                            <p:fltVal val="0"/>
                                          </p:val>
                                        </p:tav>
                                        <p:tav tm="100000">
                                          <p:val>
                                            <p:strVal val="#ppt_w"/>
                                          </p:val>
                                        </p:tav>
                                      </p:tavLst>
                                    </p:anim>
                                    <p:anim calcmode="lin" valueType="num">
                                      <p:cBhvr>
                                        <p:cTn id="81" dur="500" fill="hold"/>
                                        <p:tgtEl>
                                          <p:spTgt spid="18">
                                            <p:txEl>
                                              <p:pRg st="2" end="2"/>
                                            </p:txEl>
                                          </p:spTgt>
                                        </p:tgtEl>
                                        <p:attrNameLst>
                                          <p:attrName>ppt_h</p:attrName>
                                        </p:attrNameLst>
                                      </p:cBhvr>
                                      <p:tavLst>
                                        <p:tav tm="0">
                                          <p:val>
                                            <p:fltVal val="0"/>
                                          </p:val>
                                        </p:tav>
                                        <p:tav tm="100000">
                                          <p:val>
                                            <p:strVal val="#ppt_h"/>
                                          </p:val>
                                        </p:tav>
                                      </p:tavLst>
                                    </p:anim>
                                    <p:animEffect transition="in" filter="fade">
                                      <p:cBhvr>
                                        <p:cTn id="82" dur="500"/>
                                        <p:tgtEl>
                                          <p:spTgt spid="18">
                                            <p:txEl>
                                              <p:pRg st="2" end="2"/>
                                            </p:txEl>
                                          </p:spTgt>
                                        </p:tgtEl>
                                      </p:cBhvr>
                                    </p:animEffect>
                                  </p:childTnLst>
                                </p:cTn>
                              </p:par>
                              <p:par>
                                <p:cTn id="83" presetID="53" presetClass="entr" presetSubtype="16" fill="hold" nodeType="withEffect">
                                  <p:stCondLst>
                                    <p:cond delay="0"/>
                                  </p:stCondLst>
                                  <p:childTnLst>
                                    <p:set>
                                      <p:cBhvr>
                                        <p:cTn id="84" dur="1" fill="hold">
                                          <p:stCondLst>
                                            <p:cond delay="0"/>
                                          </p:stCondLst>
                                        </p:cTn>
                                        <p:tgtEl>
                                          <p:spTgt spid="18">
                                            <p:txEl>
                                              <p:pRg st="3" end="3"/>
                                            </p:txEl>
                                          </p:spTgt>
                                        </p:tgtEl>
                                        <p:attrNameLst>
                                          <p:attrName>style.visibility</p:attrName>
                                        </p:attrNameLst>
                                      </p:cBhvr>
                                      <p:to>
                                        <p:strVal val="visible"/>
                                      </p:to>
                                    </p:set>
                                    <p:anim calcmode="lin" valueType="num">
                                      <p:cBhvr>
                                        <p:cTn id="85" dur="500" fill="hold"/>
                                        <p:tgtEl>
                                          <p:spTgt spid="18">
                                            <p:txEl>
                                              <p:pRg st="3" end="3"/>
                                            </p:txEl>
                                          </p:spTgt>
                                        </p:tgtEl>
                                        <p:attrNameLst>
                                          <p:attrName>ppt_w</p:attrName>
                                        </p:attrNameLst>
                                      </p:cBhvr>
                                      <p:tavLst>
                                        <p:tav tm="0">
                                          <p:val>
                                            <p:fltVal val="0"/>
                                          </p:val>
                                        </p:tav>
                                        <p:tav tm="100000">
                                          <p:val>
                                            <p:strVal val="#ppt_w"/>
                                          </p:val>
                                        </p:tav>
                                      </p:tavLst>
                                    </p:anim>
                                    <p:anim calcmode="lin" valueType="num">
                                      <p:cBhvr>
                                        <p:cTn id="86" dur="500" fill="hold"/>
                                        <p:tgtEl>
                                          <p:spTgt spid="18">
                                            <p:txEl>
                                              <p:pRg st="3" end="3"/>
                                            </p:txEl>
                                          </p:spTgt>
                                        </p:tgtEl>
                                        <p:attrNameLst>
                                          <p:attrName>ppt_h</p:attrName>
                                        </p:attrNameLst>
                                      </p:cBhvr>
                                      <p:tavLst>
                                        <p:tav tm="0">
                                          <p:val>
                                            <p:fltVal val="0"/>
                                          </p:val>
                                        </p:tav>
                                        <p:tav tm="100000">
                                          <p:val>
                                            <p:strVal val="#ppt_h"/>
                                          </p:val>
                                        </p:tav>
                                      </p:tavLst>
                                    </p:anim>
                                    <p:animEffect transition="in" filter="fade">
                                      <p:cBhvr>
                                        <p:cTn id="87" dur="500"/>
                                        <p:tgtEl>
                                          <p:spTgt spid="18">
                                            <p:txEl>
                                              <p:pRg st="3" end="3"/>
                                            </p:txEl>
                                          </p:spTgt>
                                        </p:tgtEl>
                                      </p:cBhvr>
                                    </p:animEffect>
                                  </p:childTnLst>
                                </p:cTn>
                              </p:par>
                              <p:par>
                                <p:cTn id="88" presetID="53" presetClass="entr" presetSubtype="16" fill="hold" nodeType="withEffect">
                                  <p:stCondLst>
                                    <p:cond delay="0"/>
                                  </p:stCondLst>
                                  <p:childTnLst>
                                    <p:set>
                                      <p:cBhvr>
                                        <p:cTn id="89" dur="1" fill="hold">
                                          <p:stCondLst>
                                            <p:cond delay="0"/>
                                          </p:stCondLst>
                                        </p:cTn>
                                        <p:tgtEl>
                                          <p:spTgt spid="18">
                                            <p:txEl>
                                              <p:pRg st="4" end="4"/>
                                            </p:txEl>
                                          </p:spTgt>
                                        </p:tgtEl>
                                        <p:attrNameLst>
                                          <p:attrName>style.visibility</p:attrName>
                                        </p:attrNameLst>
                                      </p:cBhvr>
                                      <p:to>
                                        <p:strVal val="visible"/>
                                      </p:to>
                                    </p:set>
                                    <p:anim calcmode="lin" valueType="num">
                                      <p:cBhvr>
                                        <p:cTn id="90" dur="500" fill="hold"/>
                                        <p:tgtEl>
                                          <p:spTgt spid="18">
                                            <p:txEl>
                                              <p:pRg st="4" end="4"/>
                                            </p:txEl>
                                          </p:spTgt>
                                        </p:tgtEl>
                                        <p:attrNameLst>
                                          <p:attrName>ppt_w</p:attrName>
                                        </p:attrNameLst>
                                      </p:cBhvr>
                                      <p:tavLst>
                                        <p:tav tm="0">
                                          <p:val>
                                            <p:fltVal val="0"/>
                                          </p:val>
                                        </p:tav>
                                        <p:tav tm="100000">
                                          <p:val>
                                            <p:strVal val="#ppt_w"/>
                                          </p:val>
                                        </p:tav>
                                      </p:tavLst>
                                    </p:anim>
                                    <p:anim calcmode="lin" valueType="num">
                                      <p:cBhvr>
                                        <p:cTn id="91" dur="500" fill="hold"/>
                                        <p:tgtEl>
                                          <p:spTgt spid="18">
                                            <p:txEl>
                                              <p:pRg st="4" end="4"/>
                                            </p:txEl>
                                          </p:spTgt>
                                        </p:tgtEl>
                                        <p:attrNameLst>
                                          <p:attrName>ppt_h</p:attrName>
                                        </p:attrNameLst>
                                      </p:cBhvr>
                                      <p:tavLst>
                                        <p:tav tm="0">
                                          <p:val>
                                            <p:fltVal val="0"/>
                                          </p:val>
                                        </p:tav>
                                        <p:tav tm="100000">
                                          <p:val>
                                            <p:strVal val="#ppt_h"/>
                                          </p:val>
                                        </p:tav>
                                      </p:tavLst>
                                    </p:anim>
                                    <p:animEffect transition="in" filter="fade">
                                      <p:cBhvr>
                                        <p:cTn id="92" dur="500"/>
                                        <p:tgtEl>
                                          <p:spTgt spid="18">
                                            <p:txEl>
                                              <p:pRg st="4" end="4"/>
                                            </p:txEl>
                                          </p:spTgt>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53" presetClass="entr" presetSubtype="16" fill="hold" nodeType="clickEffect">
                                  <p:stCondLst>
                                    <p:cond delay="0"/>
                                  </p:stCondLst>
                                  <p:childTnLst>
                                    <p:set>
                                      <p:cBhvr>
                                        <p:cTn id="96" dur="1" fill="hold">
                                          <p:stCondLst>
                                            <p:cond delay="0"/>
                                          </p:stCondLst>
                                        </p:cTn>
                                        <p:tgtEl>
                                          <p:spTgt spid="18">
                                            <p:txEl>
                                              <p:pRg st="5" end="5"/>
                                            </p:txEl>
                                          </p:spTgt>
                                        </p:tgtEl>
                                        <p:attrNameLst>
                                          <p:attrName>style.visibility</p:attrName>
                                        </p:attrNameLst>
                                      </p:cBhvr>
                                      <p:to>
                                        <p:strVal val="visible"/>
                                      </p:to>
                                    </p:set>
                                    <p:anim calcmode="lin" valueType="num">
                                      <p:cBhvr>
                                        <p:cTn id="97" dur="500" fill="hold"/>
                                        <p:tgtEl>
                                          <p:spTgt spid="18">
                                            <p:txEl>
                                              <p:pRg st="5" end="5"/>
                                            </p:txEl>
                                          </p:spTgt>
                                        </p:tgtEl>
                                        <p:attrNameLst>
                                          <p:attrName>ppt_w</p:attrName>
                                        </p:attrNameLst>
                                      </p:cBhvr>
                                      <p:tavLst>
                                        <p:tav tm="0">
                                          <p:val>
                                            <p:fltVal val="0"/>
                                          </p:val>
                                        </p:tav>
                                        <p:tav tm="100000">
                                          <p:val>
                                            <p:strVal val="#ppt_w"/>
                                          </p:val>
                                        </p:tav>
                                      </p:tavLst>
                                    </p:anim>
                                    <p:anim calcmode="lin" valueType="num">
                                      <p:cBhvr>
                                        <p:cTn id="98" dur="500" fill="hold"/>
                                        <p:tgtEl>
                                          <p:spTgt spid="18">
                                            <p:txEl>
                                              <p:pRg st="5" end="5"/>
                                            </p:txEl>
                                          </p:spTgt>
                                        </p:tgtEl>
                                        <p:attrNameLst>
                                          <p:attrName>ppt_h</p:attrName>
                                        </p:attrNameLst>
                                      </p:cBhvr>
                                      <p:tavLst>
                                        <p:tav tm="0">
                                          <p:val>
                                            <p:fltVal val="0"/>
                                          </p:val>
                                        </p:tav>
                                        <p:tav tm="100000">
                                          <p:val>
                                            <p:strVal val="#ppt_h"/>
                                          </p:val>
                                        </p:tav>
                                      </p:tavLst>
                                    </p:anim>
                                    <p:animEffect transition="in" filter="fade">
                                      <p:cBhvr>
                                        <p:cTn id="99" dur="500"/>
                                        <p:tgtEl>
                                          <p:spTgt spid="18">
                                            <p:txEl>
                                              <p:pRg st="5" end="5"/>
                                            </p:txEl>
                                          </p:spTgt>
                                        </p:tgtEl>
                                      </p:cBhvr>
                                    </p:animEffec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53" presetClass="exit" presetSubtype="32" fill="hold" grpId="0" nodeType="clickEffect">
                                  <p:stCondLst>
                                    <p:cond delay="0"/>
                                  </p:stCondLst>
                                  <p:childTnLst>
                                    <p:anim calcmode="lin" valueType="num">
                                      <p:cBhvr>
                                        <p:cTn id="103" dur="500"/>
                                        <p:tgtEl>
                                          <p:spTgt spid="17">
                                            <p:txEl>
                                              <p:pRg st="0" end="0"/>
                                            </p:txEl>
                                          </p:spTgt>
                                        </p:tgtEl>
                                        <p:attrNameLst>
                                          <p:attrName>ppt_w</p:attrName>
                                        </p:attrNameLst>
                                      </p:cBhvr>
                                      <p:tavLst>
                                        <p:tav tm="0">
                                          <p:val>
                                            <p:strVal val="ppt_w"/>
                                          </p:val>
                                        </p:tav>
                                        <p:tav tm="100000">
                                          <p:val>
                                            <p:fltVal val="0"/>
                                          </p:val>
                                        </p:tav>
                                      </p:tavLst>
                                    </p:anim>
                                    <p:anim calcmode="lin" valueType="num">
                                      <p:cBhvr>
                                        <p:cTn id="104" dur="500"/>
                                        <p:tgtEl>
                                          <p:spTgt spid="17">
                                            <p:txEl>
                                              <p:pRg st="0" end="0"/>
                                            </p:txEl>
                                          </p:spTgt>
                                        </p:tgtEl>
                                        <p:attrNameLst>
                                          <p:attrName>ppt_h</p:attrName>
                                        </p:attrNameLst>
                                      </p:cBhvr>
                                      <p:tavLst>
                                        <p:tav tm="0">
                                          <p:val>
                                            <p:strVal val="ppt_h"/>
                                          </p:val>
                                        </p:tav>
                                        <p:tav tm="100000">
                                          <p:val>
                                            <p:fltVal val="0"/>
                                          </p:val>
                                        </p:tav>
                                      </p:tavLst>
                                    </p:anim>
                                    <p:animEffect transition="out" filter="fade">
                                      <p:cBhvr>
                                        <p:cTn id="105" dur="500"/>
                                        <p:tgtEl>
                                          <p:spTgt spid="17">
                                            <p:txEl>
                                              <p:pRg st="0" end="0"/>
                                            </p:txEl>
                                          </p:spTgt>
                                        </p:tgtEl>
                                      </p:cBhvr>
                                    </p:animEffect>
                                    <p:set>
                                      <p:cBhvr>
                                        <p:cTn id="106" dur="1" fill="hold">
                                          <p:stCondLst>
                                            <p:cond delay="499"/>
                                          </p:stCondLst>
                                        </p:cTn>
                                        <p:tgtEl>
                                          <p:spTgt spid="17">
                                            <p:txEl>
                                              <p:pRg st="0" end="0"/>
                                            </p:txEl>
                                          </p:spTgt>
                                        </p:tgtEl>
                                        <p:attrNameLst>
                                          <p:attrName>style.visibility</p:attrName>
                                        </p:attrNameLst>
                                      </p:cBhvr>
                                      <p:to>
                                        <p:strVal val="hidden"/>
                                      </p:to>
                                    </p:set>
                                  </p:childTnLst>
                                </p:cTn>
                              </p:par>
                              <p:par>
                                <p:cTn id="107" presetID="53" presetClass="exit" presetSubtype="32" fill="hold" grpId="0" nodeType="withEffect">
                                  <p:stCondLst>
                                    <p:cond delay="0"/>
                                  </p:stCondLst>
                                  <p:childTnLst>
                                    <p:anim calcmode="lin" valueType="num">
                                      <p:cBhvr>
                                        <p:cTn id="108" dur="500"/>
                                        <p:tgtEl>
                                          <p:spTgt spid="17">
                                            <p:txEl>
                                              <p:pRg st="1" end="1"/>
                                            </p:txEl>
                                          </p:spTgt>
                                        </p:tgtEl>
                                        <p:attrNameLst>
                                          <p:attrName>ppt_w</p:attrName>
                                        </p:attrNameLst>
                                      </p:cBhvr>
                                      <p:tavLst>
                                        <p:tav tm="0">
                                          <p:val>
                                            <p:strVal val="ppt_w"/>
                                          </p:val>
                                        </p:tav>
                                        <p:tav tm="100000">
                                          <p:val>
                                            <p:fltVal val="0"/>
                                          </p:val>
                                        </p:tav>
                                      </p:tavLst>
                                    </p:anim>
                                    <p:anim calcmode="lin" valueType="num">
                                      <p:cBhvr>
                                        <p:cTn id="109" dur="500"/>
                                        <p:tgtEl>
                                          <p:spTgt spid="17">
                                            <p:txEl>
                                              <p:pRg st="1" end="1"/>
                                            </p:txEl>
                                          </p:spTgt>
                                        </p:tgtEl>
                                        <p:attrNameLst>
                                          <p:attrName>ppt_h</p:attrName>
                                        </p:attrNameLst>
                                      </p:cBhvr>
                                      <p:tavLst>
                                        <p:tav tm="0">
                                          <p:val>
                                            <p:strVal val="ppt_h"/>
                                          </p:val>
                                        </p:tav>
                                        <p:tav tm="100000">
                                          <p:val>
                                            <p:fltVal val="0"/>
                                          </p:val>
                                        </p:tav>
                                      </p:tavLst>
                                    </p:anim>
                                    <p:animEffect transition="out" filter="fade">
                                      <p:cBhvr>
                                        <p:cTn id="110" dur="500"/>
                                        <p:tgtEl>
                                          <p:spTgt spid="17">
                                            <p:txEl>
                                              <p:pRg st="1" end="1"/>
                                            </p:txEl>
                                          </p:spTgt>
                                        </p:tgtEl>
                                      </p:cBhvr>
                                    </p:animEffect>
                                    <p:set>
                                      <p:cBhvr>
                                        <p:cTn id="111" dur="1" fill="hold">
                                          <p:stCondLst>
                                            <p:cond delay="499"/>
                                          </p:stCondLst>
                                        </p:cTn>
                                        <p:tgtEl>
                                          <p:spTgt spid="17">
                                            <p:txEl>
                                              <p:pRg st="1" end="1"/>
                                            </p:txEl>
                                          </p:spTgt>
                                        </p:tgtEl>
                                        <p:attrNameLst>
                                          <p:attrName>style.visibility</p:attrName>
                                        </p:attrNameLst>
                                      </p:cBhvr>
                                      <p:to>
                                        <p:strVal val="hidden"/>
                                      </p:to>
                                    </p:set>
                                  </p:childTnLst>
                                </p:cTn>
                              </p:par>
                              <p:par>
                                <p:cTn id="112" presetID="53" presetClass="exit" presetSubtype="32" fill="hold" grpId="0" nodeType="withEffect">
                                  <p:stCondLst>
                                    <p:cond delay="0"/>
                                  </p:stCondLst>
                                  <p:childTnLst>
                                    <p:anim calcmode="lin" valueType="num">
                                      <p:cBhvr>
                                        <p:cTn id="113" dur="500"/>
                                        <p:tgtEl>
                                          <p:spTgt spid="17">
                                            <p:txEl>
                                              <p:pRg st="2" end="2"/>
                                            </p:txEl>
                                          </p:spTgt>
                                        </p:tgtEl>
                                        <p:attrNameLst>
                                          <p:attrName>ppt_w</p:attrName>
                                        </p:attrNameLst>
                                      </p:cBhvr>
                                      <p:tavLst>
                                        <p:tav tm="0">
                                          <p:val>
                                            <p:strVal val="ppt_w"/>
                                          </p:val>
                                        </p:tav>
                                        <p:tav tm="100000">
                                          <p:val>
                                            <p:fltVal val="0"/>
                                          </p:val>
                                        </p:tav>
                                      </p:tavLst>
                                    </p:anim>
                                    <p:anim calcmode="lin" valueType="num">
                                      <p:cBhvr>
                                        <p:cTn id="114" dur="500"/>
                                        <p:tgtEl>
                                          <p:spTgt spid="17">
                                            <p:txEl>
                                              <p:pRg st="2" end="2"/>
                                            </p:txEl>
                                          </p:spTgt>
                                        </p:tgtEl>
                                        <p:attrNameLst>
                                          <p:attrName>ppt_h</p:attrName>
                                        </p:attrNameLst>
                                      </p:cBhvr>
                                      <p:tavLst>
                                        <p:tav tm="0">
                                          <p:val>
                                            <p:strVal val="ppt_h"/>
                                          </p:val>
                                        </p:tav>
                                        <p:tav tm="100000">
                                          <p:val>
                                            <p:fltVal val="0"/>
                                          </p:val>
                                        </p:tav>
                                      </p:tavLst>
                                    </p:anim>
                                    <p:animEffect transition="out" filter="fade">
                                      <p:cBhvr>
                                        <p:cTn id="115" dur="500"/>
                                        <p:tgtEl>
                                          <p:spTgt spid="17">
                                            <p:txEl>
                                              <p:pRg st="2" end="2"/>
                                            </p:txEl>
                                          </p:spTgt>
                                        </p:tgtEl>
                                      </p:cBhvr>
                                    </p:animEffect>
                                    <p:set>
                                      <p:cBhvr>
                                        <p:cTn id="116" dur="1" fill="hold">
                                          <p:stCondLst>
                                            <p:cond delay="499"/>
                                          </p:stCondLst>
                                        </p:cTn>
                                        <p:tgtEl>
                                          <p:spTgt spid="17">
                                            <p:txEl>
                                              <p:pRg st="2" end="2"/>
                                            </p:txEl>
                                          </p:spTgt>
                                        </p:tgtEl>
                                        <p:attrNameLst>
                                          <p:attrName>style.visibility</p:attrName>
                                        </p:attrNameLst>
                                      </p:cBhvr>
                                      <p:to>
                                        <p:strVal val="hidden"/>
                                      </p:to>
                                    </p:set>
                                  </p:childTnLst>
                                </p:cTn>
                              </p:par>
                              <p:par>
                                <p:cTn id="117" presetID="53" presetClass="exit" presetSubtype="32" fill="hold" grpId="0" nodeType="withEffect">
                                  <p:stCondLst>
                                    <p:cond delay="0"/>
                                  </p:stCondLst>
                                  <p:childTnLst>
                                    <p:anim calcmode="lin" valueType="num">
                                      <p:cBhvr>
                                        <p:cTn id="118" dur="500"/>
                                        <p:tgtEl>
                                          <p:spTgt spid="17">
                                            <p:txEl>
                                              <p:pRg st="3" end="3"/>
                                            </p:txEl>
                                          </p:spTgt>
                                        </p:tgtEl>
                                        <p:attrNameLst>
                                          <p:attrName>ppt_w</p:attrName>
                                        </p:attrNameLst>
                                      </p:cBhvr>
                                      <p:tavLst>
                                        <p:tav tm="0">
                                          <p:val>
                                            <p:strVal val="ppt_w"/>
                                          </p:val>
                                        </p:tav>
                                        <p:tav tm="100000">
                                          <p:val>
                                            <p:fltVal val="0"/>
                                          </p:val>
                                        </p:tav>
                                      </p:tavLst>
                                    </p:anim>
                                    <p:anim calcmode="lin" valueType="num">
                                      <p:cBhvr>
                                        <p:cTn id="119" dur="500"/>
                                        <p:tgtEl>
                                          <p:spTgt spid="17">
                                            <p:txEl>
                                              <p:pRg st="3" end="3"/>
                                            </p:txEl>
                                          </p:spTgt>
                                        </p:tgtEl>
                                        <p:attrNameLst>
                                          <p:attrName>ppt_h</p:attrName>
                                        </p:attrNameLst>
                                      </p:cBhvr>
                                      <p:tavLst>
                                        <p:tav tm="0">
                                          <p:val>
                                            <p:strVal val="ppt_h"/>
                                          </p:val>
                                        </p:tav>
                                        <p:tav tm="100000">
                                          <p:val>
                                            <p:fltVal val="0"/>
                                          </p:val>
                                        </p:tav>
                                      </p:tavLst>
                                    </p:anim>
                                    <p:animEffect transition="out" filter="fade">
                                      <p:cBhvr>
                                        <p:cTn id="120" dur="500"/>
                                        <p:tgtEl>
                                          <p:spTgt spid="17">
                                            <p:txEl>
                                              <p:pRg st="3" end="3"/>
                                            </p:txEl>
                                          </p:spTgt>
                                        </p:tgtEl>
                                      </p:cBhvr>
                                    </p:animEffect>
                                    <p:set>
                                      <p:cBhvr>
                                        <p:cTn id="121" dur="1" fill="hold">
                                          <p:stCondLst>
                                            <p:cond delay="499"/>
                                          </p:stCondLst>
                                        </p:cTn>
                                        <p:tgtEl>
                                          <p:spTgt spid="17">
                                            <p:txEl>
                                              <p:pRg st="3" end="3"/>
                                            </p:txEl>
                                          </p:spTgt>
                                        </p:tgtEl>
                                        <p:attrNameLst>
                                          <p:attrName>style.visibility</p:attrName>
                                        </p:attrNameLst>
                                      </p:cBhvr>
                                      <p:to>
                                        <p:strVal val="hidden"/>
                                      </p:to>
                                    </p:set>
                                  </p:childTnLst>
                                </p:cTn>
                              </p:par>
                              <p:par>
                                <p:cTn id="122" presetID="53" presetClass="exit" presetSubtype="32" fill="hold" grpId="0" nodeType="withEffect">
                                  <p:stCondLst>
                                    <p:cond delay="0"/>
                                  </p:stCondLst>
                                  <p:childTnLst>
                                    <p:anim calcmode="lin" valueType="num">
                                      <p:cBhvr>
                                        <p:cTn id="123" dur="500"/>
                                        <p:tgtEl>
                                          <p:spTgt spid="17">
                                            <p:txEl>
                                              <p:pRg st="4" end="4"/>
                                            </p:txEl>
                                          </p:spTgt>
                                        </p:tgtEl>
                                        <p:attrNameLst>
                                          <p:attrName>ppt_w</p:attrName>
                                        </p:attrNameLst>
                                      </p:cBhvr>
                                      <p:tavLst>
                                        <p:tav tm="0">
                                          <p:val>
                                            <p:strVal val="ppt_w"/>
                                          </p:val>
                                        </p:tav>
                                        <p:tav tm="100000">
                                          <p:val>
                                            <p:fltVal val="0"/>
                                          </p:val>
                                        </p:tav>
                                      </p:tavLst>
                                    </p:anim>
                                    <p:anim calcmode="lin" valueType="num">
                                      <p:cBhvr>
                                        <p:cTn id="124" dur="500"/>
                                        <p:tgtEl>
                                          <p:spTgt spid="17">
                                            <p:txEl>
                                              <p:pRg st="4" end="4"/>
                                            </p:txEl>
                                          </p:spTgt>
                                        </p:tgtEl>
                                        <p:attrNameLst>
                                          <p:attrName>ppt_h</p:attrName>
                                        </p:attrNameLst>
                                      </p:cBhvr>
                                      <p:tavLst>
                                        <p:tav tm="0">
                                          <p:val>
                                            <p:strVal val="ppt_h"/>
                                          </p:val>
                                        </p:tav>
                                        <p:tav tm="100000">
                                          <p:val>
                                            <p:fltVal val="0"/>
                                          </p:val>
                                        </p:tav>
                                      </p:tavLst>
                                    </p:anim>
                                    <p:animEffect transition="out" filter="fade">
                                      <p:cBhvr>
                                        <p:cTn id="125" dur="500"/>
                                        <p:tgtEl>
                                          <p:spTgt spid="17">
                                            <p:txEl>
                                              <p:pRg st="4" end="4"/>
                                            </p:txEl>
                                          </p:spTgt>
                                        </p:tgtEl>
                                      </p:cBhvr>
                                    </p:animEffect>
                                    <p:set>
                                      <p:cBhvr>
                                        <p:cTn id="126" dur="1" fill="hold">
                                          <p:stCondLst>
                                            <p:cond delay="499"/>
                                          </p:stCondLst>
                                        </p:cTn>
                                        <p:tgtEl>
                                          <p:spTgt spid="17">
                                            <p:txEl>
                                              <p:pRg st="4" end="4"/>
                                            </p:txEl>
                                          </p:spTgt>
                                        </p:tgtEl>
                                        <p:attrNameLst>
                                          <p:attrName>style.visibility</p:attrName>
                                        </p:attrNameLst>
                                      </p:cBhvr>
                                      <p:to>
                                        <p:strVal val="hidden"/>
                                      </p:to>
                                    </p:set>
                                  </p:childTnLst>
                                </p:cTn>
                              </p:par>
                              <p:par>
                                <p:cTn id="127" presetID="53" presetClass="exit" presetSubtype="32" fill="hold" grpId="0" nodeType="withEffect">
                                  <p:stCondLst>
                                    <p:cond delay="0"/>
                                  </p:stCondLst>
                                  <p:childTnLst>
                                    <p:anim calcmode="lin" valueType="num">
                                      <p:cBhvr>
                                        <p:cTn id="128" dur="500"/>
                                        <p:tgtEl>
                                          <p:spTgt spid="17">
                                            <p:txEl>
                                              <p:pRg st="5" end="5"/>
                                            </p:txEl>
                                          </p:spTgt>
                                        </p:tgtEl>
                                        <p:attrNameLst>
                                          <p:attrName>ppt_w</p:attrName>
                                        </p:attrNameLst>
                                      </p:cBhvr>
                                      <p:tavLst>
                                        <p:tav tm="0">
                                          <p:val>
                                            <p:strVal val="ppt_w"/>
                                          </p:val>
                                        </p:tav>
                                        <p:tav tm="100000">
                                          <p:val>
                                            <p:fltVal val="0"/>
                                          </p:val>
                                        </p:tav>
                                      </p:tavLst>
                                    </p:anim>
                                    <p:anim calcmode="lin" valueType="num">
                                      <p:cBhvr>
                                        <p:cTn id="129" dur="500"/>
                                        <p:tgtEl>
                                          <p:spTgt spid="17">
                                            <p:txEl>
                                              <p:pRg st="5" end="5"/>
                                            </p:txEl>
                                          </p:spTgt>
                                        </p:tgtEl>
                                        <p:attrNameLst>
                                          <p:attrName>ppt_h</p:attrName>
                                        </p:attrNameLst>
                                      </p:cBhvr>
                                      <p:tavLst>
                                        <p:tav tm="0">
                                          <p:val>
                                            <p:strVal val="ppt_h"/>
                                          </p:val>
                                        </p:tav>
                                        <p:tav tm="100000">
                                          <p:val>
                                            <p:fltVal val="0"/>
                                          </p:val>
                                        </p:tav>
                                      </p:tavLst>
                                    </p:anim>
                                    <p:animEffect transition="out" filter="fade">
                                      <p:cBhvr>
                                        <p:cTn id="130" dur="500"/>
                                        <p:tgtEl>
                                          <p:spTgt spid="17">
                                            <p:txEl>
                                              <p:pRg st="5" end="5"/>
                                            </p:txEl>
                                          </p:spTgt>
                                        </p:tgtEl>
                                      </p:cBhvr>
                                    </p:animEffect>
                                    <p:set>
                                      <p:cBhvr>
                                        <p:cTn id="131" dur="1" fill="hold">
                                          <p:stCondLst>
                                            <p:cond delay="499"/>
                                          </p:stCondLst>
                                        </p:cTn>
                                        <p:tgtEl>
                                          <p:spTgt spid="17">
                                            <p:txEl>
                                              <p:pRg st="5" end="5"/>
                                            </p:txEl>
                                          </p:spTgt>
                                        </p:tgtEl>
                                        <p:attrNameLst>
                                          <p:attrName>style.visibility</p:attrName>
                                        </p:attrNameLst>
                                      </p:cBhvr>
                                      <p:to>
                                        <p:strVal val="hidden"/>
                                      </p:to>
                                    </p:set>
                                  </p:childTnLst>
                                </p:cTn>
                              </p:par>
                              <p:par>
                                <p:cTn id="132" presetID="53" presetClass="exit" presetSubtype="32" fill="hold" grpId="0" nodeType="withEffect">
                                  <p:stCondLst>
                                    <p:cond delay="0"/>
                                  </p:stCondLst>
                                  <p:childTnLst>
                                    <p:anim calcmode="lin" valueType="num">
                                      <p:cBhvr>
                                        <p:cTn id="133" dur="500"/>
                                        <p:tgtEl>
                                          <p:spTgt spid="18">
                                            <p:txEl>
                                              <p:pRg st="0" end="0"/>
                                            </p:txEl>
                                          </p:spTgt>
                                        </p:tgtEl>
                                        <p:attrNameLst>
                                          <p:attrName>ppt_w</p:attrName>
                                        </p:attrNameLst>
                                      </p:cBhvr>
                                      <p:tavLst>
                                        <p:tav tm="0">
                                          <p:val>
                                            <p:strVal val="ppt_w"/>
                                          </p:val>
                                        </p:tav>
                                        <p:tav tm="100000">
                                          <p:val>
                                            <p:fltVal val="0"/>
                                          </p:val>
                                        </p:tav>
                                      </p:tavLst>
                                    </p:anim>
                                    <p:anim calcmode="lin" valueType="num">
                                      <p:cBhvr>
                                        <p:cTn id="134" dur="500"/>
                                        <p:tgtEl>
                                          <p:spTgt spid="18">
                                            <p:txEl>
                                              <p:pRg st="0" end="0"/>
                                            </p:txEl>
                                          </p:spTgt>
                                        </p:tgtEl>
                                        <p:attrNameLst>
                                          <p:attrName>ppt_h</p:attrName>
                                        </p:attrNameLst>
                                      </p:cBhvr>
                                      <p:tavLst>
                                        <p:tav tm="0">
                                          <p:val>
                                            <p:strVal val="ppt_h"/>
                                          </p:val>
                                        </p:tav>
                                        <p:tav tm="100000">
                                          <p:val>
                                            <p:fltVal val="0"/>
                                          </p:val>
                                        </p:tav>
                                      </p:tavLst>
                                    </p:anim>
                                    <p:animEffect transition="out" filter="fade">
                                      <p:cBhvr>
                                        <p:cTn id="135" dur="500"/>
                                        <p:tgtEl>
                                          <p:spTgt spid="18">
                                            <p:txEl>
                                              <p:pRg st="0" end="0"/>
                                            </p:txEl>
                                          </p:spTgt>
                                        </p:tgtEl>
                                      </p:cBhvr>
                                    </p:animEffect>
                                    <p:set>
                                      <p:cBhvr>
                                        <p:cTn id="136" dur="1" fill="hold">
                                          <p:stCondLst>
                                            <p:cond delay="499"/>
                                          </p:stCondLst>
                                        </p:cTn>
                                        <p:tgtEl>
                                          <p:spTgt spid="18">
                                            <p:txEl>
                                              <p:pRg st="0" end="0"/>
                                            </p:txEl>
                                          </p:spTgt>
                                        </p:tgtEl>
                                        <p:attrNameLst>
                                          <p:attrName>style.visibility</p:attrName>
                                        </p:attrNameLst>
                                      </p:cBhvr>
                                      <p:to>
                                        <p:strVal val="hidden"/>
                                      </p:to>
                                    </p:set>
                                  </p:childTnLst>
                                </p:cTn>
                              </p:par>
                              <p:par>
                                <p:cTn id="137" presetID="53" presetClass="exit" presetSubtype="32" fill="hold" grpId="0" nodeType="withEffect">
                                  <p:stCondLst>
                                    <p:cond delay="0"/>
                                  </p:stCondLst>
                                  <p:childTnLst>
                                    <p:anim calcmode="lin" valueType="num">
                                      <p:cBhvr>
                                        <p:cTn id="138" dur="500"/>
                                        <p:tgtEl>
                                          <p:spTgt spid="18">
                                            <p:txEl>
                                              <p:pRg st="1" end="1"/>
                                            </p:txEl>
                                          </p:spTgt>
                                        </p:tgtEl>
                                        <p:attrNameLst>
                                          <p:attrName>ppt_w</p:attrName>
                                        </p:attrNameLst>
                                      </p:cBhvr>
                                      <p:tavLst>
                                        <p:tav tm="0">
                                          <p:val>
                                            <p:strVal val="ppt_w"/>
                                          </p:val>
                                        </p:tav>
                                        <p:tav tm="100000">
                                          <p:val>
                                            <p:fltVal val="0"/>
                                          </p:val>
                                        </p:tav>
                                      </p:tavLst>
                                    </p:anim>
                                    <p:anim calcmode="lin" valueType="num">
                                      <p:cBhvr>
                                        <p:cTn id="139" dur="500"/>
                                        <p:tgtEl>
                                          <p:spTgt spid="18">
                                            <p:txEl>
                                              <p:pRg st="1" end="1"/>
                                            </p:txEl>
                                          </p:spTgt>
                                        </p:tgtEl>
                                        <p:attrNameLst>
                                          <p:attrName>ppt_h</p:attrName>
                                        </p:attrNameLst>
                                      </p:cBhvr>
                                      <p:tavLst>
                                        <p:tav tm="0">
                                          <p:val>
                                            <p:strVal val="ppt_h"/>
                                          </p:val>
                                        </p:tav>
                                        <p:tav tm="100000">
                                          <p:val>
                                            <p:fltVal val="0"/>
                                          </p:val>
                                        </p:tav>
                                      </p:tavLst>
                                    </p:anim>
                                    <p:animEffect transition="out" filter="fade">
                                      <p:cBhvr>
                                        <p:cTn id="140" dur="500"/>
                                        <p:tgtEl>
                                          <p:spTgt spid="18">
                                            <p:txEl>
                                              <p:pRg st="1" end="1"/>
                                            </p:txEl>
                                          </p:spTgt>
                                        </p:tgtEl>
                                      </p:cBhvr>
                                    </p:animEffect>
                                    <p:set>
                                      <p:cBhvr>
                                        <p:cTn id="141" dur="1" fill="hold">
                                          <p:stCondLst>
                                            <p:cond delay="499"/>
                                          </p:stCondLst>
                                        </p:cTn>
                                        <p:tgtEl>
                                          <p:spTgt spid="18">
                                            <p:txEl>
                                              <p:pRg st="1" end="1"/>
                                            </p:txEl>
                                          </p:spTgt>
                                        </p:tgtEl>
                                        <p:attrNameLst>
                                          <p:attrName>style.visibility</p:attrName>
                                        </p:attrNameLst>
                                      </p:cBhvr>
                                      <p:to>
                                        <p:strVal val="hidden"/>
                                      </p:to>
                                    </p:set>
                                  </p:childTnLst>
                                </p:cTn>
                              </p:par>
                              <p:par>
                                <p:cTn id="142" presetID="53" presetClass="exit" presetSubtype="32" fill="hold" grpId="0" nodeType="withEffect">
                                  <p:stCondLst>
                                    <p:cond delay="0"/>
                                  </p:stCondLst>
                                  <p:childTnLst>
                                    <p:anim calcmode="lin" valueType="num">
                                      <p:cBhvr>
                                        <p:cTn id="143" dur="500"/>
                                        <p:tgtEl>
                                          <p:spTgt spid="18">
                                            <p:txEl>
                                              <p:pRg st="2" end="2"/>
                                            </p:txEl>
                                          </p:spTgt>
                                        </p:tgtEl>
                                        <p:attrNameLst>
                                          <p:attrName>ppt_w</p:attrName>
                                        </p:attrNameLst>
                                      </p:cBhvr>
                                      <p:tavLst>
                                        <p:tav tm="0">
                                          <p:val>
                                            <p:strVal val="ppt_w"/>
                                          </p:val>
                                        </p:tav>
                                        <p:tav tm="100000">
                                          <p:val>
                                            <p:fltVal val="0"/>
                                          </p:val>
                                        </p:tav>
                                      </p:tavLst>
                                    </p:anim>
                                    <p:anim calcmode="lin" valueType="num">
                                      <p:cBhvr>
                                        <p:cTn id="144" dur="500"/>
                                        <p:tgtEl>
                                          <p:spTgt spid="18">
                                            <p:txEl>
                                              <p:pRg st="2" end="2"/>
                                            </p:txEl>
                                          </p:spTgt>
                                        </p:tgtEl>
                                        <p:attrNameLst>
                                          <p:attrName>ppt_h</p:attrName>
                                        </p:attrNameLst>
                                      </p:cBhvr>
                                      <p:tavLst>
                                        <p:tav tm="0">
                                          <p:val>
                                            <p:strVal val="ppt_h"/>
                                          </p:val>
                                        </p:tav>
                                        <p:tav tm="100000">
                                          <p:val>
                                            <p:fltVal val="0"/>
                                          </p:val>
                                        </p:tav>
                                      </p:tavLst>
                                    </p:anim>
                                    <p:animEffect transition="out" filter="fade">
                                      <p:cBhvr>
                                        <p:cTn id="145" dur="500"/>
                                        <p:tgtEl>
                                          <p:spTgt spid="18">
                                            <p:txEl>
                                              <p:pRg st="2" end="2"/>
                                            </p:txEl>
                                          </p:spTgt>
                                        </p:tgtEl>
                                      </p:cBhvr>
                                    </p:animEffect>
                                    <p:set>
                                      <p:cBhvr>
                                        <p:cTn id="146" dur="1" fill="hold">
                                          <p:stCondLst>
                                            <p:cond delay="499"/>
                                          </p:stCondLst>
                                        </p:cTn>
                                        <p:tgtEl>
                                          <p:spTgt spid="18">
                                            <p:txEl>
                                              <p:pRg st="2" end="2"/>
                                            </p:txEl>
                                          </p:spTgt>
                                        </p:tgtEl>
                                        <p:attrNameLst>
                                          <p:attrName>style.visibility</p:attrName>
                                        </p:attrNameLst>
                                      </p:cBhvr>
                                      <p:to>
                                        <p:strVal val="hidden"/>
                                      </p:to>
                                    </p:set>
                                  </p:childTnLst>
                                </p:cTn>
                              </p:par>
                              <p:par>
                                <p:cTn id="147" presetID="53" presetClass="exit" presetSubtype="32" fill="hold" grpId="0" nodeType="withEffect">
                                  <p:stCondLst>
                                    <p:cond delay="0"/>
                                  </p:stCondLst>
                                  <p:childTnLst>
                                    <p:anim calcmode="lin" valueType="num">
                                      <p:cBhvr>
                                        <p:cTn id="148" dur="500"/>
                                        <p:tgtEl>
                                          <p:spTgt spid="18">
                                            <p:txEl>
                                              <p:pRg st="3" end="3"/>
                                            </p:txEl>
                                          </p:spTgt>
                                        </p:tgtEl>
                                        <p:attrNameLst>
                                          <p:attrName>ppt_w</p:attrName>
                                        </p:attrNameLst>
                                      </p:cBhvr>
                                      <p:tavLst>
                                        <p:tav tm="0">
                                          <p:val>
                                            <p:strVal val="ppt_w"/>
                                          </p:val>
                                        </p:tav>
                                        <p:tav tm="100000">
                                          <p:val>
                                            <p:fltVal val="0"/>
                                          </p:val>
                                        </p:tav>
                                      </p:tavLst>
                                    </p:anim>
                                    <p:anim calcmode="lin" valueType="num">
                                      <p:cBhvr>
                                        <p:cTn id="149" dur="500"/>
                                        <p:tgtEl>
                                          <p:spTgt spid="18">
                                            <p:txEl>
                                              <p:pRg st="3" end="3"/>
                                            </p:txEl>
                                          </p:spTgt>
                                        </p:tgtEl>
                                        <p:attrNameLst>
                                          <p:attrName>ppt_h</p:attrName>
                                        </p:attrNameLst>
                                      </p:cBhvr>
                                      <p:tavLst>
                                        <p:tav tm="0">
                                          <p:val>
                                            <p:strVal val="ppt_h"/>
                                          </p:val>
                                        </p:tav>
                                        <p:tav tm="100000">
                                          <p:val>
                                            <p:fltVal val="0"/>
                                          </p:val>
                                        </p:tav>
                                      </p:tavLst>
                                    </p:anim>
                                    <p:animEffect transition="out" filter="fade">
                                      <p:cBhvr>
                                        <p:cTn id="150" dur="500"/>
                                        <p:tgtEl>
                                          <p:spTgt spid="18">
                                            <p:txEl>
                                              <p:pRg st="3" end="3"/>
                                            </p:txEl>
                                          </p:spTgt>
                                        </p:tgtEl>
                                      </p:cBhvr>
                                    </p:animEffect>
                                    <p:set>
                                      <p:cBhvr>
                                        <p:cTn id="151" dur="1" fill="hold">
                                          <p:stCondLst>
                                            <p:cond delay="499"/>
                                          </p:stCondLst>
                                        </p:cTn>
                                        <p:tgtEl>
                                          <p:spTgt spid="18">
                                            <p:txEl>
                                              <p:pRg st="3" end="3"/>
                                            </p:txEl>
                                          </p:spTgt>
                                        </p:tgtEl>
                                        <p:attrNameLst>
                                          <p:attrName>style.visibility</p:attrName>
                                        </p:attrNameLst>
                                      </p:cBhvr>
                                      <p:to>
                                        <p:strVal val="hidden"/>
                                      </p:to>
                                    </p:set>
                                  </p:childTnLst>
                                </p:cTn>
                              </p:par>
                              <p:par>
                                <p:cTn id="152" presetID="53" presetClass="exit" presetSubtype="32" fill="hold" grpId="0" nodeType="withEffect">
                                  <p:stCondLst>
                                    <p:cond delay="0"/>
                                  </p:stCondLst>
                                  <p:childTnLst>
                                    <p:anim calcmode="lin" valueType="num">
                                      <p:cBhvr>
                                        <p:cTn id="153" dur="500"/>
                                        <p:tgtEl>
                                          <p:spTgt spid="18">
                                            <p:txEl>
                                              <p:pRg st="4" end="4"/>
                                            </p:txEl>
                                          </p:spTgt>
                                        </p:tgtEl>
                                        <p:attrNameLst>
                                          <p:attrName>ppt_w</p:attrName>
                                        </p:attrNameLst>
                                      </p:cBhvr>
                                      <p:tavLst>
                                        <p:tav tm="0">
                                          <p:val>
                                            <p:strVal val="ppt_w"/>
                                          </p:val>
                                        </p:tav>
                                        <p:tav tm="100000">
                                          <p:val>
                                            <p:fltVal val="0"/>
                                          </p:val>
                                        </p:tav>
                                      </p:tavLst>
                                    </p:anim>
                                    <p:anim calcmode="lin" valueType="num">
                                      <p:cBhvr>
                                        <p:cTn id="154" dur="500"/>
                                        <p:tgtEl>
                                          <p:spTgt spid="18">
                                            <p:txEl>
                                              <p:pRg st="4" end="4"/>
                                            </p:txEl>
                                          </p:spTgt>
                                        </p:tgtEl>
                                        <p:attrNameLst>
                                          <p:attrName>ppt_h</p:attrName>
                                        </p:attrNameLst>
                                      </p:cBhvr>
                                      <p:tavLst>
                                        <p:tav tm="0">
                                          <p:val>
                                            <p:strVal val="ppt_h"/>
                                          </p:val>
                                        </p:tav>
                                        <p:tav tm="100000">
                                          <p:val>
                                            <p:fltVal val="0"/>
                                          </p:val>
                                        </p:tav>
                                      </p:tavLst>
                                    </p:anim>
                                    <p:animEffect transition="out" filter="fade">
                                      <p:cBhvr>
                                        <p:cTn id="155" dur="500"/>
                                        <p:tgtEl>
                                          <p:spTgt spid="18">
                                            <p:txEl>
                                              <p:pRg st="4" end="4"/>
                                            </p:txEl>
                                          </p:spTgt>
                                        </p:tgtEl>
                                      </p:cBhvr>
                                    </p:animEffect>
                                    <p:set>
                                      <p:cBhvr>
                                        <p:cTn id="156" dur="1" fill="hold">
                                          <p:stCondLst>
                                            <p:cond delay="499"/>
                                          </p:stCondLst>
                                        </p:cTn>
                                        <p:tgtEl>
                                          <p:spTgt spid="18">
                                            <p:txEl>
                                              <p:pRg st="4" end="4"/>
                                            </p:txEl>
                                          </p:spTgt>
                                        </p:tgtEl>
                                        <p:attrNameLst>
                                          <p:attrName>style.visibility</p:attrName>
                                        </p:attrNameLst>
                                      </p:cBhvr>
                                      <p:to>
                                        <p:strVal val="hidden"/>
                                      </p:to>
                                    </p:set>
                                  </p:childTnLst>
                                </p:cTn>
                              </p:par>
                              <p:par>
                                <p:cTn id="157" presetID="53" presetClass="exit" presetSubtype="32" fill="hold" grpId="0" nodeType="withEffect">
                                  <p:stCondLst>
                                    <p:cond delay="0"/>
                                  </p:stCondLst>
                                  <p:childTnLst>
                                    <p:anim calcmode="lin" valueType="num">
                                      <p:cBhvr>
                                        <p:cTn id="158" dur="500"/>
                                        <p:tgtEl>
                                          <p:spTgt spid="18">
                                            <p:txEl>
                                              <p:pRg st="5" end="5"/>
                                            </p:txEl>
                                          </p:spTgt>
                                        </p:tgtEl>
                                        <p:attrNameLst>
                                          <p:attrName>ppt_w</p:attrName>
                                        </p:attrNameLst>
                                      </p:cBhvr>
                                      <p:tavLst>
                                        <p:tav tm="0">
                                          <p:val>
                                            <p:strVal val="ppt_w"/>
                                          </p:val>
                                        </p:tav>
                                        <p:tav tm="100000">
                                          <p:val>
                                            <p:fltVal val="0"/>
                                          </p:val>
                                        </p:tav>
                                      </p:tavLst>
                                    </p:anim>
                                    <p:anim calcmode="lin" valueType="num">
                                      <p:cBhvr>
                                        <p:cTn id="159" dur="500"/>
                                        <p:tgtEl>
                                          <p:spTgt spid="18">
                                            <p:txEl>
                                              <p:pRg st="5" end="5"/>
                                            </p:txEl>
                                          </p:spTgt>
                                        </p:tgtEl>
                                        <p:attrNameLst>
                                          <p:attrName>ppt_h</p:attrName>
                                        </p:attrNameLst>
                                      </p:cBhvr>
                                      <p:tavLst>
                                        <p:tav tm="0">
                                          <p:val>
                                            <p:strVal val="ppt_h"/>
                                          </p:val>
                                        </p:tav>
                                        <p:tav tm="100000">
                                          <p:val>
                                            <p:fltVal val="0"/>
                                          </p:val>
                                        </p:tav>
                                      </p:tavLst>
                                    </p:anim>
                                    <p:animEffect transition="out" filter="fade">
                                      <p:cBhvr>
                                        <p:cTn id="160" dur="500"/>
                                        <p:tgtEl>
                                          <p:spTgt spid="18">
                                            <p:txEl>
                                              <p:pRg st="5" end="5"/>
                                            </p:txEl>
                                          </p:spTgt>
                                        </p:tgtEl>
                                      </p:cBhvr>
                                    </p:animEffect>
                                    <p:set>
                                      <p:cBhvr>
                                        <p:cTn id="161" dur="1" fill="hold">
                                          <p:stCondLst>
                                            <p:cond delay="499"/>
                                          </p:stCondLst>
                                        </p:cTn>
                                        <p:tgtEl>
                                          <p:spTgt spid="18">
                                            <p:txEl>
                                              <p:pRg st="5" end="5"/>
                                            </p:txEl>
                                          </p:spTgt>
                                        </p:tgtEl>
                                        <p:attrNameLst>
                                          <p:attrName>style.visibility</p:attrName>
                                        </p:attrNameLst>
                                      </p:cBhvr>
                                      <p:to>
                                        <p:strVal val="hidden"/>
                                      </p:to>
                                    </p:set>
                                  </p:childTnLst>
                                </p:cTn>
                              </p:par>
                            </p:childTnLst>
                          </p:cTn>
                        </p:par>
                      </p:childTnLst>
                    </p:cTn>
                  </p:par>
                  <p:par>
                    <p:cTn id="162" fill="hold">
                      <p:stCondLst>
                        <p:cond delay="indefinite"/>
                      </p:stCondLst>
                      <p:childTnLst>
                        <p:par>
                          <p:cTn id="163" fill="hold">
                            <p:stCondLst>
                              <p:cond delay="0"/>
                            </p:stCondLst>
                            <p:childTnLst>
                              <p:par>
                                <p:cTn id="164" presetID="53" presetClass="entr" presetSubtype="0" fill="hold" nodeType="clickEffect">
                                  <p:stCondLst>
                                    <p:cond delay="0"/>
                                  </p:stCondLst>
                                  <p:childTnLst>
                                    <p:set>
                                      <p:cBhvr>
                                        <p:cTn id="165" dur="1" fill="hold">
                                          <p:stCondLst>
                                            <p:cond delay="0"/>
                                          </p:stCondLst>
                                        </p:cTn>
                                        <p:tgtEl>
                                          <p:spTgt spid="3">
                                            <p:txEl>
                                              <p:pRg st="1" end="1"/>
                                            </p:txEl>
                                          </p:spTgt>
                                        </p:tgtEl>
                                        <p:attrNameLst>
                                          <p:attrName>style.visibility</p:attrName>
                                        </p:attrNameLst>
                                      </p:cBhvr>
                                      <p:to>
                                        <p:strVal val="visible"/>
                                      </p:to>
                                    </p:set>
                                    <p:anim calcmode="lin" valueType="num">
                                      <p:cBhvr>
                                        <p:cTn id="166"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67"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168" dur="500"/>
                                        <p:tgtEl>
                                          <p:spTgt spid="3">
                                            <p:txEl>
                                              <p:pRg st="1" end="1"/>
                                            </p:txEl>
                                          </p:spTgt>
                                        </p:tgtEl>
                                      </p:cBhvr>
                                    </p:animEffect>
                                  </p:childTnLst>
                                </p:cTn>
                              </p:par>
                            </p:childTnLst>
                          </p:cTn>
                        </p:par>
                      </p:childTnLst>
                    </p:cTn>
                  </p:par>
                  <p:par>
                    <p:cTn id="169" fill="hold">
                      <p:stCondLst>
                        <p:cond delay="indefinite"/>
                      </p:stCondLst>
                      <p:childTnLst>
                        <p:par>
                          <p:cTn id="170" fill="hold">
                            <p:stCondLst>
                              <p:cond delay="0"/>
                            </p:stCondLst>
                            <p:childTnLst>
                              <p:par>
                                <p:cTn id="171" presetID="53" presetClass="entr" presetSubtype="0" fill="hold" nodeType="clickEffect">
                                  <p:stCondLst>
                                    <p:cond delay="0"/>
                                  </p:stCondLst>
                                  <p:childTnLst>
                                    <p:set>
                                      <p:cBhvr>
                                        <p:cTn id="172" dur="1" fill="hold">
                                          <p:stCondLst>
                                            <p:cond delay="0"/>
                                          </p:stCondLst>
                                        </p:cTn>
                                        <p:tgtEl>
                                          <p:spTgt spid="3">
                                            <p:txEl>
                                              <p:pRg st="2" end="2"/>
                                            </p:txEl>
                                          </p:spTgt>
                                        </p:tgtEl>
                                        <p:attrNameLst>
                                          <p:attrName>style.visibility</p:attrName>
                                        </p:attrNameLst>
                                      </p:cBhvr>
                                      <p:to>
                                        <p:strVal val="visible"/>
                                      </p:to>
                                    </p:set>
                                    <p:anim calcmode="lin" valueType="num">
                                      <p:cBhvr>
                                        <p:cTn id="173"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174"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175" dur="500"/>
                                        <p:tgtEl>
                                          <p:spTgt spid="3">
                                            <p:txEl>
                                              <p:pRg st="2" end="2"/>
                                            </p:txEl>
                                          </p:spTgt>
                                        </p:tgtEl>
                                      </p:cBhvr>
                                    </p:animEffect>
                                  </p:childTnLst>
                                </p:cTn>
                              </p:par>
                            </p:childTnLst>
                          </p:cTn>
                        </p:par>
                      </p:childTnLst>
                    </p:cTn>
                  </p:par>
                  <p:par>
                    <p:cTn id="176" fill="hold">
                      <p:stCondLst>
                        <p:cond delay="indefinite"/>
                      </p:stCondLst>
                      <p:childTnLst>
                        <p:par>
                          <p:cTn id="177" fill="hold">
                            <p:stCondLst>
                              <p:cond delay="0"/>
                            </p:stCondLst>
                            <p:childTnLst>
                              <p:par>
                                <p:cTn id="178" presetID="22" presetClass="entr" presetSubtype="4" fill="hold" nodeType="clickEffect">
                                  <p:stCondLst>
                                    <p:cond delay="0"/>
                                  </p:stCondLst>
                                  <p:childTnLst>
                                    <p:set>
                                      <p:cBhvr>
                                        <p:cTn id="179" dur="1" fill="hold">
                                          <p:stCondLst>
                                            <p:cond delay="0"/>
                                          </p:stCondLst>
                                        </p:cTn>
                                        <p:tgtEl>
                                          <p:spTgt spid="11"/>
                                        </p:tgtEl>
                                        <p:attrNameLst>
                                          <p:attrName>style.visibility</p:attrName>
                                        </p:attrNameLst>
                                      </p:cBhvr>
                                      <p:to>
                                        <p:strVal val="visible"/>
                                      </p:to>
                                    </p:set>
                                    <p:animEffect transition="in" filter="wipe(down)">
                                      <p:cBhvr>
                                        <p:cTn id="180" dur="500"/>
                                        <p:tgtEl>
                                          <p:spTgt spid="11"/>
                                        </p:tgtEl>
                                      </p:cBhvr>
                                    </p:animEffect>
                                  </p:childTnLst>
                                </p:cTn>
                              </p:par>
                              <p:par>
                                <p:cTn id="181" presetID="53" presetClass="entr" presetSubtype="0" fill="hold" nodeType="withEffect">
                                  <p:stCondLst>
                                    <p:cond delay="0"/>
                                  </p:stCondLst>
                                  <p:childTnLst>
                                    <p:set>
                                      <p:cBhvr>
                                        <p:cTn id="182" dur="1" fill="hold">
                                          <p:stCondLst>
                                            <p:cond delay="0"/>
                                          </p:stCondLst>
                                        </p:cTn>
                                        <p:tgtEl>
                                          <p:spTgt spid="3">
                                            <p:txEl>
                                              <p:pRg st="5" end="5"/>
                                            </p:txEl>
                                          </p:spTgt>
                                        </p:tgtEl>
                                        <p:attrNameLst>
                                          <p:attrName>style.visibility</p:attrName>
                                        </p:attrNameLst>
                                      </p:cBhvr>
                                      <p:to>
                                        <p:strVal val="visible"/>
                                      </p:to>
                                    </p:set>
                                    <p:anim calcmode="lin" valueType="num">
                                      <p:cBhvr>
                                        <p:cTn id="183" dur="500" fill="hold"/>
                                        <p:tgtEl>
                                          <p:spTgt spid="3">
                                            <p:txEl>
                                              <p:pRg st="5" end="5"/>
                                            </p:txEl>
                                          </p:spTgt>
                                        </p:tgtEl>
                                        <p:attrNameLst>
                                          <p:attrName>ppt_w</p:attrName>
                                        </p:attrNameLst>
                                      </p:cBhvr>
                                      <p:tavLst>
                                        <p:tav tm="0">
                                          <p:val>
                                            <p:fltVal val="0"/>
                                          </p:val>
                                        </p:tav>
                                        <p:tav tm="100000">
                                          <p:val>
                                            <p:strVal val="#ppt_w"/>
                                          </p:val>
                                        </p:tav>
                                      </p:tavLst>
                                    </p:anim>
                                    <p:anim calcmode="lin" valueType="num">
                                      <p:cBhvr>
                                        <p:cTn id="184" dur="500" fill="hold"/>
                                        <p:tgtEl>
                                          <p:spTgt spid="3">
                                            <p:txEl>
                                              <p:pRg st="5" end="5"/>
                                            </p:txEl>
                                          </p:spTgt>
                                        </p:tgtEl>
                                        <p:attrNameLst>
                                          <p:attrName>ppt_h</p:attrName>
                                        </p:attrNameLst>
                                      </p:cBhvr>
                                      <p:tavLst>
                                        <p:tav tm="0">
                                          <p:val>
                                            <p:fltVal val="0"/>
                                          </p:val>
                                        </p:tav>
                                        <p:tav tm="100000">
                                          <p:val>
                                            <p:strVal val="#ppt_h"/>
                                          </p:val>
                                        </p:tav>
                                      </p:tavLst>
                                    </p:anim>
                                    <p:animEffect transition="in" filter="fade">
                                      <p:cBhvr>
                                        <p:cTn id="185"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uiExpand="1" build="allAtOnce"/>
      <p:bldP spid="18" grpId="0" build="allAtOnce"/>
      <p:bldP spid="1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内容占位符 13">
            <a:extLst>
              <a:ext uri="{FF2B5EF4-FFF2-40B4-BE49-F238E27FC236}">
                <a16:creationId xmlns:a16="http://schemas.microsoft.com/office/drawing/2014/main" id="{F653E19D-DE21-4577-B3CD-3FEF6161ED36}"/>
              </a:ext>
            </a:extLst>
          </p:cNvPr>
          <p:cNvSpPr>
            <a:spLocks noGrp="1"/>
          </p:cNvSpPr>
          <p:nvPr>
            <p:ph idx="1"/>
          </p:nvPr>
        </p:nvSpPr>
        <p:spPr>
          <a:xfrm>
            <a:off x="755576" y="1419622"/>
            <a:ext cx="7560840" cy="3225800"/>
          </a:xfrm>
        </p:spPr>
        <p:txBody>
          <a:bodyPr/>
          <a:lstStyle/>
          <a:p>
            <a:pPr marL="0" indent="0">
              <a:buNone/>
            </a:pPr>
            <a:r>
              <a:rPr lang="zh-CN" altLang="en-US" dirty="0"/>
              <a:t>例：</a:t>
            </a:r>
          </a:p>
        </p:txBody>
      </p:sp>
      <p:sp>
        <p:nvSpPr>
          <p:cNvPr id="7" name="Rectangle 5">
            <a:extLst>
              <a:ext uri="{FF2B5EF4-FFF2-40B4-BE49-F238E27FC236}">
                <a16:creationId xmlns:a16="http://schemas.microsoft.com/office/drawing/2014/main" id="{50B47A35-8735-496C-A36C-8C04615FCE74}"/>
              </a:ext>
            </a:extLst>
          </p:cNvPr>
          <p:cNvSpPr>
            <a:spLocks noChangeArrowheads="1"/>
          </p:cNvSpPr>
          <p:nvPr/>
        </p:nvSpPr>
        <p:spPr bwMode="auto">
          <a:xfrm>
            <a:off x="1331640" y="1698228"/>
            <a:ext cx="2819400" cy="2529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lnSpc>
                <a:spcPts val="5500"/>
              </a:lnSpc>
              <a:spcBef>
                <a:spcPct val="20000"/>
              </a:spcBef>
              <a:buClr>
                <a:schemeClr val="folHlink"/>
              </a:buClr>
              <a:buSzPct val="60000"/>
              <a:buFont typeface="Wingdings" panose="05000000000000000000" pitchFamily="2" charset="2"/>
              <a:buNone/>
            </a:pPr>
            <a:r>
              <a:rPr lang="en-US" altLang="zh-CN" sz="2500" b="1" i="1" dirty="0">
                <a:latin typeface="Times New Roman" panose="02020603050405020304" pitchFamily="18" charset="0"/>
                <a:ea typeface="楷体_GB2312"/>
                <a:cs typeface="Times New Roman" panose="02020603050405020304" pitchFamily="18" charset="0"/>
              </a:rPr>
              <a:t>E</a:t>
            </a:r>
            <a:r>
              <a:rPr lang="en-US" altLang="zh-CN" sz="2500" b="1" dirty="0">
                <a:latin typeface="Times New Roman" panose="02020603050405020304" pitchFamily="18" charset="0"/>
                <a:ea typeface="楷体_GB2312"/>
                <a:cs typeface="Times New Roman" panose="02020603050405020304" pitchFamily="18" charset="0"/>
              </a:rPr>
              <a:t>  → </a:t>
            </a:r>
            <a:r>
              <a:rPr lang="en-US" altLang="zh-CN" sz="2500" b="1" i="1" dirty="0">
                <a:latin typeface="Times New Roman" panose="02020603050405020304" pitchFamily="18" charset="0"/>
                <a:ea typeface="楷体_GB2312"/>
                <a:cs typeface="Times New Roman" panose="02020603050405020304" pitchFamily="18" charset="0"/>
              </a:rPr>
              <a:t>E</a:t>
            </a:r>
            <a:r>
              <a:rPr lang="en-US" altLang="zh-CN" sz="2500" b="1" dirty="0">
                <a:latin typeface="Times New Roman" panose="02020603050405020304" pitchFamily="18" charset="0"/>
                <a:ea typeface="楷体_GB2312"/>
                <a:cs typeface="Times New Roman" panose="02020603050405020304" pitchFamily="18" charset="0"/>
              </a:rPr>
              <a:t> + </a:t>
            </a:r>
            <a:r>
              <a:rPr lang="en-US" altLang="zh-CN" sz="2500" b="1" i="1" dirty="0">
                <a:latin typeface="Times New Roman" panose="02020603050405020304" pitchFamily="18" charset="0"/>
                <a:ea typeface="楷体_GB2312"/>
                <a:cs typeface="Times New Roman" panose="02020603050405020304" pitchFamily="18" charset="0"/>
              </a:rPr>
              <a:t>T</a:t>
            </a:r>
            <a:r>
              <a:rPr lang="en-US" altLang="zh-CN" sz="2500" b="1" dirty="0">
                <a:latin typeface="Times New Roman" panose="02020603050405020304" pitchFamily="18" charset="0"/>
                <a:ea typeface="楷体_GB2312"/>
                <a:cs typeface="Times New Roman" panose="02020603050405020304" pitchFamily="18" charset="0"/>
              </a:rPr>
              <a:t>｜</a:t>
            </a:r>
            <a:r>
              <a:rPr lang="en-US" altLang="zh-CN" sz="2500" b="1" i="1" dirty="0">
                <a:latin typeface="Times New Roman" panose="02020603050405020304" pitchFamily="18" charset="0"/>
                <a:ea typeface="楷体_GB2312"/>
                <a:cs typeface="Times New Roman" panose="02020603050405020304" pitchFamily="18" charset="0"/>
              </a:rPr>
              <a:t>T</a:t>
            </a:r>
            <a:endParaRPr lang="en-US" altLang="zh-CN" sz="2500" b="1" dirty="0">
              <a:latin typeface="Times New Roman" panose="02020603050405020304" pitchFamily="18" charset="0"/>
              <a:ea typeface="楷体_GB2312"/>
              <a:cs typeface="Times New Roman" panose="02020603050405020304" pitchFamily="18" charset="0"/>
            </a:endParaRPr>
          </a:p>
          <a:p>
            <a:pPr eaLnBrk="1" hangingPunct="1">
              <a:lnSpc>
                <a:spcPts val="5500"/>
              </a:lnSpc>
              <a:spcBef>
                <a:spcPct val="20000"/>
              </a:spcBef>
              <a:buClr>
                <a:schemeClr val="folHlink"/>
              </a:buClr>
              <a:buSzPct val="60000"/>
              <a:buFont typeface="Wingdings" panose="05000000000000000000" pitchFamily="2" charset="2"/>
              <a:buNone/>
            </a:pPr>
            <a:r>
              <a:rPr lang="en-US" altLang="zh-CN" sz="2500" b="1" i="1" dirty="0">
                <a:latin typeface="Times New Roman" panose="02020603050405020304" pitchFamily="18" charset="0"/>
                <a:ea typeface="楷体_GB2312"/>
                <a:cs typeface="Times New Roman" panose="02020603050405020304" pitchFamily="18" charset="0"/>
              </a:rPr>
              <a:t>T</a:t>
            </a:r>
            <a:r>
              <a:rPr lang="en-US" altLang="zh-CN" sz="2500" b="1" dirty="0">
                <a:latin typeface="Times New Roman" panose="02020603050405020304" pitchFamily="18" charset="0"/>
                <a:ea typeface="楷体_GB2312"/>
                <a:cs typeface="Times New Roman" panose="02020603050405020304" pitchFamily="18" charset="0"/>
              </a:rPr>
              <a:t>  → </a:t>
            </a:r>
            <a:r>
              <a:rPr lang="en-US" altLang="zh-CN" sz="2500" b="1" i="1" dirty="0">
                <a:latin typeface="Times New Roman" panose="02020603050405020304" pitchFamily="18" charset="0"/>
                <a:ea typeface="楷体_GB2312"/>
                <a:cs typeface="Times New Roman" panose="02020603050405020304" pitchFamily="18" charset="0"/>
              </a:rPr>
              <a:t>T</a:t>
            </a:r>
            <a:r>
              <a:rPr lang="en-US" altLang="zh-CN" sz="2500" b="1" dirty="0">
                <a:latin typeface="Times New Roman" panose="02020603050405020304" pitchFamily="18" charset="0"/>
                <a:ea typeface="楷体_GB2312"/>
                <a:cs typeface="Times New Roman" panose="02020603050405020304" pitchFamily="18" charset="0"/>
              </a:rPr>
              <a:t> * </a:t>
            </a:r>
            <a:r>
              <a:rPr lang="en-US" altLang="zh-CN" sz="2500" b="1" i="1" dirty="0">
                <a:latin typeface="Times New Roman" panose="02020603050405020304" pitchFamily="18" charset="0"/>
                <a:ea typeface="楷体_GB2312"/>
                <a:cs typeface="Times New Roman" panose="02020603050405020304" pitchFamily="18" charset="0"/>
              </a:rPr>
              <a:t>F</a:t>
            </a:r>
            <a:r>
              <a:rPr lang="en-US" altLang="zh-CN" sz="2500" b="1" dirty="0">
                <a:latin typeface="Times New Roman" panose="02020603050405020304" pitchFamily="18" charset="0"/>
                <a:ea typeface="楷体_GB2312"/>
                <a:cs typeface="Times New Roman" panose="02020603050405020304" pitchFamily="18" charset="0"/>
              </a:rPr>
              <a:t>｜</a:t>
            </a:r>
            <a:r>
              <a:rPr lang="en-US" altLang="zh-CN" sz="2500" b="1" i="1" dirty="0">
                <a:latin typeface="Times New Roman" panose="02020603050405020304" pitchFamily="18" charset="0"/>
                <a:ea typeface="楷体_GB2312"/>
                <a:cs typeface="Times New Roman" panose="02020603050405020304" pitchFamily="18" charset="0"/>
              </a:rPr>
              <a:t>F</a:t>
            </a:r>
            <a:endParaRPr lang="en-US" altLang="zh-CN" sz="2500" b="1" dirty="0">
              <a:latin typeface="Times New Roman" panose="02020603050405020304" pitchFamily="18" charset="0"/>
              <a:ea typeface="楷体_GB2312"/>
              <a:cs typeface="Times New Roman" panose="02020603050405020304" pitchFamily="18" charset="0"/>
            </a:endParaRPr>
          </a:p>
          <a:p>
            <a:pPr eaLnBrk="1" hangingPunct="1">
              <a:lnSpc>
                <a:spcPts val="5500"/>
              </a:lnSpc>
              <a:spcBef>
                <a:spcPct val="20000"/>
              </a:spcBef>
              <a:buClr>
                <a:schemeClr val="folHlink"/>
              </a:buClr>
              <a:buSzPct val="60000"/>
              <a:buFont typeface="Wingdings" panose="05000000000000000000" pitchFamily="2" charset="2"/>
              <a:buNone/>
            </a:pPr>
            <a:r>
              <a:rPr lang="en-US" altLang="zh-CN" sz="2500" b="1" i="1" dirty="0">
                <a:latin typeface="Times New Roman" panose="02020603050405020304" pitchFamily="18" charset="0"/>
                <a:ea typeface="楷体_GB2312"/>
                <a:cs typeface="Times New Roman" panose="02020603050405020304" pitchFamily="18" charset="0"/>
              </a:rPr>
              <a:t>F</a:t>
            </a:r>
            <a:r>
              <a:rPr lang="en-US" altLang="zh-CN" sz="2500" b="1" dirty="0">
                <a:latin typeface="Times New Roman" panose="02020603050405020304" pitchFamily="18" charset="0"/>
                <a:ea typeface="楷体_GB2312"/>
                <a:cs typeface="Times New Roman" panose="02020603050405020304" pitchFamily="18" charset="0"/>
              </a:rPr>
              <a:t>  → ( </a:t>
            </a:r>
            <a:r>
              <a:rPr lang="en-US" altLang="zh-CN" sz="2500" b="1" i="1" dirty="0">
                <a:latin typeface="Times New Roman" panose="02020603050405020304" pitchFamily="18" charset="0"/>
                <a:ea typeface="楷体_GB2312"/>
                <a:cs typeface="Times New Roman" panose="02020603050405020304" pitchFamily="18" charset="0"/>
              </a:rPr>
              <a:t>E</a:t>
            </a:r>
            <a:r>
              <a:rPr lang="en-US" altLang="zh-CN" sz="2500" b="1" dirty="0">
                <a:latin typeface="Times New Roman" panose="02020603050405020304" pitchFamily="18" charset="0"/>
                <a:ea typeface="楷体_GB2312"/>
                <a:cs typeface="Times New Roman" panose="02020603050405020304" pitchFamily="18" charset="0"/>
              </a:rPr>
              <a:t> )｜id</a:t>
            </a:r>
          </a:p>
        </p:txBody>
      </p:sp>
      <p:sp>
        <p:nvSpPr>
          <p:cNvPr id="8" name="Rectangle 6">
            <a:extLst>
              <a:ext uri="{FF2B5EF4-FFF2-40B4-BE49-F238E27FC236}">
                <a16:creationId xmlns:a16="http://schemas.microsoft.com/office/drawing/2014/main" id="{97E9BA1B-D68F-4E84-A2D3-B8691A8BB2BF}"/>
              </a:ext>
            </a:extLst>
          </p:cNvPr>
          <p:cNvSpPr>
            <a:spLocks noChangeArrowheads="1"/>
          </p:cNvSpPr>
          <p:nvPr/>
        </p:nvSpPr>
        <p:spPr bwMode="auto">
          <a:xfrm>
            <a:off x="5116264" y="1987153"/>
            <a:ext cx="2633663" cy="2240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lnSpc>
                <a:spcPts val="2500"/>
              </a:lnSpc>
              <a:spcBef>
                <a:spcPct val="20000"/>
              </a:spcBef>
              <a:buClr>
                <a:schemeClr val="folHlink"/>
              </a:buClr>
              <a:buSzPct val="60000"/>
              <a:buFont typeface="Wingdings" panose="05000000000000000000" pitchFamily="2" charset="2"/>
              <a:buNone/>
            </a:pPr>
            <a:r>
              <a:rPr lang="en-US" altLang="zh-CN" sz="2500" b="1" i="1" dirty="0">
                <a:latin typeface="Times New Roman" panose="02020603050405020304" pitchFamily="18" charset="0"/>
                <a:cs typeface="Times New Roman" panose="02020603050405020304" pitchFamily="18" charset="0"/>
              </a:rPr>
              <a:t>E</a:t>
            </a:r>
            <a:r>
              <a:rPr lang="en-US" altLang="zh-CN" sz="2500" b="1" dirty="0">
                <a:latin typeface="Times New Roman" panose="02020603050405020304" pitchFamily="18" charset="0"/>
                <a:cs typeface="Times New Roman" panose="02020603050405020304" pitchFamily="18" charset="0"/>
              </a:rPr>
              <a:t>→ </a:t>
            </a:r>
            <a:r>
              <a:rPr lang="en-US" altLang="zh-CN" sz="2500" b="1" i="1" dirty="0">
                <a:solidFill>
                  <a:srgbClr val="0070C0"/>
                </a:solidFill>
                <a:latin typeface="Times New Roman" panose="02020603050405020304" pitchFamily="18" charset="0"/>
                <a:cs typeface="Times New Roman" panose="02020603050405020304" pitchFamily="18" charset="0"/>
              </a:rPr>
              <a:t>T</a:t>
            </a:r>
            <a:r>
              <a:rPr lang="en-US" altLang="zh-CN" sz="2500" b="1" i="1" dirty="0">
                <a:latin typeface="Times New Roman" panose="02020603050405020304" pitchFamily="18" charset="0"/>
                <a:cs typeface="Times New Roman" panose="02020603050405020304" pitchFamily="18" charset="0"/>
              </a:rPr>
              <a:t> </a:t>
            </a:r>
            <a:r>
              <a:rPr lang="en-US" altLang="zh-CN" sz="2500" b="1" i="1" dirty="0">
                <a:solidFill>
                  <a:srgbClr val="008000"/>
                </a:solidFill>
                <a:latin typeface="Times New Roman" panose="02020603050405020304" pitchFamily="18" charset="0"/>
                <a:cs typeface="Times New Roman" panose="02020603050405020304" pitchFamily="18" charset="0"/>
              </a:rPr>
              <a:t>E</a:t>
            </a:r>
            <a:r>
              <a:rPr kumimoji="1" lang="en-US" altLang="zh-CN" sz="2500" b="1" dirty="0">
                <a:solidFill>
                  <a:srgbClr val="008000"/>
                </a:solidFill>
                <a:latin typeface="Times New Roman" panose="02020603050405020304" pitchFamily="18" charset="0"/>
                <a:ea typeface="楷体_GB2312"/>
                <a:cs typeface="Times New Roman" panose="02020603050405020304" pitchFamily="18" charset="0"/>
              </a:rPr>
              <a:t>′</a:t>
            </a:r>
            <a:endParaRPr lang="en-US" altLang="zh-CN" sz="2500" b="1" dirty="0">
              <a:solidFill>
                <a:srgbClr val="008000"/>
              </a:solidFill>
              <a:latin typeface="Times New Roman" panose="02020603050405020304" pitchFamily="18" charset="0"/>
              <a:cs typeface="Times New Roman" panose="02020603050405020304" pitchFamily="18" charset="0"/>
            </a:endParaRPr>
          </a:p>
          <a:p>
            <a:pPr eaLnBrk="1" hangingPunct="1">
              <a:lnSpc>
                <a:spcPts val="2500"/>
              </a:lnSpc>
              <a:spcBef>
                <a:spcPct val="20000"/>
              </a:spcBef>
              <a:buClr>
                <a:schemeClr val="folHlink"/>
              </a:buClr>
              <a:buSzPct val="60000"/>
              <a:buFont typeface="Wingdings" panose="05000000000000000000" pitchFamily="2" charset="2"/>
              <a:buNone/>
            </a:pPr>
            <a:r>
              <a:rPr lang="en-US" altLang="zh-CN" sz="2500" b="1" i="1" dirty="0">
                <a:latin typeface="Times New Roman" panose="02020603050405020304" pitchFamily="18" charset="0"/>
                <a:cs typeface="Times New Roman" panose="02020603050405020304" pitchFamily="18" charset="0"/>
              </a:rPr>
              <a:t>E</a:t>
            </a:r>
            <a:r>
              <a:rPr kumimoji="1" lang="en-US" altLang="zh-CN" sz="2500" b="1" dirty="0">
                <a:latin typeface="Times New Roman" panose="02020603050405020304" pitchFamily="18" charset="0"/>
                <a:ea typeface="楷体_GB2312"/>
                <a:cs typeface="楷体_GB2312"/>
              </a:rPr>
              <a:t>′ </a:t>
            </a:r>
            <a:r>
              <a:rPr lang="en-US" altLang="zh-CN" sz="2500" b="1" dirty="0">
                <a:latin typeface="Times New Roman" panose="02020603050405020304" pitchFamily="18" charset="0"/>
              </a:rPr>
              <a:t>→ </a:t>
            </a:r>
            <a:r>
              <a:rPr lang="en-US" altLang="zh-CN" sz="2500" b="1" dirty="0">
                <a:solidFill>
                  <a:srgbClr val="FF0000"/>
                </a:solidFill>
                <a:latin typeface="Times New Roman" panose="02020603050405020304" pitchFamily="18" charset="0"/>
              </a:rPr>
              <a:t>+ </a:t>
            </a:r>
            <a:r>
              <a:rPr lang="en-US" altLang="zh-CN" sz="2500" b="1" i="1" dirty="0">
                <a:solidFill>
                  <a:srgbClr val="FF0000"/>
                </a:solidFill>
                <a:latin typeface="Times New Roman" panose="02020603050405020304" pitchFamily="18" charset="0"/>
              </a:rPr>
              <a:t>T</a:t>
            </a:r>
            <a:r>
              <a:rPr lang="en-US" altLang="zh-CN" sz="2500" b="1" i="1" dirty="0">
                <a:latin typeface="Times New Roman" panose="02020603050405020304" pitchFamily="18" charset="0"/>
              </a:rPr>
              <a:t> </a:t>
            </a:r>
            <a:r>
              <a:rPr lang="en-US" altLang="zh-CN" sz="2500" b="1" i="1" dirty="0">
                <a:solidFill>
                  <a:srgbClr val="008000"/>
                </a:solidFill>
                <a:latin typeface="Times New Roman" panose="02020603050405020304" pitchFamily="18" charset="0"/>
              </a:rPr>
              <a:t>E</a:t>
            </a:r>
            <a:r>
              <a:rPr kumimoji="1" lang="en-US" altLang="zh-CN" sz="2500" b="1" dirty="0">
                <a:solidFill>
                  <a:srgbClr val="008000"/>
                </a:solidFill>
                <a:latin typeface="Times New Roman" panose="02020603050405020304" pitchFamily="18" charset="0"/>
                <a:ea typeface="楷体_GB2312"/>
                <a:cs typeface="楷体_GB2312"/>
              </a:rPr>
              <a:t>′</a:t>
            </a:r>
            <a:r>
              <a:rPr kumimoji="1" lang="en-US" altLang="zh-CN" sz="2500" b="1" dirty="0">
                <a:latin typeface="Times New Roman" panose="02020603050405020304" pitchFamily="18" charset="0"/>
                <a:ea typeface="楷体_GB2312"/>
                <a:cs typeface="楷体_GB2312"/>
              </a:rPr>
              <a:t> </a:t>
            </a:r>
            <a:r>
              <a:rPr lang="en-US" altLang="zh-CN" sz="2500" b="1" dirty="0">
                <a:latin typeface="Times New Roman" panose="02020603050405020304" pitchFamily="18" charset="0"/>
              </a:rPr>
              <a:t>|ε</a:t>
            </a:r>
          </a:p>
          <a:p>
            <a:pPr eaLnBrk="1" hangingPunct="1">
              <a:lnSpc>
                <a:spcPts val="2500"/>
              </a:lnSpc>
              <a:spcBef>
                <a:spcPct val="20000"/>
              </a:spcBef>
              <a:buClr>
                <a:schemeClr val="folHlink"/>
              </a:buClr>
              <a:buSzPct val="60000"/>
              <a:buFont typeface="Wingdings" panose="05000000000000000000" pitchFamily="2" charset="2"/>
              <a:buNone/>
            </a:pPr>
            <a:r>
              <a:rPr lang="en-US" altLang="zh-CN" sz="2500" b="1" i="1" dirty="0">
                <a:latin typeface="Times New Roman" panose="02020603050405020304" pitchFamily="18" charset="0"/>
              </a:rPr>
              <a:t>T</a:t>
            </a:r>
            <a:r>
              <a:rPr lang="en-US" altLang="zh-CN" sz="2500" b="1" dirty="0">
                <a:latin typeface="Times New Roman" panose="02020603050405020304" pitchFamily="18" charset="0"/>
              </a:rPr>
              <a:t>→ </a:t>
            </a:r>
            <a:r>
              <a:rPr lang="en-US" altLang="zh-CN" sz="2500" b="1" i="1" dirty="0">
                <a:solidFill>
                  <a:srgbClr val="0070C0"/>
                </a:solidFill>
                <a:latin typeface="Times New Roman" panose="02020603050405020304" pitchFamily="18" charset="0"/>
              </a:rPr>
              <a:t>F </a:t>
            </a:r>
            <a:r>
              <a:rPr lang="en-US" altLang="zh-CN" sz="2500" b="1" i="1" dirty="0">
                <a:solidFill>
                  <a:srgbClr val="008000"/>
                </a:solidFill>
                <a:latin typeface="Times New Roman" panose="02020603050405020304" pitchFamily="18" charset="0"/>
              </a:rPr>
              <a:t>T </a:t>
            </a:r>
            <a:r>
              <a:rPr kumimoji="1" lang="en-US" altLang="zh-CN" sz="2500" b="1" dirty="0">
                <a:solidFill>
                  <a:srgbClr val="008000"/>
                </a:solidFill>
                <a:latin typeface="Times New Roman" panose="02020603050405020304" pitchFamily="18" charset="0"/>
                <a:ea typeface="楷体_GB2312"/>
                <a:cs typeface="楷体_GB2312"/>
              </a:rPr>
              <a:t>′</a:t>
            </a:r>
            <a:endParaRPr lang="en-US" altLang="zh-CN" sz="2500" b="1" dirty="0">
              <a:solidFill>
                <a:srgbClr val="008000"/>
              </a:solidFill>
              <a:latin typeface="Times New Roman" panose="02020603050405020304" pitchFamily="18" charset="0"/>
            </a:endParaRPr>
          </a:p>
          <a:p>
            <a:pPr eaLnBrk="1" hangingPunct="1">
              <a:lnSpc>
                <a:spcPts val="2500"/>
              </a:lnSpc>
              <a:spcBef>
                <a:spcPct val="20000"/>
              </a:spcBef>
              <a:buClr>
                <a:schemeClr val="folHlink"/>
              </a:buClr>
              <a:buSzPct val="60000"/>
              <a:buFont typeface="Wingdings" panose="05000000000000000000" pitchFamily="2" charset="2"/>
              <a:buNone/>
            </a:pPr>
            <a:r>
              <a:rPr lang="en-US" altLang="zh-CN" sz="2500" b="1" i="1" dirty="0">
                <a:latin typeface="Times New Roman" panose="02020603050405020304" pitchFamily="18" charset="0"/>
              </a:rPr>
              <a:t>T </a:t>
            </a:r>
            <a:r>
              <a:rPr kumimoji="1" lang="en-US" altLang="zh-CN" sz="2500" b="1" dirty="0">
                <a:latin typeface="Times New Roman" panose="02020603050405020304" pitchFamily="18" charset="0"/>
                <a:ea typeface="楷体_GB2312"/>
                <a:cs typeface="楷体_GB2312"/>
              </a:rPr>
              <a:t>′</a:t>
            </a:r>
            <a:r>
              <a:rPr lang="en-US" altLang="zh-CN" sz="2500" b="1" dirty="0">
                <a:latin typeface="Times New Roman" panose="02020603050405020304" pitchFamily="18" charset="0"/>
              </a:rPr>
              <a:t>→</a:t>
            </a:r>
            <a:r>
              <a:rPr lang="en-US" altLang="zh-CN" sz="2500" b="1" dirty="0">
                <a:solidFill>
                  <a:srgbClr val="FF0000"/>
                </a:solidFill>
                <a:latin typeface="Times New Roman" panose="02020603050405020304" pitchFamily="18" charset="0"/>
              </a:rPr>
              <a:t>* </a:t>
            </a:r>
            <a:r>
              <a:rPr lang="en-US" altLang="zh-CN" sz="2500" b="1" i="1" dirty="0">
                <a:solidFill>
                  <a:srgbClr val="FF0000"/>
                </a:solidFill>
                <a:latin typeface="Times New Roman" panose="02020603050405020304" pitchFamily="18" charset="0"/>
              </a:rPr>
              <a:t>F</a:t>
            </a:r>
            <a:r>
              <a:rPr lang="en-US" altLang="zh-CN" sz="2500" b="1" i="1" dirty="0">
                <a:latin typeface="Times New Roman" panose="02020603050405020304" pitchFamily="18" charset="0"/>
              </a:rPr>
              <a:t> </a:t>
            </a:r>
            <a:r>
              <a:rPr lang="en-US" altLang="zh-CN" sz="2500" b="1" i="1" dirty="0">
                <a:solidFill>
                  <a:srgbClr val="008000"/>
                </a:solidFill>
                <a:latin typeface="Times New Roman" panose="02020603050405020304" pitchFamily="18" charset="0"/>
              </a:rPr>
              <a:t>T </a:t>
            </a:r>
            <a:r>
              <a:rPr kumimoji="1" lang="en-US" altLang="zh-CN" sz="2500" b="1" dirty="0">
                <a:solidFill>
                  <a:srgbClr val="008000"/>
                </a:solidFill>
                <a:latin typeface="Times New Roman" panose="02020603050405020304" pitchFamily="18" charset="0"/>
                <a:ea typeface="楷体_GB2312"/>
                <a:cs typeface="楷体_GB2312"/>
              </a:rPr>
              <a:t>′</a:t>
            </a:r>
            <a:r>
              <a:rPr kumimoji="1" lang="en-US" altLang="zh-CN" sz="2500" b="1" dirty="0">
                <a:latin typeface="Times New Roman" panose="02020603050405020304" pitchFamily="18" charset="0"/>
                <a:ea typeface="楷体_GB2312"/>
                <a:cs typeface="楷体_GB2312"/>
              </a:rPr>
              <a:t> </a:t>
            </a:r>
            <a:r>
              <a:rPr lang="en-US" altLang="zh-CN" sz="2500" b="1" dirty="0">
                <a:latin typeface="Times New Roman" panose="02020603050405020304" pitchFamily="18" charset="0"/>
              </a:rPr>
              <a:t>｜ε</a:t>
            </a:r>
          </a:p>
          <a:p>
            <a:pPr eaLnBrk="1" hangingPunct="1">
              <a:lnSpc>
                <a:spcPts val="2500"/>
              </a:lnSpc>
              <a:spcBef>
                <a:spcPct val="20000"/>
              </a:spcBef>
              <a:buClr>
                <a:schemeClr val="folHlink"/>
              </a:buClr>
              <a:buSzPct val="60000"/>
              <a:buFont typeface="Wingdings" panose="05000000000000000000" pitchFamily="2" charset="2"/>
              <a:buNone/>
            </a:pPr>
            <a:r>
              <a:rPr lang="en-US" altLang="zh-CN" sz="2500" b="1" i="1" dirty="0">
                <a:latin typeface="Times New Roman" panose="02020603050405020304" pitchFamily="18" charset="0"/>
              </a:rPr>
              <a:t>F</a:t>
            </a:r>
            <a:r>
              <a:rPr lang="en-US" altLang="zh-CN" sz="2500" b="1" dirty="0">
                <a:latin typeface="Times New Roman" panose="02020603050405020304" pitchFamily="18" charset="0"/>
              </a:rPr>
              <a:t>→ ( </a:t>
            </a:r>
            <a:r>
              <a:rPr lang="en-US" altLang="zh-CN" sz="2500" b="1" i="1" dirty="0">
                <a:latin typeface="Times New Roman" panose="02020603050405020304" pitchFamily="18" charset="0"/>
              </a:rPr>
              <a:t>E</a:t>
            </a:r>
            <a:r>
              <a:rPr lang="en-US" altLang="zh-CN" sz="2500" b="1" dirty="0">
                <a:latin typeface="Times New Roman" panose="02020603050405020304" pitchFamily="18" charset="0"/>
              </a:rPr>
              <a:t> )｜id</a:t>
            </a:r>
          </a:p>
        </p:txBody>
      </p:sp>
      <p:sp>
        <p:nvSpPr>
          <p:cNvPr id="9" name="AutoShape 7">
            <a:extLst>
              <a:ext uri="{FF2B5EF4-FFF2-40B4-BE49-F238E27FC236}">
                <a16:creationId xmlns:a16="http://schemas.microsoft.com/office/drawing/2014/main" id="{5B9A10A8-48AD-47FC-853B-6330B64767B1}"/>
              </a:ext>
            </a:extLst>
          </p:cNvPr>
          <p:cNvSpPr>
            <a:spLocks noChangeArrowheads="1"/>
          </p:cNvSpPr>
          <p:nvPr/>
        </p:nvSpPr>
        <p:spPr bwMode="auto">
          <a:xfrm>
            <a:off x="4036516" y="2480866"/>
            <a:ext cx="642938" cy="782637"/>
          </a:xfrm>
          <a:prstGeom prst="rightArrow">
            <a:avLst>
              <a:gd name="adj1" fmla="val 50000"/>
              <a:gd name="adj2" fmla="val 46205"/>
            </a:avLst>
          </a:prstGeom>
          <a:solidFill>
            <a:schemeClr val="tx2">
              <a:lumMod val="60000"/>
              <a:lumOff val="40000"/>
            </a:schemeClr>
          </a:solidFill>
          <a:ln w="12700">
            <a:solidFill>
              <a:schemeClr val="tx1"/>
            </a:solidFill>
            <a:miter lim="800000"/>
            <a:headEnd type="none" w="sm" len="sm"/>
            <a:tailEnd type="none" w="sm" len="sm"/>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grpSp>
        <p:nvGrpSpPr>
          <p:cNvPr id="12" name="组合 11">
            <a:extLst>
              <a:ext uri="{FF2B5EF4-FFF2-40B4-BE49-F238E27FC236}">
                <a16:creationId xmlns:a16="http://schemas.microsoft.com/office/drawing/2014/main" id="{EB40AEC2-3B18-497D-B0FD-2CADCA2AF4E7}"/>
              </a:ext>
            </a:extLst>
          </p:cNvPr>
          <p:cNvGrpSpPr>
            <a:grpSpLocks/>
          </p:cNvGrpSpPr>
          <p:nvPr/>
        </p:nvGrpSpPr>
        <p:grpSpPr bwMode="auto">
          <a:xfrm>
            <a:off x="2546078" y="2328466"/>
            <a:ext cx="476250" cy="306387"/>
            <a:chOff x="2176463" y="3417887"/>
            <a:chExt cx="477011" cy="306393"/>
          </a:xfrm>
        </p:grpSpPr>
        <p:sp>
          <p:nvSpPr>
            <p:cNvPr id="64532" name="AutoShape 8">
              <a:extLst>
                <a:ext uri="{FF2B5EF4-FFF2-40B4-BE49-F238E27FC236}">
                  <a16:creationId xmlns:a16="http://schemas.microsoft.com/office/drawing/2014/main" id="{201AF14D-9AB7-47F8-B243-B6C7BD21559B}"/>
                </a:ext>
              </a:extLst>
            </p:cNvPr>
            <p:cNvSpPr>
              <a:spLocks/>
            </p:cNvSpPr>
            <p:nvPr/>
          </p:nvSpPr>
          <p:spPr bwMode="auto">
            <a:xfrm rot="5400000">
              <a:off x="2258920" y="3335430"/>
              <a:ext cx="120836" cy="285750"/>
            </a:xfrm>
            <a:prstGeom prst="rightBrace">
              <a:avLst>
                <a:gd name="adj1" fmla="val 25191"/>
                <a:gd name="adj2" fmla="val 50000"/>
              </a:avLst>
            </a:pr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solidFill>
                  <a:srgbClr val="FF0000"/>
                </a:solidFill>
              </a:endParaRPr>
            </a:p>
          </p:txBody>
        </p:sp>
        <p:sp>
          <p:nvSpPr>
            <p:cNvPr id="64533" name="Rectangle 12">
              <a:extLst>
                <a:ext uri="{FF2B5EF4-FFF2-40B4-BE49-F238E27FC236}">
                  <a16:creationId xmlns:a16="http://schemas.microsoft.com/office/drawing/2014/main" id="{E04E4D24-744A-4C59-B18F-B951D7605F09}"/>
                </a:ext>
              </a:extLst>
            </p:cNvPr>
            <p:cNvSpPr>
              <a:spLocks noChangeArrowheads="1"/>
            </p:cNvSpPr>
            <p:nvPr/>
          </p:nvSpPr>
          <p:spPr bwMode="auto">
            <a:xfrm>
              <a:off x="2190762" y="3644900"/>
              <a:ext cx="462712" cy="79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sz="2000" b="1" i="1">
                  <a:solidFill>
                    <a:srgbClr val="FF0000"/>
                  </a:solidFill>
                  <a:latin typeface="Times New Roman" panose="02020603050405020304" pitchFamily="18" charset="0"/>
                  <a:ea typeface="楷体_GB2312"/>
                  <a:cs typeface="楷体_GB2312"/>
                </a:rPr>
                <a:t>α</a:t>
              </a:r>
            </a:p>
          </p:txBody>
        </p:sp>
      </p:grpSp>
      <p:grpSp>
        <p:nvGrpSpPr>
          <p:cNvPr id="4" name="组合 13">
            <a:extLst>
              <a:ext uri="{FF2B5EF4-FFF2-40B4-BE49-F238E27FC236}">
                <a16:creationId xmlns:a16="http://schemas.microsoft.com/office/drawing/2014/main" id="{89BD91E4-560E-48F4-84BB-56E001C37F41}"/>
              </a:ext>
            </a:extLst>
          </p:cNvPr>
          <p:cNvGrpSpPr>
            <a:grpSpLocks/>
          </p:cNvGrpSpPr>
          <p:nvPr/>
        </p:nvGrpSpPr>
        <p:grpSpPr bwMode="auto">
          <a:xfrm>
            <a:off x="2469878" y="3060303"/>
            <a:ext cx="1147762" cy="323850"/>
            <a:chOff x="2695948" y="5718975"/>
            <a:chExt cx="1147818" cy="432589"/>
          </a:xfrm>
        </p:grpSpPr>
        <p:sp>
          <p:nvSpPr>
            <p:cNvPr id="64529" name="AutoShape 15">
              <a:extLst>
                <a:ext uri="{FF2B5EF4-FFF2-40B4-BE49-F238E27FC236}">
                  <a16:creationId xmlns:a16="http://schemas.microsoft.com/office/drawing/2014/main" id="{CE95557A-FB42-47A7-9DFF-D1F8928A4E84}"/>
                </a:ext>
              </a:extLst>
            </p:cNvPr>
            <p:cNvSpPr>
              <a:spLocks/>
            </p:cNvSpPr>
            <p:nvPr/>
          </p:nvSpPr>
          <p:spPr bwMode="auto">
            <a:xfrm rot="5400000">
              <a:off x="2807455" y="5613016"/>
              <a:ext cx="90158" cy="303664"/>
            </a:xfrm>
            <a:prstGeom prst="rightBrace">
              <a:avLst>
                <a:gd name="adj1" fmla="val 25183"/>
                <a:gd name="adj2" fmla="val 50000"/>
              </a:avLst>
            </a:pr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solidFill>
                  <a:srgbClr val="FF0000"/>
                </a:solidFill>
              </a:endParaRPr>
            </a:p>
          </p:txBody>
        </p:sp>
        <p:sp>
          <p:nvSpPr>
            <p:cNvPr id="64530" name="AutoShape 16">
              <a:extLst>
                <a:ext uri="{FF2B5EF4-FFF2-40B4-BE49-F238E27FC236}">
                  <a16:creationId xmlns:a16="http://schemas.microsoft.com/office/drawing/2014/main" id="{56766E71-9FEB-43F1-9C07-89AD4E08165B}"/>
                </a:ext>
              </a:extLst>
            </p:cNvPr>
            <p:cNvSpPr>
              <a:spLocks/>
            </p:cNvSpPr>
            <p:nvPr/>
          </p:nvSpPr>
          <p:spPr bwMode="auto">
            <a:xfrm rot="5400000">
              <a:off x="3512621" y="5691327"/>
              <a:ext cx="89165" cy="144462"/>
            </a:xfrm>
            <a:prstGeom prst="rightBrace">
              <a:avLst>
                <a:gd name="adj1" fmla="val 8423"/>
                <a:gd name="adj2" fmla="val 50000"/>
              </a:avLst>
            </a:prstGeom>
            <a:noFill/>
            <a:ln w="25400">
              <a:solidFill>
                <a:srgbClr val="0070C0"/>
              </a:solidFill>
              <a:round/>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solidFill>
                  <a:srgbClr val="FF0000"/>
                </a:solidFill>
              </a:endParaRPr>
            </a:p>
          </p:txBody>
        </p:sp>
        <p:sp>
          <p:nvSpPr>
            <p:cNvPr id="64531" name="Rectangle 17">
              <a:extLst>
                <a:ext uri="{FF2B5EF4-FFF2-40B4-BE49-F238E27FC236}">
                  <a16:creationId xmlns:a16="http://schemas.microsoft.com/office/drawing/2014/main" id="{7AD0A21D-4D0F-40EE-B0AA-C48680402046}"/>
                </a:ext>
              </a:extLst>
            </p:cNvPr>
            <p:cNvSpPr>
              <a:spLocks noChangeArrowheads="1"/>
            </p:cNvSpPr>
            <p:nvPr/>
          </p:nvSpPr>
          <p:spPr bwMode="auto">
            <a:xfrm>
              <a:off x="2695948" y="5864227"/>
              <a:ext cx="114781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sz="2000" b="1" i="1" dirty="0">
                  <a:solidFill>
                    <a:srgbClr val="FF0000"/>
                  </a:solidFill>
                  <a:latin typeface="Times New Roman" panose="02020603050405020304" pitchFamily="18" charset="0"/>
                  <a:ea typeface="楷体_GB2312"/>
                  <a:cs typeface="楷体_GB2312"/>
                </a:rPr>
                <a:t>α         </a:t>
              </a:r>
              <a:r>
                <a:rPr lang="en-US" altLang="zh-CN" sz="2000" b="1" i="1" dirty="0">
                  <a:solidFill>
                    <a:srgbClr val="0070C0"/>
                  </a:solidFill>
                  <a:latin typeface="Times New Roman" panose="02020603050405020304" pitchFamily="18" charset="0"/>
                  <a:ea typeface="楷体_GB2312"/>
                  <a:cs typeface="楷体_GB2312"/>
                </a:rPr>
                <a:t>β</a:t>
              </a:r>
            </a:p>
          </p:txBody>
        </p:sp>
      </p:grpSp>
      <p:sp>
        <p:nvSpPr>
          <p:cNvPr id="22" name="标题 1">
            <a:extLst>
              <a:ext uri="{FF2B5EF4-FFF2-40B4-BE49-F238E27FC236}">
                <a16:creationId xmlns:a16="http://schemas.microsoft.com/office/drawing/2014/main" id="{1D69B3F1-3F38-4D40-953A-5D7273F54659}"/>
              </a:ext>
            </a:extLst>
          </p:cNvPr>
          <p:cNvSpPr>
            <a:spLocks noGrp="1"/>
          </p:cNvSpPr>
          <p:nvPr>
            <p:ph type="title"/>
          </p:nvPr>
        </p:nvSpPr>
        <p:spPr/>
        <p:txBody>
          <a:bodyPr/>
          <a:lstStyle/>
          <a:p>
            <a:pPr eaLnBrk="1" hangingPunct="1">
              <a:defRPr/>
            </a:pPr>
            <a:r>
              <a:rPr lang="zh-CN" altLang="en-US" sz="3000" spc="300" dirty="0">
                <a:solidFill>
                  <a:schemeClr val="tx1"/>
                </a:solidFill>
                <a:latin typeface="微软雅黑" pitchFamily="34" charset="-122"/>
                <a:ea typeface="微软雅黑" pitchFamily="34" charset="-122"/>
                <a:cs typeface="Times New Roman" pitchFamily="18" charset="0"/>
              </a:rPr>
              <a:t>消除直接左递归</a:t>
            </a:r>
            <a:endParaRPr lang="zh-CN" altLang="en-US" dirty="0">
              <a:solidFill>
                <a:srgbClr val="000099"/>
              </a:solidFill>
              <a:ea typeface="楷体_GB2312"/>
              <a:cs typeface="Times New Roman" pitchFamily="18" charset="0"/>
            </a:endParaRPr>
          </a:p>
        </p:txBody>
      </p:sp>
      <p:grpSp>
        <p:nvGrpSpPr>
          <p:cNvPr id="13" name="组合 12">
            <a:extLst>
              <a:ext uri="{FF2B5EF4-FFF2-40B4-BE49-F238E27FC236}">
                <a16:creationId xmlns:a16="http://schemas.microsoft.com/office/drawing/2014/main" id="{A1705822-08EA-4004-9E5A-EC72B0E39DE0}"/>
              </a:ext>
            </a:extLst>
          </p:cNvPr>
          <p:cNvGrpSpPr>
            <a:grpSpLocks/>
          </p:cNvGrpSpPr>
          <p:nvPr/>
        </p:nvGrpSpPr>
        <p:grpSpPr bwMode="auto">
          <a:xfrm>
            <a:off x="3108053" y="2341166"/>
            <a:ext cx="379412" cy="469900"/>
            <a:chOff x="2738408" y="3430606"/>
            <a:chExt cx="380232" cy="470306"/>
          </a:xfrm>
        </p:grpSpPr>
        <p:sp>
          <p:nvSpPr>
            <p:cNvPr id="64527" name="AutoShape 9">
              <a:extLst>
                <a:ext uri="{FF2B5EF4-FFF2-40B4-BE49-F238E27FC236}">
                  <a16:creationId xmlns:a16="http://schemas.microsoft.com/office/drawing/2014/main" id="{F74D8A8C-01F2-43EB-A493-A929EA8E7E72}"/>
                </a:ext>
              </a:extLst>
            </p:cNvPr>
            <p:cNvSpPr>
              <a:spLocks/>
            </p:cNvSpPr>
            <p:nvPr/>
          </p:nvSpPr>
          <p:spPr bwMode="auto">
            <a:xfrm rot="5400000">
              <a:off x="2905527" y="3412497"/>
              <a:ext cx="108119" cy="144338"/>
            </a:xfrm>
            <a:prstGeom prst="rightBrace">
              <a:avLst>
                <a:gd name="adj1" fmla="val 8424"/>
                <a:gd name="adj2" fmla="val 50000"/>
              </a:avLst>
            </a:prstGeom>
            <a:noFill/>
            <a:ln w="25400">
              <a:solidFill>
                <a:srgbClr val="0070C0"/>
              </a:solidFill>
              <a:round/>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solidFill>
                  <a:srgbClr val="0070C0"/>
                </a:solidFill>
              </a:endParaRPr>
            </a:p>
          </p:txBody>
        </p:sp>
        <p:sp>
          <p:nvSpPr>
            <p:cNvPr id="64528" name="矩形 10">
              <a:extLst>
                <a:ext uri="{FF2B5EF4-FFF2-40B4-BE49-F238E27FC236}">
                  <a16:creationId xmlns:a16="http://schemas.microsoft.com/office/drawing/2014/main" id="{6DFF46A2-3388-43C0-A8B4-F9FD5B1F5132}"/>
                </a:ext>
              </a:extLst>
            </p:cNvPr>
            <p:cNvSpPr>
              <a:spLocks noChangeArrowheads="1"/>
            </p:cNvSpPr>
            <p:nvPr/>
          </p:nvSpPr>
          <p:spPr bwMode="auto">
            <a:xfrm>
              <a:off x="2738408" y="3500802"/>
              <a:ext cx="380232" cy="40011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lang="en-US" altLang="zh-CN" sz="2000" b="1" i="1">
                  <a:solidFill>
                    <a:srgbClr val="0070C0"/>
                  </a:solidFill>
                  <a:latin typeface="Times New Roman" panose="02020603050405020304" pitchFamily="18" charset="0"/>
                  <a:ea typeface="楷体_GB2312"/>
                  <a:cs typeface="楷体_GB2312"/>
                </a:rPr>
                <a:t> β</a:t>
              </a:r>
              <a:endParaRPr lang="zh-CN" altLang="en-US">
                <a:solidFill>
                  <a:srgbClr val="0070C0"/>
                </a:solidFill>
              </a:endParaRPr>
            </a:p>
          </p:txBody>
        </p:sp>
      </p:grpSp>
      <p:grpSp>
        <p:nvGrpSpPr>
          <p:cNvPr id="16" name="组合 15">
            <a:extLst>
              <a:ext uri="{FF2B5EF4-FFF2-40B4-BE49-F238E27FC236}">
                <a16:creationId xmlns:a16="http://schemas.microsoft.com/office/drawing/2014/main" id="{B2C7FF9A-7D2B-4F8D-8930-4B7C276587E3}"/>
              </a:ext>
            </a:extLst>
          </p:cNvPr>
          <p:cNvGrpSpPr/>
          <p:nvPr/>
        </p:nvGrpSpPr>
        <p:grpSpPr>
          <a:xfrm>
            <a:off x="1526581" y="896402"/>
            <a:ext cx="6223345" cy="523220"/>
            <a:chOff x="1526581" y="896402"/>
            <a:chExt cx="6223345" cy="523220"/>
          </a:xfrm>
        </p:grpSpPr>
        <p:sp>
          <p:nvSpPr>
            <p:cNvPr id="15" name="矩形 14">
              <a:extLst>
                <a:ext uri="{FF2B5EF4-FFF2-40B4-BE49-F238E27FC236}">
                  <a16:creationId xmlns:a16="http://schemas.microsoft.com/office/drawing/2014/main" id="{C9E375AC-8DE2-45CF-947B-75177499F32A}"/>
                </a:ext>
              </a:extLst>
            </p:cNvPr>
            <p:cNvSpPr/>
            <p:nvPr/>
          </p:nvSpPr>
          <p:spPr>
            <a:xfrm>
              <a:off x="1526581" y="896402"/>
              <a:ext cx="6223345" cy="523220"/>
            </a:xfrm>
            <a:prstGeom prst="rect">
              <a:avLst/>
            </a:prstGeom>
            <a:solidFill>
              <a:schemeClr val="accent3">
                <a:lumMod val="20000"/>
                <a:lumOff val="80000"/>
              </a:schemeClr>
            </a:solidFill>
            <a:ln>
              <a:solidFill>
                <a:schemeClr val="tx1"/>
              </a:solidFill>
            </a:ln>
          </p:spPr>
          <p:txBody>
            <a:bodyPr wrap="square">
              <a:spAutoFit/>
            </a:bodyPr>
            <a:lstStyle/>
            <a:p>
              <a:r>
                <a:rPr kumimoji="1" lang="en-US" altLang="zh-CN" sz="2800" b="1" i="1" dirty="0">
                  <a:latin typeface="Times New Roman" panose="02020603050405020304" pitchFamily="18" charset="0"/>
                  <a:ea typeface="楷体_GB2312" pitchFamily="49" charset="-122"/>
                  <a:cs typeface="Times New Roman" panose="02020603050405020304" pitchFamily="18" charset="0"/>
                </a:rPr>
                <a:t>A</a:t>
              </a:r>
              <a:r>
                <a:rPr kumimoji="1" lang="en-US" altLang="zh-CN" sz="2800" b="1" dirty="0">
                  <a:latin typeface="Times New Roman" panose="02020603050405020304" pitchFamily="18" charset="0"/>
                  <a:ea typeface="楷体_GB2312" pitchFamily="49" charset="-122"/>
                  <a:cs typeface="Times New Roman" panose="02020603050405020304" pitchFamily="18" charset="0"/>
                </a:rPr>
                <a:t>  → </a:t>
              </a:r>
              <a:r>
                <a:rPr kumimoji="1" lang="en-US" altLang="zh-CN" sz="2800" b="1" i="1" dirty="0">
                  <a:latin typeface="Times New Roman" panose="02020603050405020304" pitchFamily="18" charset="0"/>
                  <a:ea typeface="楷体_GB2312" pitchFamily="49" charset="-122"/>
                  <a:cs typeface="Times New Roman" panose="02020603050405020304" pitchFamily="18" charset="0"/>
                </a:rPr>
                <a:t>A</a:t>
              </a:r>
              <a:r>
                <a:rPr kumimoji="1" lang="en-US" altLang="zh-CN" sz="2800" b="1" i="1" dirty="0">
                  <a:solidFill>
                    <a:srgbClr val="FF0000"/>
                  </a:solidFill>
                  <a:latin typeface="Times New Roman" panose="02020603050405020304" pitchFamily="18" charset="0"/>
                  <a:ea typeface="楷体_GB2312" pitchFamily="49" charset="-122"/>
                  <a:cs typeface="Times New Roman" panose="02020603050405020304" pitchFamily="18" charset="0"/>
                </a:rPr>
                <a:t>α</a:t>
              </a:r>
              <a:r>
                <a:rPr kumimoji="1" lang="en-US" altLang="zh-CN" sz="2800" b="1" dirty="0">
                  <a:latin typeface="Times New Roman" panose="02020603050405020304" pitchFamily="18" charset="0"/>
                  <a:ea typeface="楷体_GB2312" pitchFamily="49" charset="-122"/>
                  <a:cs typeface="Times New Roman" panose="02020603050405020304" pitchFamily="18" charset="0"/>
                </a:rPr>
                <a:t> | </a:t>
              </a:r>
              <a:r>
                <a:rPr kumimoji="1" lang="en-US" altLang="zh-CN" sz="2800" b="1" i="1" dirty="0">
                  <a:solidFill>
                    <a:srgbClr val="0070C0"/>
                  </a:solidFill>
                  <a:latin typeface="Times New Roman" panose="02020603050405020304" pitchFamily="18" charset="0"/>
                  <a:ea typeface="楷体_GB2312" pitchFamily="49" charset="-122"/>
                  <a:cs typeface="Times New Roman" panose="02020603050405020304" pitchFamily="18" charset="0"/>
                </a:rPr>
                <a:t>β</a:t>
              </a:r>
              <a:r>
                <a:rPr kumimoji="1" lang="en-US" altLang="zh-CN" sz="2800" b="1" i="1" dirty="0">
                  <a:latin typeface="Times New Roman" panose="02020603050405020304" pitchFamily="18" charset="0"/>
                  <a:ea typeface="楷体_GB2312" pitchFamily="49" charset="-122"/>
                  <a:cs typeface="Times New Roman" panose="02020603050405020304" pitchFamily="18" charset="0"/>
                </a:rPr>
                <a:t>         </a:t>
              </a:r>
              <a:r>
                <a:rPr lang="en-US" altLang="zh-CN" sz="2800" b="1" i="1" dirty="0">
                  <a:latin typeface="Times New Roman" panose="02020603050405020304" pitchFamily="18" charset="0"/>
                  <a:cs typeface="Times New Roman" panose="02020603050405020304" pitchFamily="18" charset="0"/>
                </a:rPr>
                <a:t>A</a:t>
              </a:r>
              <a:r>
                <a:rPr lang="en-US" altLang="zh-CN" sz="2800" b="1" dirty="0">
                  <a:latin typeface="Times New Roman" panose="02020603050405020304" pitchFamily="18" charset="0"/>
                  <a:cs typeface="Times New Roman" panose="02020603050405020304" pitchFamily="18" charset="0"/>
                </a:rPr>
                <a:t>→</a:t>
              </a:r>
              <a:r>
                <a:rPr lang="en-US" altLang="zh-CN" sz="2800" b="1" i="1" dirty="0">
                  <a:solidFill>
                    <a:srgbClr val="0070C0"/>
                  </a:solidFill>
                  <a:latin typeface="Times New Roman" panose="02020603050405020304" pitchFamily="18" charset="0"/>
                  <a:cs typeface="Times New Roman" panose="02020603050405020304" pitchFamily="18" charset="0"/>
                </a:rPr>
                <a:t>β</a:t>
              </a:r>
              <a:r>
                <a:rPr lang="en-US" altLang="zh-CN" sz="2800" b="1" i="1" dirty="0">
                  <a:solidFill>
                    <a:srgbClr val="008000"/>
                  </a:solidFill>
                  <a:latin typeface="Times New Roman" panose="02020603050405020304" pitchFamily="18" charset="0"/>
                  <a:cs typeface="Times New Roman" panose="02020603050405020304" pitchFamily="18" charset="0"/>
                </a:rPr>
                <a:t>A</a:t>
              </a:r>
              <a:r>
                <a:rPr lang="en-US" altLang="zh-CN" sz="2800" b="1" dirty="0">
                  <a:solidFill>
                    <a:srgbClr val="008000"/>
                  </a:solidFill>
                  <a:latin typeface="Times New Roman" panose="02020603050405020304" pitchFamily="18" charset="0"/>
                  <a:cs typeface="Times New Roman" panose="02020603050405020304" pitchFamily="18" charset="0"/>
                </a:rPr>
                <a:t>'</a:t>
              </a:r>
              <a:r>
                <a:rPr lang="en-US" altLang="zh-CN" sz="2800" b="1" dirty="0">
                  <a:latin typeface="Times New Roman" panose="02020603050405020304" pitchFamily="18" charset="0"/>
                  <a:cs typeface="Times New Roman" panose="02020603050405020304" pitchFamily="18" charset="0"/>
                </a:rPr>
                <a:t>     </a:t>
              </a:r>
              <a:r>
                <a:rPr lang="en-US" altLang="zh-CN" sz="2800" b="1" i="1" dirty="0">
                  <a:latin typeface="Times New Roman" panose="02020603050405020304" pitchFamily="18" charset="0"/>
                  <a:cs typeface="Times New Roman" panose="02020603050405020304" pitchFamily="18" charset="0"/>
                </a:rPr>
                <a:t>A</a:t>
              </a:r>
              <a:r>
                <a:rPr lang="en-US" altLang="zh-CN" sz="2800" b="1" dirty="0">
                  <a:latin typeface="Times New Roman" panose="02020603050405020304" pitchFamily="18" charset="0"/>
                  <a:cs typeface="Times New Roman" panose="02020603050405020304" pitchFamily="18" charset="0"/>
                </a:rPr>
                <a:t>' →</a:t>
              </a:r>
              <a:r>
                <a:rPr lang="en-US" altLang="zh-CN" sz="2800" b="1" i="1" dirty="0">
                  <a:solidFill>
                    <a:srgbClr val="FF0000"/>
                  </a:solidFill>
                  <a:latin typeface="Times New Roman" panose="02020603050405020304" pitchFamily="18" charset="0"/>
                  <a:cs typeface="Times New Roman" panose="02020603050405020304" pitchFamily="18" charset="0"/>
                </a:rPr>
                <a:t>α</a:t>
              </a:r>
              <a:r>
                <a:rPr lang="en-US" altLang="zh-CN" sz="2800" b="1" i="1" dirty="0">
                  <a:solidFill>
                    <a:srgbClr val="008000"/>
                  </a:solidFill>
                  <a:latin typeface="Times New Roman" panose="02020603050405020304" pitchFamily="18" charset="0"/>
                  <a:cs typeface="Times New Roman" panose="02020603050405020304" pitchFamily="18" charset="0"/>
                </a:rPr>
                <a:t>A</a:t>
              </a:r>
              <a:r>
                <a:rPr lang="en-US" altLang="zh-CN" sz="2800" b="1" dirty="0">
                  <a:solidFill>
                    <a:srgbClr val="008000"/>
                  </a:solidFill>
                  <a:latin typeface="Times New Roman" panose="02020603050405020304" pitchFamily="18" charset="0"/>
                  <a:cs typeface="Times New Roman" panose="02020603050405020304" pitchFamily="18" charset="0"/>
                </a:rPr>
                <a:t>'</a:t>
              </a:r>
              <a:r>
                <a:rPr lang="en-US" altLang="zh-CN" sz="2800" b="1" dirty="0">
                  <a:latin typeface="Times New Roman" panose="02020603050405020304" pitchFamily="18" charset="0"/>
                  <a:cs typeface="Times New Roman" panose="02020603050405020304" pitchFamily="18" charset="0"/>
                </a:rPr>
                <a:t> |</a:t>
              </a:r>
              <a:r>
                <a:rPr lang="en-US" altLang="zh-CN" sz="2800" b="1" i="1" dirty="0">
                  <a:latin typeface="Times New Roman" panose="02020603050405020304" pitchFamily="18" charset="0"/>
                  <a:cs typeface="Times New Roman" panose="02020603050405020304" pitchFamily="18" charset="0"/>
                </a:rPr>
                <a:t>ε</a:t>
              </a:r>
              <a:endParaRPr lang="zh-CN" altLang="en-US" sz="2800" b="1" dirty="0">
                <a:latin typeface="Times New Roman" panose="02020603050405020304" pitchFamily="18" charset="0"/>
                <a:cs typeface="Times New Roman" panose="02020603050405020304" pitchFamily="18" charset="0"/>
              </a:endParaRPr>
            </a:p>
          </p:txBody>
        </p:sp>
        <p:sp>
          <p:nvSpPr>
            <p:cNvPr id="26" name="AutoShape 7">
              <a:extLst>
                <a:ext uri="{FF2B5EF4-FFF2-40B4-BE49-F238E27FC236}">
                  <a16:creationId xmlns:a16="http://schemas.microsoft.com/office/drawing/2014/main" id="{DDEEB0B6-B51C-47B3-B42E-618D2A71381E}"/>
                </a:ext>
              </a:extLst>
            </p:cNvPr>
            <p:cNvSpPr>
              <a:spLocks noChangeArrowheads="1"/>
            </p:cNvSpPr>
            <p:nvPr/>
          </p:nvSpPr>
          <p:spPr bwMode="auto">
            <a:xfrm>
              <a:off x="3585442" y="973756"/>
              <a:ext cx="379412" cy="373858"/>
            </a:xfrm>
            <a:prstGeom prst="rightArrow">
              <a:avLst>
                <a:gd name="adj1" fmla="val 50000"/>
                <a:gd name="adj2" fmla="val 46205"/>
              </a:avLst>
            </a:prstGeom>
            <a:solidFill>
              <a:schemeClr val="tx2">
                <a:lumMod val="60000"/>
                <a:lumOff val="40000"/>
              </a:schemeClr>
            </a:solidFill>
            <a:ln w="12700">
              <a:solidFill>
                <a:schemeClr val="tx1"/>
              </a:solidFill>
              <a:miter lim="800000"/>
              <a:headEnd type="none" w="sm" len="sm"/>
              <a:tailEnd type="none" w="sm" len="sm"/>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grpSp>
      <p:sp>
        <p:nvSpPr>
          <p:cNvPr id="3" name="灯片编号占位符 2">
            <a:extLst>
              <a:ext uri="{FF2B5EF4-FFF2-40B4-BE49-F238E27FC236}">
                <a16:creationId xmlns:a16="http://schemas.microsoft.com/office/drawing/2014/main" id="{B017CE31-CD25-4254-A5F2-7772AD80F431}"/>
              </a:ext>
            </a:extLst>
          </p:cNvPr>
          <p:cNvSpPr>
            <a:spLocks noGrp="1"/>
          </p:cNvSpPr>
          <p:nvPr>
            <p:ph type="sldNum" sz="quarter" idx="12"/>
          </p:nvPr>
        </p:nvSpPr>
        <p:spPr/>
        <p:txBody>
          <a:bodyPr/>
          <a:lstStyle/>
          <a:p>
            <a:pPr>
              <a:defRPr/>
            </a:pPr>
            <a:fld id="{EA567855-7F13-4FC5-AD61-2B82F6443E16}" type="slidenum">
              <a:rPr lang="zh-CN" altLang="en-US" smtClean="0"/>
              <a:pPr>
                <a:defRPr/>
              </a:pPr>
              <a:t>22</a:t>
            </a:fld>
            <a:endParaRPr lang="en-US" altLang="zh-CN"/>
          </a:p>
        </p:txBody>
      </p:sp>
    </p:spTree>
    <p:extLst>
      <p:ext uri="{BB962C8B-B14F-4D97-AF65-F5344CB8AC3E}">
        <p14:creationId xmlns:p14="http://schemas.microsoft.com/office/powerpoint/2010/main" val="15332706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grpId="0" nodeType="withEffect">
                                  <p:stCondLst>
                                    <p:cond delay="0"/>
                                  </p:stCondLst>
                                  <p:childTnLst>
                                    <p:set>
                                      <p:cBhvr>
                                        <p:cTn id="6" dur="1" fill="hold">
                                          <p:stCondLst>
                                            <p:cond delay="0"/>
                                          </p:stCondLst>
                                        </p:cTn>
                                        <p:tgtEl>
                                          <p:spTgt spid="7">
                                            <p:txEl>
                                              <p:charRg st="4294967295" end="4294967295"/>
                                            </p:txEl>
                                          </p:spTgt>
                                        </p:tgtEl>
                                        <p:attrNameLst>
                                          <p:attrName>style.visibility</p:attrName>
                                        </p:attrNameLst>
                                      </p:cBhvr>
                                      <p:to>
                                        <p:strVal val="visible"/>
                                      </p:to>
                                    </p:set>
                                    <p:anim calcmode="lin" valueType="num">
                                      <p:cBhvr>
                                        <p:cTn id="7" dur="500" fill="hold"/>
                                        <p:tgtEl>
                                          <p:spTgt spid="7">
                                            <p:txEl>
                                              <p:charRg st="4294967295" end="4294967295"/>
                                            </p:txEl>
                                          </p:spTgt>
                                        </p:tgtEl>
                                        <p:attrNameLst>
                                          <p:attrName>ppt_w</p:attrName>
                                        </p:attrNameLst>
                                      </p:cBhvr>
                                      <p:tavLst>
                                        <p:tav tm="0">
                                          <p:val>
                                            <p:fltVal val="0"/>
                                          </p:val>
                                        </p:tav>
                                        <p:tav tm="100000">
                                          <p:val>
                                            <p:strVal val="#ppt_w"/>
                                          </p:val>
                                        </p:tav>
                                      </p:tavLst>
                                    </p:anim>
                                    <p:anim calcmode="lin" valueType="num">
                                      <p:cBhvr>
                                        <p:cTn id="8" dur="500" fill="hold"/>
                                        <p:tgtEl>
                                          <p:spTgt spid="7">
                                            <p:txEl>
                                              <p:charRg st="4294967295" end="4294967295"/>
                                            </p:txEl>
                                          </p:spTgt>
                                        </p:tgtEl>
                                        <p:attrNameLst>
                                          <p:attrName>ppt_h</p:attrName>
                                        </p:attrNameLst>
                                      </p:cBhvr>
                                      <p:tavLst>
                                        <p:tav tm="0">
                                          <p:val>
                                            <p:fltVal val="0"/>
                                          </p:val>
                                        </p:tav>
                                        <p:tav tm="100000">
                                          <p:val>
                                            <p:strVal val="#ppt_h"/>
                                          </p:val>
                                        </p:tav>
                                      </p:tavLst>
                                    </p:anim>
                                    <p:animEffect transition="in" filter="fade">
                                      <p:cBhvr>
                                        <p:cTn id="9" dur="500"/>
                                        <p:tgtEl>
                                          <p:spTgt spid="7">
                                            <p:txEl>
                                              <p:charRg st="4294967295" end="4294967295"/>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 calcmode="lin" valueType="num">
                                      <p:cBhvr>
                                        <p:cTn id="14" dur="500" fill="hold"/>
                                        <p:tgtEl>
                                          <p:spTgt spid="12"/>
                                        </p:tgtEl>
                                        <p:attrNameLst>
                                          <p:attrName>ppt_w</p:attrName>
                                        </p:attrNameLst>
                                      </p:cBhvr>
                                      <p:tavLst>
                                        <p:tav tm="0">
                                          <p:val>
                                            <p:fltVal val="0"/>
                                          </p:val>
                                        </p:tav>
                                        <p:tav tm="100000">
                                          <p:val>
                                            <p:strVal val="#ppt_w"/>
                                          </p:val>
                                        </p:tav>
                                      </p:tavLst>
                                    </p:anim>
                                    <p:anim calcmode="lin" valueType="num">
                                      <p:cBhvr>
                                        <p:cTn id="15" dur="500" fill="hold"/>
                                        <p:tgtEl>
                                          <p:spTgt spid="12"/>
                                        </p:tgtEl>
                                        <p:attrNameLst>
                                          <p:attrName>ppt_h</p:attrName>
                                        </p:attrNameLst>
                                      </p:cBhvr>
                                      <p:tavLst>
                                        <p:tav tm="0">
                                          <p:val>
                                            <p:fltVal val="0"/>
                                          </p:val>
                                        </p:tav>
                                        <p:tav tm="100000">
                                          <p:val>
                                            <p:strVal val="#ppt_h"/>
                                          </p:val>
                                        </p:tav>
                                      </p:tavLst>
                                    </p:anim>
                                    <p:animEffect transition="in" filter="fade">
                                      <p:cBhvr>
                                        <p:cTn id="16" dur="500"/>
                                        <p:tgtEl>
                                          <p:spTgt spid="1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16"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 calcmode="lin" valueType="num">
                                      <p:cBhvr>
                                        <p:cTn id="21" dur="500" fill="hold"/>
                                        <p:tgtEl>
                                          <p:spTgt spid="13"/>
                                        </p:tgtEl>
                                        <p:attrNameLst>
                                          <p:attrName>ppt_w</p:attrName>
                                        </p:attrNameLst>
                                      </p:cBhvr>
                                      <p:tavLst>
                                        <p:tav tm="0">
                                          <p:val>
                                            <p:fltVal val="0"/>
                                          </p:val>
                                        </p:tav>
                                        <p:tav tm="100000">
                                          <p:val>
                                            <p:strVal val="#ppt_w"/>
                                          </p:val>
                                        </p:tav>
                                      </p:tavLst>
                                    </p:anim>
                                    <p:anim calcmode="lin" valueType="num">
                                      <p:cBhvr>
                                        <p:cTn id="22" dur="500" fill="hold"/>
                                        <p:tgtEl>
                                          <p:spTgt spid="13"/>
                                        </p:tgtEl>
                                        <p:attrNameLst>
                                          <p:attrName>ppt_h</p:attrName>
                                        </p:attrNameLst>
                                      </p:cBhvr>
                                      <p:tavLst>
                                        <p:tav tm="0">
                                          <p:val>
                                            <p:fltVal val="0"/>
                                          </p:val>
                                        </p:tav>
                                        <p:tav tm="100000">
                                          <p:val>
                                            <p:strVal val="#ppt_h"/>
                                          </p:val>
                                        </p:tav>
                                      </p:tavLst>
                                    </p:anim>
                                    <p:animEffect transition="in" filter="fade">
                                      <p:cBhvr>
                                        <p:cTn id="23" dur="500"/>
                                        <p:tgtEl>
                                          <p:spTgt spid="13"/>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3"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 calcmode="lin" valueType="num">
                                      <p:cBhvr>
                                        <p:cTn id="28" dur="500" fill="hold"/>
                                        <p:tgtEl>
                                          <p:spTgt spid="9"/>
                                        </p:tgtEl>
                                        <p:attrNameLst>
                                          <p:attrName>ppt_w</p:attrName>
                                        </p:attrNameLst>
                                      </p:cBhvr>
                                      <p:tavLst>
                                        <p:tav tm="0">
                                          <p:val>
                                            <p:fltVal val="0"/>
                                          </p:val>
                                        </p:tav>
                                        <p:tav tm="100000">
                                          <p:val>
                                            <p:strVal val="#ppt_w"/>
                                          </p:val>
                                        </p:tav>
                                      </p:tavLst>
                                    </p:anim>
                                    <p:anim calcmode="lin" valueType="num">
                                      <p:cBhvr>
                                        <p:cTn id="29" dur="500" fill="hold"/>
                                        <p:tgtEl>
                                          <p:spTgt spid="9"/>
                                        </p:tgtEl>
                                        <p:attrNameLst>
                                          <p:attrName>ppt_h</p:attrName>
                                        </p:attrNameLst>
                                      </p:cBhvr>
                                      <p:tavLst>
                                        <p:tav tm="0">
                                          <p:val>
                                            <p:fltVal val="0"/>
                                          </p:val>
                                        </p:tav>
                                        <p:tav tm="100000">
                                          <p:val>
                                            <p:strVal val="#ppt_h"/>
                                          </p:val>
                                        </p:tav>
                                      </p:tavLst>
                                    </p:anim>
                                    <p:animEffect transition="in" filter="fade">
                                      <p:cBhvr>
                                        <p:cTn id="30" dur="500"/>
                                        <p:tgtEl>
                                          <p:spTgt spid="9"/>
                                        </p:tgtEl>
                                      </p:cBhvr>
                                    </p:animEffect>
                                  </p:childTnLst>
                                </p:cTn>
                              </p:par>
                              <p:par>
                                <p:cTn id="31" presetID="53" presetClass="entr" presetSubtype="0" fill="hold" grpId="0" nodeType="withEffect">
                                  <p:stCondLst>
                                    <p:cond delay="0"/>
                                  </p:stCondLst>
                                  <p:childTnLst>
                                    <p:set>
                                      <p:cBhvr>
                                        <p:cTn id="32" dur="1" fill="hold">
                                          <p:stCondLst>
                                            <p:cond delay="0"/>
                                          </p:stCondLst>
                                        </p:cTn>
                                        <p:tgtEl>
                                          <p:spTgt spid="8">
                                            <p:txEl>
                                              <p:pRg st="0" end="0"/>
                                            </p:txEl>
                                          </p:spTgt>
                                        </p:tgtEl>
                                        <p:attrNameLst>
                                          <p:attrName>style.visibility</p:attrName>
                                        </p:attrNameLst>
                                      </p:cBhvr>
                                      <p:to>
                                        <p:strVal val="visible"/>
                                      </p:to>
                                    </p:set>
                                    <p:anim calcmode="lin" valueType="num">
                                      <p:cBhvr>
                                        <p:cTn id="33" dur="500" fill="hold"/>
                                        <p:tgtEl>
                                          <p:spTgt spid="8">
                                            <p:txEl>
                                              <p:pRg st="0" end="0"/>
                                            </p:txEl>
                                          </p:spTgt>
                                        </p:tgtEl>
                                        <p:attrNameLst>
                                          <p:attrName>ppt_w</p:attrName>
                                        </p:attrNameLst>
                                      </p:cBhvr>
                                      <p:tavLst>
                                        <p:tav tm="0">
                                          <p:val>
                                            <p:fltVal val="0"/>
                                          </p:val>
                                        </p:tav>
                                        <p:tav tm="100000">
                                          <p:val>
                                            <p:strVal val="#ppt_w"/>
                                          </p:val>
                                        </p:tav>
                                      </p:tavLst>
                                    </p:anim>
                                    <p:anim calcmode="lin" valueType="num">
                                      <p:cBhvr>
                                        <p:cTn id="34" dur="500" fill="hold"/>
                                        <p:tgtEl>
                                          <p:spTgt spid="8">
                                            <p:txEl>
                                              <p:pRg st="0" end="0"/>
                                            </p:txEl>
                                          </p:spTgt>
                                        </p:tgtEl>
                                        <p:attrNameLst>
                                          <p:attrName>ppt_h</p:attrName>
                                        </p:attrNameLst>
                                      </p:cBhvr>
                                      <p:tavLst>
                                        <p:tav tm="0">
                                          <p:val>
                                            <p:fltVal val="0"/>
                                          </p:val>
                                        </p:tav>
                                        <p:tav tm="100000">
                                          <p:val>
                                            <p:strVal val="#ppt_h"/>
                                          </p:val>
                                        </p:tav>
                                      </p:tavLst>
                                    </p:anim>
                                    <p:animEffect transition="in" filter="fade">
                                      <p:cBhvr>
                                        <p:cTn id="35" dur="500"/>
                                        <p:tgtEl>
                                          <p:spTgt spid="8">
                                            <p:txEl>
                                              <p:pRg st="0" end="0"/>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53" presetClass="entr" presetSubtype="0" fill="hold" grpId="0" nodeType="clickEffect">
                                  <p:stCondLst>
                                    <p:cond delay="0"/>
                                  </p:stCondLst>
                                  <p:childTnLst>
                                    <p:set>
                                      <p:cBhvr>
                                        <p:cTn id="39" dur="1" fill="hold">
                                          <p:stCondLst>
                                            <p:cond delay="0"/>
                                          </p:stCondLst>
                                        </p:cTn>
                                        <p:tgtEl>
                                          <p:spTgt spid="8">
                                            <p:txEl>
                                              <p:pRg st="1" end="1"/>
                                            </p:txEl>
                                          </p:spTgt>
                                        </p:tgtEl>
                                        <p:attrNameLst>
                                          <p:attrName>style.visibility</p:attrName>
                                        </p:attrNameLst>
                                      </p:cBhvr>
                                      <p:to>
                                        <p:strVal val="visible"/>
                                      </p:to>
                                    </p:set>
                                    <p:anim calcmode="lin" valueType="num">
                                      <p:cBhvr>
                                        <p:cTn id="40" dur="500" fill="hold"/>
                                        <p:tgtEl>
                                          <p:spTgt spid="8">
                                            <p:txEl>
                                              <p:pRg st="1" end="1"/>
                                            </p:txEl>
                                          </p:spTgt>
                                        </p:tgtEl>
                                        <p:attrNameLst>
                                          <p:attrName>ppt_w</p:attrName>
                                        </p:attrNameLst>
                                      </p:cBhvr>
                                      <p:tavLst>
                                        <p:tav tm="0">
                                          <p:val>
                                            <p:fltVal val="0"/>
                                          </p:val>
                                        </p:tav>
                                        <p:tav tm="100000">
                                          <p:val>
                                            <p:strVal val="#ppt_w"/>
                                          </p:val>
                                        </p:tav>
                                      </p:tavLst>
                                    </p:anim>
                                    <p:anim calcmode="lin" valueType="num">
                                      <p:cBhvr>
                                        <p:cTn id="41" dur="500" fill="hold"/>
                                        <p:tgtEl>
                                          <p:spTgt spid="8">
                                            <p:txEl>
                                              <p:pRg st="1" end="1"/>
                                            </p:txEl>
                                          </p:spTgt>
                                        </p:tgtEl>
                                        <p:attrNameLst>
                                          <p:attrName>ppt_h</p:attrName>
                                        </p:attrNameLst>
                                      </p:cBhvr>
                                      <p:tavLst>
                                        <p:tav tm="0">
                                          <p:val>
                                            <p:fltVal val="0"/>
                                          </p:val>
                                        </p:tav>
                                        <p:tav tm="100000">
                                          <p:val>
                                            <p:strVal val="#ppt_h"/>
                                          </p:val>
                                        </p:tav>
                                      </p:tavLst>
                                    </p:anim>
                                    <p:animEffect transition="in" filter="fade">
                                      <p:cBhvr>
                                        <p:cTn id="42" dur="500"/>
                                        <p:tgtEl>
                                          <p:spTgt spid="8">
                                            <p:txEl>
                                              <p:pRg st="1" end="1"/>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53" presetClass="entr" presetSubtype="0" fill="hold" nodeType="clickEffect">
                                  <p:stCondLst>
                                    <p:cond delay="0"/>
                                  </p:stCondLst>
                                  <p:childTnLst>
                                    <p:set>
                                      <p:cBhvr>
                                        <p:cTn id="46" dur="1" fill="hold">
                                          <p:stCondLst>
                                            <p:cond delay="0"/>
                                          </p:stCondLst>
                                        </p:cTn>
                                        <p:tgtEl>
                                          <p:spTgt spid="4"/>
                                        </p:tgtEl>
                                        <p:attrNameLst>
                                          <p:attrName>style.visibility</p:attrName>
                                        </p:attrNameLst>
                                      </p:cBhvr>
                                      <p:to>
                                        <p:strVal val="visible"/>
                                      </p:to>
                                    </p:set>
                                    <p:anim calcmode="lin" valueType="num">
                                      <p:cBhvr>
                                        <p:cTn id="47" dur="500" fill="hold"/>
                                        <p:tgtEl>
                                          <p:spTgt spid="4"/>
                                        </p:tgtEl>
                                        <p:attrNameLst>
                                          <p:attrName>ppt_w</p:attrName>
                                        </p:attrNameLst>
                                      </p:cBhvr>
                                      <p:tavLst>
                                        <p:tav tm="0">
                                          <p:val>
                                            <p:fltVal val="0"/>
                                          </p:val>
                                        </p:tav>
                                        <p:tav tm="100000">
                                          <p:val>
                                            <p:strVal val="#ppt_w"/>
                                          </p:val>
                                        </p:tav>
                                      </p:tavLst>
                                    </p:anim>
                                    <p:anim calcmode="lin" valueType="num">
                                      <p:cBhvr>
                                        <p:cTn id="48" dur="500" fill="hold"/>
                                        <p:tgtEl>
                                          <p:spTgt spid="4"/>
                                        </p:tgtEl>
                                        <p:attrNameLst>
                                          <p:attrName>ppt_h</p:attrName>
                                        </p:attrNameLst>
                                      </p:cBhvr>
                                      <p:tavLst>
                                        <p:tav tm="0">
                                          <p:val>
                                            <p:fltVal val="0"/>
                                          </p:val>
                                        </p:tav>
                                        <p:tav tm="100000">
                                          <p:val>
                                            <p:strVal val="#ppt_h"/>
                                          </p:val>
                                        </p:tav>
                                      </p:tavLst>
                                    </p:anim>
                                    <p:animEffect transition="in" filter="fade">
                                      <p:cBhvr>
                                        <p:cTn id="49" dur="500"/>
                                        <p:tgtEl>
                                          <p:spTgt spid="4"/>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53" presetClass="entr" presetSubtype="0" fill="hold" grpId="0" nodeType="clickEffect">
                                  <p:stCondLst>
                                    <p:cond delay="0"/>
                                  </p:stCondLst>
                                  <p:childTnLst>
                                    <p:set>
                                      <p:cBhvr>
                                        <p:cTn id="53" dur="1" fill="hold">
                                          <p:stCondLst>
                                            <p:cond delay="0"/>
                                          </p:stCondLst>
                                        </p:cTn>
                                        <p:tgtEl>
                                          <p:spTgt spid="8">
                                            <p:txEl>
                                              <p:pRg st="2" end="2"/>
                                            </p:txEl>
                                          </p:spTgt>
                                        </p:tgtEl>
                                        <p:attrNameLst>
                                          <p:attrName>style.visibility</p:attrName>
                                        </p:attrNameLst>
                                      </p:cBhvr>
                                      <p:to>
                                        <p:strVal val="visible"/>
                                      </p:to>
                                    </p:set>
                                    <p:anim calcmode="lin" valueType="num">
                                      <p:cBhvr>
                                        <p:cTn id="54" dur="500" fill="hold"/>
                                        <p:tgtEl>
                                          <p:spTgt spid="8">
                                            <p:txEl>
                                              <p:pRg st="2" end="2"/>
                                            </p:txEl>
                                          </p:spTgt>
                                        </p:tgtEl>
                                        <p:attrNameLst>
                                          <p:attrName>ppt_w</p:attrName>
                                        </p:attrNameLst>
                                      </p:cBhvr>
                                      <p:tavLst>
                                        <p:tav tm="0">
                                          <p:val>
                                            <p:fltVal val="0"/>
                                          </p:val>
                                        </p:tav>
                                        <p:tav tm="100000">
                                          <p:val>
                                            <p:strVal val="#ppt_w"/>
                                          </p:val>
                                        </p:tav>
                                      </p:tavLst>
                                    </p:anim>
                                    <p:anim calcmode="lin" valueType="num">
                                      <p:cBhvr>
                                        <p:cTn id="55" dur="500" fill="hold"/>
                                        <p:tgtEl>
                                          <p:spTgt spid="8">
                                            <p:txEl>
                                              <p:pRg st="2" end="2"/>
                                            </p:txEl>
                                          </p:spTgt>
                                        </p:tgtEl>
                                        <p:attrNameLst>
                                          <p:attrName>ppt_h</p:attrName>
                                        </p:attrNameLst>
                                      </p:cBhvr>
                                      <p:tavLst>
                                        <p:tav tm="0">
                                          <p:val>
                                            <p:fltVal val="0"/>
                                          </p:val>
                                        </p:tav>
                                        <p:tav tm="100000">
                                          <p:val>
                                            <p:strVal val="#ppt_h"/>
                                          </p:val>
                                        </p:tav>
                                      </p:tavLst>
                                    </p:anim>
                                    <p:animEffect transition="in" filter="fade">
                                      <p:cBhvr>
                                        <p:cTn id="56" dur="500"/>
                                        <p:tgtEl>
                                          <p:spTgt spid="8">
                                            <p:txEl>
                                              <p:pRg st="2" end="2"/>
                                            </p:txEl>
                                          </p:spTgt>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53" presetClass="entr" presetSubtype="0" fill="hold" grpId="0" nodeType="clickEffect">
                                  <p:stCondLst>
                                    <p:cond delay="0"/>
                                  </p:stCondLst>
                                  <p:childTnLst>
                                    <p:set>
                                      <p:cBhvr>
                                        <p:cTn id="60" dur="1" fill="hold">
                                          <p:stCondLst>
                                            <p:cond delay="0"/>
                                          </p:stCondLst>
                                        </p:cTn>
                                        <p:tgtEl>
                                          <p:spTgt spid="8">
                                            <p:txEl>
                                              <p:pRg st="3" end="3"/>
                                            </p:txEl>
                                          </p:spTgt>
                                        </p:tgtEl>
                                        <p:attrNameLst>
                                          <p:attrName>style.visibility</p:attrName>
                                        </p:attrNameLst>
                                      </p:cBhvr>
                                      <p:to>
                                        <p:strVal val="visible"/>
                                      </p:to>
                                    </p:set>
                                    <p:anim calcmode="lin" valueType="num">
                                      <p:cBhvr>
                                        <p:cTn id="61" dur="500" fill="hold"/>
                                        <p:tgtEl>
                                          <p:spTgt spid="8">
                                            <p:txEl>
                                              <p:pRg st="3" end="3"/>
                                            </p:txEl>
                                          </p:spTgt>
                                        </p:tgtEl>
                                        <p:attrNameLst>
                                          <p:attrName>ppt_w</p:attrName>
                                        </p:attrNameLst>
                                      </p:cBhvr>
                                      <p:tavLst>
                                        <p:tav tm="0">
                                          <p:val>
                                            <p:fltVal val="0"/>
                                          </p:val>
                                        </p:tav>
                                        <p:tav tm="100000">
                                          <p:val>
                                            <p:strVal val="#ppt_w"/>
                                          </p:val>
                                        </p:tav>
                                      </p:tavLst>
                                    </p:anim>
                                    <p:anim calcmode="lin" valueType="num">
                                      <p:cBhvr>
                                        <p:cTn id="62" dur="500" fill="hold"/>
                                        <p:tgtEl>
                                          <p:spTgt spid="8">
                                            <p:txEl>
                                              <p:pRg st="3" end="3"/>
                                            </p:txEl>
                                          </p:spTgt>
                                        </p:tgtEl>
                                        <p:attrNameLst>
                                          <p:attrName>ppt_h</p:attrName>
                                        </p:attrNameLst>
                                      </p:cBhvr>
                                      <p:tavLst>
                                        <p:tav tm="0">
                                          <p:val>
                                            <p:fltVal val="0"/>
                                          </p:val>
                                        </p:tav>
                                        <p:tav tm="100000">
                                          <p:val>
                                            <p:strVal val="#ppt_h"/>
                                          </p:val>
                                        </p:tav>
                                      </p:tavLst>
                                    </p:anim>
                                    <p:animEffect transition="in" filter="fade">
                                      <p:cBhvr>
                                        <p:cTn id="63" dur="500"/>
                                        <p:tgtEl>
                                          <p:spTgt spid="8">
                                            <p:txEl>
                                              <p:pRg st="3" end="3"/>
                                            </p:txEl>
                                          </p:spTgt>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53" presetClass="entr" presetSubtype="0" fill="hold" grpId="0" nodeType="clickEffect">
                                  <p:stCondLst>
                                    <p:cond delay="0"/>
                                  </p:stCondLst>
                                  <p:childTnLst>
                                    <p:set>
                                      <p:cBhvr>
                                        <p:cTn id="67" dur="1" fill="hold">
                                          <p:stCondLst>
                                            <p:cond delay="0"/>
                                          </p:stCondLst>
                                        </p:cTn>
                                        <p:tgtEl>
                                          <p:spTgt spid="8">
                                            <p:txEl>
                                              <p:pRg st="4" end="4"/>
                                            </p:txEl>
                                          </p:spTgt>
                                        </p:tgtEl>
                                        <p:attrNameLst>
                                          <p:attrName>style.visibility</p:attrName>
                                        </p:attrNameLst>
                                      </p:cBhvr>
                                      <p:to>
                                        <p:strVal val="visible"/>
                                      </p:to>
                                    </p:set>
                                    <p:anim calcmode="lin" valueType="num">
                                      <p:cBhvr>
                                        <p:cTn id="68" dur="500" fill="hold"/>
                                        <p:tgtEl>
                                          <p:spTgt spid="8">
                                            <p:txEl>
                                              <p:pRg st="4" end="4"/>
                                            </p:txEl>
                                          </p:spTgt>
                                        </p:tgtEl>
                                        <p:attrNameLst>
                                          <p:attrName>ppt_w</p:attrName>
                                        </p:attrNameLst>
                                      </p:cBhvr>
                                      <p:tavLst>
                                        <p:tav tm="0">
                                          <p:val>
                                            <p:fltVal val="0"/>
                                          </p:val>
                                        </p:tav>
                                        <p:tav tm="100000">
                                          <p:val>
                                            <p:strVal val="#ppt_w"/>
                                          </p:val>
                                        </p:tav>
                                      </p:tavLst>
                                    </p:anim>
                                    <p:anim calcmode="lin" valueType="num">
                                      <p:cBhvr>
                                        <p:cTn id="69" dur="500" fill="hold"/>
                                        <p:tgtEl>
                                          <p:spTgt spid="8">
                                            <p:txEl>
                                              <p:pRg st="4" end="4"/>
                                            </p:txEl>
                                          </p:spTgt>
                                        </p:tgtEl>
                                        <p:attrNameLst>
                                          <p:attrName>ppt_h</p:attrName>
                                        </p:attrNameLst>
                                      </p:cBhvr>
                                      <p:tavLst>
                                        <p:tav tm="0">
                                          <p:val>
                                            <p:fltVal val="0"/>
                                          </p:val>
                                        </p:tav>
                                        <p:tav tm="100000">
                                          <p:val>
                                            <p:strVal val="#ppt_h"/>
                                          </p:val>
                                        </p:tav>
                                      </p:tavLst>
                                    </p:anim>
                                    <p:animEffect transition="in" filter="fade">
                                      <p:cBhvr>
                                        <p:cTn id="70" dur="500"/>
                                        <p:tgtEl>
                                          <p:spTgt spid="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P spid="8" grpId="0" build="p" autoUpdateAnimBg="0"/>
      <p:bldP spid="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D4C2D8B-92B5-46D7-A97B-37C71FB8C5C1}"/>
              </a:ext>
            </a:extLst>
          </p:cNvPr>
          <p:cNvSpPr>
            <a:spLocks noGrp="1"/>
          </p:cNvSpPr>
          <p:nvPr>
            <p:ph idx="1"/>
          </p:nvPr>
        </p:nvSpPr>
        <p:spPr>
          <a:xfrm>
            <a:off x="1358900" y="917575"/>
            <a:ext cx="5927725" cy="3225800"/>
          </a:xfrm>
        </p:spPr>
        <p:txBody>
          <a:bodyPr/>
          <a:lstStyle/>
          <a:p>
            <a:pPr marL="0" indent="0" algn="ctr" eaLnBrk="1" hangingPunct="1">
              <a:lnSpc>
                <a:spcPts val="4000"/>
              </a:lnSpc>
              <a:buClr>
                <a:srgbClr val="3333CC"/>
              </a:buClr>
              <a:buFont typeface="Wingdings" pitchFamily="2" charset="2"/>
              <a:buNone/>
              <a:defRPr/>
            </a:pPr>
            <a:r>
              <a:rPr lang="en-US" altLang="zh-CN" sz="2500" b="1" i="1" dirty="0">
                <a:solidFill>
                  <a:schemeClr val="tx1"/>
                </a:solidFill>
                <a:ea typeface="楷体_GB2312" pitchFamily="49" charset="-122"/>
                <a:cs typeface="Times New Roman" pitchFamily="18" charset="0"/>
              </a:rPr>
              <a:t>A </a:t>
            </a:r>
            <a:r>
              <a:rPr lang="en-US" altLang="zh-CN" sz="2500" b="1" dirty="0">
                <a:solidFill>
                  <a:schemeClr val="tx1"/>
                </a:solidFill>
                <a:ea typeface="楷体_GB2312" pitchFamily="49" charset="-122"/>
                <a:cs typeface="Times New Roman" pitchFamily="18" charset="0"/>
              </a:rPr>
              <a:t>→ </a:t>
            </a:r>
            <a:r>
              <a:rPr lang="en-US" altLang="zh-CN" sz="2500" b="1" i="1" dirty="0">
                <a:solidFill>
                  <a:schemeClr val="tx1"/>
                </a:solidFill>
                <a:ea typeface="楷体_GB2312" pitchFamily="49" charset="-122"/>
                <a:cs typeface="Times New Roman" pitchFamily="18" charset="0"/>
              </a:rPr>
              <a:t>A α</a:t>
            </a:r>
            <a:r>
              <a:rPr lang="en-US" altLang="zh-CN" sz="2500" b="1" baseline="-30000" dirty="0">
                <a:solidFill>
                  <a:schemeClr val="tx1"/>
                </a:solidFill>
                <a:ea typeface="楷体_GB2312" pitchFamily="49" charset="-122"/>
                <a:cs typeface="Times New Roman" pitchFamily="18" charset="0"/>
              </a:rPr>
              <a:t>1 </a:t>
            </a:r>
            <a:r>
              <a:rPr lang="en-US" altLang="zh-CN" sz="2500" b="1" dirty="0">
                <a:solidFill>
                  <a:schemeClr val="tx1"/>
                </a:solidFill>
                <a:ea typeface="楷体_GB2312" pitchFamily="49" charset="-122"/>
                <a:cs typeface="Times New Roman" pitchFamily="18" charset="0"/>
              </a:rPr>
              <a:t>| </a:t>
            </a:r>
            <a:r>
              <a:rPr lang="en-US" altLang="zh-CN" sz="2500" b="1" i="1" dirty="0">
                <a:solidFill>
                  <a:schemeClr val="tx1"/>
                </a:solidFill>
                <a:ea typeface="楷体_GB2312" pitchFamily="49" charset="-122"/>
                <a:cs typeface="Times New Roman" pitchFamily="18" charset="0"/>
              </a:rPr>
              <a:t>A α</a:t>
            </a:r>
            <a:r>
              <a:rPr lang="en-US" altLang="zh-CN" sz="2500" b="1" baseline="-30000" dirty="0">
                <a:solidFill>
                  <a:schemeClr val="tx1"/>
                </a:solidFill>
                <a:ea typeface="楷体_GB2312" pitchFamily="49" charset="-122"/>
                <a:cs typeface="Times New Roman" pitchFamily="18" charset="0"/>
              </a:rPr>
              <a:t>2 </a:t>
            </a:r>
            <a:r>
              <a:rPr lang="en-US" altLang="zh-CN" sz="2500" b="1" dirty="0">
                <a:solidFill>
                  <a:schemeClr val="tx1"/>
                </a:solidFill>
                <a:ea typeface="楷体_GB2312" pitchFamily="49" charset="-122"/>
                <a:cs typeface="Times New Roman" pitchFamily="18" charset="0"/>
              </a:rPr>
              <a:t>| … | </a:t>
            </a:r>
            <a:r>
              <a:rPr lang="en-US" altLang="zh-CN" sz="2500" b="1" i="1" dirty="0">
                <a:solidFill>
                  <a:schemeClr val="tx1"/>
                </a:solidFill>
                <a:ea typeface="楷体_GB2312" pitchFamily="49" charset="-122"/>
                <a:cs typeface="Times New Roman" pitchFamily="18" charset="0"/>
              </a:rPr>
              <a:t>A α</a:t>
            </a:r>
            <a:r>
              <a:rPr lang="en-US" altLang="zh-CN" sz="2500" b="1" i="1" baseline="-30000" dirty="0">
                <a:solidFill>
                  <a:schemeClr val="tx1"/>
                </a:solidFill>
                <a:ea typeface="楷体_GB2312" pitchFamily="49" charset="-122"/>
                <a:cs typeface="Times New Roman" pitchFamily="18" charset="0"/>
              </a:rPr>
              <a:t>n</a:t>
            </a:r>
            <a:r>
              <a:rPr lang="en-US" altLang="zh-CN" sz="2500" b="1" baseline="-30000" dirty="0">
                <a:solidFill>
                  <a:schemeClr val="tx1"/>
                </a:solidFill>
                <a:ea typeface="楷体_GB2312" pitchFamily="49" charset="-122"/>
                <a:cs typeface="Times New Roman" pitchFamily="18" charset="0"/>
              </a:rPr>
              <a:t> </a:t>
            </a:r>
            <a:r>
              <a:rPr lang="en-US" altLang="zh-CN" sz="2500" b="1" dirty="0">
                <a:solidFill>
                  <a:schemeClr val="tx1"/>
                </a:solidFill>
                <a:ea typeface="楷体_GB2312" pitchFamily="49" charset="-122"/>
                <a:cs typeface="Times New Roman" pitchFamily="18" charset="0"/>
              </a:rPr>
              <a:t>| </a:t>
            </a:r>
            <a:r>
              <a:rPr lang="en-US" altLang="zh-CN" sz="2500" b="1" i="1" dirty="0">
                <a:solidFill>
                  <a:schemeClr val="tx1"/>
                </a:solidFill>
                <a:ea typeface="楷体_GB2312" pitchFamily="49" charset="-122"/>
                <a:cs typeface="Times New Roman" pitchFamily="18" charset="0"/>
              </a:rPr>
              <a:t>β</a:t>
            </a:r>
            <a:r>
              <a:rPr lang="en-US" altLang="zh-CN" sz="2500" b="1" baseline="-30000" dirty="0">
                <a:solidFill>
                  <a:schemeClr val="tx1"/>
                </a:solidFill>
                <a:ea typeface="楷体_GB2312" pitchFamily="49" charset="-122"/>
                <a:cs typeface="Times New Roman" pitchFamily="18" charset="0"/>
              </a:rPr>
              <a:t>1 </a:t>
            </a:r>
            <a:r>
              <a:rPr lang="en-US" altLang="zh-CN" sz="2500" b="1" dirty="0">
                <a:solidFill>
                  <a:schemeClr val="tx1"/>
                </a:solidFill>
                <a:ea typeface="楷体_GB2312" pitchFamily="49" charset="-122"/>
                <a:cs typeface="Times New Roman" pitchFamily="18" charset="0"/>
              </a:rPr>
              <a:t>| </a:t>
            </a:r>
            <a:r>
              <a:rPr lang="en-US" altLang="zh-CN" sz="2500" b="1" i="1" dirty="0">
                <a:solidFill>
                  <a:schemeClr val="tx1"/>
                </a:solidFill>
                <a:ea typeface="楷体_GB2312" pitchFamily="49" charset="-122"/>
                <a:cs typeface="Times New Roman" pitchFamily="18" charset="0"/>
              </a:rPr>
              <a:t>β</a:t>
            </a:r>
            <a:r>
              <a:rPr lang="en-US" altLang="zh-CN" sz="2500" b="1" baseline="-30000" dirty="0">
                <a:solidFill>
                  <a:schemeClr val="tx1"/>
                </a:solidFill>
                <a:ea typeface="楷体_GB2312" pitchFamily="49" charset="-122"/>
                <a:cs typeface="Times New Roman" pitchFamily="18" charset="0"/>
              </a:rPr>
              <a:t>2 </a:t>
            </a:r>
            <a:r>
              <a:rPr lang="en-US" altLang="zh-CN" sz="2500" b="1" dirty="0">
                <a:solidFill>
                  <a:schemeClr val="tx1"/>
                </a:solidFill>
                <a:ea typeface="楷体_GB2312" pitchFamily="49" charset="-122"/>
                <a:cs typeface="Times New Roman" pitchFamily="18" charset="0"/>
              </a:rPr>
              <a:t>| … | </a:t>
            </a:r>
            <a:r>
              <a:rPr lang="en-US" altLang="zh-CN" sz="2500" b="1" i="1" dirty="0">
                <a:solidFill>
                  <a:schemeClr val="tx1"/>
                </a:solidFill>
                <a:ea typeface="楷体_GB2312" pitchFamily="49" charset="-122"/>
                <a:cs typeface="Times New Roman" pitchFamily="18" charset="0"/>
              </a:rPr>
              <a:t>β</a:t>
            </a:r>
            <a:r>
              <a:rPr lang="en-US" altLang="zh-CN" sz="2500" b="1" i="1" baseline="-30000" dirty="0">
                <a:solidFill>
                  <a:schemeClr val="tx1"/>
                </a:solidFill>
                <a:ea typeface="楷体_GB2312" pitchFamily="49" charset="-122"/>
                <a:cs typeface="Times New Roman" pitchFamily="18" charset="0"/>
              </a:rPr>
              <a:t>m</a:t>
            </a:r>
            <a:endParaRPr lang="en-US" altLang="zh-CN" sz="2500" b="1" i="1" dirty="0">
              <a:solidFill>
                <a:schemeClr val="tx1"/>
              </a:solidFill>
              <a:ea typeface="楷体_GB2312" pitchFamily="49" charset="-122"/>
              <a:cs typeface="Times New Roman" pitchFamily="18" charset="0"/>
            </a:endParaRPr>
          </a:p>
          <a:p>
            <a:pPr marL="0" indent="0" algn="ctr" eaLnBrk="1" hangingPunct="1">
              <a:lnSpc>
                <a:spcPts val="4000"/>
              </a:lnSpc>
              <a:buClr>
                <a:srgbClr val="3333CC"/>
              </a:buClr>
              <a:buFont typeface="Wingdings" pitchFamily="2" charset="2"/>
              <a:buNone/>
              <a:defRPr/>
            </a:pPr>
            <a:r>
              <a:rPr kumimoji="1" lang="en-US" altLang="zh-CN" sz="2500" b="1" dirty="0">
                <a:solidFill>
                  <a:schemeClr val="tx1"/>
                </a:solidFill>
                <a:ea typeface="楷体_GB2312" pitchFamily="49" charset="-122"/>
                <a:cs typeface="Times New Roman" pitchFamily="18" charset="0"/>
              </a:rPr>
              <a:t>(</a:t>
            </a:r>
            <a:r>
              <a:rPr lang="en-US" altLang="zh-CN" sz="2500" b="1" i="1" dirty="0">
                <a:solidFill>
                  <a:schemeClr val="tx1"/>
                </a:solidFill>
                <a:ea typeface="楷体_GB2312" pitchFamily="49" charset="-122"/>
                <a:cs typeface="Times New Roman" pitchFamily="18" charset="0"/>
              </a:rPr>
              <a:t>α</a:t>
            </a:r>
            <a:r>
              <a:rPr lang="en-US" altLang="zh-CN" sz="2500" b="1" i="1" baseline="-30000" dirty="0">
                <a:solidFill>
                  <a:schemeClr val="tx1"/>
                </a:solidFill>
                <a:ea typeface="楷体_GB2312" pitchFamily="49" charset="-122"/>
                <a:cs typeface="Times New Roman" pitchFamily="18" charset="0"/>
              </a:rPr>
              <a:t>i</a:t>
            </a:r>
            <a:r>
              <a:rPr lang="en-US" altLang="zh-CN" sz="2500" b="1" baseline="-30000" dirty="0">
                <a:solidFill>
                  <a:schemeClr val="tx1"/>
                </a:solidFill>
                <a:ea typeface="楷体_GB2312" pitchFamily="49" charset="-122"/>
                <a:cs typeface="Times New Roman" pitchFamily="18" charset="0"/>
              </a:rPr>
              <a:t> </a:t>
            </a:r>
            <a:r>
              <a:rPr kumimoji="1" lang="el-GR" altLang="zh-CN" sz="2500" b="1" i="1" dirty="0">
                <a:solidFill>
                  <a:schemeClr val="tx1"/>
                </a:solidFill>
                <a:ea typeface="楷体_GB2312" pitchFamily="49" charset="-122"/>
                <a:cs typeface="Times New Roman" pitchFamily="18" charset="0"/>
              </a:rPr>
              <a:t>≠ ε</a:t>
            </a:r>
            <a:r>
              <a:rPr lang="en-US" altLang="zh-CN" sz="2500" b="1" dirty="0">
                <a:solidFill>
                  <a:schemeClr val="tx1"/>
                </a:solidFill>
                <a:ea typeface="楷体_GB2312" pitchFamily="49" charset="-122"/>
                <a:cs typeface="Times New Roman" pitchFamily="18" charset="0"/>
              </a:rPr>
              <a:t>,</a:t>
            </a:r>
            <a:r>
              <a:rPr lang="en-US" altLang="zh-CN" sz="2500" b="1" dirty="0">
                <a:solidFill>
                  <a:schemeClr val="tx1"/>
                </a:solidFill>
                <a:ea typeface="宋体"/>
                <a:cs typeface="Times New Roman" pitchFamily="18" charset="0"/>
              </a:rPr>
              <a:t> </a:t>
            </a:r>
            <a:r>
              <a:rPr kumimoji="1" lang="en-US" altLang="zh-CN" sz="2500" b="1" i="1" dirty="0">
                <a:solidFill>
                  <a:schemeClr val="tx1"/>
                </a:solidFill>
                <a:ea typeface="楷体_GB2312" pitchFamily="49" charset="-122"/>
                <a:cs typeface="Times New Roman" pitchFamily="18" charset="0"/>
              </a:rPr>
              <a:t>β</a:t>
            </a:r>
            <a:r>
              <a:rPr lang="en-US" altLang="zh-CN" sz="2500" b="1" i="1" baseline="-30000" dirty="0">
                <a:solidFill>
                  <a:schemeClr val="tx1"/>
                </a:solidFill>
                <a:ea typeface="楷体_GB2312" pitchFamily="49" charset="-122"/>
                <a:cs typeface="Times New Roman" pitchFamily="18" charset="0"/>
              </a:rPr>
              <a:t>j</a:t>
            </a:r>
            <a:r>
              <a:rPr lang="zh-CN" altLang="en-US" sz="2500" b="1" dirty="0">
                <a:solidFill>
                  <a:schemeClr val="tx1"/>
                </a:solidFill>
                <a:cs typeface="Times New Roman" pitchFamily="18" charset="0"/>
              </a:rPr>
              <a:t>不以</a:t>
            </a:r>
            <a:r>
              <a:rPr lang="en-US" altLang="zh-CN" sz="2500" b="1" i="1" dirty="0">
                <a:solidFill>
                  <a:schemeClr val="tx1"/>
                </a:solidFill>
                <a:cs typeface="Times New Roman" pitchFamily="18" charset="0"/>
              </a:rPr>
              <a:t>A</a:t>
            </a:r>
            <a:r>
              <a:rPr lang="zh-CN" altLang="en-US" sz="2500" b="1" dirty="0">
                <a:solidFill>
                  <a:schemeClr val="tx1"/>
                </a:solidFill>
                <a:cs typeface="Times New Roman" pitchFamily="18" charset="0"/>
              </a:rPr>
              <a:t>开头</a:t>
            </a:r>
            <a:r>
              <a:rPr kumimoji="1" lang="en-US" altLang="zh-CN" sz="2500" b="1" dirty="0">
                <a:solidFill>
                  <a:schemeClr val="tx1"/>
                </a:solidFill>
                <a:ea typeface="楷体_GB2312" pitchFamily="49" charset="-122"/>
                <a:cs typeface="Times New Roman" pitchFamily="18" charset="0"/>
              </a:rPr>
              <a:t>)</a:t>
            </a:r>
          </a:p>
          <a:p>
            <a:pPr marL="0" indent="0" algn="ctr" eaLnBrk="1" hangingPunct="1">
              <a:lnSpc>
                <a:spcPts val="4000"/>
              </a:lnSpc>
              <a:buClr>
                <a:srgbClr val="3333CC"/>
              </a:buClr>
              <a:buFont typeface="Wingdings" pitchFamily="2" charset="2"/>
              <a:buNone/>
              <a:defRPr/>
            </a:pPr>
            <a:endParaRPr lang="en-US" altLang="zh-CN" sz="2500" b="1" i="1" dirty="0">
              <a:solidFill>
                <a:schemeClr val="tx1"/>
              </a:solidFill>
              <a:ea typeface="楷体_GB2312" pitchFamily="49" charset="-122"/>
              <a:cs typeface="Times New Roman" pitchFamily="18" charset="0"/>
            </a:endParaRPr>
          </a:p>
          <a:p>
            <a:pPr marL="0" indent="0" algn="ctr" eaLnBrk="1" hangingPunct="1">
              <a:lnSpc>
                <a:spcPts val="4000"/>
              </a:lnSpc>
              <a:buClr>
                <a:srgbClr val="3333CC"/>
              </a:buClr>
              <a:buFont typeface="Wingdings" pitchFamily="2" charset="2"/>
              <a:buNone/>
              <a:defRPr/>
            </a:pPr>
            <a:r>
              <a:rPr lang="en-US" altLang="zh-CN" sz="2500" b="1" i="1" dirty="0">
                <a:solidFill>
                  <a:schemeClr val="tx1"/>
                </a:solidFill>
                <a:ea typeface="楷体_GB2312" pitchFamily="49" charset="-122"/>
                <a:cs typeface="Times New Roman" pitchFamily="18" charset="0"/>
              </a:rPr>
              <a:t>A </a:t>
            </a:r>
            <a:r>
              <a:rPr lang="en-US" altLang="zh-CN" sz="2500" b="1" dirty="0">
                <a:solidFill>
                  <a:schemeClr val="tx1"/>
                </a:solidFill>
                <a:ea typeface="楷体_GB2312" pitchFamily="49" charset="-122"/>
                <a:cs typeface="Times New Roman" pitchFamily="18" charset="0"/>
                <a:sym typeface="Symbol" pitchFamily="18" charset="2"/>
              </a:rPr>
              <a:t> </a:t>
            </a:r>
            <a:r>
              <a:rPr lang="en-US" altLang="zh-CN" sz="2500" b="1" i="1" dirty="0">
                <a:solidFill>
                  <a:schemeClr val="tx1"/>
                </a:solidFill>
                <a:ea typeface="楷体_GB2312" pitchFamily="49" charset="-122"/>
                <a:cs typeface="Times New Roman" pitchFamily="18" charset="0"/>
              </a:rPr>
              <a:t>β</a:t>
            </a:r>
            <a:r>
              <a:rPr lang="en-US" altLang="zh-CN" sz="2500" b="1" baseline="-30000" dirty="0">
                <a:solidFill>
                  <a:schemeClr val="tx1"/>
                </a:solidFill>
                <a:ea typeface="楷体_GB2312" pitchFamily="49" charset="-122"/>
                <a:cs typeface="Times New Roman" pitchFamily="18" charset="0"/>
              </a:rPr>
              <a:t>1 </a:t>
            </a:r>
            <a:r>
              <a:rPr lang="en-US" altLang="zh-CN" sz="2500" b="1" i="1" dirty="0">
                <a:solidFill>
                  <a:schemeClr val="tx1"/>
                </a:solidFill>
                <a:ea typeface="楷体_GB2312" pitchFamily="49" charset="-122"/>
                <a:cs typeface="Times New Roman" pitchFamily="18" charset="0"/>
              </a:rPr>
              <a:t>A</a:t>
            </a:r>
            <a:r>
              <a:rPr kumimoji="1" lang="en-US" altLang="zh-CN" sz="2500" b="1" dirty="0">
                <a:solidFill>
                  <a:schemeClr val="tx1"/>
                </a:solidFill>
                <a:ea typeface="楷体_GB2312" pitchFamily="49" charset="-122"/>
                <a:cs typeface="Times New Roman" pitchFamily="18" charset="0"/>
              </a:rPr>
              <a:t>′ </a:t>
            </a:r>
            <a:r>
              <a:rPr lang="en-US" altLang="zh-CN" sz="2500" b="1" dirty="0">
                <a:solidFill>
                  <a:schemeClr val="tx1"/>
                </a:solidFill>
                <a:ea typeface="楷体_GB2312" pitchFamily="49" charset="-122"/>
                <a:cs typeface="Times New Roman" pitchFamily="18" charset="0"/>
              </a:rPr>
              <a:t>| </a:t>
            </a:r>
            <a:r>
              <a:rPr lang="en-US" altLang="zh-CN" sz="2500" b="1" i="1" dirty="0">
                <a:solidFill>
                  <a:schemeClr val="tx1"/>
                </a:solidFill>
                <a:ea typeface="楷体_GB2312" pitchFamily="49" charset="-122"/>
                <a:cs typeface="Times New Roman" pitchFamily="18" charset="0"/>
              </a:rPr>
              <a:t>β</a:t>
            </a:r>
            <a:r>
              <a:rPr lang="en-US" altLang="zh-CN" sz="2500" b="1" baseline="-30000" dirty="0">
                <a:solidFill>
                  <a:schemeClr val="tx1"/>
                </a:solidFill>
                <a:ea typeface="楷体_GB2312" pitchFamily="49" charset="-122"/>
                <a:cs typeface="Times New Roman" pitchFamily="18" charset="0"/>
              </a:rPr>
              <a:t>2 </a:t>
            </a:r>
            <a:r>
              <a:rPr lang="en-US" altLang="zh-CN" sz="2500" b="1" i="1" dirty="0">
                <a:solidFill>
                  <a:schemeClr val="tx1"/>
                </a:solidFill>
                <a:ea typeface="楷体_GB2312" pitchFamily="49" charset="-122"/>
                <a:cs typeface="Times New Roman" pitchFamily="18" charset="0"/>
              </a:rPr>
              <a:t>A</a:t>
            </a:r>
            <a:r>
              <a:rPr kumimoji="1" lang="en-US" altLang="zh-CN" sz="2500" b="1" dirty="0">
                <a:solidFill>
                  <a:schemeClr val="tx1"/>
                </a:solidFill>
                <a:ea typeface="楷体_GB2312" pitchFamily="49" charset="-122"/>
                <a:cs typeface="Times New Roman" pitchFamily="18" charset="0"/>
              </a:rPr>
              <a:t>′ </a:t>
            </a:r>
            <a:r>
              <a:rPr lang="en-US" altLang="zh-CN" sz="2500" b="1" dirty="0">
                <a:solidFill>
                  <a:schemeClr val="tx1"/>
                </a:solidFill>
                <a:ea typeface="楷体_GB2312" pitchFamily="49" charset="-122"/>
                <a:cs typeface="Times New Roman" pitchFamily="18" charset="0"/>
              </a:rPr>
              <a:t>| … | </a:t>
            </a:r>
            <a:r>
              <a:rPr lang="en-US" altLang="zh-CN" sz="2500" b="1" i="1" dirty="0">
                <a:solidFill>
                  <a:schemeClr val="tx1"/>
                </a:solidFill>
                <a:ea typeface="楷体_GB2312" pitchFamily="49" charset="-122"/>
                <a:cs typeface="Times New Roman" pitchFamily="18" charset="0"/>
              </a:rPr>
              <a:t>β</a:t>
            </a:r>
            <a:r>
              <a:rPr lang="en-US" altLang="zh-CN" sz="2500" b="1" i="1" baseline="-30000" dirty="0">
                <a:solidFill>
                  <a:schemeClr val="tx1"/>
                </a:solidFill>
                <a:ea typeface="楷体_GB2312" pitchFamily="49" charset="-122"/>
                <a:cs typeface="Times New Roman" pitchFamily="18" charset="0"/>
              </a:rPr>
              <a:t>m</a:t>
            </a:r>
            <a:r>
              <a:rPr lang="en-US" altLang="zh-CN" sz="2500" b="1" baseline="-30000" dirty="0">
                <a:solidFill>
                  <a:schemeClr val="tx1"/>
                </a:solidFill>
                <a:ea typeface="楷体_GB2312" pitchFamily="49" charset="-122"/>
                <a:cs typeface="Times New Roman" pitchFamily="18" charset="0"/>
              </a:rPr>
              <a:t> </a:t>
            </a:r>
            <a:r>
              <a:rPr lang="en-US" altLang="zh-CN" sz="2500" b="1" i="1" dirty="0">
                <a:solidFill>
                  <a:schemeClr val="tx1"/>
                </a:solidFill>
                <a:ea typeface="楷体_GB2312" pitchFamily="49" charset="-122"/>
                <a:cs typeface="Times New Roman" pitchFamily="18" charset="0"/>
              </a:rPr>
              <a:t>A</a:t>
            </a:r>
            <a:r>
              <a:rPr kumimoji="1" lang="en-US" altLang="zh-CN" sz="2500" b="1" dirty="0">
                <a:solidFill>
                  <a:schemeClr val="tx1"/>
                </a:solidFill>
                <a:ea typeface="楷体_GB2312" pitchFamily="49" charset="-122"/>
                <a:cs typeface="Times New Roman" pitchFamily="18" charset="0"/>
              </a:rPr>
              <a:t>′</a:t>
            </a:r>
            <a:endParaRPr lang="en-US" altLang="zh-CN" sz="2500" b="1" dirty="0">
              <a:solidFill>
                <a:schemeClr val="tx1"/>
              </a:solidFill>
              <a:ea typeface="楷体_GB2312" pitchFamily="49" charset="-122"/>
              <a:cs typeface="Times New Roman" pitchFamily="18" charset="0"/>
            </a:endParaRPr>
          </a:p>
          <a:p>
            <a:pPr marL="0" indent="0" algn="ctr" eaLnBrk="1" hangingPunct="1">
              <a:lnSpc>
                <a:spcPts val="4000"/>
              </a:lnSpc>
              <a:buClr>
                <a:srgbClr val="3333CC"/>
              </a:buClr>
              <a:buFont typeface="Wingdings" pitchFamily="2" charset="2"/>
              <a:buNone/>
              <a:defRPr/>
            </a:pPr>
            <a:r>
              <a:rPr lang="en-US" altLang="zh-CN" sz="2500" b="1" i="1" dirty="0">
                <a:solidFill>
                  <a:schemeClr val="tx1"/>
                </a:solidFill>
                <a:ea typeface="楷体_GB2312" pitchFamily="49" charset="-122"/>
                <a:cs typeface="Times New Roman" pitchFamily="18" charset="0"/>
              </a:rPr>
              <a:t>A</a:t>
            </a:r>
            <a:r>
              <a:rPr kumimoji="1" lang="en-US" altLang="zh-CN" sz="2500" b="1" dirty="0">
                <a:solidFill>
                  <a:schemeClr val="tx1"/>
                </a:solidFill>
                <a:ea typeface="楷体_GB2312" pitchFamily="49" charset="-122"/>
                <a:cs typeface="Times New Roman" pitchFamily="18" charset="0"/>
              </a:rPr>
              <a:t>′ </a:t>
            </a:r>
            <a:r>
              <a:rPr lang="en-US" altLang="zh-CN" sz="2500" b="1" dirty="0">
                <a:solidFill>
                  <a:schemeClr val="tx1"/>
                </a:solidFill>
                <a:ea typeface="楷体_GB2312" pitchFamily="49" charset="-122"/>
                <a:cs typeface="Times New Roman" pitchFamily="18" charset="0"/>
                <a:sym typeface="Symbol" pitchFamily="18" charset="2"/>
              </a:rPr>
              <a:t> </a:t>
            </a:r>
            <a:r>
              <a:rPr lang="en-US" altLang="zh-CN" sz="2500" b="1" i="1" dirty="0">
                <a:solidFill>
                  <a:schemeClr val="tx1"/>
                </a:solidFill>
                <a:ea typeface="楷体_GB2312" pitchFamily="49" charset="-122"/>
                <a:cs typeface="Times New Roman" pitchFamily="18" charset="0"/>
              </a:rPr>
              <a:t>α</a:t>
            </a:r>
            <a:r>
              <a:rPr lang="en-US" altLang="zh-CN" sz="2500" b="1" baseline="-30000" dirty="0">
                <a:solidFill>
                  <a:schemeClr val="tx1"/>
                </a:solidFill>
                <a:ea typeface="楷体_GB2312" pitchFamily="49" charset="-122"/>
                <a:cs typeface="Times New Roman" pitchFamily="18" charset="0"/>
              </a:rPr>
              <a:t>1 </a:t>
            </a:r>
            <a:r>
              <a:rPr lang="en-US" altLang="zh-CN" sz="2500" b="1" i="1" dirty="0">
                <a:solidFill>
                  <a:schemeClr val="tx1"/>
                </a:solidFill>
                <a:ea typeface="楷体_GB2312" pitchFamily="49" charset="-122"/>
                <a:cs typeface="Times New Roman" pitchFamily="18" charset="0"/>
              </a:rPr>
              <a:t>A</a:t>
            </a:r>
            <a:r>
              <a:rPr kumimoji="1" lang="en-US" altLang="zh-CN" sz="2500" b="1" dirty="0">
                <a:solidFill>
                  <a:schemeClr val="tx1"/>
                </a:solidFill>
                <a:ea typeface="楷体_GB2312" pitchFamily="49" charset="-122"/>
                <a:cs typeface="Times New Roman" pitchFamily="18" charset="0"/>
              </a:rPr>
              <a:t>′ </a:t>
            </a:r>
            <a:r>
              <a:rPr lang="en-US" altLang="zh-CN" sz="2500" b="1" dirty="0">
                <a:solidFill>
                  <a:schemeClr val="tx1"/>
                </a:solidFill>
                <a:ea typeface="楷体_GB2312" pitchFamily="49" charset="-122"/>
                <a:cs typeface="Times New Roman" pitchFamily="18" charset="0"/>
              </a:rPr>
              <a:t>| </a:t>
            </a:r>
            <a:r>
              <a:rPr lang="en-US" altLang="zh-CN" sz="2500" b="1" i="1" dirty="0">
                <a:solidFill>
                  <a:schemeClr val="tx1"/>
                </a:solidFill>
                <a:ea typeface="楷体_GB2312" pitchFamily="49" charset="-122"/>
                <a:cs typeface="Times New Roman" pitchFamily="18" charset="0"/>
              </a:rPr>
              <a:t>α</a:t>
            </a:r>
            <a:r>
              <a:rPr lang="en-US" altLang="zh-CN" sz="2500" b="1" baseline="-30000" dirty="0">
                <a:solidFill>
                  <a:schemeClr val="tx1"/>
                </a:solidFill>
                <a:ea typeface="楷体_GB2312" pitchFamily="49" charset="-122"/>
                <a:cs typeface="Times New Roman" pitchFamily="18" charset="0"/>
              </a:rPr>
              <a:t>2 </a:t>
            </a:r>
            <a:r>
              <a:rPr lang="en-US" altLang="zh-CN" sz="2500" b="1" i="1" dirty="0">
                <a:solidFill>
                  <a:schemeClr val="tx1"/>
                </a:solidFill>
                <a:ea typeface="楷体_GB2312" pitchFamily="49" charset="-122"/>
                <a:cs typeface="Times New Roman" pitchFamily="18" charset="0"/>
              </a:rPr>
              <a:t>A</a:t>
            </a:r>
            <a:r>
              <a:rPr kumimoji="1" lang="en-US" altLang="zh-CN" sz="2500" b="1" dirty="0">
                <a:solidFill>
                  <a:schemeClr val="tx1"/>
                </a:solidFill>
                <a:ea typeface="楷体_GB2312" pitchFamily="49" charset="-122"/>
                <a:cs typeface="Times New Roman" pitchFamily="18" charset="0"/>
              </a:rPr>
              <a:t>′ </a:t>
            </a:r>
            <a:r>
              <a:rPr lang="en-US" altLang="zh-CN" sz="2500" b="1" dirty="0">
                <a:solidFill>
                  <a:schemeClr val="tx1"/>
                </a:solidFill>
                <a:ea typeface="楷体_GB2312" pitchFamily="49" charset="-122"/>
                <a:cs typeface="Times New Roman" pitchFamily="18" charset="0"/>
              </a:rPr>
              <a:t>| … | </a:t>
            </a:r>
            <a:r>
              <a:rPr lang="en-US" altLang="zh-CN" sz="2500" b="1" i="1" dirty="0">
                <a:solidFill>
                  <a:schemeClr val="tx1"/>
                </a:solidFill>
                <a:ea typeface="楷体_GB2312" pitchFamily="49" charset="-122"/>
                <a:cs typeface="Times New Roman" pitchFamily="18" charset="0"/>
              </a:rPr>
              <a:t>α</a:t>
            </a:r>
            <a:r>
              <a:rPr lang="en-US" altLang="zh-CN" sz="2500" b="1" i="1" baseline="-30000" dirty="0">
                <a:solidFill>
                  <a:schemeClr val="tx1"/>
                </a:solidFill>
                <a:ea typeface="楷体_GB2312" pitchFamily="49" charset="-122"/>
                <a:cs typeface="Times New Roman" pitchFamily="18" charset="0"/>
              </a:rPr>
              <a:t>n</a:t>
            </a:r>
            <a:r>
              <a:rPr lang="en-US" altLang="zh-CN" sz="2500" b="1" baseline="-30000" dirty="0">
                <a:solidFill>
                  <a:schemeClr val="tx1"/>
                </a:solidFill>
                <a:ea typeface="楷体_GB2312" pitchFamily="49" charset="-122"/>
                <a:cs typeface="Times New Roman" pitchFamily="18" charset="0"/>
              </a:rPr>
              <a:t> </a:t>
            </a:r>
            <a:r>
              <a:rPr lang="en-US" altLang="zh-CN" sz="2500" b="1" i="1" dirty="0">
                <a:solidFill>
                  <a:schemeClr val="tx1"/>
                </a:solidFill>
                <a:ea typeface="楷体_GB2312" pitchFamily="49" charset="-122"/>
                <a:cs typeface="Times New Roman" pitchFamily="18" charset="0"/>
              </a:rPr>
              <a:t>A</a:t>
            </a:r>
            <a:r>
              <a:rPr kumimoji="1" lang="en-US" altLang="zh-CN" sz="2500" b="1" dirty="0">
                <a:solidFill>
                  <a:schemeClr val="tx1"/>
                </a:solidFill>
                <a:ea typeface="楷体_GB2312" pitchFamily="49" charset="-122"/>
                <a:cs typeface="Times New Roman" pitchFamily="18" charset="0"/>
              </a:rPr>
              <a:t>′ </a:t>
            </a:r>
            <a:r>
              <a:rPr lang="en-US" altLang="zh-CN" sz="2500" b="1" dirty="0">
                <a:solidFill>
                  <a:schemeClr val="tx1"/>
                </a:solidFill>
                <a:ea typeface="楷体_GB2312" pitchFamily="49" charset="-122"/>
                <a:cs typeface="Times New Roman" pitchFamily="18" charset="0"/>
              </a:rPr>
              <a:t>| </a:t>
            </a:r>
            <a:r>
              <a:rPr lang="en-US" altLang="zh-CN" sz="2500" b="1" i="1" dirty="0">
                <a:solidFill>
                  <a:schemeClr val="tx1"/>
                </a:solidFill>
                <a:ea typeface="楷体_GB2312" pitchFamily="49" charset="-122"/>
                <a:cs typeface="Times New Roman" pitchFamily="18" charset="0"/>
              </a:rPr>
              <a:t>ε</a:t>
            </a:r>
          </a:p>
          <a:p>
            <a:pPr lvl="2" algn="ctr" eaLnBrk="1" hangingPunct="1">
              <a:buClr>
                <a:srgbClr val="3333CC"/>
              </a:buClr>
              <a:defRPr/>
            </a:pPr>
            <a:endParaRPr lang="en-US" altLang="zh-CN" sz="2500" b="1" dirty="0">
              <a:solidFill>
                <a:schemeClr val="tx1"/>
              </a:solidFill>
              <a:ea typeface="楷体_GB2312" pitchFamily="49" charset="-122"/>
              <a:cs typeface="Times New Roman" pitchFamily="18" charset="0"/>
            </a:endParaRPr>
          </a:p>
          <a:p>
            <a:pPr eaLnBrk="1" hangingPunct="1">
              <a:defRPr/>
            </a:pPr>
            <a:endParaRPr lang="en-US" altLang="zh-CN" b="1" dirty="0">
              <a:cs typeface="Times New Roman" pitchFamily="18" charset="0"/>
            </a:endParaRPr>
          </a:p>
          <a:p>
            <a:pPr marL="0" indent="0" eaLnBrk="1" hangingPunct="1">
              <a:buFont typeface="Wingdings" pitchFamily="2" charset="2"/>
              <a:buNone/>
              <a:defRPr/>
            </a:pPr>
            <a:r>
              <a:rPr kumimoji="1" lang="en-US" altLang="zh-CN" sz="2000" b="1" i="1" dirty="0">
                <a:ea typeface="楷体_GB2312" pitchFamily="49" charset="-122"/>
                <a:cs typeface="Times New Roman" pitchFamily="18" charset="0"/>
              </a:rPr>
              <a:t>	</a:t>
            </a:r>
            <a:endParaRPr lang="zh-CN" altLang="en-US" b="1" dirty="0"/>
          </a:p>
        </p:txBody>
      </p:sp>
      <p:sp>
        <p:nvSpPr>
          <p:cNvPr id="47107" name="标题 1">
            <a:extLst>
              <a:ext uri="{FF2B5EF4-FFF2-40B4-BE49-F238E27FC236}">
                <a16:creationId xmlns:a16="http://schemas.microsoft.com/office/drawing/2014/main" id="{A57F7357-FE07-4757-8112-E3EA13DEBBAB}"/>
              </a:ext>
            </a:extLst>
          </p:cNvPr>
          <p:cNvSpPr>
            <a:spLocks noGrp="1"/>
          </p:cNvSpPr>
          <p:nvPr>
            <p:ph type="title"/>
          </p:nvPr>
        </p:nvSpPr>
        <p:spPr>
          <a:xfrm>
            <a:off x="755650" y="268288"/>
            <a:ext cx="7931150" cy="358775"/>
          </a:xfrm>
        </p:spPr>
        <p:txBody>
          <a:bodyPr/>
          <a:lstStyle/>
          <a:p>
            <a:pPr eaLnBrk="1" hangingPunct="1">
              <a:defRPr/>
            </a:pPr>
            <a:r>
              <a:rPr lang="zh-CN" altLang="en-US" sz="3000" spc="300" dirty="0">
                <a:solidFill>
                  <a:schemeClr val="tx1"/>
                </a:solidFill>
                <a:latin typeface="微软雅黑" pitchFamily="34" charset="-122"/>
                <a:ea typeface="微软雅黑" pitchFamily="34" charset="-122"/>
                <a:cs typeface="Times New Roman" pitchFamily="18" charset="0"/>
              </a:rPr>
              <a:t>消除直接左递归的一般形式</a:t>
            </a:r>
            <a:endParaRPr lang="zh-CN" altLang="en-US" sz="3000" spc="300" dirty="0">
              <a:solidFill>
                <a:schemeClr val="bg1"/>
              </a:solidFill>
              <a:latin typeface="微软雅黑" pitchFamily="34" charset="-122"/>
              <a:ea typeface="微软雅黑" pitchFamily="34" charset="-122"/>
              <a:cs typeface="Times New Roman" pitchFamily="18" charset="0"/>
            </a:endParaRPr>
          </a:p>
        </p:txBody>
      </p:sp>
      <p:sp>
        <p:nvSpPr>
          <p:cNvPr id="18" name="Rectangle 5">
            <a:extLst>
              <a:ext uri="{FF2B5EF4-FFF2-40B4-BE49-F238E27FC236}">
                <a16:creationId xmlns:a16="http://schemas.microsoft.com/office/drawing/2014/main" id="{449E5E8E-A6E1-402E-B9B4-F8A3225AFF5A}"/>
              </a:ext>
            </a:extLst>
          </p:cNvPr>
          <p:cNvSpPr>
            <a:spLocks noChangeArrowheads="1"/>
          </p:cNvSpPr>
          <p:nvPr/>
        </p:nvSpPr>
        <p:spPr bwMode="auto">
          <a:xfrm>
            <a:off x="357188" y="4125913"/>
            <a:ext cx="8429625" cy="446087"/>
          </a:xfrm>
          <a:prstGeom prst="rect">
            <a:avLst/>
          </a:prstGeom>
          <a:solidFill>
            <a:schemeClr val="accent5">
              <a:lumMod val="60000"/>
              <a:lumOff val="40000"/>
            </a:schemeClr>
          </a:solidFill>
          <a:ln w="12700">
            <a:solidFill>
              <a:schemeClr val="tx1"/>
            </a:solidFill>
            <a:miter lim="800000"/>
            <a:headEnd/>
            <a:tailEnd/>
          </a:ln>
        </p:spPr>
        <p:txBody>
          <a:bodyPr>
            <a:spAutoFit/>
          </a:bodyPr>
          <a:lstStyle/>
          <a:p>
            <a:pPr eaLnBrk="1" hangingPunct="1">
              <a:spcBef>
                <a:spcPct val="30000"/>
              </a:spcBef>
              <a:defRPr/>
            </a:pPr>
            <a:r>
              <a:rPr lang="zh-CN" altLang="en-US" sz="2300" b="1" dirty="0">
                <a:latin typeface="+mn-ea"/>
                <a:ea typeface="+mn-ea"/>
                <a:cs typeface="Times New Roman" pitchFamily="18" charset="0"/>
              </a:rPr>
              <a:t>消除左递归是要付出代价的</a:t>
            </a:r>
            <a:r>
              <a:rPr lang="en-US" altLang="zh-CN" sz="2300" b="1" dirty="0">
                <a:latin typeface="+mn-ea"/>
                <a:ea typeface="+mn-ea"/>
                <a:cs typeface="Times New Roman" pitchFamily="18" charset="0"/>
              </a:rPr>
              <a:t>——</a:t>
            </a:r>
            <a:r>
              <a:rPr lang="zh-CN" altLang="en-US" sz="2300" b="1" dirty="0">
                <a:latin typeface="+mn-ea"/>
                <a:ea typeface="+mn-ea"/>
                <a:cs typeface="Times New Roman" pitchFamily="18" charset="0"/>
              </a:rPr>
              <a:t>引进了一些</a:t>
            </a:r>
            <a:r>
              <a:rPr lang="zh-CN" altLang="en-US" sz="2300" b="1" dirty="0">
                <a:solidFill>
                  <a:schemeClr val="tx2">
                    <a:lumMod val="60000"/>
                    <a:lumOff val="40000"/>
                  </a:schemeClr>
                </a:solidFill>
                <a:latin typeface="+mn-ea"/>
                <a:ea typeface="+mn-ea"/>
                <a:cs typeface="Times New Roman" pitchFamily="18" charset="0"/>
              </a:rPr>
              <a:t>非终结符</a:t>
            </a:r>
            <a:r>
              <a:rPr lang="zh-CN" altLang="en-US" sz="2300" b="1" dirty="0">
                <a:latin typeface="+mn-ea"/>
                <a:ea typeface="+mn-ea"/>
                <a:cs typeface="Times New Roman" pitchFamily="18" charset="0"/>
              </a:rPr>
              <a:t>和</a:t>
            </a:r>
            <a:r>
              <a:rPr lang="en-US" altLang="zh-CN" sz="2300" b="1" i="1" dirty="0">
                <a:solidFill>
                  <a:schemeClr val="tx2">
                    <a:lumMod val="60000"/>
                    <a:lumOff val="40000"/>
                  </a:schemeClr>
                </a:solidFill>
                <a:latin typeface="Times New Roman" pitchFamily="18" charset="0"/>
                <a:ea typeface="+mn-ea"/>
                <a:cs typeface="Times New Roman" pitchFamily="18" charset="0"/>
              </a:rPr>
              <a:t>ε</a:t>
            </a:r>
            <a:r>
              <a:rPr lang="en-US" altLang="zh-CN" sz="2300" b="1" dirty="0">
                <a:solidFill>
                  <a:schemeClr val="tx2">
                    <a:lumMod val="60000"/>
                    <a:lumOff val="40000"/>
                  </a:schemeClr>
                </a:solidFill>
                <a:latin typeface="+mn-ea"/>
                <a:ea typeface="+mn-ea"/>
                <a:cs typeface="Times New Roman" pitchFamily="18" charset="0"/>
              </a:rPr>
              <a:t>_</a:t>
            </a:r>
            <a:r>
              <a:rPr lang="zh-CN" altLang="en-US" sz="2300" b="1" dirty="0">
                <a:solidFill>
                  <a:schemeClr val="tx2">
                    <a:lumMod val="60000"/>
                    <a:lumOff val="40000"/>
                  </a:schemeClr>
                </a:solidFill>
                <a:latin typeface="+mn-ea"/>
                <a:ea typeface="+mn-ea"/>
                <a:cs typeface="Times New Roman" pitchFamily="18" charset="0"/>
              </a:rPr>
              <a:t>产生式</a:t>
            </a:r>
          </a:p>
        </p:txBody>
      </p:sp>
      <p:sp>
        <p:nvSpPr>
          <p:cNvPr id="19" name="下箭头 18">
            <a:extLst>
              <a:ext uri="{FF2B5EF4-FFF2-40B4-BE49-F238E27FC236}">
                <a16:creationId xmlns:a16="http://schemas.microsoft.com/office/drawing/2014/main" id="{6E2C7CFB-450F-487D-B0E5-FA8ED78A679A}"/>
              </a:ext>
            </a:extLst>
          </p:cNvPr>
          <p:cNvSpPr/>
          <p:nvPr/>
        </p:nvSpPr>
        <p:spPr>
          <a:xfrm>
            <a:off x="3811588" y="2139950"/>
            <a:ext cx="974725" cy="646113"/>
          </a:xfrm>
          <a:prstGeom prst="downArrow">
            <a:avLst/>
          </a:prstGeom>
          <a:solidFill>
            <a:schemeClr val="tx2">
              <a:lumMod val="60000"/>
              <a:lumOff val="4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dirty="0">
              <a:solidFill>
                <a:srgbClr val="FFFFFF"/>
              </a:solidFill>
            </a:endParaRPr>
          </a:p>
        </p:txBody>
      </p:sp>
      <p:sp>
        <p:nvSpPr>
          <p:cNvPr id="4" name="灯片编号占位符 3">
            <a:extLst>
              <a:ext uri="{FF2B5EF4-FFF2-40B4-BE49-F238E27FC236}">
                <a16:creationId xmlns:a16="http://schemas.microsoft.com/office/drawing/2014/main" id="{A29FE134-5837-4E7A-91D0-802AA546865D}"/>
              </a:ext>
            </a:extLst>
          </p:cNvPr>
          <p:cNvSpPr>
            <a:spLocks noGrp="1"/>
          </p:cNvSpPr>
          <p:nvPr>
            <p:ph type="sldNum" sz="quarter" idx="12"/>
          </p:nvPr>
        </p:nvSpPr>
        <p:spPr/>
        <p:txBody>
          <a:bodyPr/>
          <a:lstStyle/>
          <a:p>
            <a:pPr>
              <a:defRPr/>
            </a:pPr>
            <a:fld id="{EA567855-7F13-4FC5-AD61-2B82F6443E16}" type="slidenum">
              <a:rPr lang="zh-CN" altLang="en-US" smtClean="0"/>
              <a:pPr>
                <a:defRPr/>
              </a:pPr>
              <a:t>23</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Effect transition="in" filter="fade">
                                      <p:cBhvr>
                                        <p:cTn id="9"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a:extLst>
              <a:ext uri="{FF2B5EF4-FFF2-40B4-BE49-F238E27FC236}">
                <a16:creationId xmlns:a16="http://schemas.microsoft.com/office/drawing/2014/main" id="{4A62FE0E-86C2-4329-9EDA-2B76CB19AAE0}"/>
              </a:ext>
            </a:extLst>
          </p:cNvPr>
          <p:cNvSpPr>
            <a:spLocks noGrp="1"/>
          </p:cNvSpPr>
          <p:nvPr>
            <p:ph type="title"/>
          </p:nvPr>
        </p:nvSpPr>
        <p:spPr>
          <a:xfrm>
            <a:off x="755650" y="268288"/>
            <a:ext cx="7931150" cy="358775"/>
          </a:xfrm>
        </p:spPr>
        <p:txBody>
          <a:bodyPr/>
          <a:lstStyle/>
          <a:p>
            <a:pPr>
              <a:defRPr/>
            </a:pPr>
            <a:r>
              <a:rPr lang="zh-CN" altLang="en-US" sz="3000" spc="300" dirty="0">
                <a:solidFill>
                  <a:schemeClr val="tx1"/>
                </a:solidFill>
                <a:latin typeface="微软雅黑" pitchFamily="34" charset="-122"/>
                <a:ea typeface="微软雅黑" pitchFamily="34" charset="-122"/>
                <a:cs typeface="Times New Roman" pitchFamily="18" charset="0"/>
              </a:rPr>
              <a:t>消除间接左递归</a:t>
            </a:r>
          </a:p>
        </p:txBody>
      </p:sp>
      <p:sp>
        <p:nvSpPr>
          <p:cNvPr id="3" name="内容占位符 2">
            <a:extLst>
              <a:ext uri="{FF2B5EF4-FFF2-40B4-BE49-F238E27FC236}">
                <a16:creationId xmlns:a16="http://schemas.microsoft.com/office/drawing/2014/main" id="{48EAE4A5-3D1D-44F1-9B0A-488339E0C3E6}"/>
              </a:ext>
            </a:extLst>
          </p:cNvPr>
          <p:cNvSpPr>
            <a:spLocks noGrp="1"/>
          </p:cNvSpPr>
          <p:nvPr>
            <p:ph idx="1"/>
          </p:nvPr>
        </p:nvSpPr>
        <p:spPr>
          <a:xfrm>
            <a:off x="827584" y="915566"/>
            <a:ext cx="7416823" cy="3816424"/>
          </a:xfrm>
        </p:spPr>
        <p:txBody>
          <a:bodyPr/>
          <a:lstStyle/>
          <a:p>
            <a:pPr>
              <a:lnSpc>
                <a:spcPts val="3200"/>
              </a:lnSpc>
              <a:spcBef>
                <a:spcPts val="0"/>
              </a:spcBef>
              <a:buClrTx/>
              <a:buFont typeface="Wingdings" pitchFamily="2" charset="2"/>
              <a:buChar char="Ø"/>
              <a:defRPr/>
            </a:pPr>
            <a:r>
              <a:rPr lang="zh-CN" altLang="en-US" sz="2500" b="1" dirty="0">
                <a:solidFill>
                  <a:schemeClr val="tx1"/>
                </a:solidFill>
                <a:latin typeface="+mn-ea"/>
                <a:cs typeface="Times New Roman" pitchFamily="18" charset="0"/>
              </a:rPr>
              <a:t>例</a:t>
            </a:r>
            <a:r>
              <a:rPr lang="en-US" altLang="zh-CN" sz="2500" b="1" dirty="0">
                <a:solidFill>
                  <a:schemeClr val="tx1"/>
                </a:solidFill>
                <a:latin typeface="+mn-ea"/>
                <a:cs typeface="Times New Roman" pitchFamily="18" charset="0"/>
              </a:rPr>
              <a:t>                   </a:t>
            </a:r>
            <a:r>
              <a:rPr lang="en-US" altLang="zh-CN" sz="2500" b="1" i="1" dirty="0">
                <a:solidFill>
                  <a:schemeClr val="tx1"/>
                </a:solidFill>
                <a:cs typeface="Times New Roman" pitchFamily="18" charset="0"/>
              </a:rPr>
              <a:t>S </a:t>
            </a:r>
            <a:r>
              <a:rPr lang="en-US" altLang="zh-CN" sz="2500" b="1" dirty="0">
                <a:solidFill>
                  <a:schemeClr val="tx1"/>
                </a:solidFill>
                <a:cs typeface="Times New Roman" pitchFamily="18" charset="0"/>
              </a:rPr>
              <a:t>→ </a:t>
            </a:r>
            <a:r>
              <a:rPr lang="en-US" altLang="zh-CN" sz="2500" b="1" i="1" dirty="0">
                <a:solidFill>
                  <a:srgbClr val="0070C0"/>
                </a:solidFill>
                <a:cs typeface="Times New Roman" pitchFamily="18" charset="0"/>
              </a:rPr>
              <a:t>A</a:t>
            </a:r>
            <a:r>
              <a:rPr lang="en-US" altLang="zh-CN" sz="2500" b="1" i="1" dirty="0">
                <a:solidFill>
                  <a:schemeClr val="tx1"/>
                </a:solidFill>
                <a:cs typeface="Times New Roman" pitchFamily="18" charset="0"/>
              </a:rPr>
              <a:t> </a:t>
            </a:r>
            <a:r>
              <a:rPr lang="en-US" altLang="zh-CN" sz="2500" b="1" i="1" dirty="0" err="1">
                <a:solidFill>
                  <a:schemeClr val="tx1"/>
                </a:solidFill>
                <a:cs typeface="Times New Roman" pitchFamily="18" charset="0"/>
              </a:rPr>
              <a:t>a</a:t>
            </a:r>
            <a:r>
              <a:rPr lang="en-US" altLang="zh-CN" sz="2500" b="1" i="1" dirty="0">
                <a:solidFill>
                  <a:schemeClr val="tx1"/>
                </a:solidFill>
                <a:cs typeface="Times New Roman" pitchFamily="18" charset="0"/>
              </a:rPr>
              <a:t> </a:t>
            </a:r>
            <a:r>
              <a:rPr lang="en-US" altLang="zh-CN" sz="2500" b="1" dirty="0">
                <a:solidFill>
                  <a:schemeClr val="tx1"/>
                </a:solidFill>
                <a:cs typeface="Times New Roman" pitchFamily="18" charset="0"/>
              </a:rPr>
              <a:t>| </a:t>
            </a:r>
            <a:r>
              <a:rPr lang="en-US" altLang="zh-CN" sz="2500" b="1" i="1" dirty="0">
                <a:solidFill>
                  <a:schemeClr val="tx1"/>
                </a:solidFill>
                <a:cs typeface="Times New Roman" pitchFamily="18" charset="0"/>
              </a:rPr>
              <a:t>b</a:t>
            </a:r>
            <a:endParaRPr lang="en-US" altLang="zh-CN" sz="2500" dirty="0">
              <a:cs typeface="Times New Roman" pitchFamily="18" charset="0"/>
            </a:endParaRPr>
          </a:p>
          <a:p>
            <a:pPr marL="0" indent="0">
              <a:lnSpc>
                <a:spcPts val="3200"/>
              </a:lnSpc>
              <a:spcBef>
                <a:spcPts val="0"/>
              </a:spcBef>
              <a:buClrTx/>
              <a:buNone/>
              <a:defRPr/>
            </a:pPr>
            <a:r>
              <a:rPr lang="en-US" altLang="zh-CN" sz="2500" b="1" i="1" dirty="0">
                <a:solidFill>
                  <a:srgbClr val="0070C0"/>
                </a:solidFill>
                <a:cs typeface="Times New Roman" pitchFamily="18" charset="0"/>
              </a:rPr>
              <a:t>                          A </a:t>
            </a:r>
            <a:r>
              <a:rPr lang="en-US" altLang="zh-CN" sz="2500" b="1" dirty="0">
                <a:solidFill>
                  <a:schemeClr val="tx1"/>
                </a:solidFill>
                <a:cs typeface="Times New Roman" pitchFamily="18" charset="0"/>
              </a:rPr>
              <a:t>→ </a:t>
            </a:r>
            <a:r>
              <a:rPr lang="en-US" altLang="zh-CN" sz="2500" b="1" i="1" dirty="0">
                <a:solidFill>
                  <a:schemeClr val="tx1"/>
                </a:solidFill>
                <a:cs typeface="Times New Roman" pitchFamily="18" charset="0"/>
              </a:rPr>
              <a:t>A c </a:t>
            </a:r>
            <a:r>
              <a:rPr lang="en-US" altLang="zh-CN" sz="2500" b="1" dirty="0">
                <a:solidFill>
                  <a:schemeClr val="tx1"/>
                </a:solidFill>
                <a:cs typeface="Times New Roman" pitchFamily="18" charset="0"/>
              </a:rPr>
              <a:t>| </a:t>
            </a:r>
            <a:r>
              <a:rPr lang="en-US" altLang="zh-CN" sz="2500" b="1" i="1" dirty="0">
                <a:solidFill>
                  <a:srgbClr val="0070C0"/>
                </a:solidFill>
                <a:cs typeface="Times New Roman" pitchFamily="18" charset="0"/>
              </a:rPr>
              <a:t>S d</a:t>
            </a:r>
            <a:r>
              <a:rPr lang="en-US" altLang="zh-CN" sz="2500" b="1" dirty="0">
                <a:solidFill>
                  <a:schemeClr val="tx1"/>
                </a:solidFill>
                <a:cs typeface="Times New Roman" pitchFamily="18" charset="0"/>
              </a:rPr>
              <a:t> | </a:t>
            </a:r>
            <a:r>
              <a:rPr lang="en-US" altLang="zh-CN" sz="2500" b="1" i="1" dirty="0">
                <a:solidFill>
                  <a:schemeClr val="tx1"/>
                </a:solidFill>
                <a:cs typeface="Times New Roman" pitchFamily="18" charset="0"/>
              </a:rPr>
              <a:t>ε</a:t>
            </a:r>
          </a:p>
          <a:p>
            <a:pPr lvl="1">
              <a:lnSpc>
                <a:spcPts val="3200"/>
              </a:lnSpc>
              <a:spcBef>
                <a:spcPts val="0"/>
              </a:spcBef>
              <a:buClrTx/>
              <a:buFont typeface="Wingdings" pitchFamily="2" charset="2"/>
              <a:buChar char="Ø"/>
              <a:defRPr/>
            </a:pPr>
            <a:r>
              <a:rPr lang="zh-CN" altLang="en-US" sz="2500" b="1" dirty="0">
                <a:solidFill>
                  <a:schemeClr val="tx1"/>
                </a:solidFill>
                <a:latin typeface="+mn-ea"/>
              </a:rPr>
              <a:t>将</a:t>
            </a:r>
            <a:r>
              <a:rPr lang="en-US" altLang="zh-CN" sz="2500" b="1" i="1" dirty="0">
                <a:solidFill>
                  <a:schemeClr val="tx1"/>
                </a:solidFill>
                <a:cs typeface="Times New Roman" pitchFamily="18" charset="0"/>
              </a:rPr>
              <a:t>S</a:t>
            </a:r>
            <a:r>
              <a:rPr lang="zh-CN" altLang="en-US" sz="2500" b="1" dirty="0">
                <a:solidFill>
                  <a:schemeClr val="tx1"/>
                </a:solidFill>
                <a:latin typeface="+mn-ea"/>
              </a:rPr>
              <a:t>的定义代入</a:t>
            </a:r>
            <a:r>
              <a:rPr lang="en-US" altLang="zh-CN" sz="2500" b="1" i="1" dirty="0">
                <a:solidFill>
                  <a:schemeClr val="tx1"/>
                </a:solidFill>
                <a:cs typeface="Times New Roman" pitchFamily="18" charset="0"/>
              </a:rPr>
              <a:t>A</a:t>
            </a:r>
            <a:r>
              <a:rPr lang="en-US" altLang="zh-CN" sz="2500" b="1" dirty="0">
                <a:solidFill>
                  <a:schemeClr val="tx1"/>
                </a:solidFill>
                <a:latin typeface="+mn-ea"/>
              </a:rPr>
              <a:t>-</a:t>
            </a:r>
            <a:r>
              <a:rPr lang="zh-CN" altLang="en-US" sz="2500" b="1" dirty="0">
                <a:solidFill>
                  <a:schemeClr val="tx1"/>
                </a:solidFill>
                <a:latin typeface="+mn-ea"/>
              </a:rPr>
              <a:t>产生式，得：</a:t>
            </a:r>
            <a:endParaRPr lang="en-US" altLang="zh-CN" sz="2500" b="1" dirty="0">
              <a:solidFill>
                <a:schemeClr val="tx1"/>
              </a:solidFill>
              <a:latin typeface="+mn-ea"/>
            </a:endParaRPr>
          </a:p>
          <a:p>
            <a:pPr marL="0" lvl="1" indent="0" algn="ctr">
              <a:lnSpc>
                <a:spcPts val="3200"/>
              </a:lnSpc>
              <a:spcBef>
                <a:spcPts val="0"/>
              </a:spcBef>
              <a:buClr>
                <a:schemeClr val="folHlink"/>
              </a:buClr>
              <a:buSzPct val="60000"/>
              <a:buFont typeface="Symbol" panose="05050102010706020507" pitchFamily="18" charset="2"/>
              <a:buNone/>
              <a:defRPr/>
            </a:pPr>
            <a:r>
              <a:rPr lang="en-US" altLang="zh-CN" sz="2500" b="1" i="1" dirty="0">
                <a:solidFill>
                  <a:schemeClr val="tx1"/>
                </a:solidFill>
                <a:cs typeface="Times New Roman" pitchFamily="18" charset="0"/>
              </a:rPr>
              <a:t>A </a:t>
            </a:r>
            <a:r>
              <a:rPr lang="en-US" altLang="zh-CN" sz="2500" b="1" dirty="0">
                <a:solidFill>
                  <a:schemeClr val="tx1"/>
                </a:solidFill>
                <a:cs typeface="Times New Roman" pitchFamily="18" charset="0"/>
              </a:rPr>
              <a:t>→ </a:t>
            </a:r>
            <a:r>
              <a:rPr lang="en-US" altLang="zh-CN" sz="2500" b="1" i="1" dirty="0">
                <a:solidFill>
                  <a:schemeClr val="tx1"/>
                </a:solidFill>
                <a:cs typeface="Times New Roman" pitchFamily="18" charset="0"/>
              </a:rPr>
              <a:t>A c </a:t>
            </a:r>
            <a:r>
              <a:rPr lang="en-US" altLang="zh-CN" sz="2500" b="1" dirty="0">
                <a:solidFill>
                  <a:schemeClr val="tx1"/>
                </a:solidFill>
                <a:cs typeface="Times New Roman" pitchFamily="18" charset="0"/>
              </a:rPr>
              <a:t>| </a:t>
            </a:r>
            <a:r>
              <a:rPr lang="en-US" altLang="zh-CN" sz="2500" b="1" i="1" dirty="0">
                <a:solidFill>
                  <a:srgbClr val="0070C0"/>
                </a:solidFill>
                <a:cs typeface="Times New Roman" pitchFamily="18" charset="0"/>
              </a:rPr>
              <a:t>A </a:t>
            </a:r>
            <a:r>
              <a:rPr lang="en-US" altLang="zh-CN" sz="2500" b="1" i="1" dirty="0" err="1">
                <a:solidFill>
                  <a:srgbClr val="0070C0"/>
                </a:solidFill>
                <a:cs typeface="Times New Roman" pitchFamily="18" charset="0"/>
              </a:rPr>
              <a:t>a</a:t>
            </a:r>
            <a:r>
              <a:rPr lang="en-US" altLang="zh-CN" sz="2500" b="1" i="1" dirty="0">
                <a:solidFill>
                  <a:schemeClr val="tx1"/>
                </a:solidFill>
                <a:cs typeface="Times New Roman" pitchFamily="18" charset="0"/>
              </a:rPr>
              <a:t> d</a:t>
            </a:r>
            <a:r>
              <a:rPr lang="en-US" altLang="zh-CN" sz="2500" b="1" dirty="0">
                <a:solidFill>
                  <a:schemeClr val="tx1"/>
                </a:solidFill>
                <a:cs typeface="Times New Roman" pitchFamily="18" charset="0"/>
              </a:rPr>
              <a:t> | </a:t>
            </a:r>
            <a:r>
              <a:rPr lang="en-US" altLang="zh-CN" sz="2500" b="1" i="1" dirty="0">
                <a:solidFill>
                  <a:srgbClr val="0070C0"/>
                </a:solidFill>
                <a:cs typeface="Times New Roman" pitchFamily="18" charset="0"/>
              </a:rPr>
              <a:t>b </a:t>
            </a:r>
            <a:r>
              <a:rPr lang="en-US" altLang="zh-CN" sz="2500" b="1" i="1" dirty="0">
                <a:solidFill>
                  <a:schemeClr val="tx1"/>
                </a:solidFill>
                <a:cs typeface="Times New Roman" pitchFamily="18" charset="0"/>
              </a:rPr>
              <a:t>d</a:t>
            </a:r>
            <a:r>
              <a:rPr lang="en-US" altLang="zh-CN" sz="2500" b="1" dirty="0">
                <a:solidFill>
                  <a:schemeClr val="tx1"/>
                </a:solidFill>
                <a:cs typeface="Times New Roman" pitchFamily="18" charset="0"/>
              </a:rPr>
              <a:t> | </a:t>
            </a:r>
            <a:r>
              <a:rPr lang="en-US" altLang="zh-CN" sz="2500" b="1" i="1" dirty="0">
                <a:solidFill>
                  <a:schemeClr val="tx1"/>
                </a:solidFill>
                <a:cs typeface="Times New Roman" pitchFamily="18" charset="0"/>
              </a:rPr>
              <a:t>ε </a:t>
            </a:r>
            <a:endParaRPr lang="en-US" altLang="zh-CN" sz="2500" b="1" dirty="0">
              <a:solidFill>
                <a:schemeClr val="tx1"/>
              </a:solidFill>
              <a:cs typeface="Times New Roman" pitchFamily="18" charset="0"/>
            </a:endParaRPr>
          </a:p>
          <a:p>
            <a:pPr lvl="1">
              <a:lnSpc>
                <a:spcPts val="3200"/>
              </a:lnSpc>
              <a:spcBef>
                <a:spcPts val="0"/>
              </a:spcBef>
              <a:buClrTx/>
              <a:buFont typeface="Wingdings" pitchFamily="2" charset="2"/>
              <a:buChar char="Ø"/>
              <a:defRPr/>
            </a:pPr>
            <a:r>
              <a:rPr lang="zh-CN" altLang="en-US" sz="2500" b="1" dirty="0">
                <a:solidFill>
                  <a:schemeClr val="tx1"/>
                </a:solidFill>
                <a:latin typeface="+mn-ea"/>
              </a:rPr>
              <a:t>消除</a:t>
            </a:r>
            <a:r>
              <a:rPr lang="en-US" altLang="zh-CN" sz="2500" b="1" i="1" dirty="0">
                <a:solidFill>
                  <a:schemeClr val="tx1"/>
                </a:solidFill>
                <a:cs typeface="Times New Roman" pitchFamily="18" charset="0"/>
              </a:rPr>
              <a:t>A</a:t>
            </a:r>
            <a:r>
              <a:rPr lang="en-US" altLang="zh-CN" sz="2500" b="1" dirty="0">
                <a:solidFill>
                  <a:schemeClr val="tx1"/>
                </a:solidFill>
                <a:latin typeface="+mn-ea"/>
              </a:rPr>
              <a:t>-</a:t>
            </a:r>
            <a:r>
              <a:rPr lang="zh-CN" altLang="en-US" sz="2500" b="1" dirty="0">
                <a:solidFill>
                  <a:schemeClr val="tx1"/>
                </a:solidFill>
                <a:latin typeface="+mn-ea"/>
              </a:rPr>
              <a:t>产生式的直接左递归，得：</a:t>
            </a:r>
            <a:endParaRPr lang="en-US" altLang="zh-CN" sz="2500" dirty="0">
              <a:latin typeface="+mn-ea"/>
            </a:endParaRPr>
          </a:p>
          <a:p>
            <a:pPr marL="303213" lvl="1" indent="0">
              <a:lnSpc>
                <a:spcPts val="3200"/>
              </a:lnSpc>
              <a:spcBef>
                <a:spcPts val="0"/>
              </a:spcBef>
              <a:buClrTx/>
              <a:buNone/>
              <a:defRPr/>
            </a:pPr>
            <a:r>
              <a:rPr lang="en-US" altLang="zh-CN" sz="2500" b="1" i="1" dirty="0">
                <a:solidFill>
                  <a:schemeClr val="tx1"/>
                </a:solidFill>
                <a:latin typeface="+mn-ea"/>
                <a:cs typeface="Times New Roman" pitchFamily="18" charset="0"/>
              </a:rPr>
              <a:t>                        </a:t>
            </a:r>
            <a:r>
              <a:rPr lang="en-US" altLang="zh-CN" sz="2500" b="1" i="1" dirty="0">
                <a:solidFill>
                  <a:schemeClr val="tx1"/>
                </a:solidFill>
                <a:cs typeface="Times New Roman" pitchFamily="18" charset="0"/>
              </a:rPr>
              <a:t>A </a:t>
            </a:r>
            <a:r>
              <a:rPr lang="en-US" altLang="zh-CN" sz="2500" b="1" dirty="0">
                <a:solidFill>
                  <a:schemeClr val="tx1"/>
                </a:solidFill>
                <a:cs typeface="Times New Roman" pitchFamily="18" charset="0"/>
              </a:rPr>
              <a:t>→ </a:t>
            </a:r>
            <a:r>
              <a:rPr lang="en-US" altLang="zh-CN" sz="2500" b="1" i="1" dirty="0">
                <a:solidFill>
                  <a:schemeClr val="tx1"/>
                </a:solidFill>
                <a:cs typeface="Times New Roman" pitchFamily="18" charset="0"/>
              </a:rPr>
              <a:t>b d</a:t>
            </a:r>
            <a:r>
              <a:rPr lang="en-US" altLang="zh-CN" sz="2500" b="1" dirty="0">
                <a:solidFill>
                  <a:schemeClr val="tx1"/>
                </a:solidFill>
                <a:cs typeface="Times New Roman" pitchFamily="18" charset="0"/>
              </a:rPr>
              <a:t> </a:t>
            </a:r>
            <a:r>
              <a:rPr lang="en-US" altLang="zh-CN" sz="2500" b="1" i="1" dirty="0">
                <a:solidFill>
                  <a:schemeClr val="tx1"/>
                </a:solidFill>
                <a:cs typeface="Times New Roman" pitchFamily="18" charset="0"/>
              </a:rPr>
              <a:t>A</a:t>
            </a:r>
            <a:r>
              <a:rPr kumimoji="1" lang="en-US" altLang="zh-CN" sz="2500" dirty="0">
                <a:ea typeface="楷体_GB2312" pitchFamily="49" charset="-122"/>
                <a:cs typeface="Times New Roman" pitchFamily="18" charset="0"/>
              </a:rPr>
              <a:t>′</a:t>
            </a:r>
            <a:r>
              <a:rPr lang="en-US" altLang="zh-CN" sz="2500" b="1" dirty="0">
                <a:solidFill>
                  <a:schemeClr val="tx1"/>
                </a:solidFill>
                <a:cs typeface="Times New Roman" pitchFamily="18" charset="0"/>
              </a:rPr>
              <a:t> | </a:t>
            </a:r>
            <a:r>
              <a:rPr lang="en-US" altLang="zh-CN" sz="2500" b="1" i="1" dirty="0">
                <a:solidFill>
                  <a:schemeClr val="tx1"/>
                </a:solidFill>
                <a:cs typeface="Times New Roman" pitchFamily="18" charset="0"/>
              </a:rPr>
              <a:t>A</a:t>
            </a:r>
            <a:r>
              <a:rPr kumimoji="1" lang="en-US" altLang="zh-CN" sz="2500" dirty="0">
                <a:ea typeface="楷体_GB2312" pitchFamily="49" charset="-122"/>
                <a:cs typeface="Times New Roman" pitchFamily="18" charset="0"/>
              </a:rPr>
              <a:t>′</a:t>
            </a:r>
            <a:endParaRPr lang="en-US" altLang="zh-CN" sz="2500" i="1" dirty="0">
              <a:cs typeface="Times New Roman" pitchFamily="18" charset="0"/>
            </a:endParaRPr>
          </a:p>
          <a:p>
            <a:pPr marL="303213" lvl="1" indent="0">
              <a:lnSpc>
                <a:spcPts val="3200"/>
              </a:lnSpc>
              <a:spcBef>
                <a:spcPts val="0"/>
              </a:spcBef>
              <a:buClrTx/>
              <a:buNone/>
              <a:defRPr/>
            </a:pPr>
            <a:r>
              <a:rPr lang="en-US" altLang="zh-CN" sz="2500" b="1" i="1" dirty="0">
                <a:solidFill>
                  <a:schemeClr val="tx1"/>
                </a:solidFill>
                <a:cs typeface="Times New Roman" pitchFamily="18" charset="0"/>
              </a:rPr>
              <a:t>                       A</a:t>
            </a:r>
            <a:r>
              <a:rPr kumimoji="1" lang="en-US" altLang="zh-CN" sz="2500" dirty="0">
                <a:ea typeface="楷体_GB2312" pitchFamily="49" charset="-122"/>
                <a:cs typeface="Times New Roman" pitchFamily="18" charset="0"/>
              </a:rPr>
              <a:t>′</a:t>
            </a:r>
            <a:r>
              <a:rPr lang="en-US" altLang="zh-CN" sz="2500" b="1" dirty="0">
                <a:solidFill>
                  <a:schemeClr val="tx1"/>
                </a:solidFill>
                <a:cs typeface="Times New Roman" pitchFamily="18" charset="0"/>
              </a:rPr>
              <a:t> → </a:t>
            </a:r>
            <a:r>
              <a:rPr lang="en-US" altLang="zh-CN" sz="2500" b="1" i="1" dirty="0">
                <a:solidFill>
                  <a:schemeClr val="tx1"/>
                </a:solidFill>
                <a:cs typeface="Times New Roman" pitchFamily="18" charset="0"/>
              </a:rPr>
              <a:t>c A</a:t>
            </a:r>
            <a:r>
              <a:rPr kumimoji="1" lang="en-US" altLang="zh-CN" sz="2500" dirty="0">
                <a:ea typeface="楷体_GB2312" pitchFamily="49" charset="-122"/>
                <a:cs typeface="Times New Roman" pitchFamily="18" charset="0"/>
              </a:rPr>
              <a:t>′</a:t>
            </a:r>
            <a:r>
              <a:rPr lang="en-US" altLang="zh-CN" sz="2500" b="1" i="1" dirty="0">
                <a:solidFill>
                  <a:schemeClr val="tx1"/>
                </a:solidFill>
                <a:cs typeface="Times New Roman" pitchFamily="18" charset="0"/>
              </a:rPr>
              <a:t> </a:t>
            </a:r>
            <a:r>
              <a:rPr lang="en-US" altLang="zh-CN" sz="2500" b="1" dirty="0">
                <a:solidFill>
                  <a:schemeClr val="tx1"/>
                </a:solidFill>
                <a:cs typeface="Times New Roman" pitchFamily="18" charset="0"/>
              </a:rPr>
              <a:t>| </a:t>
            </a:r>
            <a:r>
              <a:rPr lang="en-US" altLang="zh-CN" sz="2500" b="1" i="1" dirty="0">
                <a:solidFill>
                  <a:schemeClr val="tx1"/>
                </a:solidFill>
                <a:cs typeface="Times New Roman" pitchFamily="18" charset="0"/>
              </a:rPr>
              <a:t>a d</a:t>
            </a:r>
            <a:r>
              <a:rPr lang="en-US" altLang="zh-CN" sz="2500" b="1" dirty="0">
                <a:solidFill>
                  <a:schemeClr val="tx1"/>
                </a:solidFill>
                <a:cs typeface="Times New Roman" pitchFamily="18" charset="0"/>
              </a:rPr>
              <a:t> </a:t>
            </a:r>
            <a:r>
              <a:rPr lang="en-US" altLang="zh-CN" sz="2500" b="1" i="1" dirty="0">
                <a:solidFill>
                  <a:schemeClr val="tx1"/>
                </a:solidFill>
                <a:cs typeface="Times New Roman" pitchFamily="18" charset="0"/>
              </a:rPr>
              <a:t>A</a:t>
            </a:r>
            <a:r>
              <a:rPr kumimoji="1" lang="en-US" altLang="zh-CN" sz="2500" dirty="0">
                <a:ea typeface="楷体_GB2312" pitchFamily="49" charset="-122"/>
                <a:cs typeface="Times New Roman" pitchFamily="18" charset="0"/>
              </a:rPr>
              <a:t>′</a:t>
            </a:r>
            <a:r>
              <a:rPr lang="en-US" altLang="zh-CN" sz="2500" b="1" dirty="0">
                <a:solidFill>
                  <a:schemeClr val="tx1"/>
                </a:solidFill>
                <a:cs typeface="Times New Roman" pitchFamily="18" charset="0"/>
              </a:rPr>
              <a:t> | </a:t>
            </a:r>
            <a:r>
              <a:rPr lang="en-US" altLang="zh-CN" sz="2500" b="1" i="1" dirty="0">
                <a:solidFill>
                  <a:schemeClr val="tx1"/>
                </a:solidFill>
                <a:cs typeface="Times New Roman" pitchFamily="18" charset="0"/>
              </a:rPr>
              <a:t>ε</a:t>
            </a:r>
          </a:p>
          <a:p>
            <a:pPr lvl="1">
              <a:lnSpc>
                <a:spcPts val="3200"/>
              </a:lnSpc>
              <a:spcBef>
                <a:spcPts val="0"/>
              </a:spcBef>
              <a:defRPr/>
            </a:pPr>
            <a:r>
              <a:rPr lang="zh-CN" altLang="en-US" sz="2400" dirty="0">
                <a:cs typeface="Times New Roman" pitchFamily="18" charset="0"/>
              </a:rPr>
              <a:t>得改造后文法：</a:t>
            </a:r>
            <a:r>
              <a:rPr lang="en-US" altLang="zh-CN" sz="2400" i="1" dirty="0">
                <a:cs typeface="Times New Roman" pitchFamily="18" charset="0"/>
              </a:rPr>
              <a:t>S </a:t>
            </a:r>
            <a:r>
              <a:rPr lang="en-US" altLang="zh-CN" sz="2400" dirty="0">
                <a:cs typeface="Times New Roman" pitchFamily="18" charset="0"/>
              </a:rPr>
              <a:t>→ </a:t>
            </a:r>
            <a:r>
              <a:rPr lang="en-US" altLang="zh-CN" sz="2400" i="1" dirty="0">
                <a:solidFill>
                  <a:srgbClr val="0070C0"/>
                </a:solidFill>
                <a:cs typeface="Times New Roman" pitchFamily="18" charset="0"/>
              </a:rPr>
              <a:t>A</a:t>
            </a:r>
            <a:r>
              <a:rPr lang="en-US" altLang="zh-CN" sz="2400" i="1" dirty="0">
                <a:cs typeface="Times New Roman" pitchFamily="18" charset="0"/>
              </a:rPr>
              <a:t> </a:t>
            </a:r>
            <a:r>
              <a:rPr lang="en-US" altLang="zh-CN" sz="2400" i="1" dirty="0" err="1">
                <a:cs typeface="Times New Roman" pitchFamily="18" charset="0"/>
              </a:rPr>
              <a:t>a</a:t>
            </a:r>
            <a:r>
              <a:rPr lang="en-US" altLang="zh-CN" sz="2400" i="1" dirty="0">
                <a:cs typeface="Times New Roman" pitchFamily="18" charset="0"/>
              </a:rPr>
              <a:t> </a:t>
            </a:r>
            <a:r>
              <a:rPr lang="en-US" altLang="zh-CN" sz="2400" dirty="0">
                <a:cs typeface="Times New Roman" pitchFamily="18" charset="0"/>
              </a:rPr>
              <a:t>| </a:t>
            </a:r>
            <a:r>
              <a:rPr lang="en-US" altLang="zh-CN" sz="2400" i="1" dirty="0">
                <a:cs typeface="Times New Roman" pitchFamily="18" charset="0"/>
              </a:rPr>
              <a:t>b</a:t>
            </a:r>
            <a:endParaRPr lang="en-US" altLang="zh-CN" sz="2400" dirty="0">
              <a:cs typeface="Times New Roman" pitchFamily="18" charset="0"/>
            </a:endParaRPr>
          </a:p>
          <a:p>
            <a:pPr marL="0" lvl="1" indent="0" algn="ctr">
              <a:lnSpc>
                <a:spcPts val="3200"/>
              </a:lnSpc>
              <a:spcBef>
                <a:spcPts val="0"/>
              </a:spcBef>
              <a:buClr>
                <a:schemeClr val="folHlink"/>
              </a:buClr>
              <a:buSzPct val="60000"/>
              <a:buFont typeface="Symbol" panose="05050102010706020507" pitchFamily="18" charset="2"/>
              <a:buNone/>
              <a:defRPr/>
            </a:pPr>
            <a:r>
              <a:rPr lang="en-US" altLang="zh-CN" sz="2400" i="1" dirty="0">
                <a:cs typeface="Times New Roman" pitchFamily="18" charset="0"/>
              </a:rPr>
              <a:t>A </a:t>
            </a:r>
            <a:r>
              <a:rPr lang="en-US" altLang="zh-CN" sz="2400" dirty="0">
                <a:cs typeface="Times New Roman" pitchFamily="18" charset="0"/>
              </a:rPr>
              <a:t>→ </a:t>
            </a:r>
            <a:r>
              <a:rPr lang="en-US" altLang="zh-CN" sz="2400" i="1" dirty="0">
                <a:cs typeface="Times New Roman" pitchFamily="18" charset="0"/>
              </a:rPr>
              <a:t>b d</a:t>
            </a:r>
            <a:r>
              <a:rPr lang="en-US" altLang="zh-CN" sz="2400" dirty="0">
                <a:cs typeface="Times New Roman" pitchFamily="18" charset="0"/>
              </a:rPr>
              <a:t> </a:t>
            </a:r>
            <a:r>
              <a:rPr lang="en-US" altLang="zh-CN" sz="2400" i="1" dirty="0">
                <a:cs typeface="Times New Roman" pitchFamily="18" charset="0"/>
              </a:rPr>
              <a:t>A</a:t>
            </a:r>
            <a:r>
              <a:rPr kumimoji="1" lang="en-US" altLang="zh-CN" sz="2400" dirty="0">
                <a:ea typeface="楷体_GB2312" pitchFamily="49" charset="-122"/>
                <a:cs typeface="Times New Roman" pitchFamily="18" charset="0"/>
              </a:rPr>
              <a:t>′</a:t>
            </a:r>
            <a:r>
              <a:rPr lang="en-US" altLang="zh-CN" sz="2400" dirty="0">
                <a:cs typeface="Times New Roman" pitchFamily="18" charset="0"/>
              </a:rPr>
              <a:t> | </a:t>
            </a:r>
            <a:r>
              <a:rPr lang="en-US" altLang="zh-CN" sz="2400" i="1" dirty="0">
                <a:cs typeface="Times New Roman" pitchFamily="18" charset="0"/>
              </a:rPr>
              <a:t>A</a:t>
            </a:r>
            <a:r>
              <a:rPr kumimoji="1" lang="en-US" altLang="zh-CN" sz="2400" dirty="0">
                <a:ea typeface="楷体_GB2312" pitchFamily="49" charset="-122"/>
                <a:cs typeface="Times New Roman" pitchFamily="18" charset="0"/>
              </a:rPr>
              <a:t>′</a:t>
            </a:r>
            <a:r>
              <a:rPr lang="en-US" altLang="zh-CN" sz="2400" i="1" dirty="0">
                <a:cs typeface="Times New Roman" pitchFamily="18" charset="0"/>
              </a:rPr>
              <a:t>     A</a:t>
            </a:r>
            <a:r>
              <a:rPr kumimoji="1" lang="en-US" altLang="zh-CN" sz="2400" dirty="0">
                <a:ea typeface="楷体_GB2312" pitchFamily="49" charset="-122"/>
                <a:cs typeface="Times New Roman" pitchFamily="18" charset="0"/>
              </a:rPr>
              <a:t>′</a:t>
            </a:r>
            <a:r>
              <a:rPr lang="en-US" altLang="zh-CN" sz="2400" dirty="0">
                <a:cs typeface="Times New Roman" pitchFamily="18" charset="0"/>
              </a:rPr>
              <a:t> → </a:t>
            </a:r>
            <a:r>
              <a:rPr lang="en-US" altLang="zh-CN" sz="2400" i="1" dirty="0">
                <a:cs typeface="Times New Roman" pitchFamily="18" charset="0"/>
              </a:rPr>
              <a:t>c A</a:t>
            </a:r>
            <a:r>
              <a:rPr kumimoji="1" lang="en-US" altLang="zh-CN" sz="2400" dirty="0">
                <a:ea typeface="楷体_GB2312" pitchFamily="49" charset="-122"/>
                <a:cs typeface="Times New Roman" pitchFamily="18" charset="0"/>
              </a:rPr>
              <a:t>′ </a:t>
            </a:r>
            <a:r>
              <a:rPr lang="en-US" altLang="zh-CN" sz="2400" dirty="0">
                <a:cs typeface="Times New Roman" pitchFamily="18" charset="0"/>
              </a:rPr>
              <a:t>| </a:t>
            </a:r>
            <a:r>
              <a:rPr lang="en-US" altLang="zh-CN" sz="2400" i="1" dirty="0">
                <a:cs typeface="Times New Roman" pitchFamily="18" charset="0"/>
              </a:rPr>
              <a:t>a d</a:t>
            </a:r>
            <a:r>
              <a:rPr lang="en-US" altLang="zh-CN" sz="2400" dirty="0">
                <a:cs typeface="Times New Roman" pitchFamily="18" charset="0"/>
              </a:rPr>
              <a:t> </a:t>
            </a:r>
            <a:r>
              <a:rPr lang="en-US" altLang="zh-CN" sz="2400" i="1" dirty="0">
                <a:cs typeface="Times New Roman" pitchFamily="18" charset="0"/>
              </a:rPr>
              <a:t>A</a:t>
            </a:r>
            <a:r>
              <a:rPr kumimoji="1" lang="en-US" altLang="zh-CN" sz="2400" dirty="0">
                <a:ea typeface="楷体_GB2312" pitchFamily="49" charset="-122"/>
                <a:cs typeface="Times New Roman" pitchFamily="18" charset="0"/>
              </a:rPr>
              <a:t>′</a:t>
            </a:r>
            <a:r>
              <a:rPr lang="en-US" altLang="zh-CN" sz="2400" dirty="0">
                <a:cs typeface="Times New Roman" pitchFamily="18" charset="0"/>
              </a:rPr>
              <a:t> | </a:t>
            </a:r>
            <a:r>
              <a:rPr lang="en-US" altLang="zh-CN" sz="2400" i="1" dirty="0">
                <a:cs typeface="Times New Roman" pitchFamily="18" charset="0"/>
              </a:rPr>
              <a:t>ε</a:t>
            </a:r>
          </a:p>
          <a:p>
            <a:pPr lvl="1">
              <a:lnSpc>
                <a:spcPts val="3200"/>
              </a:lnSpc>
              <a:spcBef>
                <a:spcPts val="0"/>
              </a:spcBef>
              <a:defRPr/>
            </a:pPr>
            <a:endParaRPr lang="en-US" altLang="zh-CN" sz="2400" dirty="0">
              <a:cs typeface="Times New Roman" pitchFamily="18" charset="0"/>
            </a:endParaRPr>
          </a:p>
          <a:p>
            <a:pPr>
              <a:lnSpc>
                <a:spcPts val="3200"/>
              </a:lnSpc>
              <a:spcBef>
                <a:spcPts val="0"/>
              </a:spcBef>
              <a:defRPr/>
            </a:pPr>
            <a:endParaRPr lang="zh-CN" altLang="en-US" dirty="0"/>
          </a:p>
        </p:txBody>
      </p:sp>
      <p:sp>
        <p:nvSpPr>
          <p:cNvPr id="4" name="矩形 3">
            <a:extLst>
              <a:ext uri="{FF2B5EF4-FFF2-40B4-BE49-F238E27FC236}">
                <a16:creationId xmlns:a16="http://schemas.microsoft.com/office/drawing/2014/main" id="{4F111DD7-E28D-4724-B4FF-751F939EEAED}"/>
              </a:ext>
            </a:extLst>
          </p:cNvPr>
          <p:cNvSpPr>
            <a:spLocks noChangeArrowheads="1"/>
          </p:cNvSpPr>
          <p:nvPr/>
        </p:nvSpPr>
        <p:spPr bwMode="auto">
          <a:xfrm>
            <a:off x="6732240" y="1362075"/>
            <a:ext cx="1276350" cy="679450"/>
          </a:xfrm>
          <a:prstGeom prst="rect">
            <a:avLst/>
          </a:prstGeom>
          <a:noFill/>
          <a:ln>
            <a:noFill/>
          </a:ln>
        </p:spPr>
        <p:txBody>
          <a:bodyPr wrap="none">
            <a:spAutoFit/>
          </a:bodyPr>
          <a:lstStyle>
            <a:lvl1pPr>
              <a:defRPr>
                <a:solidFill>
                  <a:schemeClr val="tx1"/>
                </a:solidFill>
                <a:latin typeface="Tahoma" panose="020B0604030504040204" pitchFamily="34" charset="0"/>
                <a:ea typeface="SimSun" panose="02010600030101010101" pitchFamily="2" charset="-122"/>
              </a:defRPr>
            </a:lvl1pPr>
            <a:lvl2pPr marL="742950" indent="-285750">
              <a:defRPr>
                <a:solidFill>
                  <a:schemeClr val="tx1"/>
                </a:solidFill>
                <a:latin typeface="Tahoma" panose="020B0604030504040204" pitchFamily="34" charset="0"/>
                <a:ea typeface="SimSun" panose="02010600030101010101" pitchFamily="2" charset="-122"/>
              </a:defRPr>
            </a:lvl2pPr>
            <a:lvl3pPr marL="1143000" indent="-228600">
              <a:defRPr>
                <a:solidFill>
                  <a:schemeClr val="tx1"/>
                </a:solidFill>
                <a:latin typeface="Tahoma" panose="020B0604030504040204" pitchFamily="34" charset="0"/>
                <a:ea typeface="SimSun" panose="02010600030101010101" pitchFamily="2" charset="-122"/>
              </a:defRPr>
            </a:lvl3pPr>
            <a:lvl4pPr marL="1600200" indent="-228600">
              <a:defRPr>
                <a:solidFill>
                  <a:schemeClr val="tx1"/>
                </a:solidFill>
                <a:latin typeface="Tahoma" panose="020B0604030504040204" pitchFamily="34" charset="0"/>
                <a:ea typeface="SimSun" panose="02010600030101010101" pitchFamily="2" charset="-122"/>
              </a:defRPr>
            </a:lvl4pPr>
            <a:lvl5pPr marL="2057400" indent="-228600">
              <a:defRPr>
                <a:solidFill>
                  <a:schemeClr val="tx1"/>
                </a:solidFill>
                <a:latin typeface="Tahoma" panose="020B060403050404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SimSun" panose="02010600030101010101" pitchFamily="2" charset="-122"/>
              </a:defRPr>
            </a:lvl9pPr>
          </a:lstStyle>
          <a:p>
            <a:pPr eaLnBrk="1" hangingPunct="1">
              <a:lnSpc>
                <a:spcPts val="2000"/>
              </a:lnSpc>
              <a:spcBef>
                <a:spcPct val="20000"/>
              </a:spcBef>
              <a:buClr>
                <a:srgbClr val="3333CC"/>
              </a:buClr>
              <a:buSzPct val="100000"/>
              <a:defRPr/>
            </a:pPr>
            <a:r>
              <a:rPr lang="en-US" altLang="zh-CN" sz="2400" b="1" i="1" dirty="0">
                <a:solidFill>
                  <a:schemeClr val="tx2">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S</a:t>
            </a:r>
            <a:r>
              <a:rPr lang="en-US" altLang="zh-CN" sz="2400" b="1" dirty="0">
                <a:solidFill>
                  <a:schemeClr val="tx2">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zh-CN" altLang="en-US" sz="2400" b="1" dirty="0">
                <a:solidFill>
                  <a:schemeClr val="tx2">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sz="2400" b="1" i="1" dirty="0" err="1">
                <a:solidFill>
                  <a:schemeClr val="tx2">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Aa</a:t>
            </a:r>
            <a:endParaRPr kumimoji="1" lang="en-US" altLang="zh-CN" sz="2400" b="1" i="1" dirty="0">
              <a:solidFill>
                <a:schemeClr val="tx2">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endParaRPr>
          </a:p>
          <a:p>
            <a:pPr eaLnBrk="1" hangingPunct="1">
              <a:lnSpc>
                <a:spcPts val="2000"/>
              </a:lnSpc>
              <a:spcBef>
                <a:spcPct val="20000"/>
              </a:spcBef>
              <a:buClr>
                <a:srgbClr val="3333CC"/>
              </a:buClr>
              <a:buSzPct val="100000"/>
              <a:defRPr/>
            </a:pPr>
            <a:r>
              <a:rPr lang="en-US" altLang="zh-CN" sz="2400" b="1" dirty="0">
                <a:solidFill>
                  <a:schemeClr val="tx2">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zh-CN" altLang="en-US" sz="2400" b="1" dirty="0">
                <a:solidFill>
                  <a:schemeClr val="tx2">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sz="2400" b="1" i="1" dirty="0" err="1">
                <a:solidFill>
                  <a:schemeClr val="tx2">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Sda</a:t>
            </a:r>
            <a:endParaRPr kumimoji="1" lang="en-US" altLang="zh-CN" sz="2400" b="1" i="1" dirty="0">
              <a:solidFill>
                <a:schemeClr val="tx2">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endParaRPr>
          </a:p>
        </p:txBody>
      </p:sp>
      <p:sp>
        <p:nvSpPr>
          <p:cNvPr id="5" name="灯片编号占位符 4">
            <a:extLst>
              <a:ext uri="{FF2B5EF4-FFF2-40B4-BE49-F238E27FC236}">
                <a16:creationId xmlns:a16="http://schemas.microsoft.com/office/drawing/2014/main" id="{5532D3CE-B803-4FFD-87FD-0905A8F121D4}"/>
              </a:ext>
            </a:extLst>
          </p:cNvPr>
          <p:cNvSpPr>
            <a:spLocks noGrp="1"/>
          </p:cNvSpPr>
          <p:nvPr>
            <p:ph type="sldNum" sz="quarter" idx="12"/>
          </p:nvPr>
        </p:nvSpPr>
        <p:spPr/>
        <p:txBody>
          <a:bodyPr/>
          <a:lstStyle/>
          <a:p>
            <a:pPr>
              <a:defRPr/>
            </a:pPr>
            <a:fld id="{EA567855-7F13-4FC5-AD61-2B82F6443E16}" type="slidenum">
              <a:rPr lang="zh-CN" altLang="en-US" smtClean="0"/>
              <a:pPr>
                <a:defRPr/>
              </a:pPr>
              <a:t>24</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p:cTn id="12"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3"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14" dur="500"/>
                                        <p:tgtEl>
                                          <p:spTgt spid="3">
                                            <p:txEl>
                                              <p:pRg st="1" end="1"/>
                                            </p:txEl>
                                          </p:spTgt>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53" presetClass="entr" presetSubtype="16" fill="hold" nodeType="click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anim calcmode="lin" valueType="num">
                                      <p:cBhvr>
                                        <p:cTn id="19" dur="500" fill="hold"/>
                                        <p:tgtEl>
                                          <p:spTgt spid="4">
                                            <p:txEl>
                                              <p:pRg st="0" end="0"/>
                                            </p:txEl>
                                          </p:spTgt>
                                        </p:tgtEl>
                                        <p:attrNameLst>
                                          <p:attrName>ppt_w</p:attrName>
                                        </p:attrNameLst>
                                      </p:cBhvr>
                                      <p:tavLst>
                                        <p:tav tm="0">
                                          <p:val>
                                            <p:fltVal val="0"/>
                                          </p:val>
                                        </p:tav>
                                        <p:tav tm="100000">
                                          <p:val>
                                            <p:strVal val="#ppt_w"/>
                                          </p:val>
                                        </p:tav>
                                      </p:tavLst>
                                    </p:anim>
                                    <p:anim calcmode="lin" valueType="num">
                                      <p:cBhvr>
                                        <p:cTn id="20" dur="500" fill="hold"/>
                                        <p:tgtEl>
                                          <p:spTgt spid="4">
                                            <p:txEl>
                                              <p:pRg st="0" end="0"/>
                                            </p:txEl>
                                          </p:spTgt>
                                        </p:tgtEl>
                                        <p:attrNameLst>
                                          <p:attrName>ppt_h</p:attrName>
                                        </p:attrNameLst>
                                      </p:cBhvr>
                                      <p:tavLst>
                                        <p:tav tm="0">
                                          <p:val>
                                            <p:fltVal val="0"/>
                                          </p:val>
                                        </p:tav>
                                        <p:tav tm="100000">
                                          <p:val>
                                            <p:strVal val="#ppt_h"/>
                                          </p:val>
                                        </p:tav>
                                      </p:tavLst>
                                    </p:anim>
                                    <p:animEffect transition="in" filter="fade">
                                      <p:cBhvr>
                                        <p:cTn id="21" dur="500"/>
                                        <p:tgtEl>
                                          <p:spTgt spid="4">
                                            <p:txEl>
                                              <p:pRg st="0" end="0"/>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53" presetClass="entr" presetSubtype="16" fill="hold" nodeType="clickEffect">
                                  <p:stCondLst>
                                    <p:cond delay="0"/>
                                  </p:stCondLst>
                                  <p:childTnLst>
                                    <p:set>
                                      <p:cBhvr>
                                        <p:cTn id="25" dur="1" fill="hold">
                                          <p:stCondLst>
                                            <p:cond delay="0"/>
                                          </p:stCondLst>
                                        </p:cTn>
                                        <p:tgtEl>
                                          <p:spTgt spid="4">
                                            <p:txEl>
                                              <p:pRg st="1" end="1"/>
                                            </p:txEl>
                                          </p:spTgt>
                                        </p:tgtEl>
                                        <p:attrNameLst>
                                          <p:attrName>style.visibility</p:attrName>
                                        </p:attrNameLst>
                                      </p:cBhvr>
                                      <p:to>
                                        <p:strVal val="visible"/>
                                      </p:to>
                                    </p:set>
                                    <p:anim calcmode="lin" valueType="num">
                                      <p:cBhvr>
                                        <p:cTn id="26" dur="500" fill="hold"/>
                                        <p:tgtEl>
                                          <p:spTgt spid="4">
                                            <p:txEl>
                                              <p:pRg st="1" end="1"/>
                                            </p:txEl>
                                          </p:spTgt>
                                        </p:tgtEl>
                                        <p:attrNameLst>
                                          <p:attrName>ppt_w</p:attrName>
                                        </p:attrNameLst>
                                      </p:cBhvr>
                                      <p:tavLst>
                                        <p:tav tm="0">
                                          <p:val>
                                            <p:fltVal val="0"/>
                                          </p:val>
                                        </p:tav>
                                        <p:tav tm="100000">
                                          <p:val>
                                            <p:strVal val="#ppt_w"/>
                                          </p:val>
                                        </p:tav>
                                      </p:tavLst>
                                    </p:anim>
                                    <p:anim calcmode="lin" valueType="num">
                                      <p:cBhvr>
                                        <p:cTn id="27" dur="500" fill="hold"/>
                                        <p:tgtEl>
                                          <p:spTgt spid="4">
                                            <p:txEl>
                                              <p:pRg st="1" end="1"/>
                                            </p:txEl>
                                          </p:spTgt>
                                        </p:tgtEl>
                                        <p:attrNameLst>
                                          <p:attrName>ppt_h</p:attrName>
                                        </p:attrNameLst>
                                      </p:cBhvr>
                                      <p:tavLst>
                                        <p:tav tm="0">
                                          <p:val>
                                            <p:fltVal val="0"/>
                                          </p:val>
                                        </p:tav>
                                        <p:tav tm="100000">
                                          <p:val>
                                            <p:strVal val="#ppt_h"/>
                                          </p:val>
                                        </p:tav>
                                      </p:tavLst>
                                    </p:anim>
                                    <p:animEffect transition="in" filter="fade">
                                      <p:cBhvr>
                                        <p:cTn id="28" dur="500"/>
                                        <p:tgtEl>
                                          <p:spTgt spid="4">
                                            <p:txEl>
                                              <p:pRg st="1" end="1"/>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53" presetClass="exit" presetSubtype="32" fill="hold" nodeType="clickEffect">
                                  <p:stCondLst>
                                    <p:cond delay="0"/>
                                  </p:stCondLst>
                                  <p:childTnLst>
                                    <p:anim calcmode="lin" valueType="num">
                                      <p:cBhvr>
                                        <p:cTn id="32" dur="500"/>
                                        <p:tgtEl>
                                          <p:spTgt spid="4">
                                            <p:txEl>
                                              <p:pRg st="0" end="0"/>
                                            </p:txEl>
                                          </p:spTgt>
                                        </p:tgtEl>
                                        <p:attrNameLst>
                                          <p:attrName>ppt_w</p:attrName>
                                        </p:attrNameLst>
                                      </p:cBhvr>
                                      <p:tavLst>
                                        <p:tav tm="0">
                                          <p:val>
                                            <p:strVal val="ppt_w"/>
                                          </p:val>
                                        </p:tav>
                                        <p:tav tm="100000">
                                          <p:val>
                                            <p:fltVal val="0"/>
                                          </p:val>
                                        </p:tav>
                                      </p:tavLst>
                                    </p:anim>
                                    <p:anim calcmode="lin" valueType="num">
                                      <p:cBhvr>
                                        <p:cTn id="33" dur="500"/>
                                        <p:tgtEl>
                                          <p:spTgt spid="4">
                                            <p:txEl>
                                              <p:pRg st="0" end="0"/>
                                            </p:txEl>
                                          </p:spTgt>
                                        </p:tgtEl>
                                        <p:attrNameLst>
                                          <p:attrName>ppt_h</p:attrName>
                                        </p:attrNameLst>
                                      </p:cBhvr>
                                      <p:tavLst>
                                        <p:tav tm="0">
                                          <p:val>
                                            <p:strVal val="ppt_h"/>
                                          </p:val>
                                        </p:tav>
                                        <p:tav tm="100000">
                                          <p:val>
                                            <p:fltVal val="0"/>
                                          </p:val>
                                        </p:tav>
                                      </p:tavLst>
                                    </p:anim>
                                    <p:animEffect transition="out" filter="fade">
                                      <p:cBhvr>
                                        <p:cTn id="34" dur="500"/>
                                        <p:tgtEl>
                                          <p:spTgt spid="4">
                                            <p:txEl>
                                              <p:pRg st="0" end="0"/>
                                            </p:txEl>
                                          </p:spTgt>
                                        </p:tgtEl>
                                      </p:cBhvr>
                                    </p:animEffect>
                                    <p:set>
                                      <p:cBhvr>
                                        <p:cTn id="35" dur="1" fill="hold">
                                          <p:stCondLst>
                                            <p:cond delay="499"/>
                                          </p:stCondLst>
                                        </p:cTn>
                                        <p:tgtEl>
                                          <p:spTgt spid="4">
                                            <p:txEl>
                                              <p:pRg st="0" end="0"/>
                                            </p:txEl>
                                          </p:spTgt>
                                        </p:tgtEl>
                                        <p:attrNameLst>
                                          <p:attrName>style.visibility</p:attrName>
                                        </p:attrNameLst>
                                      </p:cBhvr>
                                      <p:to>
                                        <p:strVal val="hidden"/>
                                      </p:to>
                                    </p:set>
                                  </p:childTnLst>
                                </p:cTn>
                              </p:par>
                              <p:par>
                                <p:cTn id="36" presetID="53" presetClass="exit" presetSubtype="32" fill="hold" nodeType="withEffect">
                                  <p:stCondLst>
                                    <p:cond delay="0"/>
                                  </p:stCondLst>
                                  <p:childTnLst>
                                    <p:anim calcmode="lin" valueType="num">
                                      <p:cBhvr>
                                        <p:cTn id="37" dur="500"/>
                                        <p:tgtEl>
                                          <p:spTgt spid="4">
                                            <p:txEl>
                                              <p:pRg st="1" end="1"/>
                                            </p:txEl>
                                          </p:spTgt>
                                        </p:tgtEl>
                                        <p:attrNameLst>
                                          <p:attrName>ppt_w</p:attrName>
                                        </p:attrNameLst>
                                      </p:cBhvr>
                                      <p:tavLst>
                                        <p:tav tm="0">
                                          <p:val>
                                            <p:strVal val="ppt_w"/>
                                          </p:val>
                                        </p:tav>
                                        <p:tav tm="100000">
                                          <p:val>
                                            <p:fltVal val="0"/>
                                          </p:val>
                                        </p:tav>
                                      </p:tavLst>
                                    </p:anim>
                                    <p:anim calcmode="lin" valueType="num">
                                      <p:cBhvr>
                                        <p:cTn id="38" dur="500"/>
                                        <p:tgtEl>
                                          <p:spTgt spid="4">
                                            <p:txEl>
                                              <p:pRg st="1" end="1"/>
                                            </p:txEl>
                                          </p:spTgt>
                                        </p:tgtEl>
                                        <p:attrNameLst>
                                          <p:attrName>ppt_h</p:attrName>
                                        </p:attrNameLst>
                                      </p:cBhvr>
                                      <p:tavLst>
                                        <p:tav tm="0">
                                          <p:val>
                                            <p:strVal val="ppt_h"/>
                                          </p:val>
                                        </p:tav>
                                        <p:tav tm="100000">
                                          <p:val>
                                            <p:fltVal val="0"/>
                                          </p:val>
                                        </p:tav>
                                      </p:tavLst>
                                    </p:anim>
                                    <p:animEffect transition="out" filter="fade">
                                      <p:cBhvr>
                                        <p:cTn id="39" dur="500"/>
                                        <p:tgtEl>
                                          <p:spTgt spid="4">
                                            <p:txEl>
                                              <p:pRg st="1" end="1"/>
                                            </p:txEl>
                                          </p:spTgt>
                                        </p:tgtEl>
                                      </p:cBhvr>
                                    </p:animEffect>
                                    <p:set>
                                      <p:cBhvr>
                                        <p:cTn id="40" dur="1" fill="hold">
                                          <p:stCondLst>
                                            <p:cond delay="499"/>
                                          </p:stCondLst>
                                        </p:cTn>
                                        <p:tgtEl>
                                          <p:spTgt spid="4">
                                            <p:txEl>
                                              <p:pRg st="1" end="1"/>
                                            </p:txEl>
                                          </p:spTgt>
                                        </p:tgtEl>
                                        <p:attrNameLst>
                                          <p:attrName>style.visibility</p:attrName>
                                        </p:attrNameLst>
                                      </p:cBhvr>
                                      <p:to>
                                        <p:strVal val="hidden"/>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53" presetClass="entr" presetSubtype="0" fill="hold" nodeType="clickEffect">
                                  <p:stCondLst>
                                    <p:cond delay="0"/>
                                  </p:stCondLst>
                                  <p:childTnLst>
                                    <p:set>
                                      <p:cBhvr>
                                        <p:cTn id="44" dur="1" fill="hold">
                                          <p:stCondLst>
                                            <p:cond delay="0"/>
                                          </p:stCondLst>
                                        </p:cTn>
                                        <p:tgtEl>
                                          <p:spTgt spid="3">
                                            <p:txEl>
                                              <p:pRg st="2" end="2"/>
                                            </p:txEl>
                                          </p:spTgt>
                                        </p:tgtEl>
                                        <p:attrNameLst>
                                          <p:attrName>style.visibility</p:attrName>
                                        </p:attrNameLst>
                                      </p:cBhvr>
                                      <p:to>
                                        <p:strVal val="visible"/>
                                      </p:to>
                                    </p:set>
                                    <p:anim calcmode="lin" valueType="num">
                                      <p:cBhvr>
                                        <p:cTn id="45"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46"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47" dur="500"/>
                                        <p:tgtEl>
                                          <p:spTgt spid="3">
                                            <p:txEl>
                                              <p:pRg st="2" end="2"/>
                                            </p:txEl>
                                          </p:spTgt>
                                        </p:tgtEl>
                                      </p:cBhvr>
                                    </p:animEffect>
                                  </p:childTnLst>
                                </p:cTn>
                              </p:par>
                              <p:par>
                                <p:cTn id="48" presetID="53" presetClass="entr" presetSubtype="0" fill="hold" nodeType="withEffect">
                                  <p:stCondLst>
                                    <p:cond delay="0"/>
                                  </p:stCondLst>
                                  <p:childTnLst>
                                    <p:set>
                                      <p:cBhvr>
                                        <p:cTn id="49" dur="1" fill="hold">
                                          <p:stCondLst>
                                            <p:cond delay="0"/>
                                          </p:stCondLst>
                                        </p:cTn>
                                        <p:tgtEl>
                                          <p:spTgt spid="3">
                                            <p:txEl>
                                              <p:pRg st="3" end="3"/>
                                            </p:txEl>
                                          </p:spTgt>
                                        </p:tgtEl>
                                        <p:attrNameLst>
                                          <p:attrName>style.visibility</p:attrName>
                                        </p:attrNameLst>
                                      </p:cBhvr>
                                      <p:to>
                                        <p:strVal val="visible"/>
                                      </p:to>
                                    </p:set>
                                    <p:anim calcmode="lin" valueType="num">
                                      <p:cBhvr>
                                        <p:cTn id="50"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51"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52" dur="500"/>
                                        <p:tgtEl>
                                          <p:spTgt spid="3">
                                            <p:txEl>
                                              <p:pRg st="3" end="3"/>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53" presetClass="entr" presetSubtype="0" fill="hold" nodeType="clickEffect">
                                  <p:stCondLst>
                                    <p:cond delay="0"/>
                                  </p:stCondLst>
                                  <p:childTnLst>
                                    <p:set>
                                      <p:cBhvr>
                                        <p:cTn id="56" dur="1" fill="hold">
                                          <p:stCondLst>
                                            <p:cond delay="0"/>
                                          </p:stCondLst>
                                        </p:cTn>
                                        <p:tgtEl>
                                          <p:spTgt spid="3">
                                            <p:txEl>
                                              <p:pRg st="4" end="4"/>
                                            </p:txEl>
                                          </p:spTgt>
                                        </p:tgtEl>
                                        <p:attrNameLst>
                                          <p:attrName>style.visibility</p:attrName>
                                        </p:attrNameLst>
                                      </p:cBhvr>
                                      <p:to>
                                        <p:strVal val="visible"/>
                                      </p:to>
                                    </p:set>
                                    <p:anim calcmode="lin" valueType="num">
                                      <p:cBhvr>
                                        <p:cTn id="57" dur="500" fill="hold"/>
                                        <p:tgtEl>
                                          <p:spTgt spid="3">
                                            <p:txEl>
                                              <p:pRg st="4" end="4"/>
                                            </p:txEl>
                                          </p:spTgt>
                                        </p:tgtEl>
                                        <p:attrNameLst>
                                          <p:attrName>ppt_w</p:attrName>
                                        </p:attrNameLst>
                                      </p:cBhvr>
                                      <p:tavLst>
                                        <p:tav tm="0">
                                          <p:val>
                                            <p:fltVal val="0"/>
                                          </p:val>
                                        </p:tav>
                                        <p:tav tm="100000">
                                          <p:val>
                                            <p:strVal val="#ppt_w"/>
                                          </p:val>
                                        </p:tav>
                                      </p:tavLst>
                                    </p:anim>
                                    <p:anim calcmode="lin" valueType="num">
                                      <p:cBhvr>
                                        <p:cTn id="58" dur="500" fill="hold"/>
                                        <p:tgtEl>
                                          <p:spTgt spid="3">
                                            <p:txEl>
                                              <p:pRg st="4" end="4"/>
                                            </p:txEl>
                                          </p:spTgt>
                                        </p:tgtEl>
                                        <p:attrNameLst>
                                          <p:attrName>ppt_h</p:attrName>
                                        </p:attrNameLst>
                                      </p:cBhvr>
                                      <p:tavLst>
                                        <p:tav tm="0">
                                          <p:val>
                                            <p:fltVal val="0"/>
                                          </p:val>
                                        </p:tav>
                                        <p:tav tm="100000">
                                          <p:val>
                                            <p:strVal val="#ppt_h"/>
                                          </p:val>
                                        </p:tav>
                                      </p:tavLst>
                                    </p:anim>
                                    <p:animEffect transition="in" filter="fade">
                                      <p:cBhvr>
                                        <p:cTn id="59" dur="500"/>
                                        <p:tgtEl>
                                          <p:spTgt spid="3">
                                            <p:txEl>
                                              <p:pRg st="4" end="4"/>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53" presetClass="entr" presetSubtype="0" fill="hold" nodeType="clickEffect">
                                  <p:stCondLst>
                                    <p:cond delay="0"/>
                                  </p:stCondLst>
                                  <p:childTnLst>
                                    <p:set>
                                      <p:cBhvr>
                                        <p:cTn id="63" dur="1" fill="hold">
                                          <p:stCondLst>
                                            <p:cond delay="0"/>
                                          </p:stCondLst>
                                        </p:cTn>
                                        <p:tgtEl>
                                          <p:spTgt spid="3">
                                            <p:txEl>
                                              <p:pRg st="5" end="5"/>
                                            </p:txEl>
                                          </p:spTgt>
                                        </p:tgtEl>
                                        <p:attrNameLst>
                                          <p:attrName>style.visibility</p:attrName>
                                        </p:attrNameLst>
                                      </p:cBhvr>
                                      <p:to>
                                        <p:strVal val="visible"/>
                                      </p:to>
                                    </p:set>
                                    <p:anim calcmode="lin" valueType="num">
                                      <p:cBhvr>
                                        <p:cTn id="64" dur="500" fill="hold"/>
                                        <p:tgtEl>
                                          <p:spTgt spid="3">
                                            <p:txEl>
                                              <p:pRg st="5" end="5"/>
                                            </p:txEl>
                                          </p:spTgt>
                                        </p:tgtEl>
                                        <p:attrNameLst>
                                          <p:attrName>ppt_w</p:attrName>
                                        </p:attrNameLst>
                                      </p:cBhvr>
                                      <p:tavLst>
                                        <p:tav tm="0">
                                          <p:val>
                                            <p:fltVal val="0"/>
                                          </p:val>
                                        </p:tav>
                                        <p:tav tm="100000">
                                          <p:val>
                                            <p:strVal val="#ppt_w"/>
                                          </p:val>
                                        </p:tav>
                                      </p:tavLst>
                                    </p:anim>
                                    <p:anim calcmode="lin" valueType="num">
                                      <p:cBhvr>
                                        <p:cTn id="65" dur="500" fill="hold"/>
                                        <p:tgtEl>
                                          <p:spTgt spid="3">
                                            <p:txEl>
                                              <p:pRg st="5" end="5"/>
                                            </p:txEl>
                                          </p:spTgt>
                                        </p:tgtEl>
                                        <p:attrNameLst>
                                          <p:attrName>ppt_h</p:attrName>
                                        </p:attrNameLst>
                                      </p:cBhvr>
                                      <p:tavLst>
                                        <p:tav tm="0">
                                          <p:val>
                                            <p:fltVal val="0"/>
                                          </p:val>
                                        </p:tav>
                                        <p:tav tm="100000">
                                          <p:val>
                                            <p:strVal val="#ppt_h"/>
                                          </p:val>
                                        </p:tav>
                                      </p:tavLst>
                                    </p:anim>
                                    <p:animEffect transition="in" filter="fade">
                                      <p:cBhvr>
                                        <p:cTn id="66" dur="500"/>
                                        <p:tgtEl>
                                          <p:spTgt spid="3">
                                            <p:txEl>
                                              <p:pRg st="5" end="5"/>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53" presetClass="entr" presetSubtype="0" fill="hold" nodeType="clickEffect">
                                  <p:stCondLst>
                                    <p:cond delay="0"/>
                                  </p:stCondLst>
                                  <p:childTnLst>
                                    <p:set>
                                      <p:cBhvr>
                                        <p:cTn id="70" dur="1" fill="hold">
                                          <p:stCondLst>
                                            <p:cond delay="0"/>
                                          </p:stCondLst>
                                        </p:cTn>
                                        <p:tgtEl>
                                          <p:spTgt spid="3">
                                            <p:txEl>
                                              <p:pRg st="6" end="6"/>
                                            </p:txEl>
                                          </p:spTgt>
                                        </p:tgtEl>
                                        <p:attrNameLst>
                                          <p:attrName>style.visibility</p:attrName>
                                        </p:attrNameLst>
                                      </p:cBhvr>
                                      <p:to>
                                        <p:strVal val="visible"/>
                                      </p:to>
                                    </p:set>
                                    <p:anim calcmode="lin" valueType="num">
                                      <p:cBhvr>
                                        <p:cTn id="71" dur="500" fill="hold"/>
                                        <p:tgtEl>
                                          <p:spTgt spid="3">
                                            <p:txEl>
                                              <p:pRg st="6" end="6"/>
                                            </p:txEl>
                                          </p:spTgt>
                                        </p:tgtEl>
                                        <p:attrNameLst>
                                          <p:attrName>ppt_w</p:attrName>
                                        </p:attrNameLst>
                                      </p:cBhvr>
                                      <p:tavLst>
                                        <p:tav tm="0">
                                          <p:val>
                                            <p:fltVal val="0"/>
                                          </p:val>
                                        </p:tav>
                                        <p:tav tm="100000">
                                          <p:val>
                                            <p:strVal val="#ppt_w"/>
                                          </p:val>
                                        </p:tav>
                                      </p:tavLst>
                                    </p:anim>
                                    <p:anim calcmode="lin" valueType="num">
                                      <p:cBhvr>
                                        <p:cTn id="72" dur="500" fill="hold"/>
                                        <p:tgtEl>
                                          <p:spTgt spid="3">
                                            <p:txEl>
                                              <p:pRg st="6" end="6"/>
                                            </p:txEl>
                                          </p:spTgt>
                                        </p:tgtEl>
                                        <p:attrNameLst>
                                          <p:attrName>ppt_h</p:attrName>
                                        </p:attrNameLst>
                                      </p:cBhvr>
                                      <p:tavLst>
                                        <p:tav tm="0">
                                          <p:val>
                                            <p:fltVal val="0"/>
                                          </p:val>
                                        </p:tav>
                                        <p:tav tm="100000">
                                          <p:val>
                                            <p:strVal val="#ppt_h"/>
                                          </p:val>
                                        </p:tav>
                                      </p:tavLst>
                                    </p:anim>
                                    <p:animEffect transition="in" filter="fade">
                                      <p:cBhvr>
                                        <p:cTn id="73" dur="500"/>
                                        <p:tgtEl>
                                          <p:spTgt spid="3">
                                            <p:txEl>
                                              <p:pRg st="6" end="6"/>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53" presetClass="entr" presetSubtype="0" fill="hold" nodeType="clickEffect">
                                  <p:stCondLst>
                                    <p:cond delay="0"/>
                                  </p:stCondLst>
                                  <p:childTnLst>
                                    <p:set>
                                      <p:cBhvr>
                                        <p:cTn id="77" dur="1" fill="hold">
                                          <p:stCondLst>
                                            <p:cond delay="0"/>
                                          </p:stCondLst>
                                        </p:cTn>
                                        <p:tgtEl>
                                          <p:spTgt spid="3">
                                            <p:txEl>
                                              <p:pRg st="7" end="7"/>
                                            </p:txEl>
                                          </p:spTgt>
                                        </p:tgtEl>
                                        <p:attrNameLst>
                                          <p:attrName>style.visibility</p:attrName>
                                        </p:attrNameLst>
                                      </p:cBhvr>
                                      <p:to>
                                        <p:strVal val="visible"/>
                                      </p:to>
                                    </p:set>
                                    <p:anim calcmode="lin" valueType="num">
                                      <p:cBhvr>
                                        <p:cTn id="78" dur="500" fill="hold"/>
                                        <p:tgtEl>
                                          <p:spTgt spid="3">
                                            <p:txEl>
                                              <p:pRg st="7" end="7"/>
                                            </p:txEl>
                                          </p:spTgt>
                                        </p:tgtEl>
                                        <p:attrNameLst>
                                          <p:attrName>ppt_w</p:attrName>
                                        </p:attrNameLst>
                                      </p:cBhvr>
                                      <p:tavLst>
                                        <p:tav tm="0">
                                          <p:val>
                                            <p:fltVal val="0"/>
                                          </p:val>
                                        </p:tav>
                                        <p:tav tm="100000">
                                          <p:val>
                                            <p:strVal val="#ppt_w"/>
                                          </p:val>
                                        </p:tav>
                                      </p:tavLst>
                                    </p:anim>
                                    <p:anim calcmode="lin" valueType="num">
                                      <p:cBhvr>
                                        <p:cTn id="79" dur="500" fill="hold"/>
                                        <p:tgtEl>
                                          <p:spTgt spid="3">
                                            <p:txEl>
                                              <p:pRg st="7" end="7"/>
                                            </p:txEl>
                                          </p:spTgt>
                                        </p:tgtEl>
                                        <p:attrNameLst>
                                          <p:attrName>ppt_h</p:attrName>
                                        </p:attrNameLst>
                                      </p:cBhvr>
                                      <p:tavLst>
                                        <p:tav tm="0">
                                          <p:val>
                                            <p:fltVal val="0"/>
                                          </p:val>
                                        </p:tav>
                                        <p:tav tm="100000">
                                          <p:val>
                                            <p:strVal val="#ppt_h"/>
                                          </p:val>
                                        </p:tav>
                                      </p:tavLst>
                                    </p:anim>
                                    <p:animEffect transition="in" filter="fade">
                                      <p:cBhvr>
                                        <p:cTn id="80" dur="500"/>
                                        <p:tgtEl>
                                          <p:spTgt spid="3">
                                            <p:txEl>
                                              <p:pRg st="7" end="7"/>
                                            </p:txEl>
                                          </p:spTgt>
                                        </p:tgtEl>
                                      </p:cBhvr>
                                    </p:animEffect>
                                  </p:childTnLst>
                                </p:cTn>
                              </p:par>
                              <p:par>
                                <p:cTn id="81" presetID="53" presetClass="entr" presetSubtype="0" fill="hold" nodeType="withEffect">
                                  <p:stCondLst>
                                    <p:cond delay="0"/>
                                  </p:stCondLst>
                                  <p:childTnLst>
                                    <p:set>
                                      <p:cBhvr>
                                        <p:cTn id="82" dur="1" fill="hold">
                                          <p:stCondLst>
                                            <p:cond delay="0"/>
                                          </p:stCondLst>
                                        </p:cTn>
                                        <p:tgtEl>
                                          <p:spTgt spid="3">
                                            <p:txEl>
                                              <p:pRg st="8" end="8"/>
                                            </p:txEl>
                                          </p:spTgt>
                                        </p:tgtEl>
                                        <p:attrNameLst>
                                          <p:attrName>style.visibility</p:attrName>
                                        </p:attrNameLst>
                                      </p:cBhvr>
                                      <p:to>
                                        <p:strVal val="visible"/>
                                      </p:to>
                                    </p:set>
                                    <p:anim calcmode="lin" valueType="num">
                                      <p:cBhvr>
                                        <p:cTn id="83" dur="500" fill="hold"/>
                                        <p:tgtEl>
                                          <p:spTgt spid="3">
                                            <p:txEl>
                                              <p:pRg st="8" end="8"/>
                                            </p:txEl>
                                          </p:spTgt>
                                        </p:tgtEl>
                                        <p:attrNameLst>
                                          <p:attrName>ppt_w</p:attrName>
                                        </p:attrNameLst>
                                      </p:cBhvr>
                                      <p:tavLst>
                                        <p:tav tm="0">
                                          <p:val>
                                            <p:fltVal val="0"/>
                                          </p:val>
                                        </p:tav>
                                        <p:tav tm="100000">
                                          <p:val>
                                            <p:strVal val="#ppt_w"/>
                                          </p:val>
                                        </p:tav>
                                      </p:tavLst>
                                    </p:anim>
                                    <p:anim calcmode="lin" valueType="num">
                                      <p:cBhvr>
                                        <p:cTn id="84" dur="500" fill="hold"/>
                                        <p:tgtEl>
                                          <p:spTgt spid="3">
                                            <p:txEl>
                                              <p:pRg st="8" end="8"/>
                                            </p:txEl>
                                          </p:spTgt>
                                        </p:tgtEl>
                                        <p:attrNameLst>
                                          <p:attrName>ppt_h</p:attrName>
                                        </p:attrNameLst>
                                      </p:cBhvr>
                                      <p:tavLst>
                                        <p:tav tm="0">
                                          <p:val>
                                            <p:fltVal val="0"/>
                                          </p:val>
                                        </p:tav>
                                        <p:tav tm="100000">
                                          <p:val>
                                            <p:strVal val="#ppt_h"/>
                                          </p:val>
                                        </p:tav>
                                      </p:tavLst>
                                    </p:anim>
                                    <p:animEffect transition="in" filter="fade">
                                      <p:cBhvr>
                                        <p:cTn id="85"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内容占位符 2">
            <a:extLst>
              <a:ext uri="{FF2B5EF4-FFF2-40B4-BE49-F238E27FC236}">
                <a16:creationId xmlns:a16="http://schemas.microsoft.com/office/drawing/2014/main" id="{F112CECA-BA08-4A21-AF5B-152535BE59F9}"/>
              </a:ext>
            </a:extLst>
          </p:cNvPr>
          <p:cNvSpPr>
            <a:spLocks noGrp="1"/>
          </p:cNvSpPr>
          <p:nvPr>
            <p:ph idx="1"/>
          </p:nvPr>
        </p:nvSpPr>
        <p:spPr>
          <a:xfrm>
            <a:off x="430213" y="930275"/>
            <a:ext cx="7886700" cy="3225800"/>
          </a:xfrm>
        </p:spPr>
        <p:txBody>
          <a:bodyPr/>
          <a:lstStyle/>
          <a:p>
            <a:pPr eaLnBrk="1" hangingPunct="1">
              <a:lnSpc>
                <a:spcPts val="2400"/>
              </a:lnSpc>
              <a:buClrTx/>
              <a:buFont typeface="Wingdings" pitchFamily="2" charset="2"/>
              <a:buChar char="Ø"/>
              <a:defRPr/>
            </a:pPr>
            <a:r>
              <a:rPr lang="zh-CN" altLang="en-US" sz="2000" b="1" dirty="0">
                <a:solidFill>
                  <a:schemeClr val="tx1"/>
                </a:solidFill>
                <a:latin typeface="+mn-ea"/>
                <a:cs typeface="Times New Roman" pitchFamily="18" charset="0"/>
              </a:rPr>
              <a:t>输入：不含循环</a:t>
            </a:r>
            <a:r>
              <a:rPr lang="zh-CN" altLang="en-US" sz="2000" b="1" dirty="0">
                <a:solidFill>
                  <a:schemeClr val="tx1"/>
                </a:solidFill>
                <a:cs typeface="Times New Roman" panose="02020603050405020304" pitchFamily="18" charset="0"/>
              </a:rPr>
              <a:t>推导（即形如</a:t>
            </a:r>
            <a:r>
              <a:rPr lang="en-US" altLang="zh-CN" sz="2000" b="1" i="1" dirty="0">
                <a:solidFill>
                  <a:schemeClr val="tx1"/>
                </a:solidFill>
                <a:cs typeface="Times New Roman" panose="02020603050405020304" pitchFamily="18" charset="0"/>
              </a:rPr>
              <a:t>A</a:t>
            </a:r>
            <a:r>
              <a:rPr kumimoji="1" lang="en-US" altLang="zh-CN" sz="1800" b="1" dirty="0">
                <a:solidFill>
                  <a:srgbClr val="073E87"/>
                </a:solidFill>
                <a:ea typeface="楷体_GB2312" pitchFamily="49" charset="-122"/>
                <a:cs typeface="Times New Roman" panose="02020603050405020304" pitchFamily="18" charset="0"/>
                <a:sym typeface="Symbol" panose="05050102010706020507" pitchFamily="18" charset="2"/>
              </a:rPr>
              <a:t> </a:t>
            </a:r>
            <a:r>
              <a:rPr kumimoji="1" lang="en-US" altLang="zh-CN" sz="1800" b="1" dirty="0">
                <a:solidFill>
                  <a:schemeClr val="tx1"/>
                </a:solidFill>
                <a:ea typeface="楷体_GB2312" pitchFamily="49" charset="-122"/>
                <a:cs typeface="Times New Roman" panose="02020603050405020304" pitchFamily="18" charset="0"/>
                <a:sym typeface="Symbol" panose="05050102010706020507" pitchFamily="18" charset="2"/>
              </a:rPr>
              <a:t></a:t>
            </a:r>
            <a:r>
              <a:rPr kumimoji="1" lang="en-US" altLang="zh-CN" sz="1800" b="1" baseline="30000" dirty="0">
                <a:solidFill>
                  <a:schemeClr val="tx1"/>
                </a:solidFill>
                <a:ea typeface="楷体_GB2312" pitchFamily="49" charset="-122"/>
                <a:cs typeface="Times New Roman" panose="02020603050405020304" pitchFamily="18" charset="0"/>
              </a:rPr>
              <a:t>+ </a:t>
            </a:r>
            <a:r>
              <a:rPr lang="en-US" altLang="zh-CN" sz="2000" b="1" i="1" dirty="0">
                <a:solidFill>
                  <a:schemeClr val="tx1"/>
                </a:solidFill>
                <a:cs typeface="Times New Roman" panose="02020603050405020304" pitchFamily="18" charset="0"/>
              </a:rPr>
              <a:t>A</a:t>
            </a:r>
            <a:r>
              <a:rPr lang="zh-CN" altLang="en-US" sz="2000" b="1" dirty="0">
                <a:solidFill>
                  <a:schemeClr val="tx1"/>
                </a:solidFill>
                <a:cs typeface="Times New Roman" panose="02020603050405020304" pitchFamily="18" charset="0"/>
              </a:rPr>
              <a:t>的推导）</a:t>
            </a:r>
            <a:r>
              <a:rPr lang="zh-CN" altLang="en-US" sz="2000" b="1" dirty="0">
                <a:solidFill>
                  <a:schemeClr val="tx1"/>
                </a:solidFill>
                <a:latin typeface="+mn-ea"/>
                <a:cs typeface="Times New Roman" pitchFamily="18" charset="0"/>
              </a:rPr>
              <a:t>和</a:t>
            </a:r>
            <a:r>
              <a:rPr lang="en-US" altLang="zh-CN" sz="2000" b="1" i="1" dirty="0">
                <a:solidFill>
                  <a:schemeClr val="tx1"/>
                </a:solidFill>
                <a:cs typeface="Times New Roman" pitchFamily="18" charset="0"/>
              </a:rPr>
              <a:t>ε</a:t>
            </a:r>
            <a:r>
              <a:rPr lang="en-US" altLang="zh-CN" sz="2000" b="1" dirty="0">
                <a:solidFill>
                  <a:schemeClr val="tx1"/>
                </a:solidFill>
                <a:cs typeface="Times New Roman" pitchFamily="18" charset="0"/>
              </a:rPr>
              <a:t>-</a:t>
            </a:r>
            <a:r>
              <a:rPr lang="zh-CN" altLang="en-US" sz="2000" b="1" dirty="0">
                <a:solidFill>
                  <a:schemeClr val="tx1"/>
                </a:solidFill>
                <a:latin typeface="+mn-ea"/>
                <a:cs typeface="Times New Roman" pitchFamily="18" charset="0"/>
              </a:rPr>
              <a:t>产生式的文法</a:t>
            </a:r>
            <a:r>
              <a:rPr lang="en-US" altLang="zh-CN" sz="2000" b="1" i="1" dirty="0">
                <a:solidFill>
                  <a:schemeClr val="tx1"/>
                </a:solidFill>
                <a:cs typeface="Times New Roman" pitchFamily="18" charset="0"/>
              </a:rPr>
              <a:t>G</a:t>
            </a:r>
            <a:endParaRPr lang="en-US" altLang="zh-CN" sz="2000" b="1" dirty="0">
              <a:solidFill>
                <a:schemeClr val="tx1"/>
              </a:solidFill>
              <a:cs typeface="Times New Roman" pitchFamily="18" charset="0"/>
            </a:endParaRPr>
          </a:p>
          <a:p>
            <a:pPr eaLnBrk="1" hangingPunct="1">
              <a:lnSpc>
                <a:spcPts val="2400"/>
              </a:lnSpc>
              <a:buClrTx/>
              <a:buFont typeface="Wingdings" pitchFamily="2" charset="2"/>
              <a:buChar char="Ø"/>
              <a:defRPr/>
            </a:pPr>
            <a:r>
              <a:rPr lang="zh-CN" altLang="en-US" sz="2000" b="1" dirty="0">
                <a:solidFill>
                  <a:schemeClr val="tx1"/>
                </a:solidFill>
                <a:latin typeface="+mn-ea"/>
                <a:cs typeface="Times New Roman" pitchFamily="18" charset="0"/>
              </a:rPr>
              <a:t>输出：等价的无左递归文法</a:t>
            </a:r>
            <a:endParaRPr lang="en-US" altLang="zh-CN" sz="2000" b="1" dirty="0">
              <a:solidFill>
                <a:schemeClr val="tx1"/>
              </a:solidFill>
              <a:latin typeface="+mn-ea"/>
              <a:cs typeface="Times New Roman" pitchFamily="18" charset="0"/>
            </a:endParaRPr>
          </a:p>
          <a:p>
            <a:pPr eaLnBrk="1" hangingPunct="1">
              <a:lnSpc>
                <a:spcPts val="2400"/>
              </a:lnSpc>
              <a:buClrTx/>
              <a:buFont typeface="Wingdings" pitchFamily="2" charset="2"/>
              <a:buChar char="Ø"/>
              <a:defRPr/>
            </a:pPr>
            <a:r>
              <a:rPr lang="zh-CN" altLang="en-US" sz="2000" b="1" dirty="0">
                <a:solidFill>
                  <a:schemeClr val="tx1"/>
                </a:solidFill>
                <a:latin typeface="+mn-ea"/>
                <a:cs typeface="Times New Roman" pitchFamily="18" charset="0"/>
              </a:rPr>
              <a:t>方法：</a:t>
            </a:r>
          </a:p>
        </p:txBody>
      </p:sp>
      <p:sp>
        <p:nvSpPr>
          <p:cNvPr id="49155" name="标题 1">
            <a:extLst>
              <a:ext uri="{FF2B5EF4-FFF2-40B4-BE49-F238E27FC236}">
                <a16:creationId xmlns:a16="http://schemas.microsoft.com/office/drawing/2014/main" id="{A61F1AEF-2CFC-4EE9-9EF7-1A13561B846B}"/>
              </a:ext>
            </a:extLst>
          </p:cNvPr>
          <p:cNvSpPr>
            <a:spLocks noGrp="1"/>
          </p:cNvSpPr>
          <p:nvPr>
            <p:ph type="title"/>
          </p:nvPr>
        </p:nvSpPr>
        <p:spPr>
          <a:xfrm>
            <a:off x="755650" y="268288"/>
            <a:ext cx="7931150" cy="358775"/>
          </a:xfrm>
        </p:spPr>
        <p:txBody>
          <a:bodyPr/>
          <a:lstStyle/>
          <a:p>
            <a:pPr eaLnBrk="1" hangingPunct="1">
              <a:defRPr/>
            </a:pPr>
            <a:r>
              <a:rPr lang="zh-CN" altLang="en-US" sz="3000" spc="300" dirty="0">
                <a:solidFill>
                  <a:schemeClr val="tx1"/>
                </a:solidFill>
                <a:latin typeface="微软雅黑" pitchFamily="34" charset="-122"/>
                <a:ea typeface="微软雅黑" pitchFamily="34" charset="-122"/>
                <a:cs typeface="Times New Roman" pitchFamily="18" charset="0"/>
              </a:rPr>
              <a:t>消除左递归算法</a:t>
            </a:r>
          </a:p>
        </p:txBody>
      </p:sp>
      <p:sp>
        <p:nvSpPr>
          <p:cNvPr id="29705" name="内容占位符 1">
            <a:extLst>
              <a:ext uri="{FF2B5EF4-FFF2-40B4-BE49-F238E27FC236}">
                <a16:creationId xmlns:a16="http://schemas.microsoft.com/office/drawing/2014/main" id="{A54D4FBB-BF45-49C1-AD5A-E6DB4C58FF4F}"/>
              </a:ext>
            </a:extLst>
          </p:cNvPr>
          <p:cNvSpPr txBox="1">
            <a:spLocks/>
          </p:cNvSpPr>
          <p:nvPr/>
        </p:nvSpPr>
        <p:spPr bwMode="auto">
          <a:xfrm>
            <a:off x="142875" y="2066925"/>
            <a:ext cx="8786813" cy="2933700"/>
          </a:xfrm>
          <a:prstGeom prst="rect">
            <a:avLst/>
          </a:prstGeom>
          <a:solidFill>
            <a:schemeClr val="accent2">
              <a:lumMod val="40000"/>
              <a:lumOff val="60000"/>
            </a:schemeClr>
          </a:solidFill>
          <a:ln w="12700">
            <a:solidFill>
              <a:schemeClr val="tx1"/>
            </a:solidFill>
            <a:miter lim="800000"/>
            <a:headEnd/>
            <a:tailEnd/>
          </a:ln>
        </p:spPr>
        <p:txBody>
          <a:bodyPr/>
          <a:lstStyle>
            <a:lvl1pPr marL="273050" indent="-273050">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lnSpc>
                <a:spcPts val="2500"/>
              </a:lnSpc>
              <a:spcBef>
                <a:spcPct val="20000"/>
              </a:spcBef>
              <a:buSzPct val="100000"/>
              <a:buFontTx/>
              <a:buAutoNum type="arabicParenR"/>
              <a:defRPr/>
            </a:pPr>
            <a:r>
              <a:rPr lang="zh-CN" altLang="en-US" b="1" dirty="0">
                <a:latin typeface="Times New Roman" panose="02020603050405020304" pitchFamily="18" charset="0"/>
                <a:ea typeface="楷体" panose="02010609060101010101" pitchFamily="49" charset="-122"/>
              </a:rPr>
              <a:t>按照某个顺序将非终结符号排序为</a:t>
            </a:r>
            <a:r>
              <a:rPr lang="en-US" altLang="zh-CN" b="1" i="1" dirty="0">
                <a:latin typeface="Times New Roman" panose="02020603050405020304" pitchFamily="18" charset="0"/>
              </a:rPr>
              <a:t>A</a:t>
            </a:r>
            <a:r>
              <a:rPr lang="en-US" altLang="zh-CN" b="1" baseline="-25000" dirty="0">
                <a:latin typeface="Times New Roman" panose="02020603050405020304" pitchFamily="18" charset="0"/>
              </a:rPr>
              <a:t>1</a:t>
            </a:r>
            <a:r>
              <a:rPr lang="zh-CN" altLang="en-US" b="1" dirty="0">
                <a:latin typeface="Times New Roman" panose="02020603050405020304" pitchFamily="18" charset="0"/>
                <a:ea typeface="楷体" panose="02010609060101010101" pitchFamily="49" charset="-122"/>
              </a:rPr>
              <a:t>，</a:t>
            </a:r>
            <a:r>
              <a:rPr lang="en-US" altLang="zh-CN" b="1" i="1" dirty="0">
                <a:latin typeface="Times New Roman" panose="02020603050405020304" pitchFamily="18" charset="0"/>
              </a:rPr>
              <a:t>A</a:t>
            </a:r>
            <a:r>
              <a:rPr lang="en-US" altLang="zh-CN" b="1" baseline="-25000" dirty="0">
                <a:latin typeface="Times New Roman" panose="02020603050405020304" pitchFamily="18" charset="0"/>
              </a:rPr>
              <a:t>2</a:t>
            </a:r>
            <a:r>
              <a:rPr lang="zh-CN" altLang="en-US" b="1" dirty="0">
                <a:latin typeface="Times New Roman" panose="02020603050405020304" pitchFamily="18" charset="0"/>
                <a:ea typeface="楷体" panose="02010609060101010101" pitchFamily="49" charset="-122"/>
              </a:rPr>
              <a:t>，</a:t>
            </a:r>
            <a:r>
              <a:rPr lang="en-US" altLang="zh-CN" b="1" i="1" dirty="0">
                <a:latin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rPr>
              <a:t> ，</a:t>
            </a:r>
            <a:r>
              <a:rPr lang="en-US" altLang="zh-CN" b="1" i="1" dirty="0">
                <a:latin typeface="Times New Roman" panose="02020603050405020304" pitchFamily="18" charset="0"/>
              </a:rPr>
              <a:t>A</a:t>
            </a:r>
            <a:r>
              <a:rPr lang="en-US" altLang="zh-CN" b="1" i="1" baseline="-25000" dirty="0">
                <a:latin typeface="Times New Roman" panose="02020603050405020304" pitchFamily="18" charset="0"/>
              </a:rPr>
              <a:t>n</a:t>
            </a:r>
            <a:r>
              <a:rPr lang="zh-CN" altLang="en-US" b="1" dirty="0">
                <a:latin typeface="Times New Roman" panose="02020603050405020304" pitchFamily="18" charset="0"/>
                <a:ea typeface="楷体" panose="02010609060101010101" pitchFamily="49" charset="-122"/>
              </a:rPr>
              <a:t>  </a:t>
            </a:r>
            <a:r>
              <a:rPr lang="en-US" altLang="zh-CN" b="1" dirty="0">
                <a:latin typeface="Times New Roman" panose="02020603050405020304" pitchFamily="18" charset="0"/>
                <a:ea typeface="楷体" panose="02010609060101010101" pitchFamily="49" charset="-122"/>
              </a:rPr>
              <a:t>.</a:t>
            </a:r>
            <a:r>
              <a:rPr lang="zh-CN" altLang="en-US" b="1" dirty="0">
                <a:latin typeface="Times New Roman" panose="02020603050405020304" pitchFamily="18" charset="0"/>
                <a:ea typeface="楷体" panose="02010609060101010101" pitchFamily="49" charset="-122"/>
              </a:rPr>
              <a:t>          </a:t>
            </a:r>
            <a:endParaRPr lang="en-US" altLang="zh-CN" b="1" dirty="0">
              <a:latin typeface="华文楷体" panose="02010600040101010101" pitchFamily="2" charset="-122"/>
              <a:ea typeface="华文楷体" panose="02010600040101010101" pitchFamily="2" charset="-122"/>
            </a:endParaRPr>
          </a:p>
          <a:p>
            <a:pPr eaLnBrk="1" hangingPunct="1">
              <a:lnSpc>
                <a:spcPts val="2500"/>
              </a:lnSpc>
              <a:spcBef>
                <a:spcPct val="20000"/>
              </a:spcBef>
              <a:buSzPct val="100000"/>
              <a:buFontTx/>
              <a:buAutoNum type="arabicParenR"/>
              <a:defRPr/>
            </a:pPr>
            <a:r>
              <a:rPr lang="en-US" altLang="zh-CN" b="1" dirty="0">
                <a:latin typeface="Times New Roman" panose="02020603050405020304" pitchFamily="18" charset="0"/>
                <a:ea typeface="楷体" panose="02010609060101010101" pitchFamily="49" charset="-122"/>
              </a:rPr>
              <a:t>for</a:t>
            </a:r>
            <a:r>
              <a:rPr lang="en-US" altLang="zh-CN" b="1" i="1" dirty="0">
                <a:latin typeface="Times New Roman" panose="02020603050405020304" pitchFamily="18" charset="0"/>
                <a:ea typeface="楷体" panose="02010609060101010101" pitchFamily="49" charset="-122"/>
              </a:rPr>
              <a:t> </a:t>
            </a:r>
            <a:r>
              <a:rPr lang="en-US" altLang="zh-CN" b="1" dirty="0">
                <a:latin typeface="Times New Roman" panose="02020603050405020304" pitchFamily="18" charset="0"/>
                <a:ea typeface="楷体" panose="02010609060101010101" pitchFamily="49" charset="-122"/>
              </a:rPr>
              <a:t>( </a:t>
            </a:r>
            <a:r>
              <a:rPr lang="zh-CN" altLang="en-US" b="1" dirty="0">
                <a:latin typeface="Times New Roman" panose="02020603050405020304" pitchFamily="18" charset="0"/>
                <a:ea typeface="楷体" panose="02010609060101010101" pitchFamily="49" charset="-122"/>
              </a:rPr>
              <a:t>从</a:t>
            </a:r>
            <a:r>
              <a:rPr lang="en-US" altLang="zh-CN" b="1" dirty="0">
                <a:latin typeface="Times New Roman" panose="02020603050405020304" pitchFamily="18" charset="0"/>
                <a:ea typeface="楷体" panose="02010609060101010101" pitchFamily="49" charset="-122"/>
              </a:rPr>
              <a:t>1</a:t>
            </a:r>
            <a:r>
              <a:rPr lang="zh-CN" altLang="en-US" b="1" dirty="0">
                <a:latin typeface="Times New Roman" panose="02020603050405020304" pitchFamily="18" charset="0"/>
                <a:ea typeface="楷体" panose="02010609060101010101" pitchFamily="49" charset="-122"/>
              </a:rPr>
              <a:t>到</a:t>
            </a:r>
            <a:r>
              <a:rPr lang="en-US" altLang="zh-CN" b="1" dirty="0">
                <a:latin typeface="Times New Roman" panose="02020603050405020304" pitchFamily="18" charset="0"/>
                <a:ea typeface="楷体" panose="02010609060101010101" pitchFamily="49" charset="-122"/>
              </a:rPr>
              <a:t>n</a:t>
            </a:r>
            <a:r>
              <a:rPr lang="zh-CN" altLang="en-US" b="1" dirty="0">
                <a:latin typeface="Times New Roman" panose="02020603050405020304" pitchFamily="18" charset="0"/>
                <a:ea typeface="楷体" panose="02010609060101010101" pitchFamily="49" charset="-122"/>
              </a:rPr>
              <a:t>的每个</a:t>
            </a:r>
            <a:r>
              <a:rPr lang="en-US" altLang="zh-CN" b="1" i="1" dirty="0" err="1">
                <a:latin typeface="Times New Roman" panose="02020603050405020304" pitchFamily="18" charset="0"/>
                <a:ea typeface="楷体" panose="02010609060101010101" pitchFamily="49" charset="-122"/>
              </a:rPr>
              <a:t>i</a:t>
            </a:r>
            <a:r>
              <a:rPr lang="en-US" altLang="zh-CN" b="1" i="1" dirty="0">
                <a:latin typeface="Times New Roman" panose="02020603050405020304" pitchFamily="18" charset="0"/>
                <a:ea typeface="楷体" panose="02010609060101010101" pitchFamily="49" charset="-122"/>
              </a:rPr>
              <a:t> </a:t>
            </a:r>
            <a:r>
              <a:rPr lang="en-US" altLang="zh-CN" b="1" dirty="0">
                <a:latin typeface="Times New Roman" panose="02020603050405020304" pitchFamily="18" charset="0"/>
                <a:ea typeface="楷体" panose="02010609060101010101" pitchFamily="49" charset="-122"/>
              </a:rPr>
              <a:t>) {</a:t>
            </a:r>
          </a:p>
          <a:p>
            <a:pPr eaLnBrk="1" hangingPunct="1">
              <a:lnSpc>
                <a:spcPts val="2500"/>
              </a:lnSpc>
              <a:spcBef>
                <a:spcPct val="20000"/>
              </a:spcBef>
              <a:buSzPct val="100000"/>
              <a:buFontTx/>
              <a:buAutoNum type="arabicParenR" startAt="3"/>
              <a:defRPr/>
            </a:pPr>
            <a:r>
              <a:rPr lang="en-US" altLang="zh-CN" b="1" dirty="0">
                <a:latin typeface="Times New Roman" panose="02020603050405020304" pitchFamily="18" charset="0"/>
                <a:ea typeface="楷体" panose="02010609060101010101" pitchFamily="49" charset="-122"/>
              </a:rPr>
              <a:t>         for</a:t>
            </a:r>
            <a:r>
              <a:rPr lang="en-US" altLang="zh-CN" b="1" i="1" dirty="0">
                <a:latin typeface="Times New Roman" panose="02020603050405020304" pitchFamily="18" charset="0"/>
                <a:ea typeface="楷体" panose="02010609060101010101" pitchFamily="49" charset="-122"/>
              </a:rPr>
              <a:t> </a:t>
            </a:r>
            <a:r>
              <a:rPr lang="en-US" altLang="zh-CN" b="1" dirty="0">
                <a:latin typeface="Times New Roman" panose="02020603050405020304" pitchFamily="18" charset="0"/>
                <a:ea typeface="楷体" panose="02010609060101010101" pitchFamily="49" charset="-122"/>
              </a:rPr>
              <a:t>( </a:t>
            </a:r>
            <a:r>
              <a:rPr lang="zh-CN" altLang="en-US" b="1" dirty="0">
                <a:latin typeface="Times New Roman" panose="02020603050405020304" pitchFamily="18" charset="0"/>
                <a:ea typeface="楷体" panose="02010609060101010101" pitchFamily="49" charset="-122"/>
              </a:rPr>
              <a:t>从</a:t>
            </a:r>
            <a:r>
              <a:rPr lang="en-US" altLang="zh-CN" b="1" dirty="0">
                <a:latin typeface="Times New Roman" panose="02020603050405020304" pitchFamily="18" charset="0"/>
                <a:ea typeface="楷体" panose="02010609060101010101" pitchFamily="49" charset="-122"/>
              </a:rPr>
              <a:t>1</a:t>
            </a:r>
            <a:r>
              <a:rPr lang="zh-CN" altLang="en-US" b="1" dirty="0">
                <a:latin typeface="Times New Roman" panose="02020603050405020304" pitchFamily="18" charset="0"/>
                <a:ea typeface="楷体" panose="02010609060101010101" pitchFamily="49" charset="-122"/>
              </a:rPr>
              <a:t>到</a:t>
            </a:r>
            <a:r>
              <a:rPr lang="en-US" altLang="zh-CN" b="1" i="1" dirty="0" err="1">
                <a:latin typeface="Times New Roman" panose="02020603050405020304" pitchFamily="18" charset="0"/>
                <a:ea typeface="楷体" panose="02010609060101010101" pitchFamily="49" charset="-122"/>
              </a:rPr>
              <a:t>i</a:t>
            </a:r>
            <a:r>
              <a:rPr lang="en-US" altLang="zh-CN" b="1" i="1" dirty="0">
                <a:latin typeface="Times New Roman" panose="02020603050405020304" pitchFamily="18" charset="0"/>
                <a:ea typeface="楷体" panose="02010609060101010101" pitchFamily="49" charset="-122"/>
              </a:rPr>
              <a:t> </a:t>
            </a:r>
            <a:r>
              <a:rPr lang="en-US" altLang="zh-CN" b="1" dirty="0">
                <a:latin typeface="Times New Roman" panose="02020603050405020304" pitchFamily="18" charset="0"/>
                <a:ea typeface="楷体" panose="02010609060101010101" pitchFamily="49" charset="-122"/>
              </a:rPr>
              <a:t>-1</a:t>
            </a:r>
            <a:r>
              <a:rPr lang="zh-CN" altLang="en-US" b="1" dirty="0">
                <a:latin typeface="Times New Roman" panose="02020603050405020304" pitchFamily="18" charset="0"/>
                <a:ea typeface="楷体" panose="02010609060101010101" pitchFamily="49" charset="-122"/>
              </a:rPr>
              <a:t>的每个</a:t>
            </a:r>
            <a:r>
              <a:rPr lang="en-US" altLang="zh-CN" b="1" i="1" dirty="0">
                <a:latin typeface="Times New Roman" panose="02020603050405020304" pitchFamily="18" charset="0"/>
                <a:ea typeface="楷体" panose="02010609060101010101" pitchFamily="49" charset="-122"/>
              </a:rPr>
              <a:t>j </a:t>
            </a:r>
            <a:r>
              <a:rPr lang="en-US" altLang="zh-CN" b="1" dirty="0">
                <a:latin typeface="Times New Roman" panose="02020603050405020304" pitchFamily="18" charset="0"/>
                <a:ea typeface="楷体" panose="02010609060101010101" pitchFamily="49" charset="-122"/>
              </a:rPr>
              <a:t>) {</a:t>
            </a:r>
          </a:p>
          <a:p>
            <a:pPr eaLnBrk="1" hangingPunct="1">
              <a:lnSpc>
                <a:spcPts val="2500"/>
              </a:lnSpc>
              <a:spcBef>
                <a:spcPct val="20000"/>
              </a:spcBef>
              <a:buSzPct val="100000"/>
              <a:buFontTx/>
              <a:buAutoNum type="arabicParenR" startAt="3"/>
              <a:defRPr/>
            </a:pPr>
            <a:r>
              <a:rPr lang="en-US" altLang="zh-CN" b="1" dirty="0">
                <a:latin typeface="Times New Roman" panose="02020603050405020304" pitchFamily="18" charset="0"/>
                <a:ea typeface="楷体" panose="02010609060101010101" pitchFamily="49" charset="-122"/>
              </a:rPr>
              <a:t>                 </a:t>
            </a:r>
            <a:r>
              <a:rPr lang="zh-CN" altLang="en-US" b="1" dirty="0">
                <a:latin typeface="Times New Roman" panose="02020603050405020304" pitchFamily="18" charset="0"/>
                <a:ea typeface="楷体" panose="02010609060101010101" pitchFamily="49" charset="-122"/>
              </a:rPr>
              <a:t>将每个形如</a:t>
            </a:r>
            <a:r>
              <a:rPr lang="en-US" altLang="zh-CN" b="1" i="1" dirty="0">
                <a:latin typeface="Times New Roman" panose="02020603050405020304" pitchFamily="18" charset="0"/>
              </a:rPr>
              <a:t>A</a:t>
            </a:r>
            <a:r>
              <a:rPr lang="en-US" altLang="zh-CN" b="1" i="1" baseline="-25000" dirty="0">
                <a:latin typeface="Times New Roman" panose="02020603050405020304" pitchFamily="18" charset="0"/>
              </a:rPr>
              <a:t>i</a:t>
            </a:r>
            <a:r>
              <a:rPr lang="en-US" altLang="zh-CN" b="1" i="1" dirty="0">
                <a:latin typeface="Times New Roman" panose="02020603050405020304" pitchFamily="18" charset="0"/>
              </a:rPr>
              <a:t> → </a:t>
            </a:r>
            <a:r>
              <a:rPr lang="en-US" altLang="zh-CN" b="1" i="1" dirty="0" err="1">
                <a:latin typeface="Times New Roman" panose="02020603050405020304" pitchFamily="18" charset="0"/>
              </a:rPr>
              <a:t>A</a:t>
            </a:r>
            <a:r>
              <a:rPr lang="en-US" altLang="zh-CN" b="1" i="1" baseline="-25000" dirty="0" err="1">
                <a:latin typeface="Times New Roman" panose="02020603050405020304" pitchFamily="18" charset="0"/>
              </a:rPr>
              <a:t>j</a:t>
            </a:r>
            <a:r>
              <a:rPr lang="en-US" altLang="zh-CN" b="1" dirty="0">
                <a:latin typeface="Times New Roman" panose="02020603050405020304" pitchFamily="18" charset="0"/>
                <a:ea typeface="楷体" panose="02010609060101010101" pitchFamily="49" charset="-122"/>
              </a:rPr>
              <a:t> </a:t>
            </a:r>
            <a:r>
              <a:rPr lang="el-GR" altLang="zh-CN" b="1" i="1" dirty="0">
                <a:latin typeface="Times New Roman" panose="02020603050405020304" pitchFamily="18" charset="0"/>
              </a:rPr>
              <a:t>γ</a:t>
            </a:r>
            <a:r>
              <a:rPr lang="zh-CN" altLang="en-US" b="1" dirty="0">
                <a:latin typeface="Times New Roman" panose="02020603050405020304" pitchFamily="18" charset="0"/>
                <a:ea typeface="楷体" panose="02010609060101010101" pitchFamily="49" charset="-122"/>
              </a:rPr>
              <a:t>的产生式</a:t>
            </a:r>
            <a:r>
              <a:rPr lang="zh-CN" altLang="en-US" b="1" dirty="0">
                <a:solidFill>
                  <a:srgbClr val="FF0000"/>
                </a:solidFill>
                <a:latin typeface="Times New Roman" panose="02020603050405020304" pitchFamily="18" charset="0"/>
                <a:ea typeface="楷体" panose="02010609060101010101" pitchFamily="49" charset="-122"/>
              </a:rPr>
              <a:t>替换</a:t>
            </a:r>
            <a:r>
              <a:rPr lang="zh-CN" altLang="en-US" b="1" dirty="0">
                <a:latin typeface="Times New Roman" panose="02020603050405020304" pitchFamily="18" charset="0"/>
                <a:ea typeface="楷体" panose="02010609060101010101" pitchFamily="49" charset="-122"/>
              </a:rPr>
              <a:t>为产生式组 </a:t>
            </a:r>
            <a:r>
              <a:rPr lang="en-US" altLang="zh-CN" b="1" i="1" dirty="0">
                <a:latin typeface="Times New Roman" panose="02020603050405020304" pitchFamily="18" charset="0"/>
              </a:rPr>
              <a:t>A</a:t>
            </a:r>
            <a:r>
              <a:rPr lang="en-US" altLang="zh-CN" b="1" i="1" baseline="-25000" dirty="0">
                <a:latin typeface="Times New Roman" panose="02020603050405020304" pitchFamily="18" charset="0"/>
              </a:rPr>
              <a:t>i</a:t>
            </a:r>
            <a:r>
              <a:rPr lang="en-US" altLang="zh-CN" b="1" i="1" dirty="0">
                <a:latin typeface="Times New Roman" panose="02020603050405020304" pitchFamily="18" charset="0"/>
              </a:rPr>
              <a:t> →</a:t>
            </a:r>
            <a:r>
              <a:rPr lang="el-GR" altLang="zh-CN" b="1" i="1" dirty="0">
                <a:latin typeface="Times New Roman" panose="02020603050405020304" pitchFamily="18" charset="0"/>
              </a:rPr>
              <a:t> δ</a:t>
            </a:r>
            <a:r>
              <a:rPr lang="en-US" altLang="zh-CN" b="1" baseline="-25000" dirty="0">
                <a:latin typeface="Times New Roman" panose="02020603050405020304" pitchFamily="18" charset="0"/>
              </a:rPr>
              <a:t>1</a:t>
            </a:r>
            <a:r>
              <a:rPr lang="en-US" altLang="zh-CN" b="1" dirty="0">
                <a:latin typeface="Times New Roman" panose="02020603050405020304" pitchFamily="18" charset="0"/>
              </a:rPr>
              <a:t> </a:t>
            </a:r>
            <a:r>
              <a:rPr lang="el-GR" altLang="zh-CN" b="1" i="1" dirty="0">
                <a:latin typeface="Times New Roman" panose="02020603050405020304" pitchFamily="18" charset="0"/>
              </a:rPr>
              <a:t>γ</a:t>
            </a:r>
            <a:r>
              <a:rPr lang="en-US" altLang="zh-CN" b="1" dirty="0">
                <a:latin typeface="Times New Roman" panose="02020603050405020304" pitchFamily="18" charset="0"/>
              </a:rPr>
              <a:t>∣</a:t>
            </a:r>
            <a:r>
              <a:rPr lang="el-GR" altLang="zh-CN" b="1" i="1" dirty="0">
                <a:latin typeface="Times New Roman" panose="02020603050405020304" pitchFamily="18" charset="0"/>
              </a:rPr>
              <a:t>δ</a:t>
            </a:r>
            <a:r>
              <a:rPr lang="en-US" altLang="zh-CN" b="1" baseline="-25000" dirty="0">
                <a:latin typeface="Times New Roman" panose="02020603050405020304" pitchFamily="18" charset="0"/>
              </a:rPr>
              <a:t>2</a:t>
            </a:r>
            <a:r>
              <a:rPr lang="en-US" altLang="zh-CN" b="1" i="1" dirty="0">
                <a:latin typeface="Times New Roman" panose="02020603050405020304" pitchFamily="18" charset="0"/>
              </a:rPr>
              <a:t> </a:t>
            </a:r>
            <a:r>
              <a:rPr lang="el-GR" altLang="zh-CN" b="1" i="1" dirty="0">
                <a:latin typeface="Times New Roman" panose="02020603050405020304" pitchFamily="18" charset="0"/>
              </a:rPr>
              <a:t>γ</a:t>
            </a:r>
            <a:r>
              <a:rPr lang="en-US" altLang="zh-CN" b="1" dirty="0">
                <a:latin typeface="Times New Roman" panose="02020603050405020304" pitchFamily="18" charset="0"/>
              </a:rPr>
              <a:t>∣…∣</a:t>
            </a:r>
            <a:r>
              <a:rPr lang="el-GR" altLang="zh-CN" b="1" i="1" dirty="0">
                <a:latin typeface="Times New Roman" panose="02020603050405020304" pitchFamily="18" charset="0"/>
              </a:rPr>
              <a:t>δ</a:t>
            </a:r>
            <a:r>
              <a:rPr lang="en-US" altLang="zh-CN" b="1" i="1" baseline="-25000" dirty="0">
                <a:latin typeface="Times New Roman" panose="02020603050405020304" pitchFamily="18" charset="0"/>
              </a:rPr>
              <a:t>k</a:t>
            </a:r>
            <a:r>
              <a:rPr lang="en-US" altLang="zh-CN" b="1" i="1" dirty="0">
                <a:latin typeface="Times New Roman" panose="02020603050405020304" pitchFamily="18" charset="0"/>
              </a:rPr>
              <a:t> </a:t>
            </a:r>
            <a:r>
              <a:rPr lang="el-GR" altLang="zh-CN" b="1" i="1" dirty="0">
                <a:latin typeface="Times New Roman" panose="02020603050405020304" pitchFamily="18" charset="0"/>
              </a:rPr>
              <a:t>γ</a:t>
            </a:r>
            <a:r>
              <a:rPr lang="zh-CN" altLang="en-US" b="1" dirty="0">
                <a:latin typeface="Times New Roman" panose="02020603050405020304" pitchFamily="18" charset="0"/>
                <a:ea typeface="楷体" panose="02010609060101010101" pitchFamily="49" charset="-122"/>
              </a:rPr>
              <a:t> ，</a:t>
            </a:r>
            <a:r>
              <a:rPr lang="el-GR" altLang="zh-CN" b="1" i="1" dirty="0">
                <a:latin typeface="Times New Roman" panose="02020603050405020304" pitchFamily="18" charset="0"/>
              </a:rPr>
              <a:t> </a:t>
            </a:r>
            <a:endParaRPr lang="en-US" altLang="zh-CN" b="1" i="1" dirty="0">
              <a:latin typeface="Times New Roman" panose="02020603050405020304" pitchFamily="18" charset="0"/>
              <a:ea typeface="楷体" panose="02010609060101010101" pitchFamily="49" charset="-122"/>
            </a:endParaRPr>
          </a:p>
          <a:p>
            <a:pPr eaLnBrk="1" hangingPunct="1">
              <a:lnSpc>
                <a:spcPts val="2500"/>
              </a:lnSpc>
              <a:spcBef>
                <a:spcPct val="20000"/>
              </a:spcBef>
              <a:buSzPct val="100000"/>
              <a:defRPr/>
            </a:pPr>
            <a:r>
              <a:rPr lang="en-US" altLang="zh-CN" b="1" dirty="0">
                <a:latin typeface="Times New Roman" panose="02020603050405020304" pitchFamily="18" charset="0"/>
                <a:ea typeface="楷体" panose="02010609060101010101" pitchFamily="49" charset="-122"/>
              </a:rPr>
              <a:t>                         </a:t>
            </a:r>
            <a:r>
              <a:rPr lang="zh-CN" altLang="en-US" b="1" dirty="0">
                <a:latin typeface="Times New Roman" panose="02020603050405020304" pitchFamily="18" charset="0"/>
                <a:ea typeface="楷体" panose="02010609060101010101" pitchFamily="49" charset="-122"/>
              </a:rPr>
              <a:t>其中</a:t>
            </a:r>
            <a:r>
              <a:rPr lang="en-US" altLang="zh-CN" b="1" i="1" dirty="0" err="1">
                <a:latin typeface="Times New Roman" panose="02020603050405020304" pitchFamily="18" charset="0"/>
              </a:rPr>
              <a:t>A</a:t>
            </a:r>
            <a:r>
              <a:rPr lang="en-US" altLang="zh-CN" b="1" i="1" baseline="-25000" dirty="0" err="1">
                <a:latin typeface="Times New Roman" panose="02020603050405020304" pitchFamily="18" charset="0"/>
              </a:rPr>
              <a:t>j</a:t>
            </a:r>
            <a:r>
              <a:rPr lang="en-US" altLang="zh-CN" b="1" i="1" dirty="0">
                <a:latin typeface="Times New Roman" panose="02020603050405020304" pitchFamily="18" charset="0"/>
              </a:rPr>
              <a:t>  →</a:t>
            </a:r>
            <a:r>
              <a:rPr lang="el-GR" altLang="zh-CN" b="1" i="1" dirty="0">
                <a:latin typeface="Times New Roman" panose="02020603050405020304" pitchFamily="18" charset="0"/>
              </a:rPr>
              <a:t> δ</a:t>
            </a:r>
            <a:r>
              <a:rPr lang="en-US" altLang="zh-CN" b="1" baseline="-25000" dirty="0">
                <a:latin typeface="Times New Roman" panose="02020603050405020304" pitchFamily="18" charset="0"/>
              </a:rPr>
              <a:t>1</a:t>
            </a:r>
            <a:r>
              <a:rPr lang="en-US" altLang="zh-CN" b="1" dirty="0">
                <a:latin typeface="Times New Roman" panose="02020603050405020304" pitchFamily="18" charset="0"/>
              </a:rPr>
              <a:t>∣</a:t>
            </a:r>
            <a:r>
              <a:rPr lang="el-GR" altLang="zh-CN" b="1" i="1" dirty="0">
                <a:latin typeface="Times New Roman" panose="02020603050405020304" pitchFamily="18" charset="0"/>
              </a:rPr>
              <a:t>δ</a:t>
            </a:r>
            <a:r>
              <a:rPr lang="en-US" altLang="zh-CN" b="1" baseline="-25000" dirty="0">
                <a:latin typeface="Times New Roman" panose="02020603050405020304" pitchFamily="18" charset="0"/>
              </a:rPr>
              <a:t>2</a:t>
            </a:r>
            <a:r>
              <a:rPr lang="en-US" altLang="zh-CN" b="1" dirty="0">
                <a:latin typeface="Times New Roman" panose="02020603050405020304" pitchFamily="18" charset="0"/>
              </a:rPr>
              <a:t>∣… ∣</a:t>
            </a:r>
            <a:r>
              <a:rPr lang="el-GR" altLang="zh-CN" b="1" i="1" dirty="0">
                <a:latin typeface="Times New Roman" panose="02020603050405020304" pitchFamily="18" charset="0"/>
              </a:rPr>
              <a:t>δ</a:t>
            </a:r>
            <a:r>
              <a:rPr lang="en-US" altLang="zh-CN" b="1" i="1" baseline="-25000" dirty="0">
                <a:latin typeface="Times New Roman" panose="02020603050405020304" pitchFamily="18" charset="0"/>
              </a:rPr>
              <a:t>k</a:t>
            </a:r>
            <a:r>
              <a:rPr lang="en-US" altLang="zh-CN" b="1" i="1" dirty="0">
                <a:latin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rPr>
              <a:t>，是所有的</a:t>
            </a:r>
            <a:r>
              <a:rPr lang="en-US" altLang="zh-CN" b="1" i="1" dirty="0" err="1">
                <a:latin typeface="Times New Roman" panose="02020603050405020304" pitchFamily="18" charset="0"/>
                <a:ea typeface="楷体" panose="02010609060101010101" pitchFamily="49" charset="-122"/>
              </a:rPr>
              <a:t>A</a:t>
            </a:r>
            <a:r>
              <a:rPr lang="en-US" altLang="zh-CN" b="1" i="1" baseline="-25000" dirty="0" err="1">
                <a:latin typeface="Times New Roman" panose="02020603050405020304" pitchFamily="18" charset="0"/>
              </a:rPr>
              <a:t>j</a:t>
            </a:r>
            <a:r>
              <a:rPr lang="en-US" altLang="zh-CN" b="1" dirty="0">
                <a:latin typeface="Times New Roman" panose="02020603050405020304" pitchFamily="18" charset="0"/>
                <a:ea typeface="楷体" panose="02010609060101010101" pitchFamily="49" charset="-122"/>
              </a:rPr>
              <a:t> </a:t>
            </a:r>
            <a:r>
              <a:rPr lang="zh-CN" altLang="en-US" b="1" dirty="0">
                <a:latin typeface="Times New Roman" panose="02020603050405020304" pitchFamily="18" charset="0"/>
                <a:ea typeface="楷体" panose="02010609060101010101" pitchFamily="49" charset="-122"/>
              </a:rPr>
              <a:t>产生式</a:t>
            </a:r>
            <a:r>
              <a:rPr lang="el-GR" altLang="zh-CN" b="1" i="1" dirty="0">
                <a:latin typeface="Times New Roman" panose="02020603050405020304" pitchFamily="18" charset="0"/>
              </a:rPr>
              <a:t> </a:t>
            </a:r>
            <a:endParaRPr lang="en-US" altLang="zh-CN" b="1" dirty="0">
              <a:latin typeface="Times New Roman" panose="02020603050405020304" pitchFamily="18" charset="0"/>
              <a:ea typeface="楷体" panose="02010609060101010101" pitchFamily="49" charset="-122"/>
            </a:endParaRPr>
          </a:p>
          <a:p>
            <a:pPr eaLnBrk="1" hangingPunct="1">
              <a:lnSpc>
                <a:spcPts val="2500"/>
              </a:lnSpc>
              <a:spcBef>
                <a:spcPct val="20000"/>
              </a:spcBef>
              <a:buSzPct val="100000"/>
              <a:buFontTx/>
              <a:buAutoNum type="arabicParenR" startAt="5"/>
              <a:defRPr/>
            </a:pPr>
            <a:r>
              <a:rPr lang="en-US" altLang="zh-CN" b="1" dirty="0">
                <a:latin typeface="Times New Roman" panose="02020603050405020304" pitchFamily="18" charset="0"/>
                <a:ea typeface="楷体" panose="02010609060101010101" pitchFamily="49" charset="-122"/>
              </a:rPr>
              <a:t>         }</a:t>
            </a:r>
          </a:p>
          <a:p>
            <a:pPr eaLnBrk="1" hangingPunct="1">
              <a:lnSpc>
                <a:spcPts val="2500"/>
              </a:lnSpc>
              <a:spcBef>
                <a:spcPct val="20000"/>
              </a:spcBef>
              <a:buSzPct val="100000"/>
              <a:buFontTx/>
              <a:buAutoNum type="arabicParenR" startAt="5"/>
              <a:defRPr/>
            </a:pPr>
            <a:r>
              <a:rPr lang="en-US" altLang="zh-CN" b="1" dirty="0">
                <a:latin typeface="Times New Roman" panose="02020603050405020304" pitchFamily="18" charset="0"/>
                <a:ea typeface="楷体" panose="02010609060101010101" pitchFamily="49" charset="-122"/>
              </a:rPr>
              <a:t>         </a:t>
            </a:r>
            <a:r>
              <a:rPr lang="zh-CN" altLang="en-US" b="1" dirty="0">
                <a:latin typeface="Times New Roman" panose="02020603050405020304" pitchFamily="18" charset="0"/>
                <a:ea typeface="楷体" panose="02010609060101010101" pitchFamily="49" charset="-122"/>
              </a:rPr>
              <a:t>消除</a:t>
            </a:r>
            <a:r>
              <a:rPr lang="en-US" altLang="zh-CN" b="1" i="1" dirty="0">
                <a:latin typeface="Times New Roman" panose="02020603050405020304" pitchFamily="18" charset="0"/>
                <a:ea typeface="楷体" panose="02010609060101010101" pitchFamily="49" charset="-122"/>
              </a:rPr>
              <a:t>A</a:t>
            </a:r>
            <a:r>
              <a:rPr lang="en-US" altLang="zh-CN" b="1" i="1" baseline="-25000" dirty="0">
                <a:latin typeface="Times New Roman" panose="02020603050405020304" pitchFamily="18" charset="0"/>
              </a:rPr>
              <a:t>i</a:t>
            </a:r>
            <a:r>
              <a:rPr lang="en-US" altLang="zh-CN" b="1" dirty="0">
                <a:latin typeface="Times New Roman" panose="02020603050405020304" pitchFamily="18" charset="0"/>
                <a:ea typeface="楷体" panose="02010609060101010101" pitchFamily="49" charset="-122"/>
              </a:rPr>
              <a:t> </a:t>
            </a:r>
            <a:r>
              <a:rPr lang="zh-CN" altLang="en-US" b="1" dirty="0">
                <a:latin typeface="Times New Roman" panose="02020603050405020304" pitchFamily="18" charset="0"/>
                <a:ea typeface="楷体" panose="02010609060101010101" pitchFamily="49" charset="-122"/>
              </a:rPr>
              <a:t>产生式之间的直接左递归</a:t>
            </a:r>
            <a:endParaRPr lang="en-US" altLang="zh-CN" b="1" dirty="0">
              <a:latin typeface="Times New Roman" panose="02020603050405020304" pitchFamily="18" charset="0"/>
              <a:ea typeface="楷体" panose="02010609060101010101" pitchFamily="49" charset="-122"/>
            </a:endParaRPr>
          </a:p>
          <a:p>
            <a:pPr eaLnBrk="1" hangingPunct="1">
              <a:lnSpc>
                <a:spcPts val="2500"/>
              </a:lnSpc>
              <a:spcBef>
                <a:spcPct val="20000"/>
              </a:spcBef>
              <a:buSzPct val="100000"/>
              <a:buFontTx/>
              <a:buAutoNum type="arabicParenR" startAt="5"/>
              <a:defRPr/>
            </a:pPr>
            <a:r>
              <a:rPr lang="en-US" altLang="zh-CN" b="1" dirty="0">
                <a:latin typeface="Times New Roman" panose="02020603050405020304" pitchFamily="18" charset="0"/>
                <a:ea typeface="楷体" panose="02010609060101010101" pitchFamily="49" charset="-122"/>
              </a:rPr>
              <a:t> }</a:t>
            </a:r>
          </a:p>
          <a:p>
            <a:pPr eaLnBrk="1" hangingPunct="1">
              <a:lnSpc>
                <a:spcPts val="2500"/>
              </a:lnSpc>
              <a:spcBef>
                <a:spcPct val="20000"/>
              </a:spcBef>
              <a:buSzPct val="100000"/>
              <a:buFont typeface="Symbol" panose="05050102010706020507" pitchFamily="18" charset="2"/>
              <a:buNone/>
              <a:defRPr/>
            </a:pPr>
            <a:r>
              <a:rPr lang="en-US" altLang="zh-CN" sz="1500" b="1" dirty="0">
                <a:latin typeface="Times New Roman" panose="02020603050405020304" pitchFamily="18" charset="0"/>
                <a:ea typeface="楷体" panose="02010609060101010101" pitchFamily="49" charset="-122"/>
              </a:rPr>
              <a:t>                 </a:t>
            </a:r>
          </a:p>
          <a:p>
            <a:pPr eaLnBrk="1" hangingPunct="1">
              <a:lnSpc>
                <a:spcPts val="2500"/>
              </a:lnSpc>
              <a:spcBef>
                <a:spcPct val="20000"/>
              </a:spcBef>
              <a:buSzPct val="100000"/>
              <a:buFont typeface="Symbol" panose="05050102010706020507" pitchFamily="18" charset="2"/>
              <a:buNone/>
              <a:defRPr/>
            </a:pPr>
            <a:endParaRPr lang="zh-CN" altLang="en-US" sz="1500" b="1" dirty="0">
              <a:latin typeface="Times New Roman" panose="02020603050405020304" pitchFamily="18" charset="0"/>
              <a:ea typeface="华文楷体" panose="02010600040101010101" pitchFamily="2" charset="-122"/>
            </a:endParaRPr>
          </a:p>
        </p:txBody>
      </p:sp>
      <p:sp>
        <p:nvSpPr>
          <p:cNvPr id="2" name="对话气泡: 圆角矩形 1">
            <a:extLst>
              <a:ext uri="{FF2B5EF4-FFF2-40B4-BE49-F238E27FC236}">
                <a16:creationId xmlns:a16="http://schemas.microsoft.com/office/drawing/2014/main" id="{5748F852-DDF7-4365-815F-EB7F26F1612B}"/>
              </a:ext>
            </a:extLst>
          </p:cNvPr>
          <p:cNvSpPr/>
          <p:nvPr/>
        </p:nvSpPr>
        <p:spPr>
          <a:xfrm>
            <a:off x="3716413" y="2431881"/>
            <a:ext cx="4167955" cy="626318"/>
          </a:xfrm>
          <a:prstGeom prst="wedgeRoundRectCallout">
            <a:avLst>
              <a:gd name="adj1" fmla="val -27333"/>
              <a:gd name="adj2" fmla="val 86583"/>
              <a:gd name="adj3" fmla="val 16667"/>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err="1">
                <a:solidFill>
                  <a:schemeClr val="tx1"/>
                </a:solidFill>
              </a:rPr>
              <a:t>i</a:t>
            </a:r>
            <a:r>
              <a:rPr lang="en-US" altLang="zh-CN" b="1" dirty="0">
                <a:solidFill>
                  <a:schemeClr val="tx1"/>
                </a:solidFill>
              </a:rPr>
              <a:t>=2</a:t>
            </a:r>
            <a:r>
              <a:rPr lang="zh-CN" altLang="en-US" b="1" dirty="0">
                <a:solidFill>
                  <a:schemeClr val="tx1"/>
                </a:solidFill>
              </a:rPr>
              <a:t>时，将</a:t>
            </a:r>
            <a:r>
              <a:rPr lang="en-US" altLang="zh-CN" b="1" dirty="0">
                <a:solidFill>
                  <a:schemeClr val="tx1"/>
                </a:solidFill>
              </a:rPr>
              <a:t>A2</a:t>
            </a:r>
            <a:r>
              <a:rPr lang="zh-CN" altLang="en-US" b="1" dirty="0">
                <a:solidFill>
                  <a:schemeClr val="tx1"/>
                </a:solidFill>
              </a:rPr>
              <a:t>产生式体中所有首部的</a:t>
            </a:r>
            <a:r>
              <a:rPr lang="en-US" altLang="zh-CN" b="1" dirty="0">
                <a:solidFill>
                  <a:schemeClr val="tx1"/>
                </a:solidFill>
              </a:rPr>
              <a:t>A1</a:t>
            </a:r>
          </a:p>
          <a:p>
            <a:pPr algn="ctr"/>
            <a:r>
              <a:rPr lang="zh-CN" altLang="en-US" b="1" dirty="0">
                <a:solidFill>
                  <a:schemeClr val="tx1"/>
                </a:solidFill>
              </a:rPr>
              <a:t>分别替换为</a:t>
            </a:r>
            <a:r>
              <a:rPr lang="en-US" altLang="zh-CN" b="1" dirty="0">
                <a:solidFill>
                  <a:schemeClr val="tx1"/>
                </a:solidFill>
              </a:rPr>
              <a:t>A1</a:t>
            </a:r>
            <a:r>
              <a:rPr lang="zh-CN" altLang="en-US" b="1" dirty="0">
                <a:solidFill>
                  <a:schemeClr val="tx1"/>
                </a:solidFill>
              </a:rPr>
              <a:t>产生式的右部</a:t>
            </a:r>
          </a:p>
        </p:txBody>
      </p:sp>
      <p:sp>
        <p:nvSpPr>
          <p:cNvPr id="6" name="对话气泡: 圆角矩形 5">
            <a:extLst>
              <a:ext uri="{FF2B5EF4-FFF2-40B4-BE49-F238E27FC236}">
                <a16:creationId xmlns:a16="http://schemas.microsoft.com/office/drawing/2014/main" id="{D566E6D6-7A8F-45F0-B9F1-7A7D9C49E652}"/>
              </a:ext>
            </a:extLst>
          </p:cNvPr>
          <p:cNvSpPr/>
          <p:nvPr/>
        </p:nvSpPr>
        <p:spPr>
          <a:xfrm>
            <a:off x="4572000" y="4105672"/>
            <a:ext cx="4357688" cy="626318"/>
          </a:xfrm>
          <a:prstGeom prst="wedgeRoundRectCallout">
            <a:avLst>
              <a:gd name="adj1" fmla="val -54831"/>
              <a:gd name="adj2" fmla="val 7742"/>
              <a:gd name="adj3" fmla="val 16667"/>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err="1">
                <a:solidFill>
                  <a:schemeClr val="tx1"/>
                </a:solidFill>
                <a:latin typeface="Times New Roman" panose="02020603050405020304" pitchFamily="18" charset="0"/>
                <a:cs typeface="Times New Roman" panose="02020603050405020304" pitchFamily="18" charset="0"/>
              </a:rPr>
              <a:t>i</a:t>
            </a:r>
            <a:r>
              <a:rPr lang="en-US" altLang="zh-CN" sz="2000" b="1" dirty="0">
                <a:solidFill>
                  <a:schemeClr val="tx1"/>
                </a:solidFill>
                <a:latin typeface="Times New Roman" panose="02020603050405020304" pitchFamily="18" charset="0"/>
                <a:cs typeface="Times New Roman" panose="02020603050405020304" pitchFamily="18" charset="0"/>
              </a:rPr>
              <a:t>=1</a:t>
            </a:r>
            <a:r>
              <a:rPr lang="zh-CN" altLang="en-US" sz="2000" b="1" dirty="0">
                <a:solidFill>
                  <a:schemeClr val="tx1"/>
                </a:solidFill>
                <a:latin typeface="Times New Roman" panose="02020603050405020304" pitchFamily="18" charset="0"/>
                <a:cs typeface="Times New Roman" panose="02020603050405020304" pitchFamily="18" charset="0"/>
              </a:rPr>
              <a:t>时，消除</a:t>
            </a:r>
            <a:r>
              <a:rPr lang="en-US" altLang="zh-CN" sz="2000" b="1" dirty="0">
                <a:solidFill>
                  <a:schemeClr val="tx1"/>
                </a:solidFill>
                <a:latin typeface="Times New Roman" panose="02020603050405020304" pitchFamily="18" charset="0"/>
                <a:cs typeface="Times New Roman" panose="02020603050405020304" pitchFamily="18" charset="0"/>
              </a:rPr>
              <a:t>A1</a:t>
            </a:r>
            <a:r>
              <a:rPr lang="zh-CN" altLang="en-US" sz="2000" b="1" dirty="0">
                <a:solidFill>
                  <a:schemeClr val="tx1"/>
                </a:solidFill>
                <a:latin typeface="Times New Roman" panose="02020603050405020304" pitchFamily="18" charset="0"/>
                <a:cs typeface="Times New Roman" panose="02020603050405020304" pitchFamily="18" charset="0"/>
              </a:rPr>
              <a:t>产生式的直接左递归</a:t>
            </a:r>
          </a:p>
        </p:txBody>
      </p:sp>
      <p:sp>
        <p:nvSpPr>
          <p:cNvPr id="7" name="对话气泡: 圆角矩形 6">
            <a:extLst>
              <a:ext uri="{FF2B5EF4-FFF2-40B4-BE49-F238E27FC236}">
                <a16:creationId xmlns:a16="http://schemas.microsoft.com/office/drawing/2014/main" id="{E9E57328-6088-4110-BDCA-A5DBBA2EAEAB}"/>
              </a:ext>
            </a:extLst>
          </p:cNvPr>
          <p:cNvSpPr/>
          <p:nvPr/>
        </p:nvSpPr>
        <p:spPr>
          <a:xfrm>
            <a:off x="4572000" y="4098293"/>
            <a:ext cx="4357688" cy="626318"/>
          </a:xfrm>
          <a:prstGeom prst="wedgeRoundRectCallout">
            <a:avLst>
              <a:gd name="adj1" fmla="val -54831"/>
              <a:gd name="adj2" fmla="val 7742"/>
              <a:gd name="adj3" fmla="val 16667"/>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err="1">
                <a:solidFill>
                  <a:schemeClr val="tx1"/>
                </a:solidFill>
                <a:latin typeface="Times New Roman" panose="02020603050405020304" pitchFamily="18" charset="0"/>
                <a:cs typeface="Times New Roman" panose="02020603050405020304" pitchFamily="18" charset="0"/>
              </a:rPr>
              <a:t>i</a:t>
            </a:r>
            <a:r>
              <a:rPr lang="en-US" altLang="zh-CN" sz="2000" b="1" dirty="0">
                <a:solidFill>
                  <a:schemeClr val="tx1"/>
                </a:solidFill>
                <a:latin typeface="Times New Roman" panose="02020603050405020304" pitchFamily="18" charset="0"/>
                <a:cs typeface="Times New Roman" panose="02020603050405020304" pitchFamily="18" charset="0"/>
              </a:rPr>
              <a:t>=2</a:t>
            </a:r>
            <a:r>
              <a:rPr lang="zh-CN" altLang="en-US" sz="2000" b="1" dirty="0">
                <a:solidFill>
                  <a:schemeClr val="tx1"/>
                </a:solidFill>
                <a:latin typeface="Times New Roman" panose="02020603050405020304" pitchFamily="18" charset="0"/>
                <a:cs typeface="Times New Roman" panose="02020603050405020304" pitchFamily="18" charset="0"/>
              </a:rPr>
              <a:t>时，消除</a:t>
            </a:r>
            <a:r>
              <a:rPr lang="en-US" altLang="zh-CN" sz="2000" b="1" dirty="0">
                <a:solidFill>
                  <a:schemeClr val="tx1"/>
                </a:solidFill>
                <a:latin typeface="Times New Roman" panose="02020603050405020304" pitchFamily="18" charset="0"/>
                <a:cs typeface="Times New Roman" panose="02020603050405020304" pitchFamily="18" charset="0"/>
              </a:rPr>
              <a:t>A2</a:t>
            </a:r>
            <a:r>
              <a:rPr lang="zh-CN" altLang="en-US" sz="2000" b="1" dirty="0">
                <a:solidFill>
                  <a:schemeClr val="tx1"/>
                </a:solidFill>
                <a:latin typeface="Times New Roman" panose="02020603050405020304" pitchFamily="18" charset="0"/>
                <a:cs typeface="Times New Roman" panose="02020603050405020304" pitchFamily="18" charset="0"/>
              </a:rPr>
              <a:t>产生式的直接左递归</a:t>
            </a:r>
          </a:p>
        </p:txBody>
      </p:sp>
      <p:sp>
        <p:nvSpPr>
          <p:cNvPr id="8" name="对话气泡: 圆角矩形 7">
            <a:extLst>
              <a:ext uri="{FF2B5EF4-FFF2-40B4-BE49-F238E27FC236}">
                <a16:creationId xmlns:a16="http://schemas.microsoft.com/office/drawing/2014/main" id="{6B703C46-DEAE-421A-B4EB-79C0123E979B}"/>
              </a:ext>
            </a:extLst>
          </p:cNvPr>
          <p:cNvSpPr/>
          <p:nvPr/>
        </p:nvSpPr>
        <p:spPr>
          <a:xfrm>
            <a:off x="3647047" y="2427186"/>
            <a:ext cx="4600500" cy="626318"/>
          </a:xfrm>
          <a:prstGeom prst="wedgeRoundRectCallout">
            <a:avLst>
              <a:gd name="adj1" fmla="val -27333"/>
              <a:gd name="adj2" fmla="val 86583"/>
              <a:gd name="adj3" fmla="val 16667"/>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err="1">
                <a:solidFill>
                  <a:schemeClr val="tx1"/>
                </a:solidFill>
                <a:latin typeface="Times New Roman" panose="02020603050405020304" pitchFamily="18" charset="0"/>
                <a:cs typeface="Times New Roman" panose="02020603050405020304" pitchFamily="18" charset="0"/>
              </a:rPr>
              <a:t>i</a:t>
            </a:r>
            <a:r>
              <a:rPr lang="en-US" altLang="zh-CN" b="1" dirty="0">
                <a:solidFill>
                  <a:schemeClr val="tx1"/>
                </a:solidFill>
                <a:latin typeface="Times New Roman" panose="02020603050405020304" pitchFamily="18" charset="0"/>
                <a:cs typeface="Times New Roman" panose="02020603050405020304" pitchFamily="18" charset="0"/>
              </a:rPr>
              <a:t>=3</a:t>
            </a:r>
            <a:r>
              <a:rPr lang="zh-CN" altLang="en-US" b="1" dirty="0">
                <a:solidFill>
                  <a:schemeClr val="tx1"/>
                </a:solidFill>
                <a:latin typeface="Times New Roman" panose="02020603050405020304" pitchFamily="18" charset="0"/>
                <a:cs typeface="Times New Roman" panose="02020603050405020304" pitchFamily="18" charset="0"/>
              </a:rPr>
              <a:t>时，将</a:t>
            </a:r>
            <a:r>
              <a:rPr lang="en-US" altLang="zh-CN" b="1" dirty="0">
                <a:solidFill>
                  <a:schemeClr val="tx1"/>
                </a:solidFill>
                <a:latin typeface="Times New Roman" panose="02020603050405020304" pitchFamily="18" charset="0"/>
                <a:cs typeface="Times New Roman" panose="02020603050405020304" pitchFamily="18" charset="0"/>
              </a:rPr>
              <a:t>A3</a:t>
            </a:r>
            <a:r>
              <a:rPr lang="zh-CN" altLang="en-US" b="1" dirty="0">
                <a:solidFill>
                  <a:schemeClr val="tx1"/>
                </a:solidFill>
                <a:latin typeface="Times New Roman" panose="02020603050405020304" pitchFamily="18" charset="0"/>
                <a:cs typeface="Times New Roman" panose="02020603050405020304" pitchFamily="18" charset="0"/>
              </a:rPr>
              <a:t>产生式体中所有首部的</a:t>
            </a:r>
            <a:r>
              <a:rPr lang="en-US" altLang="zh-CN" b="1" dirty="0">
                <a:solidFill>
                  <a:schemeClr val="tx1"/>
                </a:solidFill>
                <a:latin typeface="Times New Roman" panose="02020603050405020304" pitchFamily="18" charset="0"/>
                <a:cs typeface="Times New Roman" panose="02020603050405020304" pitchFamily="18" charset="0"/>
              </a:rPr>
              <a:t>A1</a:t>
            </a:r>
            <a:r>
              <a:rPr lang="zh-CN" altLang="en-US" b="1" dirty="0">
                <a:solidFill>
                  <a:schemeClr val="tx1"/>
                </a:solidFill>
                <a:latin typeface="Times New Roman" panose="02020603050405020304" pitchFamily="18" charset="0"/>
                <a:cs typeface="Times New Roman" panose="02020603050405020304" pitchFamily="18" charset="0"/>
              </a:rPr>
              <a:t>或</a:t>
            </a:r>
            <a:r>
              <a:rPr lang="en-US" altLang="zh-CN" b="1" dirty="0">
                <a:solidFill>
                  <a:schemeClr val="tx1"/>
                </a:solidFill>
                <a:latin typeface="Times New Roman" panose="02020603050405020304" pitchFamily="18" charset="0"/>
                <a:cs typeface="Times New Roman" panose="02020603050405020304" pitchFamily="18" charset="0"/>
              </a:rPr>
              <a:t>A2</a:t>
            </a:r>
            <a:r>
              <a:rPr lang="zh-CN" altLang="en-US" b="1" dirty="0">
                <a:solidFill>
                  <a:schemeClr val="tx1"/>
                </a:solidFill>
                <a:latin typeface="Times New Roman" panose="02020603050405020304" pitchFamily="18" charset="0"/>
                <a:cs typeface="Times New Roman" panose="02020603050405020304" pitchFamily="18" charset="0"/>
              </a:rPr>
              <a:t>分别替换为</a:t>
            </a:r>
            <a:r>
              <a:rPr lang="en-US" altLang="zh-CN" b="1" dirty="0">
                <a:solidFill>
                  <a:schemeClr val="tx1"/>
                </a:solidFill>
                <a:latin typeface="Times New Roman" panose="02020603050405020304" pitchFamily="18" charset="0"/>
                <a:cs typeface="Times New Roman" panose="02020603050405020304" pitchFamily="18" charset="0"/>
              </a:rPr>
              <a:t>A1</a:t>
            </a:r>
            <a:r>
              <a:rPr lang="zh-CN" altLang="en-US" b="1" dirty="0">
                <a:solidFill>
                  <a:schemeClr val="tx1"/>
                </a:solidFill>
                <a:latin typeface="Times New Roman" panose="02020603050405020304" pitchFamily="18" charset="0"/>
                <a:cs typeface="Times New Roman" panose="02020603050405020304" pitchFamily="18" charset="0"/>
              </a:rPr>
              <a:t>或</a:t>
            </a:r>
            <a:r>
              <a:rPr lang="en-US" altLang="zh-CN" b="1" dirty="0">
                <a:solidFill>
                  <a:schemeClr val="tx1"/>
                </a:solidFill>
                <a:latin typeface="Times New Roman" panose="02020603050405020304" pitchFamily="18" charset="0"/>
                <a:cs typeface="Times New Roman" panose="02020603050405020304" pitchFamily="18" charset="0"/>
              </a:rPr>
              <a:t>A2</a:t>
            </a:r>
            <a:r>
              <a:rPr lang="zh-CN" altLang="en-US" b="1" dirty="0">
                <a:solidFill>
                  <a:schemeClr val="tx1"/>
                </a:solidFill>
                <a:latin typeface="Times New Roman" panose="02020603050405020304" pitchFamily="18" charset="0"/>
                <a:cs typeface="Times New Roman" panose="02020603050405020304" pitchFamily="18" charset="0"/>
              </a:rPr>
              <a:t>产生式的右部</a:t>
            </a:r>
          </a:p>
        </p:txBody>
      </p:sp>
      <p:sp>
        <p:nvSpPr>
          <p:cNvPr id="9" name="对话气泡: 圆角矩形 8">
            <a:extLst>
              <a:ext uri="{FF2B5EF4-FFF2-40B4-BE49-F238E27FC236}">
                <a16:creationId xmlns:a16="http://schemas.microsoft.com/office/drawing/2014/main" id="{B8F2B5D1-20CC-48F9-83ED-7A91BF638933}"/>
              </a:ext>
            </a:extLst>
          </p:cNvPr>
          <p:cNvSpPr/>
          <p:nvPr/>
        </p:nvSpPr>
        <p:spPr>
          <a:xfrm>
            <a:off x="4578244" y="4098293"/>
            <a:ext cx="4351443" cy="626318"/>
          </a:xfrm>
          <a:prstGeom prst="wedgeRoundRectCallout">
            <a:avLst>
              <a:gd name="adj1" fmla="val -54831"/>
              <a:gd name="adj2" fmla="val 7742"/>
              <a:gd name="adj3" fmla="val 16667"/>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err="1">
                <a:solidFill>
                  <a:schemeClr val="tx1"/>
                </a:solidFill>
                <a:latin typeface="Times New Roman" panose="02020603050405020304" pitchFamily="18" charset="0"/>
                <a:cs typeface="Times New Roman" panose="02020603050405020304" pitchFamily="18" charset="0"/>
              </a:rPr>
              <a:t>i</a:t>
            </a:r>
            <a:r>
              <a:rPr lang="en-US" altLang="zh-CN" sz="2000" b="1" dirty="0">
                <a:solidFill>
                  <a:schemeClr val="tx1"/>
                </a:solidFill>
                <a:latin typeface="Times New Roman" panose="02020603050405020304" pitchFamily="18" charset="0"/>
                <a:cs typeface="Times New Roman" panose="02020603050405020304" pitchFamily="18" charset="0"/>
              </a:rPr>
              <a:t>=3</a:t>
            </a:r>
            <a:r>
              <a:rPr lang="zh-CN" altLang="en-US" sz="2000" b="1" dirty="0">
                <a:solidFill>
                  <a:schemeClr val="tx1"/>
                </a:solidFill>
                <a:latin typeface="Times New Roman" panose="02020603050405020304" pitchFamily="18" charset="0"/>
                <a:cs typeface="Times New Roman" panose="02020603050405020304" pitchFamily="18" charset="0"/>
              </a:rPr>
              <a:t>时，消除</a:t>
            </a:r>
            <a:r>
              <a:rPr lang="en-US" altLang="zh-CN" sz="2000" b="1" dirty="0">
                <a:solidFill>
                  <a:schemeClr val="tx1"/>
                </a:solidFill>
                <a:latin typeface="Times New Roman" panose="02020603050405020304" pitchFamily="18" charset="0"/>
                <a:cs typeface="Times New Roman" panose="02020603050405020304" pitchFamily="18" charset="0"/>
              </a:rPr>
              <a:t>A3</a:t>
            </a:r>
            <a:r>
              <a:rPr lang="zh-CN" altLang="en-US" sz="2000" b="1" dirty="0">
                <a:solidFill>
                  <a:schemeClr val="tx1"/>
                </a:solidFill>
                <a:latin typeface="Times New Roman" panose="02020603050405020304" pitchFamily="18" charset="0"/>
                <a:cs typeface="Times New Roman" panose="02020603050405020304" pitchFamily="18" charset="0"/>
              </a:rPr>
              <a:t>产生式的直接左递归</a:t>
            </a:r>
          </a:p>
        </p:txBody>
      </p:sp>
      <p:sp>
        <p:nvSpPr>
          <p:cNvPr id="3" name="矩形 2">
            <a:extLst>
              <a:ext uri="{FF2B5EF4-FFF2-40B4-BE49-F238E27FC236}">
                <a16:creationId xmlns:a16="http://schemas.microsoft.com/office/drawing/2014/main" id="{8EE0D566-D188-4A48-9094-10D6A295A9A3}"/>
              </a:ext>
            </a:extLst>
          </p:cNvPr>
          <p:cNvSpPr/>
          <p:nvPr/>
        </p:nvSpPr>
        <p:spPr>
          <a:xfrm>
            <a:off x="1547665" y="1667157"/>
            <a:ext cx="7272808" cy="369332"/>
          </a:xfrm>
          <a:prstGeom prst="rect">
            <a:avLst/>
          </a:prstGeom>
        </p:spPr>
        <p:txBody>
          <a:bodyPr wrap="square">
            <a:spAutoFit/>
          </a:bodyPr>
          <a:lstStyle/>
          <a:p>
            <a:pPr marL="0" lvl="1"/>
            <a:r>
              <a:rPr lang="zh-CN" altLang="en-US" b="1" dirty="0">
                <a:solidFill>
                  <a:srgbClr val="0070C0"/>
                </a:solidFill>
                <a:latin typeface="华文楷体" panose="02010600040101010101" pitchFamily="2" charset="-122"/>
                <a:ea typeface="华文楷体" panose="02010600040101010101" pitchFamily="2" charset="-122"/>
              </a:rPr>
              <a:t>思想：采用代入法将间接左递归变为直接左递归，再消除直接左递归。</a:t>
            </a:r>
            <a:endParaRPr lang="en-US" altLang="zh-CN" b="1" dirty="0">
              <a:solidFill>
                <a:srgbClr val="0070C0"/>
              </a:solidFill>
              <a:latin typeface="华文楷体" panose="02010600040101010101" pitchFamily="2" charset="-122"/>
              <a:ea typeface="华文楷体" panose="02010600040101010101" pitchFamily="2" charset="-122"/>
            </a:endParaRPr>
          </a:p>
        </p:txBody>
      </p:sp>
      <p:sp>
        <p:nvSpPr>
          <p:cNvPr id="5" name="灯片编号占位符 4">
            <a:extLst>
              <a:ext uri="{FF2B5EF4-FFF2-40B4-BE49-F238E27FC236}">
                <a16:creationId xmlns:a16="http://schemas.microsoft.com/office/drawing/2014/main" id="{49B65CDC-A9D6-4921-A70E-00436FDEF839}"/>
              </a:ext>
            </a:extLst>
          </p:cNvPr>
          <p:cNvSpPr>
            <a:spLocks noGrp="1"/>
          </p:cNvSpPr>
          <p:nvPr>
            <p:ph type="sldNum" sz="quarter" idx="12"/>
          </p:nvPr>
        </p:nvSpPr>
        <p:spPr/>
        <p:txBody>
          <a:bodyPr/>
          <a:lstStyle/>
          <a:p>
            <a:pPr>
              <a:defRPr/>
            </a:pPr>
            <a:fld id="{EA567855-7F13-4FC5-AD61-2B82F6443E16}" type="slidenum">
              <a:rPr lang="zh-CN" altLang="en-US" smtClean="0"/>
              <a:pPr>
                <a:defRPr/>
              </a:pPr>
              <a:t>25</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1" nodeType="clickEffect">
                                  <p:stCondLst>
                                    <p:cond delay="0"/>
                                  </p:stCondLst>
                                  <p:childTnLst>
                                    <p:animEffect transition="out" filter="wipe(down)">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down)">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grpId="1" nodeType="clickEffect">
                                  <p:stCondLst>
                                    <p:cond delay="0"/>
                                  </p:stCondLst>
                                  <p:childTnLst>
                                    <p:animEffect transition="out" filter="wipe(down)">
                                      <p:cBhvr>
                                        <p:cTn id="21" dur="500"/>
                                        <p:tgtEl>
                                          <p:spTgt spid="2"/>
                                        </p:tgtEl>
                                      </p:cBhvr>
                                    </p:animEffect>
                                    <p:set>
                                      <p:cBhvr>
                                        <p:cTn id="22" dur="1" fill="hold">
                                          <p:stCondLst>
                                            <p:cond delay="499"/>
                                          </p:stCondLst>
                                        </p:cTn>
                                        <p:tgtEl>
                                          <p:spTgt spid="2"/>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down)">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xit" presetSubtype="4" fill="hold" grpId="1" nodeType="clickEffect">
                                  <p:stCondLst>
                                    <p:cond delay="0"/>
                                  </p:stCondLst>
                                  <p:childTnLst>
                                    <p:animEffect transition="out" filter="wipe(down)">
                                      <p:cBhvr>
                                        <p:cTn id="31" dur="500"/>
                                        <p:tgtEl>
                                          <p:spTgt spid="7"/>
                                        </p:tgtEl>
                                      </p:cBhvr>
                                    </p:animEffect>
                                    <p:set>
                                      <p:cBhvr>
                                        <p:cTn id="32" dur="1" fill="hold">
                                          <p:stCondLst>
                                            <p:cond delay="499"/>
                                          </p:stCondLst>
                                        </p:cTn>
                                        <p:tgtEl>
                                          <p:spTgt spid="7"/>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wipe(down)">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xit" presetSubtype="4" fill="hold" grpId="1" nodeType="clickEffect">
                                  <p:stCondLst>
                                    <p:cond delay="0"/>
                                  </p:stCondLst>
                                  <p:childTnLst>
                                    <p:animEffect transition="out" filter="wipe(down)">
                                      <p:cBhvr>
                                        <p:cTn id="41" dur="500"/>
                                        <p:tgtEl>
                                          <p:spTgt spid="8"/>
                                        </p:tgtEl>
                                      </p:cBhvr>
                                    </p:animEffect>
                                    <p:set>
                                      <p:cBhvr>
                                        <p:cTn id="42" dur="1" fill="hold">
                                          <p:stCondLst>
                                            <p:cond delay="499"/>
                                          </p:stCondLst>
                                        </p:cTn>
                                        <p:tgtEl>
                                          <p:spTgt spid="8"/>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wipe(down)">
                                      <p:cBhvr>
                                        <p:cTn id="47" dur="500"/>
                                        <p:tgtEl>
                                          <p:spTgt spid="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xit" presetSubtype="4" fill="hold" grpId="1" nodeType="clickEffect">
                                  <p:stCondLst>
                                    <p:cond delay="0"/>
                                  </p:stCondLst>
                                  <p:childTnLst>
                                    <p:animEffect transition="out" filter="wipe(down)">
                                      <p:cBhvr>
                                        <p:cTn id="51" dur="500"/>
                                        <p:tgtEl>
                                          <p:spTgt spid="9"/>
                                        </p:tgtEl>
                                      </p:cBhvr>
                                    </p:animEffect>
                                    <p:set>
                                      <p:cBhvr>
                                        <p:cTn id="52"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6" grpId="0" animBg="1"/>
      <p:bldP spid="6" grpId="1" animBg="1"/>
      <p:bldP spid="7" grpId="0" animBg="1"/>
      <p:bldP spid="7" grpId="1" animBg="1"/>
      <p:bldP spid="8" grpId="0" animBg="1"/>
      <p:bldP spid="8" grpId="1" animBg="1"/>
      <p:bldP spid="9" grpId="0" animBg="1"/>
      <p:bldP spid="9" grpId="1"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475" name="Rectangle 3">
            <a:extLst>
              <a:ext uri="{FF2B5EF4-FFF2-40B4-BE49-F238E27FC236}">
                <a16:creationId xmlns:a16="http://schemas.microsoft.com/office/drawing/2014/main" id="{710624DE-1075-4B97-9CBF-98E1699205E8}"/>
              </a:ext>
            </a:extLst>
          </p:cNvPr>
          <p:cNvSpPr>
            <a:spLocks noGrp="1" noChangeArrowheads="1"/>
          </p:cNvSpPr>
          <p:nvPr>
            <p:ph idx="1"/>
          </p:nvPr>
        </p:nvSpPr>
        <p:spPr>
          <a:xfrm>
            <a:off x="856427" y="1563638"/>
            <a:ext cx="3410770" cy="2035789"/>
          </a:xfrm>
        </p:spPr>
        <p:txBody>
          <a:bodyPr/>
          <a:lstStyle/>
          <a:p>
            <a:pPr eaLnBrk="1" hangingPunct="1">
              <a:lnSpc>
                <a:spcPct val="80000"/>
              </a:lnSpc>
              <a:defRPr/>
            </a:pPr>
            <a:r>
              <a:rPr lang="zh-CN" altLang="en-US" sz="2600" b="1" dirty="0">
                <a:solidFill>
                  <a:schemeClr val="tx1"/>
                </a:solidFill>
                <a:cs typeface="Times New Roman" panose="02020603050405020304" pitchFamily="18" charset="0"/>
              </a:rPr>
              <a:t>文法</a:t>
            </a:r>
            <a:r>
              <a:rPr lang="en-US" altLang="zh-CN" sz="2600" b="1" i="1" dirty="0">
                <a:solidFill>
                  <a:schemeClr val="tx1"/>
                </a:solidFill>
                <a:cs typeface="Times New Roman" panose="02020603050405020304" pitchFamily="18" charset="0"/>
              </a:rPr>
              <a:t>G</a:t>
            </a:r>
          </a:p>
          <a:p>
            <a:pPr marL="627063" lvl="2" indent="0" eaLnBrk="1" hangingPunct="1">
              <a:lnSpc>
                <a:spcPct val="90000"/>
              </a:lnSpc>
              <a:buClrTx/>
              <a:buNone/>
              <a:defRPr/>
            </a:pPr>
            <a:r>
              <a:rPr lang="pt-BR" altLang="zh-CN" sz="2800" b="1" i="1" dirty="0">
                <a:solidFill>
                  <a:schemeClr val="tx1"/>
                </a:solidFill>
                <a:ea typeface="楷体_GB2312" pitchFamily="49" charset="-122"/>
                <a:cs typeface="Times New Roman" panose="02020603050405020304" pitchFamily="18" charset="0"/>
              </a:rPr>
              <a:t>S</a:t>
            </a:r>
            <a:r>
              <a:rPr lang="pt-BR" altLang="zh-CN" sz="2800" b="1" dirty="0">
                <a:solidFill>
                  <a:schemeClr val="tx1"/>
                </a:solidFill>
                <a:ea typeface="楷体_GB2312" pitchFamily="49" charset="-122"/>
                <a:cs typeface="Times New Roman" panose="02020603050405020304" pitchFamily="18" charset="0"/>
              </a:rPr>
              <a:t> → </a:t>
            </a:r>
            <a:r>
              <a:rPr lang="pt-BR" altLang="zh-CN" sz="2800" b="1" i="1" dirty="0">
                <a:solidFill>
                  <a:srgbClr val="0070C0"/>
                </a:solidFill>
                <a:ea typeface="楷体_GB2312" pitchFamily="49" charset="-122"/>
                <a:cs typeface="Times New Roman" panose="02020603050405020304" pitchFamily="18" charset="0"/>
              </a:rPr>
              <a:t>a</a:t>
            </a:r>
            <a:r>
              <a:rPr lang="pt-BR" altLang="zh-CN" sz="2800" b="1" i="1" dirty="0">
                <a:solidFill>
                  <a:srgbClr val="FF0000"/>
                </a:solidFill>
                <a:ea typeface="楷体_GB2312" pitchFamily="49" charset="-122"/>
                <a:cs typeface="Times New Roman" panose="02020603050405020304" pitchFamily="18" charset="0"/>
              </a:rPr>
              <a:t>Ad </a:t>
            </a:r>
            <a:r>
              <a:rPr lang="pt-BR" altLang="zh-CN" sz="2800" b="1" dirty="0">
                <a:solidFill>
                  <a:schemeClr val="tx1"/>
                </a:solidFill>
                <a:ea typeface="楷体_GB2312" pitchFamily="49" charset="-122"/>
                <a:cs typeface="Times New Roman" panose="02020603050405020304" pitchFamily="18" charset="0"/>
              </a:rPr>
              <a:t>| </a:t>
            </a:r>
            <a:r>
              <a:rPr lang="pt-BR" altLang="zh-CN" sz="2800" b="1" i="1" dirty="0">
                <a:solidFill>
                  <a:srgbClr val="0070C0"/>
                </a:solidFill>
                <a:ea typeface="楷体_GB2312" pitchFamily="49" charset="-122"/>
                <a:cs typeface="Times New Roman" panose="02020603050405020304" pitchFamily="18" charset="0"/>
              </a:rPr>
              <a:t>a</a:t>
            </a:r>
            <a:r>
              <a:rPr lang="pt-BR" altLang="zh-CN" sz="2800" b="1" i="1" dirty="0">
                <a:solidFill>
                  <a:srgbClr val="FF0000"/>
                </a:solidFill>
                <a:ea typeface="楷体_GB2312" pitchFamily="49" charset="-122"/>
                <a:cs typeface="Times New Roman" panose="02020603050405020304" pitchFamily="18" charset="0"/>
              </a:rPr>
              <a:t>Be</a:t>
            </a:r>
          </a:p>
          <a:p>
            <a:pPr marL="627063" lvl="2" indent="0" eaLnBrk="1" hangingPunct="1">
              <a:lnSpc>
                <a:spcPct val="90000"/>
              </a:lnSpc>
              <a:buClrTx/>
              <a:buNone/>
              <a:defRPr/>
            </a:pPr>
            <a:r>
              <a:rPr lang="pt-BR" altLang="zh-CN" sz="2800" b="1" i="1" dirty="0">
                <a:solidFill>
                  <a:schemeClr val="tx1"/>
                </a:solidFill>
                <a:ea typeface="楷体_GB2312" pitchFamily="49" charset="-122"/>
                <a:cs typeface="Times New Roman" panose="02020603050405020304" pitchFamily="18" charset="0"/>
              </a:rPr>
              <a:t>A</a:t>
            </a:r>
            <a:r>
              <a:rPr lang="pt-BR" altLang="zh-CN" sz="2800" b="1" dirty="0">
                <a:solidFill>
                  <a:schemeClr val="tx1"/>
                </a:solidFill>
                <a:ea typeface="楷体_GB2312" pitchFamily="49" charset="-122"/>
                <a:cs typeface="Times New Roman" panose="02020603050405020304" pitchFamily="18" charset="0"/>
              </a:rPr>
              <a:t> → </a:t>
            </a:r>
            <a:r>
              <a:rPr lang="pt-BR" altLang="zh-CN" sz="2800" b="1" i="1" dirty="0">
                <a:solidFill>
                  <a:schemeClr val="tx1"/>
                </a:solidFill>
                <a:ea typeface="楷体_GB2312" pitchFamily="49" charset="-122"/>
                <a:cs typeface="Times New Roman" panose="02020603050405020304" pitchFamily="18" charset="0"/>
              </a:rPr>
              <a:t>c</a:t>
            </a:r>
          </a:p>
          <a:p>
            <a:pPr marL="627063" lvl="2" indent="0" eaLnBrk="1" hangingPunct="1">
              <a:lnSpc>
                <a:spcPct val="90000"/>
              </a:lnSpc>
              <a:buClrTx/>
              <a:buNone/>
              <a:defRPr/>
            </a:pPr>
            <a:r>
              <a:rPr lang="pt-BR" altLang="zh-CN" sz="2800" b="1" i="1" dirty="0">
                <a:solidFill>
                  <a:schemeClr val="tx1"/>
                </a:solidFill>
                <a:ea typeface="楷体_GB2312" pitchFamily="49" charset="-122"/>
                <a:cs typeface="Times New Roman" panose="02020603050405020304" pitchFamily="18" charset="0"/>
              </a:rPr>
              <a:t>B </a:t>
            </a:r>
            <a:r>
              <a:rPr lang="pt-BR" altLang="zh-CN" sz="2800" b="1" dirty="0">
                <a:solidFill>
                  <a:schemeClr val="tx1"/>
                </a:solidFill>
                <a:ea typeface="楷体_GB2312" pitchFamily="49" charset="-122"/>
                <a:cs typeface="Times New Roman" panose="02020603050405020304" pitchFamily="18" charset="0"/>
              </a:rPr>
              <a:t>→ </a:t>
            </a:r>
            <a:r>
              <a:rPr lang="pt-BR" altLang="zh-CN" sz="2800" b="1" i="1" dirty="0">
                <a:solidFill>
                  <a:schemeClr val="tx1"/>
                </a:solidFill>
                <a:ea typeface="楷体_GB2312" pitchFamily="49" charset="-122"/>
                <a:cs typeface="Times New Roman" panose="02020603050405020304" pitchFamily="18" charset="0"/>
              </a:rPr>
              <a:t>b</a:t>
            </a:r>
            <a:endParaRPr lang="en-US" altLang="zh-CN" sz="3200" i="1" dirty="0">
              <a:solidFill>
                <a:schemeClr val="tx1"/>
              </a:solidFill>
              <a:ea typeface="楷体_GB2312" pitchFamily="49" charset="-122"/>
              <a:cs typeface="Times New Roman" panose="02020603050405020304" pitchFamily="18" charset="0"/>
            </a:endParaRPr>
          </a:p>
          <a:p>
            <a:pPr eaLnBrk="1" hangingPunct="1">
              <a:lnSpc>
                <a:spcPct val="80000"/>
              </a:lnSpc>
              <a:buFont typeface="Wingdings" panose="05000000000000000000" pitchFamily="2" charset="2"/>
              <a:buNone/>
              <a:defRPr/>
            </a:pPr>
            <a:endParaRPr lang="en-US" altLang="zh-CN" sz="2800" dirty="0">
              <a:ea typeface="楷体_GB2312" pitchFamily="49" charset="-122"/>
              <a:cs typeface="Times New Roman" panose="02020603050405020304" pitchFamily="18" charset="0"/>
            </a:endParaRPr>
          </a:p>
          <a:p>
            <a:pPr eaLnBrk="1" hangingPunct="1">
              <a:lnSpc>
                <a:spcPct val="80000"/>
              </a:lnSpc>
              <a:buFont typeface="Wingdings" panose="05000000000000000000" pitchFamily="2" charset="2"/>
              <a:buNone/>
              <a:defRPr/>
            </a:pPr>
            <a:r>
              <a:rPr lang="en-US" altLang="zh-CN" sz="2800" dirty="0">
                <a:ea typeface="楷体_GB2312" pitchFamily="49" charset="-122"/>
                <a:cs typeface="Times New Roman" panose="02020603050405020304" pitchFamily="18" charset="0"/>
              </a:rPr>
              <a:t>		</a:t>
            </a:r>
            <a:endParaRPr lang="zh-CN" altLang="en-US" sz="2800" dirty="0">
              <a:ea typeface="楷体_GB2312" pitchFamily="49" charset="-122"/>
              <a:cs typeface="Times New Roman" panose="02020603050405020304" pitchFamily="18" charset="0"/>
            </a:endParaRPr>
          </a:p>
        </p:txBody>
      </p:sp>
      <p:sp>
        <p:nvSpPr>
          <p:cNvPr id="51203" name="Rectangle 2">
            <a:extLst>
              <a:ext uri="{FF2B5EF4-FFF2-40B4-BE49-F238E27FC236}">
                <a16:creationId xmlns:a16="http://schemas.microsoft.com/office/drawing/2014/main" id="{C94D9475-4505-442E-9EDF-F0FB0B0C8828}"/>
              </a:ext>
            </a:extLst>
          </p:cNvPr>
          <p:cNvSpPr>
            <a:spLocks noGrp="1" noChangeArrowheads="1"/>
          </p:cNvSpPr>
          <p:nvPr>
            <p:ph type="title"/>
          </p:nvPr>
        </p:nvSpPr>
        <p:spPr>
          <a:xfrm>
            <a:off x="755650" y="268288"/>
            <a:ext cx="7931150" cy="358775"/>
          </a:xfrm>
        </p:spPr>
        <p:txBody>
          <a:bodyPr/>
          <a:lstStyle/>
          <a:p>
            <a:pPr eaLnBrk="1" hangingPunct="1">
              <a:defRPr/>
            </a:pPr>
            <a:r>
              <a:rPr lang="zh-CN" altLang="en-US" spc="300" dirty="0">
                <a:latin typeface="微软雅黑" pitchFamily="34" charset="-122"/>
                <a:ea typeface="微软雅黑" pitchFamily="34" charset="-122"/>
                <a:cs typeface="Times New Roman" pitchFamily="18" charset="0"/>
              </a:rPr>
              <a:t>对上下文无关文法的改造</a:t>
            </a:r>
            <a:endParaRPr lang="zh-CN" altLang="en-US" sz="2500" spc="300" dirty="0">
              <a:solidFill>
                <a:schemeClr val="tx1"/>
              </a:solidFill>
              <a:ea typeface="微软雅黑" pitchFamily="34" charset="-122"/>
              <a:cs typeface="Times New Roman" pitchFamily="18" charset="0"/>
            </a:endParaRPr>
          </a:p>
        </p:txBody>
      </p:sp>
      <p:sp>
        <p:nvSpPr>
          <p:cNvPr id="3" name="下箭头 2">
            <a:extLst>
              <a:ext uri="{FF2B5EF4-FFF2-40B4-BE49-F238E27FC236}">
                <a16:creationId xmlns:a16="http://schemas.microsoft.com/office/drawing/2014/main" id="{32C611D3-4639-4ACE-94AC-F930153CC21B}"/>
              </a:ext>
            </a:extLst>
          </p:cNvPr>
          <p:cNvSpPr/>
          <p:nvPr/>
        </p:nvSpPr>
        <p:spPr>
          <a:xfrm rot="16200000">
            <a:off x="4372261" y="2355850"/>
            <a:ext cx="1081088" cy="431800"/>
          </a:xfrm>
          <a:prstGeom prst="downArrow">
            <a:avLst/>
          </a:prstGeom>
          <a:solidFill>
            <a:schemeClr val="tx2">
              <a:lumMod val="60000"/>
              <a:lumOff val="4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solidFill>
                <a:srgbClr val="FFFFFF"/>
              </a:solidFill>
            </a:endParaRPr>
          </a:p>
        </p:txBody>
      </p:sp>
      <p:sp>
        <p:nvSpPr>
          <p:cNvPr id="2" name="矩形 1">
            <a:extLst>
              <a:ext uri="{FF2B5EF4-FFF2-40B4-BE49-F238E27FC236}">
                <a16:creationId xmlns:a16="http://schemas.microsoft.com/office/drawing/2014/main" id="{A1D79F99-28A1-4D7F-9C06-473712CBD36C}"/>
              </a:ext>
            </a:extLst>
          </p:cNvPr>
          <p:cNvSpPr/>
          <p:nvPr/>
        </p:nvSpPr>
        <p:spPr>
          <a:xfrm>
            <a:off x="854087" y="3939902"/>
            <a:ext cx="7462329" cy="861774"/>
          </a:xfrm>
          <a:prstGeom prst="rect">
            <a:avLst/>
          </a:prstGeom>
          <a:solidFill>
            <a:schemeClr val="accent5">
              <a:lumMod val="60000"/>
              <a:lumOff val="40000"/>
            </a:schemeClr>
          </a:solidFill>
          <a:ln w="12700">
            <a:solidFill>
              <a:schemeClr val="tx1"/>
            </a:solidFill>
          </a:ln>
        </p:spPr>
        <p:txBody>
          <a:bodyPr wrap="square">
            <a:spAutoFit/>
          </a:bodyPr>
          <a:lstStyle/>
          <a:p>
            <a:pPr eaLnBrk="1" hangingPunct="1">
              <a:defRPr/>
            </a:pPr>
            <a:r>
              <a:rPr lang="zh-CN" altLang="en-US" sz="2500" b="1" kern="0" dirty="0">
                <a:latin typeface="+mn-ea"/>
                <a:ea typeface="+mn-ea"/>
                <a:cs typeface="Times New Roman" pitchFamily="18" charset="0"/>
              </a:rPr>
              <a:t>思想：通过改写产生式来</a:t>
            </a:r>
            <a:r>
              <a:rPr lang="zh-CN" altLang="en-US" sz="2500" b="1" kern="0" dirty="0">
                <a:solidFill>
                  <a:schemeClr val="tx2">
                    <a:lumMod val="60000"/>
                    <a:lumOff val="40000"/>
                  </a:schemeClr>
                </a:solidFill>
                <a:latin typeface="+mn-ea"/>
                <a:ea typeface="+mn-ea"/>
                <a:cs typeface="Times New Roman" pitchFamily="18" charset="0"/>
              </a:rPr>
              <a:t>推迟决定</a:t>
            </a:r>
            <a:r>
              <a:rPr lang="zh-CN" altLang="en-US" sz="2500" b="1" kern="0" dirty="0">
                <a:latin typeface="+mn-ea"/>
                <a:ea typeface="+mn-ea"/>
                <a:cs typeface="Times New Roman" pitchFamily="18" charset="0"/>
              </a:rPr>
              <a:t>，等读入了足够多的输入，获得足够信息后再做出正确的选择。</a:t>
            </a:r>
          </a:p>
        </p:txBody>
      </p:sp>
      <p:sp>
        <p:nvSpPr>
          <p:cNvPr id="6" name="Rectangle 3">
            <a:extLst>
              <a:ext uri="{FF2B5EF4-FFF2-40B4-BE49-F238E27FC236}">
                <a16:creationId xmlns:a16="http://schemas.microsoft.com/office/drawing/2014/main" id="{28FF699F-DCF7-4156-BFEF-3B5C15CFB9C2}"/>
              </a:ext>
            </a:extLst>
          </p:cNvPr>
          <p:cNvSpPr txBox="1">
            <a:spLocks noChangeArrowheads="1"/>
          </p:cNvSpPr>
          <p:nvPr/>
        </p:nvSpPr>
        <p:spPr bwMode="auto">
          <a:xfrm>
            <a:off x="5094144" y="1563638"/>
            <a:ext cx="2747960" cy="2197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ct val="20000"/>
              </a:spcBef>
              <a:spcAft>
                <a:spcPct val="0"/>
              </a:spcAft>
              <a:buClrTx/>
              <a:buSzPct val="100000"/>
              <a:buFont typeface="Wingdings" panose="05000000000000000000" pitchFamily="2" charset="2"/>
              <a:buChar char="Ø"/>
              <a:defRPr sz="2400" b="1" kern="1200" baseline="0">
                <a:solidFill>
                  <a:schemeClr val="tx1"/>
                </a:solidFill>
                <a:latin typeface="Times New Roman" panose="02020603050405020304" pitchFamily="18" charset="0"/>
                <a:ea typeface="+mn-ea"/>
                <a:cs typeface="+mn-cs"/>
              </a:defRPr>
            </a:lvl1pPr>
            <a:lvl2pPr marL="576263" indent="-273050" algn="l" rtl="0" eaLnBrk="0" fontAlgn="base" hangingPunct="0">
              <a:spcBef>
                <a:spcPct val="20000"/>
              </a:spcBef>
              <a:spcAft>
                <a:spcPct val="0"/>
              </a:spcAft>
              <a:buClrTx/>
              <a:buSzPct val="100000"/>
              <a:buFont typeface="Wingdings" panose="05000000000000000000" pitchFamily="2" charset="2"/>
              <a:buChar char="Ø"/>
              <a:defRPr sz="2200" b="1" kern="1200" baseline="0">
                <a:solidFill>
                  <a:schemeClr val="tx1"/>
                </a:solidFill>
                <a:latin typeface="Times New Roman" panose="02020603050405020304" pitchFamily="18" charset="0"/>
                <a:ea typeface="+mn-ea"/>
                <a:cs typeface="+mn-cs"/>
              </a:defRPr>
            </a:lvl2pPr>
            <a:lvl3pPr marL="855663" indent="-228600" algn="l" rtl="0" eaLnBrk="0" fontAlgn="base" hangingPunct="0">
              <a:spcBef>
                <a:spcPct val="20000"/>
              </a:spcBef>
              <a:spcAft>
                <a:spcPct val="0"/>
              </a:spcAft>
              <a:buClrTx/>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3pPr>
            <a:lvl4pPr marL="1143000" indent="-228600" algn="l" rtl="0" eaLnBrk="0" fontAlgn="base" hangingPunct="0">
              <a:spcBef>
                <a:spcPct val="20000"/>
              </a:spcBef>
              <a:spcAft>
                <a:spcPct val="0"/>
              </a:spcAft>
              <a:buClrTx/>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4pPr>
            <a:lvl5pPr marL="1462088" indent="-228600" algn="l" rtl="0" eaLnBrk="0" fontAlgn="base" hangingPunct="0">
              <a:spcBef>
                <a:spcPct val="20000"/>
              </a:spcBef>
              <a:spcAft>
                <a:spcPct val="0"/>
              </a:spcAft>
              <a:buClrTx/>
              <a:buSzPct val="100000"/>
              <a:buFont typeface="Wingdings" panose="05000000000000000000" pitchFamily="2" charset="2"/>
              <a:buChar char="Ø"/>
              <a:defRPr sz="1600" b="1" kern="1200" baseline="0">
                <a:solidFill>
                  <a:schemeClr val="tx1"/>
                </a:solidFill>
                <a:latin typeface="Times New Roman" panose="02020603050405020304" pitchFamily="18" charset="0"/>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a:lstStyle>
          <a:p>
            <a:pPr eaLnBrk="1" hangingPunct="1">
              <a:lnSpc>
                <a:spcPct val="80000"/>
              </a:lnSpc>
              <a:defRPr/>
            </a:pPr>
            <a:r>
              <a:rPr lang="zh-CN" altLang="en-US" sz="2600" dirty="0">
                <a:cs typeface="Times New Roman" panose="02020603050405020304" pitchFamily="18" charset="0"/>
              </a:rPr>
              <a:t>文法</a:t>
            </a:r>
            <a:r>
              <a:rPr lang="en-US" altLang="zh-CN" sz="2600" i="1" dirty="0">
                <a:cs typeface="Times New Roman" panose="02020603050405020304" pitchFamily="18" charset="0"/>
              </a:rPr>
              <a:t>G </a:t>
            </a:r>
            <a:r>
              <a:rPr lang="en-US" altLang="zh-CN" sz="2600" i="1" dirty="0">
                <a:ea typeface="楷体_GB2312" pitchFamily="49" charset="-122"/>
                <a:cs typeface="Times New Roman" panose="02020603050405020304" pitchFamily="18" charset="0"/>
              </a:rPr>
              <a:t>'</a:t>
            </a:r>
          </a:p>
          <a:p>
            <a:pPr marL="627063" lvl="2" indent="0" eaLnBrk="1" hangingPunct="1">
              <a:lnSpc>
                <a:spcPct val="90000"/>
              </a:lnSpc>
              <a:buNone/>
              <a:defRPr/>
            </a:pPr>
            <a:r>
              <a:rPr lang="en-US" altLang="zh-CN" sz="2800" i="1" dirty="0">
                <a:ea typeface="楷体_GB2312" pitchFamily="49" charset="-122"/>
                <a:cs typeface="Times New Roman" panose="02020603050405020304" pitchFamily="18" charset="0"/>
              </a:rPr>
              <a:t>S → </a:t>
            </a:r>
            <a:r>
              <a:rPr lang="en-US" altLang="zh-CN" sz="2800" i="1" dirty="0">
                <a:solidFill>
                  <a:srgbClr val="0070C0"/>
                </a:solidFill>
                <a:ea typeface="楷体_GB2312" pitchFamily="49" charset="-122"/>
                <a:cs typeface="Times New Roman" panose="02020603050405020304" pitchFamily="18" charset="0"/>
              </a:rPr>
              <a:t>a</a:t>
            </a:r>
            <a:r>
              <a:rPr lang="en-US" altLang="zh-CN" sz="2800" i="1" dirty="0">
                <a:ea typeface="楷体_GB2312" pitchFamily="49" charset="-122"/>
                <a:cs typeface="Times New Roman" panose="02020603050405020304" pitchFamily="18" charset="0"/>
              </a:rPr>
              <a:t> </a:t>
            </a:r>
            <a:r>
              <a:rPr lang="en-US" altLang="zh-CN" sz="2800" i="1" dirty="0">
                <a:solidFill>
                  <a:srgbClr val="FF0000"/>
                </a:solidFill>
                <a:ea typeface="楷体_GB2312" pitchFamily="49" charset="-122"/>
                <a:cs typeface="Times New Roman" panose="02020603050405020304" pitchFamily="18" charset="0"/>
              </a:rPr>
              <a:t>S'</a:t>
            </a:r>
          </a:p>
          <a:p>
            <a:pPr marL="627063" lvl="2" indent="0" eaLnBrk="1" hangingPunct="1">
              <a:lnSpc>
                <a:spcPct val="90000"/>
              </a:lnSpc>
              <a:buNone/>
              <a:defRPr/>
            </a:pPr>
            <a:r>
              <a:rPr lang="en-US" altLang="zh-CN" sz="2800" i="1" dirty="0">
                <a:solidFill>
                  <a:srgbClr val="FF0000"/>
                </a:solidFill>
                <a:ea typeface="楷体_GB2312" pitchFamily="49" charset="-122"/>
                <a:cs typeface="Times New Roman" panose="02020603050405020304" pitchFamily="18" charset="0"/>
              </a:rPr>
              <a:t>S' → Ad | Be</a:t>
            </a:r>
          </a:p>
          <a:p>
            <a:pPr marL="627063" lvl="2" indent="0" eaLnBrk="1" hangingPunct="1">
              <a:lnSpc>
                <a:spcPct val="90000"/>
              </a:lnSpc>
              <a:buNone/>
              <a:defRPr/>
            </a:pPr>
            <a:r>
              <a:rPr lang="en-US" altLang="zh-CN" sz="2800" i="1" dirty="0">
                <a:ea typeface="楷体_GB2312" pitchFamily="49" charset="-122"/>
                <a:cs typeface="Times New Roman" panose="02020603050405020304" pitchFamily="18" charset="0"/>
              </a:rPr>
              <a:t>A → c</a:t>
            </a:r>
          </a:p>
          <a:p>
            <a:pPr marL="627063" lvl="2" indent="0" eaLnBrk="1" hangingPunct="1">
              <a:lnSpc>
                <a:spcPct val="90000"/>
              </a:lnSpc>
              <a:buNone/>
              <a:defRPr/>
            </a:pPr>
            <a:r>
              <a:rPr lang="en-US" altLang="zh-CN" sz="2800" i="1" dirty="0">
                <a:ea typeface="楷体_GB2312" pitchFamily="49" charset="-122"/>
                <a:cs typeface="Times New Roman" panose="02020603050405020304" pitchFamily="18" charset="0"/>
              </a:rPr>
              <a:t>B → b</a:t>
            </a:r>
          </a:p>
          <a:p>
            <a:pPr eaLnBrk="1" hangingPunct="1">
              <a:lnSpc>
                <a:spcPct val="80000"/>
              </a:lnSpc>
              <a:buFont typeface="Wingdings" panose="05000000000000000000" pitchFamily="2" charset="2"/>
              <a:buNone/>
              <a:defRPr/>
            </a:pPr>
            <a:endParaRPr lang="en-US" altLang="zh-CN" sz="2800" dirty="0">
              <a:ea typeface="楷体_GB2312" pitchFamily="49" charset="-122"/>
              <a:cs typeface="Times New Roman" panose="02020603050405020304" pitchFamily="18" charset="0"/>
            </a:endParaRPr>
          </a:p>
          <a:p>
            <a:pPr eaLnBrk="1" hangingPunct="1">
              <a:lnSpc>
                <a:spcPct val="80000"/>
              </a:lnSpc>
              <a:buFont typeface="Wingdings" panose="05000000000000000000" pitchFamily="2" charset="2"/>
              <a:buNone/>
              <a:defRPr/>
            </a:pPr>
            <a:r>
              <a:rPr lang="en-US" altLang="zh-CN" sz="2800" dirty="0">
                <a:ea typeface="楷体_GB2312" pitchFamily="49" charset="-122"/>
                <a:cs typeface="Times New Roman" panose="02020603050405020304" pitchFamily="18" charset="0"/>
              </a:rPr>
              <a:t>		</a:t>
            </a:r>
            <a:endParaRPr lang="zh-CN" altLang="en-US" sz="2800" dirty="0">
              <a:ea typeface="楷体_GB2312" pitchFamily="49" charset="-122"/>
              <a:cs typeface="Times New Roman" panose="02020603050405020304" pitchFamily="18" charset="0"/>
            </a:endParaRPr>
          </a:p>
        </p:txBody>
      </p:sp>
      <p:sp>
        <p:nvSpPr>
          <p:cNvPr id="4" name="矩形 3">
            <a:extLst>
              <a:ext uri="{FF2B5EF4-FFF2-40B4-BE49-F238E27FC236}">
                <a16:creationId xmlns:a16="http://schemas.microsoft.com/office/drawing/2014/main" id="{52C164C5-CCDC-4B39-82A2-5983D602BC6A}"/>
              </a:ext>
            </a:extLst>
          </p:cNvPr>
          <p:cNvSpPr/>
          <p:nvPr/>
        </p:nvSpPr>
        <p:spPr>
          <a:xfrm>
            <a:off x="854087" y="913776"/>
            <a:ext cx="5614037" cy="523220"/>
          </a:xfrm>
          <a:prstGeom prst="rect">
            <a:avLst/>
          </a:prstGeom>
        </p:spPr>
        <p:txBody>
          <a:bodyPr wrap="none">
            <a:spAutoFit/>
          </a:bodyPr>
          <a:lstStyle/>
          <a:p>
            <a:r>
              <a:rPr lang="en-US" altLang="zh-CN" sz="2800" b="1" spc="300" dirty="0">
                <a:solidFill>
                  <a:srgbClr val="0070C0"/>
                </a:solidFill>
                <a:latin typeface="Times New Roman" panose="02020603050405020304" pitchFamily="18" charset="0"/>
                <a:ea typeface="+mn-ea"/>
                <a:cs typeface="Times New Roman" panose="02020603050405020304" pitchFamily="18" charset="0"/>
              </a:rPr>
              <a:t>3. </a:t>
            </a:r>
            <a:r>
              <a:rPr lang="zh-CN" altLang="en-US" sz="2800" b="1" spc="300" dirty="0">
                <a:solidFill>
                  <a:srgbClr val="0070C0"/>
                </a:solidFill>
                <a:latin typeface="Times New Roman" panose="02020603050405020304" pitchFamily="18" charset="0"/>
                <a:ea typeface="+mn-ea"/>
                <a:cs typeface="Times New Roman" panose="02020603050405020304" pitchFamily="18" charset="0"/>
              </a:rPr>
              <a:t>提取左公因子</a:t>
            </a:r>
            <a:r>
              <a:rPr lang="en-US" altLang="zh-CN" sz="2800" b="1" spc="300" dirty="0">
                <a:solidFill>
                  <a:srgbClr val="0070C0"/>
                </a:solidFill>
                <a:latin typeface="Times New Roman" panose="02020603050405020304" pitchFamily="18" charset="0"/>
                <a:ea typeface="+mn-ea"/>
                <a:cs typeface="Times New Roman" panose="02020603050405020304" pitchFamily="18" charset="0"/>
              </a:rPr>
              <a:t>(</a:t>
            </a:r>
            <a:r>
              <a:rPr lang="en-US" altLang="zh-CN" sz="2800" b="1" i="1" dirty="0">
                <a:solidFill>
                  <a:srgbClr val="0070C0"/>
                </a:solidFill>
                <a:latin typeface="Times New Roman" panose="02020603050405020304" pitchFamily="18" charset="0"/>
                <a:ea typeface="+mn-ea"/>
                <a:cs typeface="Times New Roman" panose="02020603050405020304" pitchFamily="18" charset="0"/>
              </a:rPr>
              <a:t>Left Factoring </a:t>
            </a:r>
            <a:r>
              <a:rPr lang="en-US" altLang="zh-CN" sz="2800" b="1" spc="300" dirty="0">
                <a:solidFill>
                  <a:srgbClr val="0070C0"/>
                </a:solidFill>
                <a:latin typeface="Times New Roman" panose="02020603050405020304" pitchFamily="18" charset="0"/>
                <a:ea typeface="+mn-ea"/>
                <a:cs typeface="Times New Roman" panose="02020603050405020304" pitchFamily="18" charset="0"/>
              </a:rPr>
              <a:t>)</a:t>
            </a:r>
            <a:endParaRPr lang="zh-CN" altLang="en-US" sz="2800" b="1" dirty="0">
              <a:solidFill>
                <a:srgbClr val="0070C0"/>
              </a:solidFill>
              <a:latin typeface="Times New Roman" panose="02020603050405020304" pitchFamily="18" charset="0"/>
              <a:ea typeface="+mn-ea"/>
              <a:cs typeface="Times New Roman" panose="02020603050405020304" pitchFamily="18" charset="0"/>
            </a:endParaRPr>
          </a:p>
        </p:txBody>
      </p:sp>
      <p:sp>
        <p:nvSpPr>
          <p:cNvPr id="7" name="灯片编号占位符 6">
            <a:extLst>
              <a:ext uri="{FF2B5EF4-FFF2-40B4-BE49-F238E27FC236}">
                <a16:creationId xmlns:a16="http://schemas.microsoft.com/office/drawing/2014/main" id="{1B191F85-CD56-49B7-A1E1-98DEF694BB65}"/>
              </a:ext>
            </a:extLst>
          </p:cNvPr>
          <p:cNvSpPr>
            <a:spLocks noGrp="1"/>
          </p:cNvSpPr>
          <p:nvPr>
            <p:ph type="sldNum" sz="quarter" idx="12"/>
          </p:nvPr>
        </p:nvSpPr>
        <p:spPr/>
        <p:txBody>
          <a:bodyPr/>
          <a:lstStyle/>
          <a:p>
            <a:pPr>
              <a:defRPr/>
            </a:pPr>
            <a:fld id="{EA567855-7F13-4FC5-AD61-2B82F6443E16}" type="slidenum">
              <a:rPr lang="zh-CN" altLang="en-US" smtClean="0"/>
              <a:pPr>
                <a:defRPr/>
              </a:pPr>
              <a:t>26</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nodeType="withEffect">
                                  <p:stCondLst>
                                    <p:cond delay="0"/>
                                  </p:stCondLst>
                                  <p:childTnLst>
                                    <p:set>
                                      <p:cBhvr>
                                        <p:cTn id="6" dur="1" fill="hold">
                                          <p:stCondLst>
                                            <p:cond delay="0"/>
                                          </p:stCondLst>
                                        </p:cTn>
                                        <p:tgtEl>
                                          <p:spTgt spid="489475">
                                            <p:txEl>
                                              <p:pRg st="0" end="0"/>
                                            </p:txEl>
                                          </p:spTgt>
                                        </p:tgtEl>
                                        <p:attrNameLst>
                                          <p:attrName>style.visibility</p:attrName>
                                        </p:attrNameLst>
                                      </p:cBhvr>
                                      <p:to>
                                        <p:strVal val="visible"/>
                                      </p:to>
                                    </p:set>
                                    <p:anim calcmode="lin" valueType="num">
                                      <p:cBhvr>
                                        <p:cTn id="7" dur="500" fill="hold"/>
                                        <p:tgtEl>
                                          <p:spTgt spid="48947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489475">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489475">
                                            <p:txEl>
                                              <p:pRg st="0" end="0"/>
                                            </p:txEl>
                                          </p:spTgt>
                                        </p:tgtEl>
                                      </p:cBhvr>
                                    </p:animEffect>
                                  </p:childTnLst>
                                </p:cTn>
                              </p:par>
                              <p:par>
                                <p:cTn id="10" presetID="53" presetClass="entr" presetSubtype="0" fill="hold" nodeType="withEffect">
                                  <p:stCondLst>
                                    <p:cond delay="0"/>
                                  </p:stCondLst>
                                  <p:childTnLst>
                                    <p:set>
                                      <p:cBhvr>
                                        <p:cTn id="11" dur="1" fill="hold">
                                          <p:stCondLst>
                                            <p:cond delay="0"/>
                                          </p:stCondLst>
                                        </p:cTn>
                                        <p:tgtEl>
                                          <p:spTgt spid="489475">
                                            <p:txEl>
                                              <p:pRg st="1" end="1"/>
                                            </p:txEl>
                                          </p:spTgt>
                                        </p:tgtEl>
                                        <p:attrNameLst>
                                          <p:attrName>style.visibility</p:attrName>
                                        </p:attrNameLst>
                                      </p:cBhvr>
                                      <p:to>
                                        <p:strVal val="visible"/>
                                      </p:to>
                                    </p:set>
                                    <p:anim calcmode="lin" valueType="num">
                                      <p:cBhvr>
                                        <p:cTn id="12" dur="500" fill="hold"/>
                                        <p:tgtEl>
                                          <p:spTgt spid="489475">
                                            <p:txEl>
                                              <p:pRg st="1" end="1"/>
                                            </p:txEl>
                                          </p:spTgt>
                                        </p:tgtEl>
                                        <p:attrNameLst>
                                          <p:attrName>ppt_w</p:attrName>
                                        </p:attrNameLst>
                                      </p:cBhvr>
                                      <p:tavLst>
                                        <p:tav tm="0">
                                          <p:val>
                                            <p:fltVal val="0"/>
                                          </p:val>
                                        </p:tav>
                                        <p:tav tm="100000">
                                          <p:val>
                                            <p:strVal val="#ppt_w"/>
                                          </p:val>
                                        </p:tav>
                                      </p:tavLst>
                                    </p:anim>
                                    <p:anim calcmode="lin" valueType="num">
                                      <p:cBhvr>
                                        <p:cTn id="13" dur="500" fill="hold"/>
                                        <p:tgtEl>
                                          <p:spTgt spid="489475">
                                            <p:txEl>
                                              <p:pRg st="1" end="1"/>
                                            </p:txEl>
                                          </p:spTgt>
                                        </p:tgtEl>
                                        <p:attrNameLst>
                                          <p:attrName>ppt_h</p:attrName>
                                        </p:attrNameLst>
                                      </p:cBhvr>
                                      <p:tavLst>
                                        <p:tav tm="0">
                                          <p:val>
                                            <p:fltVal val="0"/>
                                          </p:val>
                                        </p:tav>
                                        <p:tav tm="100000">
                                          <p:val>
                                            <p:strVal val="#ppt_h"/>
                                          </p:val>
                                        </p:tav>
                                      </p:tavLst>
                                    </p:anim>
                                    <p:animEffect transition="in" filter="fade">
                                      <p:cBhvr>
                                        <p:cTn id="14" dur="500"/>
                                        <p:tgtEl>
                                          <p:spTgt spid="489475">
                                            <p:txEl>
                                              <p:pRg st="1" end="1"/>
                                            </p:txEl>
                                          </p:spTgt>
                                        </p:tgtEl>
                                      </p:cBhvr>
                                    </p:animEffect>
                                  </p:childTnLst>
                                </p:cTn>
                              </p:par>
                              <p:par>
                                <p:cTn id="15" presetID="53" presetClass="entr" presetSubtype="0" fill="hold" nodeType="withEffect">
                                  <p:stCondLst>
                                    <p:cond delay="0"/>
                                  </p:stCondLst>
                                  <p:childTnLst>
                                    <p:set>
                                      <p:cBhvr>
                                        <p:cTn id="16" dur="1" fill="hold">
                                          <p:stCondLst>
                                            <p:cond delay="0"/>
                                          </p:stCondLst>
                                        </p:cTn>
                                        <p:tgtEl>
                                          <p:spTgt spid="489475">
                                            <p:txEl>
                                              <p:pRg st="2" end="2"/>
                                            </p:txEl>
                                          </p:spTgt>
                                        </p:tgtEl>
                                        <p:attrNameLst>
                                          <p:attrName>style.visibility</p:attrName>
                                        </p:attrNameLst>
                                      </p:cBhvr>
                                      <p:to>
                                        <p:strVal val="visible"/>
                                      </p:to>
                                    </p:set>
                                    <p:anim calcmode="lin" valueType="num">
                                      <p:cBhvr>
                                        <p:cTn id="17" dur="500" fill="hold"/>
                                        <p:tgtEl>
                                          <p:spTgt spid="489475">
                                            <p:txEl>
                                              <p:pRg st="2" end="2"/>
                                            </p:txEl>
                                          </p:spTgt>
                                        </p:tgtEl>
                                        <p:attrNameLst>
                                          <p:attrName>ppt_w</p:attrName>
                                        </p:attrNameLst>
                                      </p:cBhvr>
                                      <p:tavLst>
                                        <p:tav tm="0">
                                          <p:val>
                                            <p:fltVal val="0"/>
                                          </p:val>
                                        </p:tav>
                                        <p:tav tm="100000">
                                          <p:val>
                                            <p:strVal val="#ppt_w"/>
                                          </p:val>
                                        </p:tav>
                                      </p:tavLst>
                                    </p:anim>
                                    <p:anim calcmode="lin" valueType="num">
                                      <p:cBhvr>
                                        <p:cTn id="18" dur="500" fill="hold"/>
                                        <p:tgtEl>
                                          <p:spTgt spid="489475">
                                            <p:txEl>
                                              <p:pRg st="2" end="2"/>
                                            </p:txEl>
                                          </p:spTgt>
                                        </p:tgtEl>
                                        <p:attrNameLst>
                                          <p:attrName>ppt_h</p:attrName>
                                        </p:attrNameLst>
                                      </p:cBhvr>
                                      <p:tavLst>
                                        <p:tav tm="0">
                                          <p:val>
                                            <p:fltVal val="0"/>
                                          </p:val>
                                        </p:tav>
                                        <p:tav tm="100000">
                                          <p:val>
                                            <p:strVal val="#ppt_h"/>
                                          </p:val>
                                        </p:tav>
                                      </p:tavLst>
                                    </p:anim>
                                    <p:animEffect transition="in" filter="fade">
                                      <p:cBhvr>
                                        <p:cTn id="19" dur="500"/>
                                        <p:tgtEl>
                                          <p:spTgt spid="489475">
                                            <p:txEl>
                                              <p:pRg st="2" end="2"/>
                                            </p:txEl>
                                          </p:spTgt>
                                        </p:tgtEl>
                                      </p:cBhvr>
                                    </p:animEffect>
                                  </p:childTnLst>
                                </p:cTn>
                              </p:par>
                              <p:par>
                                <p:cTn id="20" presetID="53" presetClass="entr" presetSubtype="0" fill="hold" nodeType="withEffect">
                                  <p:stCondLst>
                                    <p:cond delay="0"/>
                                  </p:stCondLst>
                                  <p:childTnLst>
                                    <p:set>
                                      <p:cBhvr>
                                        <p:cTn id="21" dur="1" fill="hold">
                                          <p:stCondLst>
                                            <p:cond delay="0"/>
                                          </p:stCondLst>
                                        </p:cTn>
                                        <p:tgtEl>
                                          <p:spTgt spid="489475">
                                            <p:txEl>
                                              <p:pRg st="3" end="3"/>
                                            </p:txEl>
                                          </p:spTgt>
                                        </p:tgtEl>
                                        <p:attrNameLst>
                                          <p:attrName>style.visibility</p:attrName>
                                        </p:attrNameLst>
                                      </p:cBhvr>
                                      <p:to>
                                        <p:strVal val="visible"/>
                                      </p:to>
                                    </p:set>
                                    <p:anim calcmode="lin" valueType="num">
                                      <p:cBhvr>
                                        <p:cTn id="22" dur="500" fill="hold"/>
                                        <p:tgtEl>
                                          <p:spTgt spid="489475">
                                            <p:txEl>
                                              <p:pRg st="3" end="3"/>
                                            </p:txEl>
                                          </p:spTgt>
                                        </p:tgtEl>
                                        <p:attrNameLst>
                                          <p:attrName>ppt_w</p:attrName>
                                        </p:attrNameLst>
                                      </p:cBhvr>
                                      <p:tavLst>
                                        <p:tav tm="0">
                                          <p:val>
                                            <p:fltVal val="0"/>
                                          </p:val>
                                        </p:tav>
                                        <p:tav tm="100000">
                                          <p:val>
                                            <p:strVal val="#ppt_w"/>
                                          </p:val>
                                        </p:tav>
                                      </p:tavLst>
                                    </p:anim>
                                    <p:anim calcmode="lin" valueType="num">
                                      <p:cBhvr>
                                        <p:cTn id="23" dur="500" fill="hold"/>
                                        <p:tgtEl>
                                          <p:spTgt spid="489475">
                                            <p:txEl>
                                              <p:pRg st="3" end="3"/>
                                            </p:txEl>
                                          </p:spTgt>
                                        </p:tgtEl>
                                        <p:attrNameLst>
                                          <p:attrName>ppt_h</p:attrName>
                                        </p:attrNameLst>
                                      </p:cBhvr>
                                      <p:tavLst>
                                        <p:tav tm="0">
                                          <p:val>
                                            <p:fltVal val="0"/>
                                          </p:val>
                                        </p:tav>
                                        <p:tav tm="100000">
                                          <p:val>
                                            <p:strVal val="#ppt_h"/>
                                          </p:val>
                                        </p:tav>
                                      </p:tavLst>
                                    </p:anim>
                                    <p:animEffect transition="in" filter="fade">
                                      <p:cBhvr>
                                        <p:cTn id="24" dur="500"/>
                                        <p:tgtEl>
                                          <p:spTgt spid="489475">
                                            <p:txEl>
                                              <p:pRg st="3" end="3"/>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53" presetClass="entr" presetSubtype="0" fill="hold" grpId="0" nodeType="clickEffect">
                                  <p:stCondLst>
                                    <p:cond delay="0"/>
                                  </p:stCondLst>
                                  <p:childTnLst>
                                    <p:set>
                                      <p:cBhvr>
                                        <p:cTn id="28" dur="1" fill="hold">
                                          <p:stCondLst>
                                            <p:cond delay="0"/>
                                          </p:stCondLst>
                                        </p:cTn>
                                        <p:tgtEl>
                                          <p:spTgt spid="3"/>
                                        </p:tgtEl>
                                        <p:attrNameLst>
                                          <p:attrName>style.visibility</p:attrName>
                                        </p:attrNameLst>
                                      </p:cBhvr>
                                      <p:to>
                                        <p:strVal val="visible"/>
                                      </p:to>
                                    </p:set>
                                    <p:anim calcmode="lin" valueType="num">
                                      <p:cBhvr>
                                        <p:cTn id="29" dur="500" fill="hold"/>
                                        <p:tgtEl>
                                          <p:spTgt spid="3"/>
                                        </p:tgtEl>
                                        <p:attrNameLst>
                                          <p:attrName>ppt_w</p:attrName>
                                        </p:attrNameLst>
                                      </p:cBhvr>
                                      <p:tavLst>
                                        <p:tav tm="0">
                                          <p:val>
                                            <p:fltVal val="0"/>
                                          </p:val>
                                        </p:tav>
                                        <p:tav tm="100000">
                                          <p:val>
                                            <p:strVal val="#ppt_w"/>
                                          </p:val>
                                        </p:tav>
                                      </p:tavLst>
                                    </p:anim>
                                    <p:anim calcmode="lin" valueType="num">
                                      <p:cBhvr>
                                        <p:cTn id="30" dur="500" fill="hold"/>
                                        <p:tgtEl>
                                          <p:spTgt spid="3"/>
                                        </p:tgtEl>
                                        <p:attrNameLst>
                                          <p:attrName>ppt_h</p:attrName>
                                        </p:attrNameLst>
                                      </p:cBhvr>
                                      <p:tavLst>
                                        <p:tav tm="0">
                                          <p:val>
                                            <p:fltVal val="0"/>
                                          </p:val>
                                        </p:tav>
                                        <p:tav tm="100000">
                                          <p:val>
                                            <p:strVal val="#ppt_h"/>
                                          </p:val>
                                        </p:tav>
                                      </p:tavLst>
                                    </p:anim>
                                    <p:animEffect transition="in" filter="fade">
                                      <p:cBhvr>
                                        <p:cTn id="31" dur="500"/>
                                        <p:tgtEl>
                                          <p:spTgt spid="3"/>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53" presetClass="entr" presetSubtype="0" fill="hold" grpId="0" nodeType="clickEffect">
                                  <p:stCondLst>
                                    <p:cond delay="0"/>
                                  </p:stCondLst>
                                  <p:childTnLst>
                                    <p:set>
                                      <p:cBhvr>
                                        <p:cTn id="35" dur="1" fill="hold">
                                          <p:stCondLst>
                                            <p:cond delay="0"/>
                                          </p:stCondLst>
                                        </p:cTn>
                                        <p:tgtEl>
                                          <p:spTgt spid="2"/>
                                        </p:tgtEl>
                                        <p:attrNameLst>
                                          <p:attrName>style.visibility</p:attrName>
                                        </p:attrNameLst>
                                      </p:cBhvr>
                                      <p:to>
                                        <p:strVal val="visible"/>
                                      </p:to>
                                    </p:set>
                                    <p:anim calcmode="lin" valueType="num">
                                      <p:cBhvr>
                                        <p:cTn id="36" dur="500" fill="hold"/>
                                        <p:tgtEl>
                                          <p:spTgt spid="2"/>
                                        </p:tgtEl>
                                        <p:attrNameLst>
                                          <p:attrName>ppt_w</p:attrName>
                                        </p:attrNameLst>
                                      </p:cBhvr>
                                      <p:tavLst>
                                        <p:tav tm="0">
                                          <p:val>
                                            <p:fltVal val="0"/>
                                          </p:val>
                                        </p:tav>
                                        <p:tav tm="100000">
                                          <p:val>
                                            <p:strVal val="#ppt_w"/>
                                          </p:val>
                                        </p:tav>
                                      </p:tavLst>
                                    </p:anim>
                                    <p:anim calcmode="lin" valueType="num">
                                      <p:cBhvr>
                                        <p:cTn id="37" dur="500" fill="hold"/>
                                        <p:tgtEl>
                                          <p:spTgt spid="2"/>
                                        </p:tgtEl>
                                        <p:attrNameLst>
                                          <p:attrName>ppt_h</p:attrName>
                                        </p:attrNameLst>
                                      </p:cBhvr>
                                      <p:tavLst>
                                        <p:tav tm="0">
                                          <p:val>
                                            <p:fltVal val="0"/>
                                          </p:val>
                                        </p:tav>
                                        <p:tav tm="100000">
                                          <p:val>
                                            <p:strVal val="#ppt_h"/>
                                          </p:val>
                                        </p:tav>
                                      </p:tavLst>
                                    </p:anim>
                                    <p:animEffect transition="in" filter="fade">
                                      <p:cBhvr>
                                        <p:cTn id="38" dur="500"/>
                                        <p:tgtEl>
                                          <p:spTgt spid="2"/>
                                        </p:tgtEl>
                                      </p:cBhvr>
                                    </p:animEffect>
                                  </p:childTnLst>
                                </p:cTn>
                              </p:par>
                              <p:par>
                                <p:cTn id="39" presetID="53" presetClass="entr" presetSubtype="0" fill="hold" nodeType="withEffect">
                                  <p:stCondLst>
                                    <p:cond delay="0"/>
                                  </p:stCondLst>
                                  <p:childTnLst>
                                    <p:set>
                                      <p:cBhvr>
                                        <p:cTn id="40" dur="1" fill="hold">
                                          <p:stCondLst>
                                            <p:cond delay="0"/>
                                          </p:stCondLst>
                                        </p:cTn>
                                        <p:tgtEl>
                                          <p:spTgt spid="6">
                                            <p:txEl>
                                              <p:pRg st="0" end="0"/>
                                            </p:txEl>
                                          </p:spTgt>
                                        </p:tgtEl>
                                        <p:attrNameLst>
                                          <p:attrName>style.visibility</p:attrName>
                                        </p:attrNameLst>
                                      </p:cBhvr>
                                      <p:to>
                                        <p:strVal val="visible"/>
                                      </p:to>
                                    </p:set>
                                    <p:anim calcmode="lin" valueType="num">
                                      <p:cBhvr>
                                        <p:cTn id="41" dur="500" fill="hold"/>
                                        <p:tgtEl>
                                          <p:spTgt spid="6">
                                            <p:txEl>
                                              <p:pRg st="0" end="0"/>
                                            </p:txEl>
                                          </p:spTgt>
                                        </p:tgtEl>
                                        <p:attrNameLst>
                                          <p:attrName>ppt_w</p:attrName>
                                        </p:attrNameLst>
                                      </p:cBhvr>
                                      <p:tavLst>
                                        <p:tav tm="0">
                                          <p:val>
                                            <p:fltVal val="0"/>
                                          </p:val>
                                        </p:tav>
                                        <p:tav tm="100000">
                                          <p:val>
                                            <p:strVal val="#ppt_w"/>
                                          </p:val>
                                        </p:tav>
                                      </p:tavLst>
                                    </p:anim>
                                    <p:anim calcmode="lin" valueType="num">
                                      <p:cBhvr>
                                        <p:cTn id="42" dur="500" fill="hold"/>
                                        <p:tgtEl>
                                          <p:spTgt spid="6">
                                            <p:txEl>
                                              <p:pRg st="0" end="0"/>
                                            </p:txEl>
                                          </p:spTgt>
                                        </p:tgtEl>
                                        <p:attrNameLst>
                                          <p:attrName>ppt_h</p:attrName>
                                        </p:attrNameLst>
                                      </p:cBhvr>
                                      <p:tavLst>
                                        <p:tav tm="0">
                                          <p:val>
                                            <p:fltVal val="0"/>
                                          </p:val>
                                        </p:tav>
                                        <p:tav tm="100000">
                                          <p:val>
                                            <p:strVal val="#ppt_h"/>
                                          </p:val>
                                        </p:tav>
                                      </p:tavLst>
                                    </p:anim>
                                    <p:animEffect transition="in" filter="fade">
                                      <p:cBhvr>
                                        <p:cTn id="43" dur="500"/>
                                        <p:tgtEl>
                                          <p:spTgt spid="6">
                                            <p:txEl>
                                              <p:pRg st="0" end="0"/>
                                            </p:txEl>
                                          </p:spTgt>
                                        </p:tgtEl>
                                      </p:cBhvr>
                                    </p:animEffect>
                                  </p:childTnLst>
                                </p:cTn>
                              </p:par>
                              <p:par>
                                <p:cTn id="44" presetID="53" presetClass="entr" presetSubtype="0" fill="hold" nodeType="withEffect">
                                  <p:stCondLst>
                                    <p:cond delay="0"/>
                                  </p:stCondLst>
                                  <p:childTnLst>
                                    <p:set>
                                      <p:cBhvr>
                                        <p:cTn id="45" dur="1" fill="hold">
                                          <p:stCondLst>
                                            <p:cond delay="0"/>
                                          </p:stCondLst>
                                        </p:cTn>
                                        <p:tgtEl>
                                          <p:spTgt spid="6">
                                            <p:txEl>
                                              <p:pRg st="1" end="1"/>
                                            </p:txEl>
                                          </p:spTgt>
                                        </p:tgtEl>
                                        <p:attrNameLst>
                                          <p:attrName>style.visibility</p:attrName>
                                        </p:attrNameLst>
                                      </p:cBhvr>
                                      <p:to>
                                        <p:strVal val="visible"/>
                                      </p:to>
                                    </p:set>
                                    <p:anim calcmode="lin" valueType="num">
                                      <p:cBhvr>
                                        <p:cTn id="46" dur="500" fill="hold"/>
                                        <p:tgtEl>
                                          <p:spTgt spid="6">
                                            <p:txEl>
                                              <p:pRg st="1" end="1"/>
                                            </p:txEl>
                                          </p:spTgt>
                                        </p:tgtEl>
                                        <p:attrNameLst>
                                          <p:attrName>ppt_w</p:attrName>
                                        </p:attrNameLst>
                                      </p:cBhvr>
                                      <p:tavLst>
                                        <p:tav tm="0">
                                          <p:val>
                                            <p:fltVal val="0"/>
                                          </p:val>
                                        </p:tav>
                                        <p:tav tm="100000">
                                          <p:val>
                                            <p:strVal val="#ppt_w"/>
                                          </p:val>
                                        </p:tav>
                                      </p:tavLst>
                                    </p:anim>
                                    <p:anim calcmode="lin" valueType="num">
                                      <p:cBhvr>
                                        <p:cTn id="47" dur="500" fill="hold"/>
                                        <p:tgtEl>
                                          <p:spTgt spid="6">
                                            <p:txEl>
                                              <p:pRg st="1" end="1"/>
                                            </p:txEl>
                                          </p:spTgt>
                                        </p:tgtEl>
                                        <p:attrNameLst>
                                          <p:attrName>ppt_h</p:attrName>
                                        </p:attrNameLst>
                                      </p:cBhvr>
                                      <p:tavLst>
                                        <p:tav tm="0">
                                          <p:val>
                                            <p:fltVal val="0"/>
                                          </p:val>
                                        </p:tav>
                                        <p:tav tm="100000">
                                          <p:val>
                                            <p:strVal val="#ppt_h"/>
                                          </p:val>
                                        </p:tav>
                                      </p:tavLst>
                                    </p:anim>
                                    <p:animEffect transition="in" filter="fade">
                                      <p:cBhvr>
                                        <p:cTn id="48" dur="500"/>
                                        <p:tgtEl>
                                          <p:spTgt spid="6">
                                            <p:txEl>
                                              <p:pRg st="1" end="1"/>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53" presetClass="entr" presetSubtype="0" fill="hold" nodeType="clickEffect">
                                  <p:stCondLst>
                                    <p:cond delay="0"/>
                                  </p:stCondLst>
                                  <p:childTnLst>
                                    <p:set>
                                      <p:cBhvr>
                                        <p:cTn id="52" dur="1" fill="hold">
                                          <p:stCondLst>
                                            <p:cond delay="0"/>
                                          </p:stCondLst>
                                        </p:cTn>
                                        <p:tgtEl>
                                          <p:spTgt spid="6">
                                            <p:txEl>
                                              <p:pRg st="2" end="2"/>
                                            </p:txEl>
                                          </p:spTgt>
                                        </p:tgtEl>
                                        <p:attrNameLst>
                                          <p:attrName>style.visibility</p:attrName>
                                        </p:attrNameLst>
                                      </p:cBhvr>
                                      <p:to>
                                        <p:strVal val="visible"/>
                                      </p:to>
                                    </p:set>
                                    <p:anim calcmode="lin" valueType="num">
                                      <p:cBhvr>
                                        <p:cTn id="53" dur="500" fill="hold"/>
                                        <p:tgtEl>
                                          <p:spTgt spid="6">
                                            <p:txEl>
                                              <p:pRg st="2" end="2"/>
                                            </p:txEl>
                                          </p:spTgt>
                                        </p:tgtEl>
                                        <p:attrNameLst>
                                          <p:attrName>ppt_w</p:attrName>
                                        </p:attrNameLst>
                                      </p:cBhvr>
                                      <p:tavLst>
                                        <p:tav tm="0">
                                          <p:val>
                                            <p:fltVal val="0"/>
                                          </p:val>
                                        </p:tav>
                                        <p:tav tm="100000">
                                          <p:val>
                                            <p:strVal val="#ppt_w"/>
                                          </p:val>
                                        </p:tav>
                                      </p:tavLst>
                                    </p:anim>
                                    <p:anim calcmode="lin" valueType="num">
                                      <p:cBhvr>
                                        <p:cTn id="54" dur="500" fill="hold"/>
                                        <p:tgtEl>
                                          <p:spTgt spid="6">
                                            <p:txEl>
                                              <p:pRg st="2" end="2"/>
                                            </p:txEl>
                                          </p:spTgt>
                                        </p:tgtEl>
                                        <p:attrNameLst>
                                          <p:attrName>ppt_h</p:attrName>
                                        </p:attrNameLst>
                                      </p:cBhvr>
                                      <p:tavLst>
                                        <p:tav tm="0">
                                          <p:val>
                                            <p:fltVal val="0"/>
                                          </p:val>
                                        </p:tav>
                                        <p:tav tm="100000">
                                          <p:val>
                                            <p:strVal val="#ppt_h"/>
                                          </p:val>
                                        </p:tav>
                                      </p:tavLst>
                                    </p:anim>
                                    <p:animEffect transition="in" filter="fade">
                                      <p:cBhvr>
                                        <p:cTn id="55" dur="500"/>
                                        <p:tgtEl>
                                          <p:spTgt spid="6">
                                            <p:txEl>
                                              <p:pRg st="2" end="2"/>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53" presetClass="entr" presetSubtype="0" fill="hold" nodeType="clickEffect">
                                  <p:stCondLst>
                                    <p:cond delay="0"/>
                                  </p:stCondLst>
                                  <p:childTnLst>
                                    <p:set>
                                      <p:cBhvr>
                                        <p:cTn id="59" dur="1" fill="hold">
                                          <p:stCondLst>
                                            <p:cond delay="0"/>
                                          </p:stCondLst>
                                        </p:cTn>
                                        <p:tgtEl>
                                          <p:spTgt spid="6">
                                            <p:txEl>
                                              <p:pRg st="3" end="3"/>
                                            </p:txEl>
                                          </p:spTgt>
                                        </p:tgtEl>
                                        <p:attrNameLst>
                                          <p:attrName>style.visibility</p:attrName>
                                        </p:attrNameLst>
                                      </p:cBhvr>
                                      <p:to>
                                        <p:strVal val="visible"/>
                                      </p:to>
                                    </p:set>
                                    <p:anim calcmode="lin" valueType="num">
                                      <p:cBhvr>
                                        <p:cTn id="60" dur="500" fill="hold"/>
                                        <p:tgtEl>
                                          <p:spTgt spid="6">
                                            <p:txEl>
                                              <p:pRg st="3" end="3"/>
                                            </p:txEl>
                                          </p:spTgt>
                                        </p:tgtEl>
                                        <p:attrNameLst>
                                          <p:attrName>ppt_w</p:attrName>
                                        </p:attrNameLst>
                                      </p:cBhvr>
                                      <p:tavLst>
                                        <p:tav tm="0">
                                          <p:val>
                                            <p:fltVal val="0"/>
                                          </p:val>
                                        </p:tav>
                                        <p:tav tm="100000">
                                          <p:val>
                                            <p:strVal val="#ppt_w"/>
                                          </p:val>
                                        </p:tav>
                                      </p:tavLst>
                                    </p:anim>
                                    <p:anim calcmode="lin" valueType="num">
                                      <p:cBhvr>
                                        <p:cTn id="61" dur="500" fill="hold"/>
                                        <p:tgtEl>
                                          <p:spTgt spid="6">
                                            <p:txEl>
                                              <p:pRg st="3" end="3"/>
                                            </p:txEl>
                                          </p:spTgt>
                                        </p:tgtEl>
                                        <p:attrNameLst>
                                          <p:attrName>ppt_h</p:attrName>
                                        </p:attrNameLst>
                                      </p:cBhvr>
                                      <p:tavLst>
                                        <p:tav tm="0">
                                          <p:val>
                                            <p:fltVal val="0"/>
                                          </p:val>
                                        </p:tav>
                                        <p:tav tm="100000">
                                          <p:val>
                                            <p:strVal val="#ppt_h"/>
                                          </p:val>
                                        </p:tav>
                                      </p:tavLst>
                                    </p:anim>
                                    <p:animEffect transition="in" filter="fade">
                                      <p:cBhvr>
                                        <p:cTn id="62" dur="500"/>
                                        <p:tgtEl>
                                          <p:spTgt spid="6">
                                            <p:txEl>
                                              <p:pRg st="3" end="3"/>
                                            </p:txEl>
                                          </p:spTgt>
                                        </p:tgtEl>
                                      </p:cBhvr>
                                    </p:animEffect>
                                  </p:childTnLst>
                                </p:cTn>
                              </p:par>
                              <p:par>
                                <p:cTn id="63" presetID="53" presetClass="entr" presetSubtype="0" fill="hold" nodeType="withEffect">
                                  <p:stCondLst>
                                    <p:cond delay="0"/>
                                  </p:stCondLst>
                                  <p:childTnLst>
                                    <p:set>
                                      <p:cBhvr>
                                        <p:cTn id="64" dur="1" fill="hold">
                                          <p:stCondLst>
                                            <p:cond delay="0"/>
                                          </p:stCondLst>
                                        </p:cTn>
                                        <p:tgtEl>
                                          <p:spTgt spid="6">
                                            <p:txEl>
                                              <p:pRg st="4" end="4"/>
                                            </p:txEl>
                                          </p:spTgt>
                                        </p:tgtEl>
                                        <p:attrNameLst>
                                          <p:attrName>style.visibility</p:attrName>
                                        </p:attrNameLst>
                                      </p:cBhvr>
                                      <p:to>
                                        <p:strVal val="visible"/>
                                      </p:to>
                                    </p:set>
                                    <p:anim calcmode="lin" valueType="num">
                                      <p:cBhvr>
                                        <p:cTn id="65" dur="500" fill="hold"/>
                                        <p:tgtEl>
                                          <p:spTgt spid="6">
                                            <p:txEl>
                                              <p:pRg st="4" end="4"/>
                                            </p:txEl>
                                          </p:spTgt>
                                        </p:tgtEl>
                                        <p:attrNameLst>
                                          <p:attrName>ppt_w</p:attrName>
                                        </p:attrNameLst>
                                      </p:cBhvr>
                                      <p:tavLst>
                                        <p:tav tm="0">
                                          <p:val>
                                            <p:fltVal val="0"/>
                                          </p:val>
                                        </p:tav>
                                        <p:tav tm="100000">
                                          <p:val>
                                            <p:strVal val="#ppt_w"/>
                                          </p:val>
                                        </p:tav>
                                      </p:tavLst>
                                    </p:anim>
                                    <p:anim calcmode="lin" valueType="num">
                                      <p:cBhvr>
                                        <p:cTn id="66" dur="500" fill="hold"/>
                                        <p:tgtEl>
                                          <p:spTgt spid="6">
                                            <p:txEl>
                                              <p:pRg st="4" end="4"/>
                                            </p:txEl>
                                          </p:spTgt>
                                        </p:tgtEl>
                                        <p:attrNameLst>
                                          <p:attrName>ppt_h</p:attrName>
                                        </p:attrNameLst>
                                      </p:cBhvr>
                                      <p:tavLst>
                                        <p:tav tm="0">
                                          <p:val>
                                            <p:fltVal val="0"/>
                                          </p:val>
                                        </p:tav>
                                        <p:tav tm="100000">
                                          <p:val>
                                            <p:strVal val="#ppt_h"/>
                                          </p:val>
                                        </p:tav>
                                      </p:tavLst>
                                    </p:anim>
                                    <p:animEffect transition="in" filter="fade">
                                      <p:cBhvr>
                                        <p:cTn id="67"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内容占位符 2">
            <a:extLst>
              <a:ext uri="{FF2B5EF4-FFF2-40B4-BE49-F238E27FC236}">
                <a16:creationId xmlns:a16="http://schemas.microsoft.com/office/drawing/2014/main" id="{D4689FD4-2F4A-4663-B407-898D85FDDE05}"/>
              </a:ext>
            </a:extLst>
          </p:cNvPr>
          <p:cNvSpPr>
            <a:spLocks noGrp="1"/>
          </p:cNvSpPr>
          <p:nvPr>
            <p:ph idx="1"/>
          </p:nvPr>
        </p:nvSpPr>
        <p:spPr>
          <a:xfrm>
            <a:off x="142875" y="785813"/>
            <a:ext cx="8858250" cy="1209675"/>
          </a:xfrm>
        </p:spPr>
        <p:txBody>
          <a:bodyPr/>
          <a:lstStyle/>
          <a:p>
            <a:pPr eaLnBrk="1" hangingPunct="1">
              <a:lnSpc>
                <a:spcPts val="2500"/>
              </a:lnSpc>
              <a:buClrTx/>
              <a:buFont typeface="Wingdings" panose="05000000000000000000" pitchFamily="2" charset="2"/>
              <a:buChar char="Ø"/>
            </a:pPr>
            <a:r>
              <a:rPr lang="zh-CN" altLang="en-US" sz="2000" b="1" dirty="0">
                <a:solidFill>
                  <a:schemeClr val="tx1"/>
                </a:solidFill>
                <a:cs typeface="Times New Roman" panose="02020603050405020304" pitchFamily="18" charset="0"/>
              </a:rPr>
              <a:t>输入：文法</a:t>
            </a:r>
            <a:r>
              <a:rPr lang="en-US" altLang="zh-CN" sz="2000" b="1" i="1" dirty="0">
                <a:solidFill>
                  <a:schemeClr val="tx1"/>
                </a:solidFill>
                <a:cs typeface="Times New Roman" panose="02020603050405020304" pitchFamily="18" charset="0"/>
              </a:rPr>
              <a:t>G</a:t>
            </a:r>
            <a:endParaRPr lang="en-US" altLang="zh-CN" sz="2000" b="1" dirty="0">
              <a:solidFill>
                <a:schemeClr val="tx1"/>
              </a:solidFill>
              <a:cs typeface="Times New Roman" panose="02020603050405020304" pitchFamily="18" charset="0"/>
            </a:endParaRPr>
          </a:p>
          <a:p>
            <a:pPr eaLnBrk="1" hangingPunct="1">
              <a:lnSpc>
                <a:spcPts val="2500"/>
              </a:lnSpc>
              <a:buClrTx/>
              <a:buFont typeface="Wingdings" panose="05000000000000000000" pitchFamily="2" charset="2"/>
              <a:buChar char="Ø"/>
            </a:pPr>
            <a:r>
              <a:rPr lang="zh-CN" altLang="en-US" sz="2000" b="1" dirty="0">
                <a:solidFill>
                  <a:schemeClr val="tx1"/>
                </a:solidFill>
                <a:cs typeface="Times New Roman" panose="02020603050405020304" pitchFamily="18" charset="0"/>
              </a:rPr>
              <a:t>输出：等价的提取了左公因子的文法</a:t>
            </a:r>
            <a:endParaRPr lang="en-US" altLang="zh-CN" sz="2000" b="1" dirty="0">
              <a:solidFill>
                <a:schemeClr val="tx1"/>
              </a:solidFill>
              <a:cs typeface="Times New Roman" panose="02020603050405020304" pitchFamily="18" charset="0"/>
            </a:endParaRPr>
          </a:p>
          <a:p>
            <a:pPr eaLnBrk="1" hangingPunct="1">
              <a:lnSpc>
                <a:spcPts val="2500"/>
              </a:lnSpc>
              <a:buClrTx/>
              <a:buFont typeface="Wingdings" panose="05000000000000000000" pitchFamily="2" charset="2"/>
              <a:buChar char="Ø"/>
            </a:pPr>
            <a:r>
              <a:rPr lang="zh-CN" altLang="en-US" sz="2000" b="1" dirty="0">
                <a:solidFill>
                  <a:schemeClr val="tx1"/>
                </a:solidFill>
                <a:cs typeface="Times New Roman" panose="02020603050405020304" pitchFamily="18" charset="0"/>
              </a:rPr>
              <a:t>方法：</a:t>
            </a:r>
            <a:endParaRPr lang="en-US" altLang="zh-CN" sz="2000" b="1" dirty="0">
              <a:solidFill>
                <a:schemeClr val="tx1"/>
              </a:solidFill>
              <a:cs typeface="Times New Roman" panose="02020603050405020304" pitchFamily="18" charset="0"/>
            </a:endParaRPr>
          </a:p>
          <a:p>
            <a:pPr eaLnBrk="1" hangingPunct="1">
              <a:lnSpc>
                <a:spcPts val="2500"/>
              </a:lnSpc>
              <a:buFont typeface="Wingdings" panose="05000000000000000000" pitchFamily="2" charset="2"/>
              <a:buNone/>
            </a:pPr>
            <a:r>
              <a:rPr lang="en-US" altLang="zh-CN" sz="2000" b="1" dirty="0">
                <a:solidFill>
                  <a:schemeClr val="tx1"/>
                </a:solidFill>
                <a:cs typeface="Times New Roman" panose="02020603050405020304" pitchFamily="18" charset="0"/>
              </a:rPr>
              <a:t>	</a:t>
            </a:r>
          </a:p>
        </p:txBody>
      </p:sp>
      <p:sp>
        <p:nvSpPr>
          <p:cNvPr id="53251" name="标题 1">
            <a:extLst>
              <a:ext uri="{FF2B5EF4-FFF2-40B4-BE49-F238E27FC236}">
                <a16:creationId xmlns:a16="http://schemas.microsoft.com/office/drawing/2014/main" id="{16479696-4150-4B8E-B580-4672182C282A}"/>
              </a:ext>
            </a:extLst>
          </p:cNvPr>
          <p:cNvSpPr>
            <a:spLocks noGrp="1"/>
          </p:cNvSpPr>
          <p:nvPr>
            <p:ph type="title"/>
          </p:nvPr>
        </p:nvSpPr>
        <p:spPr>
          <a:xfrm>
            <a:off x="755650" y="268288"/>
            <a:ext cx="7931150" cy="358775"/>
          </a:xfrm>
        </p:spPr>
        <p:txBody>
          <a:bodyPr/>
          <a:lstStyle/>
          <a:p>
            <a:pPr eaLnBrk="1" hangingPunct="1">
              <a:defRPr/>
            </a:pPr>
            <a:r>
              <a:rPr lang="zh-CN" altLang="en-US" sz="3000" spc="300" dirty="0">
                <a:solidFill>
                  <a:schemeClr val="tx1"/>
                </a:solidFill>
                <a:latin typeface="微软雅黑" pitchFamily="34" charset="-122"/>
                <a:ea typeface="微软雅黑" pitchFamily="34" charset="-122"/>
                <a:cs typeface="Times New Roman" pitchFamily="18" charset="0"/>
              </a:rPr>
              <a:t>提取左公因子算法</a:t>
            </a:r>
          </a:p>
        </p:txBody>
      </p:sp>
      <p:sp>
        <p:nvSpPr>
          <p:cNvPr id="2" name="矩形 1">
            <a:extLst>
              <a:ext uri="{FF2B5EF4-FFF2-40B4-BE49-F238E27FC236}">
                <a16:creationId xmlns:a16="http://schemas.microsoft.com/office/drawing/2014/main" id="{F4292CC1-C13C-4C3E-BF91-6F76CF8D1EEF}"/>
              </a:ext>
            </a:extLst>
          </p:cNvPr>
          <p:cNvSpPr/>
          <p:nvPr/>
        </p:nvSpPr>
        <p:spPr>
          <a:xfrm>
            <a:off x="504825" y="1924050"/>
            <a:ext cx="8459788" cy="3160713"/>
          </a:xfrm>
          <a:prstGeom prst="rect">
            <a:avLst/>
          </a:prstGeom>
          <a:solidFill>
            <a:schemeClr val="accent2">
              <a:lumMod val="40000"/>
              <a:lumOff val="60000"/>
            </a:schemeClr>
          </a:solidFill>
          <a:ln>
            <a:solidFill>
              <a:schemeClr val="tx1"/>
            </a:solidFill>
          </a:ln>
        </p:spPr>
        <p:txBody>
          <a:bodyPr>
            <a:spAutoFit/>
          </a:bodyPr>
          <a:lstStyle/>
          <a:p>
            <a:pPr marL="273050" indent="-273050" eaLnBrk="1" hangingPunct="1">
              <a:lnSpc>
                <a:spcPts val="2500"/>
              </a:lnSpc>
              <a:spcBef>
                <a:spcPct val="20000"/>
              </a:spcBef>
              <a:buClr>
                <a:srgbClr val="31B6FD"/>
              </a:buClr>
              <a:buSzPct val="100000"/>
              <a:defRPr/>
            </a:pPr>
            <a:r>
              <a:rPr lang="zh-CN" altLang="en-US" b="1" dirty="0">
                <a:solidFill>
                  <a:prstClr val="black"/>
                </a:solidFill>
                <a:latin typeface="Times New Roman" panose="02020603050405020304" pitchFamily="18" charset="0"/>
                <a:ea typeface="华文楷体" panose="02010600040101010101" pitchFamily="2" charset="-122"/>
                <a:cs typeface="Times New Roman" panose="02020603050405020304" pitchFamily="18" charset="0"/>
              </a:rPr>
              <a:t>对于每个非终结符</a:t>
            </a:r>
            <a:r>
              <a:rPr lang="en-US" altLang="zh-CN" b="1" i="1" dirty="0">
                <a:solidFill>
                  <a:prstClr val="black"/>
                </a:solidFill>
                <a:latin typeface="Times New Roman" panose="02020603050405020304" pitchFamily="18" charset="0"/>
                <a:ea typeface="华文楷体" panose="02010600040101010101" pitchFamily="2" charset="-122"/>
                <a:cs typeface="Times New Roman" panose="02020603050405020304" pitchFamily="18" charset="0"/>
              </a:rPr>
              <a:t>A</a:t>
            </a:r>
            <a:r>
              <a:rPr lang="zh-CN" altLang="en-US" b="1" dirty="0">
                <a:solidFill>
                  <a:prstClr val="black"/>
                </a:solidFill>
                <a:latin typeface="Times New Roman" panose="02020603050405020304" pitchFamily="18" charset="0"/>
                <a:ea typeface="华文楷体" panose="02010600040101010101" pitchFamily="2" charset="-122"/>
                <a:cs typeface="Times New Roman" panose="02020603050405020304" pitchFamily="18" charset="0"/>
              </a:rPr>
              <a:t>，找出它的两个或多个选项之间的最长公共前缀</a:t>
            </a:r>
            <a:r>
              <a:rPr kumimoji="1" lang="en-US" altLang="zh-CN" b="1" i="1" dirty="0">
                <a:solidFill>
                  <a:srgbClr val="FF0000"/>
                </a:solidFill>
                <a:latin typeface="Times New Roman" panose="02020603050405020304" pitchFamily="18" charset="0"/>
                <a:ea typeface="楷体_GB2312" pitchFamily="49" charset="-122"/>
                <a:cs typeface="Times New Roman" panose="02020603050405020304" pitchFamily="18" charset="0"/>
              </a:rPr>
              <a:t>α</a:t>
            </a:r>
            <a:r>
              <a:rPr lang="zh-CN" altLang="en-US" b="1" dirty="0">
                <a:solidFill>
                  <a:prstClr val="black"/>
                </a:solidFill>
                <a:latin typeface="Times New Roman" panose="02020603050405020304" pitchFamily="18" charset="0"/>
                <a:ea typeface="楷体_GB2312" pitchFamily="49" charset="-122"/>
                <a:cs typeface="Times New Roman" panose="02020603050405020304" pitchFamily="18" charset="0"/>
              </a:rPr>
              <a:t>。</a:t>
            </a:r>
            <a:r>
              <a:rPr lang="zh-CN" altLang="en-US" b="1" dirty="0">
                <a:solidFill>
                  <a:prstClr val="black"/>
                </a:solidFill>
                <a:latin typeface="楷体" panose="02010609060101010101" pitchFamily="49" charset="-122"/>
                <a:ea typeface="华文楷体" panose="02010600040101010101" pitchFamily="2" charset="-122"/>
                <a:cs typeface="Times New Roman" panose="02020603050405020304" pitchFamily="18" charset="0"/>
              </a:rPr>
              <a:t>如果</a:t>
            </a:r>
            <a:r>
              <a:rPr kumimoji="1" lang="en-US" altLang="zh-CN" b="1" i="1" dirty="0">
                <a:solidFill>
                  <a:srgbClr val="FF0000"/>
                </a:solidFill>
                <a:latin typeface="Times New Roman" panose="02020603050405020304" pitchFamily="18" charset="0"/>
                <a:ea typeface="楷体_GB2312" pitchFamily="49" charset="-122"/>
              </a:rPr>
              <a:t>α </a:t>
            </a:r>
            <a:r>
              <a:rPr lang="en-US" altLang="zh-CN" b="1" dirty="0">
                <a:solidFill>
                  <a:prstClr val="black"/>
                </a:solidFill>
                <a:latin typeface="Times New Roman" panose="02020603050405020304" pitchFamily="18" charset="0"/>
                <a:ea typeface="华文楷体" panose="02010600040101010101" pitchFamily="2" charset="-122"/>
              </a:rPr>
              <a:t>≠ </a:t>
            </a:r>
            <a:r>
              <a:rPr lang="en-US" altLang="zh-CN" b="1" i="1" dirty="0">
                <a:solidFill>
                  <a:prstClr val="black"/>
                </a:solidFill>
                <a:latin typeface="Times New Roman" panose="02020603050405020304" pitchFamily="18" charset="0"/>
                <a:ea typeface="华文楷体" panose="02010600040101010101" pitchFamily="2" charset="-122"/>
              </a:rPr>
              <a:t>ε</a:t>
            </a:r>
            <a:r>
              <a:rPr lang="zh-CN" altLang="en-US" b="1" i="1" dirty="0">
                <a:solidFill>
                  <a:prstClr val="black"/>
                </a:solidFill>
                <a:latin typeface="Times New Roman" panose="02020603050405020304" pitchFamily="18" charset="0"/>
                <a:ea typeface="华文楷体" panose="02010600040101010101" pitchFamily="2" charset="-122"/>
              </a:rPr>
              <a:t>，</a:t>
            </a:r>
            <a:endParaRPr lang="en-US" altLang="zh-CN" b="1" dirty="0">
              <a:solidFill>
                <a:prstClr val="black"/>
              </a:solidFill>
              <a:latin typeface="Times New Roman" panose="02020603050405020304" pitchFamily="18" charset="0"/>
              <a:ea typeface="华文楷体" panose="02010600040101010101" pitchFamily="2" charset="-122"/>
            </a:endParaRPr>
          </a:p>
          <a:p>
            <a:pPr marL="273050" indent="-273050" eaLnBrk="1" hangingPunct="1">
              <a:lnSpc>
                <a:spcPts val="2500"/>
              </a:lnSpc>
              <a:spcBef>
                <a:spcPct val="20000"/>
              </a:spcBef>
              <a:buClr>
                <a:srgbClr val="31B6FD"/>
              </a:buClr>
              <a:buSzPct val="100000"/>
              <a:defRPr/>
            </a:pPr>
            <a:r>
              <a:rPr lang="zh-CN" altLang="en-US" b="1" dirty="0">
                <a:solidFill>
                  <a:prstClr val="black"/>
                </a:solidFill>
                <a:latin typeface="Times New Roman" panose="02020603050405020304" pitchFamily="18" charset="0"/>
                <a:ea typeface="华文楷体" panose="02010600040101010101" pitchFamily="2" charset="-122"/>
              </a:rPr>
              <a:t>即存在一个非平凡的</a:t>
            </a:r>
            <a:r>
              <a:rPr lang="en-US" altLang="zh-CN" b="1" dirty="0">
                <a:solidFill>
                  <a:prstClr val="black"/>
                </a:solidFill>
                <a:latin typeface="Times New Roman" panose="02020603050405020304" pitchFamily="18" charset="0"/>
                <a:ea typeface="华文楷体" panose="02010600040101010101" pitchFamily="2" charset="-122"/>
              </a:rPr>
              <a:t>( </a:t>
            </a:r>
            <a:r>
              <a:rPr lang="en-US" altLang="zh-CN" b="1" i="1" dirty="0">
                <a:solidFill>
                  <a:prstClr val="black"/>
                </a:solidFill>
                <a:latin typeface="Times New Roman" panose="02020603050405020304" pitchFamily="18" charset="0"/>
                <a:ea typeface="华文楷体" panose="02010600040101010101" pitchFamily="2" charset="-122"/>
              </a:rPr>
              <a:t>nontrivial </a:t>
            </a:r>
            <a:r>
              <a:rPr lang="en-US" altLang="zh-CN" b="1" dirty="0">
                <a:solidFill>
                  <a:prstClr val="black"/>
                </a:solidFill>
                <a:latin typeface="Times New Roman" panose="02020603050405020304" pitchFamily="18" charset="0"/>
                <a:ea typeface="华文楷体" panose="02010600040101010101" pitchFamily="2" charset="-122"/>
              </a:rPr>
              <a:t>)</a:t>
            </a:r>
            <a:r>
              <a:rPr lang="zh-CN" altLang="en-US" b="1" dirty="0">
                <a:solidFill>
                  <a:prstClr val="black"/>
                </a:solidFill>
                <a:latin typeface="Times New Roman" panose="02020603050405020304" pitchFamily="18" charset="0"/>
                <a:ea typeface="华文楷体" panose="02010600040101010101" pitchFamily="2" charset="-122"/>
              </a:rPr>
              <a:t>公共前缀，那么将所有</a:t>
            </a:r>
            <a:r>
              <a:rPr lang="en-US" altLang="zh-CN" b="1" i="1" dirty="0">
                <a:solidFill>
                  <a:prstClr val="black"/>
                </a:solidFill>
                <a:latin typeface="Times New Roman" panose="02020603050405020304" pitchFamily="18" charset="0"/>
                <a:ea typeface="华文楷体" panose="02010600040101010101" pitchFamily="2" charset="-122"/>
              </a:rPr>
              <a:t>A</a:t>
            </a:r>
            <a:r>
              <a:rPr lang="en-US" altLang="zh-CN" b="1" dirty="0">
                <a:solidFill>
                  <a:prstClr val="black"/>
                </a:solidFill>
                <a:latin typeface="Times New Roman" panose="02020603050405020304" pitchFamily="18" charset="0"/>
                <a:ea typeface="华文楷体" panose="02010600040101010101" pitchFamily="2" charset="-122"/>
              </a:rPr>
              <a:t>-</a:t>
            </a:r>
            <a:r>
              <a:rPr lang="zh-CN" altLang="en-US" b="1" dirty="0">
                <a:solidFill>
                  <a:prstClr val="black"/>
                </a:solidFill>
                <a:latin typeface="Times New Roman" panose="02020603050405020304" pitchFamily="18" charset="0"/>
                <a:ea typeface="华文楷体" panose="02010600040101010101" pitchFamily="2" charset="-122"/>
              </a:rPr>
              <a:t>产生式</a:t>
            </a:r>
            <a:endParaRPr lang="en-US" altLang="zh-CN" b="1" dirty="0">
              <a:solidFill>
                <a:prstClr val="black"/>
              </a:solidFill>
              <a:latin typeface="Times New Roman" panose="02020603050405020304" pitchFamily="18" charset="0"/>
              <a:ea typeface="华文楷体" panose="02010600040101010101" pitchFamily="2" charset="-122"/>
            </a:endParaRPr>
          </a:p>
          <a:p>
            <a:pPr marL="273050" indent="-273050" algn="ctr" eaLnBrk="1" hangingPunct="1">
              <a:lnSpc>
                <a:spcPts val="2500"/>
              </a:lnSpc>
              <a:spcBef>
                <a:spcPct val="20000"/>
              </a:spcBef>
              <a:buClr>
                <a:srgbClr val="31B6FD"/>
              </a:buClr>
              <a:buSzPct val="100000"/>
              <a:defRPr/>
            </a:pPr>
            <a:r>
              <a:rPr lang="en-US" altLang="zh-CN" b="1" i="1" dirty="0">
                <a:solidFill>
                  <a:prstClr val="black"/>
                </a:solidFill>
                <a:latin typeface="Times New Roman" panose="02020603050405020304" pitchFamily="18" charset="0"/>
                <a:ea typeface="楷体_GB2312" pitchFamily="49" charset="-122"/>
              </a:rPr>
              <a:t>A </a:t>
            </a:r>
            <a:r>
              <a:rPr lang="en-US" altLang="zh-CN" b="1" dirty="0">
                <a:solidFill>
                  <a:prstClr val="black"/>
                </a:solidFill>
                <a:latin typeface="Times New Roman" panose="02020603050405020304" pitchFamily="18" charset="0"/>
                <a:ea typeface="楷体_GB2312" pitchFamily="49" charset="-122"/>
              </a:rPr>
              <a:t>→</a:t>
            </a:r>
            <a:r>
              <a:rPr lang="en-US" altLang="zh-CN" b="1" dirty="0">
                <a:solidFill>
                  <a:srgbClr val="FF0000"/>
                </a:solidFill>
                <a:latin typeface="Times New Roman" panose="02020603050405020304" pitchFamily="18" charset="0"/>
                <a:ea typeface="楷体_GB2312" pitchFamily="49" charset="-122"/>
              </a:rPr>
              <a:t> </a:t>
            </a:r>
            <a:r>
              <a:rPr kumimoji="1" lang="en-US" altLang="zh-CN" b="1" i="1" dirty="0">
                <a:solidFill>
                  <a:srgbClr val="FF0000"/>
                </a:solidFill>
                <a:latin typeface="Times New Roman" panose="02020603050405020304" pitchFamily="18" charset="0"/>
                <a:ea typeface="楷体_GB2312" pitchFamily="49" charset="-122"/>
              </a:rPr>
              <a:t>α</a:t>
            </a:r>
            <a:r>
              <a:rPr kumimoji="1" lang="en-US" altLang="zh-CN" b="1" dirty="0">
                <a:solidFill>
                  <a:srgbClr val="FF0000"/>
                </a:solidFill>
                <a:latin typeface="Times New Roman" panose="02020603050405020304" pitchFamily="18" charset="0"/>
                <a:ea typeface="楷体_GB2312" pitchFamily="49" charset="-122"/>
              </a:rPr>
              <a:t> </a:t>
            </a:r>
            <a:r>
              <a:rPr lang="en-US" altLang="zh-CN" b="1" i="1" dirty="0">
                <a:solidFill>
                  <a:prstClr val="black"/>
                </a:solidFill>
                <a:latin typeface="Times New Roman" panose="02020603050405020304" pitchFamily="18" charset="0"/>
                <a:ea typeface="楷体_GB2312" pitchFamily="49" charset="-122"/>
              </a:rPr>
              <a:t>β</a:t>
            </a:r>
            <a:r>
              <a:rPr lang="en-US" altLang="zh-CN" b="1" i="1" baseline="-30000" dirty="0">
                <a:solidFill>
                  <a:prstClr val="black"/>
                </a:solidFill>
                <a:latin typeface="Times New Roman" panose="02020603050405020304" pitchFamily="18" charset="0"/>
                <a:ea typeface="楷体_GB2312" pitchFamily="49" charset="-122"/>
              </a:rPr>
              <a:t>1 </a:t>
            </a:r>
            <a:r>
              <a:rPr lang="en-US" altLang="zh-CN" b="1" dirty="0">
                <a:solidFill>
                  <a:prstClr val="black"/>
                </a:solidFill>
                <a:latin typeface="Times New Roman" panose="02020603050405020304" pitchFamily="18" charset="0"/>
                <a:ea typeface="楷体_GB2312" pitchFamily="49" charset="-122"/>
              </a:rPr>
              <a:t>| </a:t>
            </a:r>
            <a:r>
              <a:rPr kumimoji="1" lang="en-US" altLang="zh-CN" b="1" i="1" dirty="0">
                <a:solidFill>
                  <a:srgbClr val="FF0000"/>
                </a:solidFill>
                <a:latin typeface="Times New Roman" panose="02020603050405020304" pitchFamily="18" charset="0"/>
                <a:ea typeface="楷体_GB2312" pitchFamily="49" charset="-122"/>
              </a:rPr>
              <a:t>α</a:t>
            </a:r>
            <a:r>
              <a:rPr kumimoji="1" lang="en-US" altLang="zh-CN" b="1" dirty="0">
                <a:solidFill>
                  <a:prstClr val="black"/>
                </a:solidFill>
                <a:latin typeface="Times New Roman" panose="02020603050405020304" pitchFamily="18" charset="0"/>
                <a:ea typeface="楷体_GB2312" pitchFamily="49" charset="-122"/>
              </a:rPr>
              <a:t> </a:t>
            </a:r>
            <a:r>
              <a:rPr lang="en-US" altLang="zh-CN" b="1" i="1" dirty="0">
                <a:solidFill>
                  <a:prstClr val="black"/>
                </a:solidFill>
                <a:latin typeface="Times New Roman" panose="02020603050405020304" pitchFamily="18" charset="0"/>
                <a:ea typeface="楷体_GB2312" pitchFamily="49" charset="-122"/>
              </a:rPr>
              <a:t>β</a:t>
            </a:r>
            <a:r>
              <a:rPr lang="en-US" altLang="zh-CN" b="1" i="1" baseline="-30000" dirty="0">
                <a:solidFill>
                  <a:prstClr val="black"/>
                </a:solidFill>
                <a:latin typeface="Times New Roman" panose="02020603050405020304" pitchFamily="18" charset="0"/>
                <a:ea typeface="楷体_GB2312" pitchFamily="49" charset="-122"/>
              </a:rPr>
              <a:t>2 </a:t>
            </a:r>
            <a:r>
              <a:rPr lang="en-US" altLang="zh-CN" b="1" dirty="0">
                <a:solidFill>
                  <a:prstClr val="black"/>
                </a:solidFill>
                <a:latin typeface="Times New Roman" panose="02020603050405020304" pitchFamily="18" charset="0"/>
                <a:ea typeface="楷体_GB2312" pitchFamily="49" charset="-122"/>
              </a:rPr>
              <a:t>| … | </a:t>
            </a:r>
            <a:r>
              <a:rPr kumimoji="1" lang="en-US" altLang="zh-CN" b="1" i="1" dirty="0">
                <a:solidFill>
                  <a:srgbClr val="FF0000"/>
                </a:solidFill>
                <a:latin typeface="Times New Roman" panose="02020603050405020304" pitchFamily="18" charset="0"/>
                <a:ea typeface="楷体_GB2312" pitchFamily="49" charset="-122"/>
              </a:rPr>
              <a:t>α</a:t>
            </a:r>
            <a:r>
              <a:rPr kumimoji="1" lang="en-US" altLang="zh-CN" b="1" dirty="0">
                <a:solidFill>
                  <a:prstClr val="black"/>
                </a:solidFill>
                <a:latin typeface="Times New Roman" panose="02020603050405020304" pitchFamily="18" charset="0"/>
                <a:ea typeface="楷体_GB2312" pitchFamily="49" charset="-122"/>
              </a:rPr>
              <a:t> </a:t>
            </a:r>
            <a:r>
              <a:rPr lang="en-US" altLang="zh-CN" b="1" i="1" dirty="0">
                <a:solidFill>
                  <a:prstClr val="black"/>
                </a:solidFill>
                <a:latin typeface="Times New Roman" panose="02020603050405020304" pitchFamily="18" charset="0"/>
                <a:ea typeface="楷体_GB2312" pitchFamily="49" charset="-122"/>
              </a:rPr>
              <a:t>β</a:t>
            </a:r>
            <a:r>
              <a:rPr lang="en-US" altLang="zh-CN" b="1" i="1" baseline="-30000" dirty="0">
                <a:solidFill>
                  <a:prstClr val="black"/>
                </a:solidFill>
                <a:latin typeface="Times New Roman" panose="02020603050405020304" pitchFamily="18" charset="0"/>
                <a:ea typeface="楷体_GB2312" pitchFamily="49" charset="-122"/>
              </a:rPr>
              <a:t>n</a:t>
            </a:r>
            <a:r>
              <a:rPr lang="en-US" altLang="zh-CN" b="1" dirty="0">
                <a:solidFill>
                  <a:prstClr val="black"/>
                </a:solidFill>
                <a:latin typeface="Times New Roman" panose="02020603050405020304" pitchFamily="18" charset="0"/>
                <a:ea typeface="楷体_GB2312" pitchFamily="49" charset="-122"/>
              </a:rPr>
              <a:t> | </a:t>
            </a:r>
            <a:r>
              <a:rPr lang="en-US" altLang="zh-CN" b="1" i="1" dirty="0">
                <a:solidFill>
                  <a:prstClr val="black"/>
                </a:solidFill>
                <a:latin typeface="Times New Roman" panose="02020603050405020304" pitchFamily="18" charset="0"/>
                <a:ea typeface="楷体_GB2312" pitchFamily="49" charset="-122"/>
              </a:rPr>
              <a:t>γ</a:t>
            </a:r>
            <a:r>
              <a:rPr lang="en-US" altLang="zh-CN" b="1" i="1" baseline="-25000" dirty="0">
                <a:solidFill>
                  <a:prstClr val="black"/>
                </a:solidFill>
                <a:latin typeface="Times New Roman" panose="02020603050405020304" pitchFamily="18" charset="0"/>
                <a:ea typeface="楷体_GB2312" pitchFamily="49" charset="-122"/>
              </a:rPr>
              <a:t>1</a:t>
            </a:r>
            <a:r>
              <a:rPr lang="en-US" altLang="zh-CN" b="1" baseline="-25000" dirty="0">
                <a:solidFill>
                  <a:prstClr val="black"/>
                </a:solidFill>
                <a:latin typeface="Times New Roman" panose="02020603050405020304" pitchFamily="18" charset="0"/>
                <a:ea typeface="楷体_GB2312" pitchFamily="49" charset="-122"/>
              </a:rPr>
              <a:t> </a:t>
            </a:r>
            <a:r>
              <a:rPr lang="en-US" altLang="zh-CN" b="1" dirty="0">
                <a:solidFill>
                  <a:prstClr val="black"/>
                </a:solidFill>
                <a:latin typeface="Times New Roman" panose="02020603050405020304" pitchFamily="18" charset="0"/>
                <a:ea typeface="楷体_GB2312" pitchFamily="49" charset="-122"/>
              </a:rPr>
              <a:t>| </a:t>
            </a:r>
            <a:r>
              <a:rPr lang="en-US" altLang="zh-CN" b="1" i="1" dirty="0">
                <a:solidFill>
                  <a:prstClr val="black"/>
                </a:solidFill>
                <a:latin typeface="Times New Roman" panose="02020603050405020304" pitchFamily="18" charset="0"/>
                <a:ea typeface="楷体_GB2312" pitchFamily="49" charset="-122"/>
              </a:rPr>
              <a:t>γ</a:t>
            </a:r>
            <a:r>
              <a:rPr lang="en-US" altLang="zh-CN" b="1" i="1" baseline="-25000" dirty="0">
                <a:solidFill>
                  <a:prstClr val="black"/>
                </a:solidFill>
                <a:latin typeface="Times New Roman" panose="02020603050405020304" pitchFamily="18" charset="0"/>
                <a:ea typeface="楷体_GB2312" pitchFamily="49" charset="-122"/>
              </a:rPr>
              <a:t>2</a:t>
            </a:r>
            <a:r>
              <a:rPr lang="en-US" altLang="zh-CN" b="1" baseline="-25000" dirty="0">
                <a:solidFill>
                  <a:prstClr val="black"/>
                </a:solidFill>
                <a:latin typeface="Times New Roman" panose="02020603050405020304" pitchFamily="18" charset="0"/>
                <a:ea typeface="楷体_GB2312" pitchFamily="49" charset="-122"/>
              </a:rPr>
              <a:t> </a:t>
            </a:r>
            <a:r>
              <a:rPr lang="en-US" altLang="zh-CN" b="1" dirty="0">
                <a:solidFill>
                  <a:prstClr val="black"/>
                </a:solidFill>
                <a:latin typeface="Times New Roman" panose="02020603050405020304" pitchFamily="18" charset="0"/>
                <a:ea typeface="楷体_GB2312" pitchFamily="49" charset="-122"/>
              </a:rPr>
              <a:t>| … | </a:t>
            </a:r>
            <a:r>
              <a:rPr lang="en-US" altLang="zh-CN" b="1" i="1" dirty="0" err="1">
                <a:solidFill>
                  <a:prstClr val="black"/>
                </a:solidFill>
                <a:latin typeface="Times New Roman" panose="02020603050405020304" pitchFamily="18" charset="0"/>
                <a:ea typeface="楷体_GB2312" pitchFamily="49" charset="-122"/>
              </a:rPr>
              <a:t>γ</a:t>
            </a:r>
            <a:r>
              <a:rPr lang="en-US" altLang="zh-CN" b="1" i="1" baseline="-25000" dirty="0" err="1">
                <a:solidFill>
                  <a:prstClr val="black"/>
                </a:solidFill>
                <a:latin typeface="Times New Roman" panose="02020603050405020304" pitchFamily="18" charset="0"/>
                <a:ea typeface="楷体_GB2312" pitchFamily="49" charset="-122"/>
              </a:rPr>
              <a:t>m</a:t>
            </a:r>
            <a:endParaRPr lang="en-US" altLang="zh-CN" b="1" i="1" dirty="0">
              <a:solidFill>
                <a:prstClr val="black"/>
              </a:solidFill>
              <a:latin typeface="Times New Roman" panose="02020603050405020304" pitchFamily="18" charset="0"/>
              <a:ea typeface="楷体_GB2312" pitchFamily="49" charset="-122"/>
            </a:endParaRPr>
          </a:p>
          <a:p>
            <a:pPr marL="273050" indent="-273050" eaLnBrk="1" hangingPunct="1">
              <a:lnSpc>
                <a:spcPts val="2500"/>
              </a:lnSpc>
              <a:spcBef>
                <a:spcPct val="20000"/>
              </a:spcBef>
              <a:buClr>
                <a:srgbClr val="31B6FD"/>
              </a:buClr>
              <a:buSzPct val="100000"/>
              <a:defRPr/>
            </a:pPr>
            <a:r>
              <a:rPr lang="zh-CN" altLang="en-US" b="1" dirty="0">
                <a:solidFill>
                  <a:prstClr val="black"/>
                </a:solidFill>
                <a:latin typeface="Times New Roman" panose="02020603050405020304" pitchFamily="18" charset="0"/>
                <a:ea typeface="华文楷体" panose="02010600040101010101" pitchFamily="2" charset="-122"/>
              </a:rPr>
              <a:t>替换为</a:t>
            </a:r>
            <a:endParaRPr lang="en-US" altLang="zh-CN" b="1" dirty="0">
              <a:solidFill>
                <a:prstClr val="black"/>
              </a:solidFill>
              <a:latin typeface="Times New Roman" panose="02020603050405020304" pitchFamily="18" charset="0"/>
              <a:ea typeface="华文楷体" panose="02010600040101010101" pitchFamily="2" charset="-122"/>
            </a:endParaRPr>
          </a:p>
          <a:p>
            <a:pPr marL="273050" indent="-273050" algn="ctr" eaLnBrk="1" hangingPunct="1">
              <a:lnSpc>
                <a:spcPts val="2500"/>
              </a:lnSpc>
              <a:spcBef>
                <a:spcPct val="20000"/>
              </a:spcBef>
              <a:buClr>
                <a:srgbClr val="31B6FD"/>
              </a:buClr>
              <a:buSzPct val="100000"/>
              <a:defRPr/>
            </a:pPr>
            <a:r>
              <a:rPr lang="en-US" altLang="zh-CN" b="1" i="1" dirty="0">
                <a:solidFill>
                  <a:prstClr val="black"/>
                </a:solidFill>
                <a:latin typeface="Times New Roman" panose="02020603050405020304" pitchFamily="18" charset="0"/>
                <a:ea typeface="楷体_GB2312" pitchFamily="49" charset="-122"/>
              </a:rPr>
              <a:t>A </a:t>
            </a:r>
            <a:r>
              <a:rPr lang="en-US" altLang="zh-CN" b="1" dirty="0">
                <a:solidFill>
                  <a:prstClr val="black"/>
                </a:solidFill>
                <a:latin typeface="Times New Roman" panose="02020603050405020304" pitchFamily="18" charset="0"/>
                <a:ea typeface="楷体_GB2312" pitchFamily="49" charset="-122"/>
              </a:rPr>
              <a:t>→ </a:t>
            </a:r>
            <a:r>
              <a:rPr kumimoji="1" lang="en-US" altLang="zh-CN" b="1" i="1" dirty="0">
                <a:solidFill>
                  <a:srgbClr val="FF0000"/>
                </a:solidFill>
                <a:latin typeface="Times New Roman" panose="02020603050405020304" pitchFamily="18" charset="0"/>
                <a:ea typeface="楷体_GB2312" pitchFamily="49" charset="-122"/>
              </a:rPr>
              <a:t>α</a:t>
            </a:r>
            <a:r>
              <a:rPr kumimoji="1" lang="en-US" altLang="zh-CN" b="1" dirty="0">
                <a:solidFill>
                  <a:prstClr val="black"/>
                </a:solidFill>
                <a:latin typeface="Times New Roman" panose="02020603050405020304" pitchFamily="18" charset="0"/>
                <a:ea typeface="楷体_GB2312" pitchFamily="49" charset="-122"/>
              </a:rPr>
              <a:t> </a:t>
            </a:r>
            <a:r>
              <a:rPr lang="en-US" altLang="zh-CN" b="1" i="1" dirty="0">
                <a:solidFill>
                  <a:prstClr val="black"/>
                </a:solidFill>
                <a:latin typeface="Times New Roman" panose="02020603050405020304" pitchFamily="18" charset="0"/>
                <a:ea typeface="楷体_GB2312" pitchFamily="49" charset="-122"/>
              </a:rPr>
              <a:t>A'</a:t>
            </a:r>
            <a:r>
              <a:rPr lang="en-US" altLang="zh-CN" b="1" dirty="0">
                <a:solidFill>
                  <a:prstClr val="black"/>
                </a:solidFill>
                <a:latin typeface="Times New Roman" panose="02020603050405020304" pitchFamily="18" charset="0"/>
                <a:ea typeface="楷体_GB2312" pitchFamily="49" charset="-122"/>
              </a:rPr>
              <a:t> | </a:t>
            </a:r>
            <a:r>
              <a:rPr lang="en-US" altLang="zh-CN" b="1" i="1" dirty="0">
                <a:solidFill>
                  <a:prstClr val="black"/>
                </a:solidFill>
                <a:latin typeface="Times New Roman" panose="02020603050405020304" pitchFamily="18" charset="0"/>
                <a:ea typeface="楷体_GB2312" pitchFamily="49" charset="-122"/>
              </a:rPr>
              <a:t>γ</a:t>
            </a:r>
            <a:r>
              <a:rPr lang="en-US" altLang="zh-CN" b="1" i="1" baseline="-25000" dirty="0">
                <a:solidFill>
                  <a:prstClr val="black"/>
                </a:solidFill>
                <a:latin typeface="Times New Roman" panose="02020603050405020304" pitchFamily="18" charset="0"/>
                <a:ea typeface="楷体_GB2312" pitchFamily="49" charset="-122"/>
              </a:rPr>
              <a:t>1</a:t>
            </a:r>
            <a:r>
              <a:rPr lang="en-US" altLang="zh-CN" b="1" baseline="-25000" dirty="0">
                <a:solidFill>
                  <a:prstClr val="black"/>
                </a:solidFill>
                <a:latin typeface="Times New Roman" panose="02020603050405020304" pitchFamily="18" charset="0"/>
                <a:ea typeface="楷体_GB2312" pitchFamily="49" charset="-122"/>
              </a:rPr>
              <a:t> </a:t>
            </a:r>
            <a:r>
              <a:rPr lang="en-US" altLang="zh-CN" b="1" dirty="0">
                <a:solidFill>
                  <a:prstClr val="black"/>
                </a:solidFill>
                <a:latin typeface="Times New Roman" panose="02020603050405020304" pitchFamily="18" charset="0"/>
                <a:ea typeface="楷体_GB2312" pitchFamily="49" charset="-122"/>
              </a:rPr>
              <a:t>| </a:t>
            </a:r>
            <a:r>
              <a:rPr lang="en-US" altLang="zh-CN" b="1" i="1" dirty="0">
                <a:solidFill>
                  <a:prstClr val="black"/>
                </a:solidFill>
                <a:latin typeface="Times New Roman" panose="02020603050405020304" pitchFamily="18" charset="0"/>
                <a:ea typeface="楷体_GB2312" pitchFamily="49" charset="-122"/>
              </a:rPr>
              <a:t>γ</a:t>
            </a:r>
            <a:r>
              <a:rPr lang="en-US" altLang="zh-CN" b="1" i="1" baseline="-25000" dirty="0">
                <a:solidFill>
                  <a:prstClr val="black"/>
                </a:solidFill>
                <a:latin typeface="Times New Roman" panose="02020603050405020304" pitchFamily="18" charset="0"/>
                <a:ea typeface="楷体_GB2312" pitchFamily="49" charset="-122"/>
              </a:rPr>
              <a:t>2</a:t>
            </a:r>
            <a:r>
              <a:rPr lang="en-US" altLang="zh-CN" b="1" baseline="-25000" dirty="0">
                <a:solidFill>
                  <a:prstClr val="black"/>
                </a:solidFill>
                <a:latin typeface="Times New Roman" panose="02020603050405020304" pitchFamily="18" charset="0"/>
                <a:ea typeface="楷体_GB2312" pitchFamily="49" charset="-122"/>
              </a:rPr>
              <a:t> </a:t>
            </a:r>
            <a:r>
              <a:rPr lang="en-US" altLang="zh-CN" b="1" dirty="0">
                <a:solidFill>
                  <a:prstClr val="black"/>
                </a:solidFill>
                <a:latin typeface="Times New Roman" panose="02020603050405020304" pitchFamily="18" charset="0"/>
                <a:ea typeface="楷体_GB2312" pitchFamily="49" charset="-122"/>
              </a:rPr>
              <a:t>| … | </a:t>
            </a:r>
            <a:r>
              <a:rPr lang="en-US" altLang="zh-CN" b="1" i="1" dirty="0" err="1">
                <a:solidFill>
                  <a:prstClr val="black"/>
                </a:solidFill>
                <a:latin typeface="Times New Roman" panose="02020603050405020304" pitchFamily="18" charset="0"/>
                <a:ea typeface="楷体_GB2312" pitchFamily="49" charset="-122"/>
              </a:rPr>
              <a:t>γ</a:t>
            </a:r>
            <a:r>
              <a:rPr lang="en-US" altLang="zh-CN" b="1" i="1" baseline="-25000" dirty="0" err="1">
                <a:solidFill>
                  <a:prstClr val="black"/>
                </a:solidFill>
                <a:latin typeface="Times New Roman" panose="02020603050405020304" pitchFamily="18" charset="0"/>
                <a:ea typeface="楷体_GB2312" pitchFamily="49" charset="-122"/>
              </a:rPr>
              <a:t>m</a:t>
            </a:r>
            <a:endParaRPr lang="en-US" altLang="zh-CN" b="1" i="1" dirty="0">
              <a:solidFill>
                <a:prstClr val="black"/>
              </a:solidFill>
              <a:latin typeface="Times New Roman" panose="02020603050405020304" pitchFamily="18" charset="0"/>
              <a:ea typeface="楷体_GB2312" pitchFamily="49" charset="-122"/>
            </a:endParaRPr>
          </a:p>
          <a:p>
            <a:pPr marL="273050" indent="-273050" algn="ctr" eaLnBrk="1" hangingPunct="1">
              <a:lnSpc>
                <a:spcPts val="2800"/>
              </a:lnSpc>
              <a:spcBef>
                <a:spcPct val="20000"/>
              </a:spcBef>
              <a:buClr>
                <a:srgbClr val="31B6FD"/>
              </a:buClr>
              <a:buSzPct val="100000"/>
              <a:defRPr/>
            </a:pPr>
            <a:r>
              <a:rPr lang="en-US" altLang="zh-CN" b="1" i="1" dirty="0">
                <a:solidFill>
                  <a:prstClr val="black"/>
                </a:solidFill>
                <a:latin typeface="Times New Roman" panose="02020603050405020304" pitchFamily="18" charset="0"/>
                <a:ea typeface="楷体_GB2312" pitchFamily="49" charset="-122"/>
              </a:rPr>
              <a:t>A'</a:t>
            </a:r>
            <a:r>
              <a:rPr lang="en-US" altLang="zh-CN" b="1" dirty="0">
                <a:solidFill>
                  <a:prstClr val="black"/>
                </a:solidFill>
                <a:latin typeface="Times New Roman" panose="02020603050405020304" pitchFamily="18" charset="0"/>
                <a:ea typeface="楷体_GB2312" pitchFamily="49" charset="-122"/>
              </a:rPr>
              <a:t> → </a:t>
            </a:r>
            <a:r>
              <a:rPr lang="en-US" altLang="zh-CN" b="1" i="1" dirty="0">
                <a:solidFill>
                  <a:prstClr val="black"/>
                </a:solidFill>
                <a:latin typeface="Times New Roman" panose="02020603050405020304" pitchFamily="18" charset="0"/>
                <a:ea typeface="楷体_GB2312" pitchFamily="49" charset="-122"/>
              </a:rPr>
              <a:t>β</a:t>
            </a:r>
            <a:r>
              <a:rPr lang="en-US" altLang="zh-CN" b="1" i="1" baseline="-25000" dirty="0">
                <a:solidFill>
                  <a:prstClr val="black"/>
                </a:solidFill>
                <a:latin typeface="Times New Roman" panose="02020603050405020304" pitchFamily="18" charset="0"/>
                <a:ea typeface="楷体_GB2312" pitchFamily="49" charset="-122"/>
              </a:rPr>
              <a:t>1</a:t>
            </a:r>
            <a:r>
              <a:rPr lang="en-US" altLang="zh-CN" b="1" baseline="-25000" dirty="0">
                <a:solidFill>
                  <a:prstClr val="black"/>
                </a:solidFill>
                <a:latin typeface="Times New Roman" panose="02020603050405020304" pitchFamily="18" charset="0"/>
                <a:ea typeface="楷体_GB2312" pitchFamily="49" charset="-122"/>
              </a:rPr>
              <a:t> </a:t>
            </a:r>
            <a:r>
              <a:rPr lang="en-US" altLang="zh-CN" b="1" dirty="0">
                <a:solidFill>
                  <a:prstClr val="black"/>
                </a:solidFill>
                <a:latin typeface="Times New Roman" panose="02020603050405020304" pitchFamily="18" charset="0"/>
                <a:ea typeface="楷体_GB2312" pitchFamily="49" charset="-122"/>
              </a:rPr>
              <a:t>| </a:t>
            </a:r>
            <a:r>
              <a:rPr lang="en-US" altLang="zh-CN" b="1" i="1" dirty="0">
                <a:solidFill>
                  <a:prstClr val="black"/>
                </a:solidFill>
                <a:latin typeface="Times New Roman" panose="02020603050405020304" pitchFamily="18" charset="0"/>
                <a:ea typeface="楷体_GB2312" pitchFamily="49" charset="-122"/>
              </a:rPr>
              <a:t>β</a:t>
            </a:r>
            <a:r>
              <a:rPr lang="en-US" altLang="zh-CN" b="1" i="1" baseline="-25000" dirty="0">
                <a:solidFill>
                  <a:prstClr val="black"/>
                </a:solidFill>
                <a:latin typeface="Times New Roman" panose="02020603050405020304" pitchFamily="18" charset="0"/>
                <a:ea typeface="楷体_GB2312" pitchFamily="49" charset="-122"/>
              </a:rPr>
              <a:t>2</a:t>
            </a:r>
            <a:r>
              <a:rPr lang="en-US" altLang="zh-CN" b="1" baseline="-25000" dirty="0">
                <a:solidFill>
                  <a:prstClr val="black"/>
                </a:solidFill>
                <a:latin typeface="Times New Roman" panose="02020603050405020304" pitchFamily="18" charset="0"/>
                <a:ea typeface="楷体_GB2312" pitchFamily="49" charset="-122"/>
              </a:rPr>
              <a:t> </a:t>
            </a:r>
            <a:r>
              <a:rPr lang="en-US" altLang="zh-CN" b="1" dirty="0">
                <a:solidFill>
                  <a:prstClr val="black"/>
                </a:solidFill>
                <a:latin typeface="Times New Roman" panose="02020603050405020304" pitchFamily="18" charset="0"/>
                <a:ea typeface="楷体_GB2312" pitchFamily="49" charset="-122"/>
              </a:rPr>
              <a:t>| … | </a:t>
            </a:r>
            <a:r>
              <a:rPr lang="en-US" altLang="zh-CN" b="1" i="1" dirty="0">
                <a:solidFill>
                  <a:prstClr val="black"/>
                </a:solidFill>
                <a:latin typeface="Times New Roman" panose="02020603050405020304" pitchFamily="18" charset="0"/>
                <a:ea typeface="楷体_GB2312" pitchFamily="49" charset="-122"/>
              </a:rPr>
              <a:t>β</a:t>
            </a:r>
            <a:r>
              <a:rPr lang="en-US" altLang="zh-CN" b="1" i="1" baseline="-25000" dirty="0">
                <a:solidFill>
                  <a:prstClr val="black"/>
                </a:solidFill>
                <a:latin typeface="Times New Roman" panose="02020603050405020304" pitchFamily="18" charset="0"/>
                <a:ea typeface="楷体_GB2312" pitchFamily="49" charset="-122"/>
              </a:rPr>
              <a:t>n</a:t>
            </a:r>
            <a:endParaRPr lang="en-US" altLang="zh-CN" b="1" i="1" dirty="0">
              <a:solidFill>
                <a:prstClr val="black"/>
              </a:solidFill>
              <a:latin typeface="Times New Roman" panose="02020603050405020304" pitchFamily="18" charset="0"/>
              <a:ea typeface="楷体_GB2312" pitchFamily="49" charset="-122"/>
            </a:endParaRPr>
          </a:p>
          <a:p>
            <a:pPr marL="273050" indent="-273050" eaLnBrk="1" hangingPunct="1">
              <a:lnSpc>
                <a:spcPts val="2800"/>
              </a:lnSpc>
              <a:spcBef>
                <a:spcPct val="20000"/>
              </a:spcBef>
              <a:buClr>
                <a:srgbClr val="31B6FD"/>
              </a:buClr>
              <a:buSzPct val="100000"/>
              <a:defRPr/>
            </a:pPr>
            <a:r>
              <a:rPr lang="zh-CN" altLang="en-US" b="1" dirty="0">
                <a:solidFill>
                  <a:prstClr val="black"/>
                </a:solidFill>
                <a:latin typeface="Times New Roman" panose="02020603050405020304" pitchFamily="18" charset="0"/>
                <a:ea typeface="华文楷体" panose="02010600040101010101" pitchFamily="2" charset="-122"/>
              </a:rPr>
              <a:t>其中，</a:t>
            </a:r>
            <a:r>
              <a:rPr lang="en-US" altLang="zh-CN" b="1" dirty="0">
                <a:solidFill>
                  <a:prstClr val="black"/>
                </a:solidFill>
                <a:latin typeface="Times New Roman" panose="02020603050405020304" pitchFamily="18" charset="0"/>
                <a:ea typeface="华文楷体" panose="02010600040101010101" pitchFamily="2" charset="-122"/>
              </a:rPr>
              <a:t> </a:t>
            </a:r>
            <a:r>
              <a:rPr lang="en-US" altLang="zh-CN" b="1" i="1" dirty="0" err="1">
                <a:solidFill>
                  <a:prstClr val="black"/>
                </a:solidFill>
                <a:latin typeface="Times New Roman" panose="02020603050405020304" pitchFamily="18" charset="0"/>
                <a:ea typeface="楷体_GB2312" pitchFamily="49" charset="-122"/>
              </a:rPr>
              <a:t>γ</a:t>
            </a:r>
            <a:r>
              <a:rPr lang="en-US" altLang="zh-CN" b="1" i="1" baseline="-25000" dirty="0" err="1">
                <a:solidFill>
                  <a:prstClr val="black"/>
                </a:solidFill>
                <a:latin typeface="Times New Roman" panose="02020603050405020304" pitchFamily="18" charset="0"/>
                <a:ea typeface="楷体_GB2312" pitchFamily="49" charset="-122"/>
              </a:rPr>
              <a:t>i</a:t>
            </a:r>
            <a:r>
              <a:rPr lang="en-US" altLang="zh-CN" b="1" i="1" dirty="0">
                <a:solidFill>
                  <a:prstClr val="black"/>
                </a:solidFill>
                <a:latin typeface="Times New Roman" panose="02020603050405020304" pitchFamily="18" charset="0"/>
                <a:ea typeface="华文楷体" panose="02010600040101010101" pitchFamily="2" charset="-122"/>
              </a:rPr>
              <a:t> </a:t>
            </a:r>
            <a:r>
              <a:rPr lang="zh-CN" altLang="en-US" b="1" dirty="0">
                <a:solidFill>
                  <a:prstClr val="black"/>
                </a:solidFill>
                <a:latin typeface="Times New Roman" panose="02020603050405020304" pitchFamily="18" charset="0"/>
                <a:ea typeface="华文楷体" panose="02010600040101010101" pitchFamily="2" charset="-122"/>
              </a:rPr>
              <a:t>表示所有不以</a:t>
            </a:r>
            <a:r>
              <a:rPr kumimoji="1" lang="en-US" altLang="zh-CN" b="1" i="1" dirty="0">
                <a:solidFill>
                  <a:srgbClr val="FF0000"/>
                </a:solidFill>
                <a:latin typeface="Times New Roman" panose="02020603050405020304" pitchFamily="18" charset="0"/>
                <a:ea typeface="楷体_GB2312" pitchFamily="49" charset="-122"/>
              </a:rPr>
              <a:t>α</a:t>
            </a:r>
            <a:r>
              <a:rPr lang="zh-CN" altLang="en-US" b="1" dirty="0">
                <a:solidFill>
                  <a:prstClr val="black"/>
                </a:solidFill>
                <a:latin typeface="楷体" panose="02010609060101010101" pitchFamily="49" charset="-122"/>
                <a:ea typeface="华文楷体" panose="02010600040101010101" pitchFamily="2" charset="-122"/>
              </a:rPr>
              <a:t>开头的产生式体</a:t>
            </a:r>
            <a:r>
              <a:rPr lang="zh-CN" altLang="en-US" b="1" dirty="0">
                <a:solidFill>
                  <a:prstClr val="black"/>
                </a:solidFill>
                <a:latin typeface="Times New Roman" panose="02020603050405020304" pitchFamily="18" charset="0"/>
                <a:ea typeface="楷体_GB2312" pitchFamily="49" charset="-122"/>
              </a:rPr>
              <a:t>；</a:t>
            </a:r>
            <a:r>
              <a:rPr lang="en-US" altLang="zh-CN" b="1" i="1" dirty="0">
                <a:solidFill>
                  <a:srgbClr val="073E87">
                    <a:lumMod val="60000"/>
                    <a:lumOff val="40000"/>
                  </a:srgbClr>
                </a:solidFill>
                <a:latin typeface="Times New Roman" panose="02020603050405020304" pitchFamily="18" charset="0"/>
                <a:ea typeface="华文楷体" panose="02010600040101010101" pitchFamily="2" charset="-122"/>
              </a:rPr>
              <a:t> </a:t>
            </a:r>
            <a:r>
              <a:rPr lang="en-US" altLang="zh-CN" b="1" i="1" dirty="0">
                <a:solidFill>
                  <a:srgbClr val="FF0000"/>
                </a:solidFill>
                <a:latin typeface="Times New Roman" panose="02020603050405020304" pitchFamily="18" charset="0"/>
                <a:ea typeface="华文楷体" panose="02010600040101010101" pitchFamily="2" charset="-122"/>
              </a:rPr>
              <a:t>A'</a:t>
            </a:r>
            <a:r>
              <a:rPr lang="zh-CN" altLang="en-US" b="1" dirty="0">
                <a:solidFill>
                  <a:prstClr val="black"/>
                </a:solidFill>
                <a:latin typeface="Times New Roman" panose="02020603050405020304" pitchFamily="18" charset="0"/>
                <a:ea typeface="华文楷体" panose="02010600040101010101" pitchFamily="2" charset="-122"/>
              </a:rPr>
              <a:t>是一个新的非终结符。</a:t>
            </a:r>
            <a:r>
              <a:rPr lang="zh-CN" altLang="en-US" b="1" dirty="0">
                <a:solidFill>
                  <a:srgbClr val="0070C0"/>
                </a:solidFill>
                <a:latin typeface="Times New Roman" panose="02020603050405020304" pitchFamily="18" charset="0"/>
                <a:ea typeface="华文楷体" panose="02010600040101010101" pitchFamily="2" charset="-122"/>
              </a:rPr>
              <a:t>不断应用这个</a:t>
            </a:r>
            <a:endParaRPr lang="en-US" altLang="zh-CN" b="1" dirty="0">
              <a:solidFill>
                <a:srgbClr val="0070C0"/>
              </a:solidFill>
              <a:latin typeface="Times New Roman" panose="02020603050405020304" pitchFamily="18" charset="0"/>
              <a:ea typeface="华文楷体" panose="02010600040101010101" pitchFamily="2" charset="-122"/>
            </a:endParaRPr>
          </a:p>
          <a:p>
            <a:pPr marL="273050" indent="-273050" eaLnBrk="1" hangingPunct="1">
              <a:lnSpc>
                <a:spcPts val="2800"/>
              </a:lnSpc>
              <a:spcBef>
                <a:spcPct val="20000"/>
              </a:spcBef>
              <a:buClr>
                <a:srgbClr val="31B6FD"/>
              </a:buClr>
              <a:buSzPct val="100000"/>
              <a:defRPr/>
            </a:pPr>
            <a:r>
              <a:rPr lang="zh-CN" altLang="en-US" b="1" dirty="0">
                <a:solidFill>
                  <a:srgbClr val="0070C0"/>
                </a:solidFill>
                <a:latin typeface="Times New Roman" panose="02020603050405020304" pitchFamily="18" charset="0"/>
                <a:ea typeface="华文楷体" panose="02010600040101010101" pitchFamily="2" charset="-122"/>
              </a:rPr>
              <a:t>转换</a:t>
            </a:r>
            <a:r>
              <a:rPr lang="zh-CN" altLang="en-US" b="1" dirty="0">
                <a:solidFill>
                  <a:prstClr val="black"/>
                </a:solidFill>
                <a:latin typeface="Times New Roman" panose="02020603050405020304" pitchFamily="18" charset="0"/>
                <a:ea typeface="华文楷体" panose="02010600040101010101" pitchFamily="2" charset="-122"/>
              </a:rPr>
              <a:t>，直到每个非终结符的任意两个产生式体都没有公共前缀为止</a:t>
            </a:r>
            <a:endParaRPr lang="en-US" altLang="zh-CN" b="1" dirty="0">
              <a:solidFill>
                <a:prstClr val="black"/>
              </a:solidFill>
              <a:latin typeface="Times New Roman" panose="02020603050405020304" pitchFamily="18" charset="0"/>
              <a:ea typeface="华文楷体" panose="02010600040101010101" pitchFamily="2" charset="-122"/>
            </a:endParaRPr>
          </a:p>
        </p:txBody>
      </p:sp>
      <p:sp>
        <p:nvSpPr>
          <p:cNvPr id="4" name="灯片编号占位符 3">
            <a:extLst>
              <a:ext uri="{FF2B5EF4-FFF2-40B4-BE49-F238E27FC236}">
                <a16:creationId xmlns:a16="http://schemas.microsoft.com/office/drawing/2014/main" id="{497B780E-B44F-4C09-A654-5706E3676921}"/>
              </a:ext>
            </a:extLst>
          </p:cNvPr>
          <p:cNvSpPr>
            <a:spLocks noGrp="1"/>
          </p:cNvSpPr>
          <p:nvPr>
            <p:ph type="sldNum" sz="quarter" idx="12"/>
          </p:nvPr>
        </p:nvSpPr>
        <p:spPr/>
        <p:txBody>
          <a:bodyPr/>
          <a:lstStyle/>
          <a:p>
            <a:pPr>
              <a:defRPr/>
            </a:pPr>
            <a:fld id="{EA567855-7F13-4FC5-AD61-2B82F6443E16}" type="slidenum">
              <a:rPr lang="zh-CN" altLang="en-US" smtClean="0"/>
              <a:pPr>
                <a:defRPr/>
              </a:pPr>
              <a:t>27</a:t>
            </a:fld>
            <a:endParaRPr lang="en-US" altLang="zh-CN"/>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内容占位符 2">
            <a:extLst>
              <a:ext uri="{FF2B5EF4-FFF2-40B4-BE49-F238E27FC236}">
                <a16:creationId xmlns:a16="http://schemas.microsoft.com/office/drawing/2014/main" id="{BB30B1CA-9783-4BBF-8BD4-CB7AD91D28E1}"/>
              </a:ext>
            </a:extLst>
          </p:cNvPr>
          <p:cNvSpPr>
            <a:spLocks noGrp="1"/>
          </p:cNvSpPr>
          <p:nvPr>
            <p:ph idx="1"/>
          </p:nvPr>
        </p:nvSpPr>
        <p:spPr>
          <a:xfrm>
            <a:off x="0" y="987425"/>
            <a:ext cx="9036050" cy="1428750"/>
          </a:xfrm>
        </p:spPr>
        <p:txBody>
          <a:bodyPr/>
          <a:lstStyle/>
          <a:p>
            <a:pPr eaLnBrk="1" hangingPunct="1">
              <a:buClrTx/>
              <a:buFont typeface="Wingdings" pitchFamily="2" charset="2"/>
              <a:buChar char="Ø"/>
              <a:defRPr/>
            </a:pPr>
            <a:r>
              <a:rPr lang="zh-CN" altLang="en-US" sz="2000" b="1" dirty="0">
                <a:solidFill>
                  <a:schemeClr val="tx1"/>
                </a:solidFill>
                <a:latin typeface="+mn-ea"/>
                <a:cs typeface="Times New Roman" pitchFamily="18" charset="0"/>
              </a:rPr>
              <a:t>递归下降分析</a:t>
            </a:r>
            <a:r>
              <a:rPr lang="en-US" altLang="zh-CN" sz="2000" b="1" dirty="0">
                <a:solidFill>
                  <a:schemeClr val="tx1"/>
                </a:solidFill>
                <a:latin typeface="+mn-ea"/>
                <a:cs typeface="Times New Roman" pitchFamily="18" charset="0"/>
              </a:rPr>
              <a:t> </a:t>
            </a:r>
            <a:r>
              <a:rPr lang="en-US" altLang="zh-CN" sz="1800" b="1" dirty="0">
                <a:solidFill>
                  <a:schemeClr val="tx1"/>
                </a:solidFill>
                <a:cs typeface="Times New Roman" pitchFamily="18" charset="0"/>
              </a:rPr>
              <a:t>(</a:t>
            </a:r>
            <a:r>
              <a:rPr lang="en-US" altLang="zh-CN" sz="1800" b="1" i="1" dirty="0">
                <a:solidFill>
                  <a:schemeClr val="tx1"/>
                </a:solidFill>
                <a:cs typeface="Times New Roman" pitchFamily="18" charset="0"/>
              </a:rPr>
              <a:t>Recursive-Descent Parsing</a:t>
            </a:r>
            <a:r>
              <a:rPr lang="en-US" altLang="zh-CN" sz="1800" b="1" dirty="0">
                <a:solidFill>
                  <a:schemeClr val="tx1"/>
                </a:solidFill>
                <a:cs typeface="Times New Roman" pitchFamily="18" charset="0"/>
              </a:rPr>
              <a:t>)</a:t>
            </a:r>
          </a:p>
          <a:p>
            <a:pPr lvl="1" eaLnBrk="1" hangingPunct="1">
              <a:buClrTx/>
              <a:buFont typeface="Wingdings" pitchFamily="2" charset="2"/>
              <a:buChar char="Ø"/>
              <a:defRPr/>
            </a:pPr>
            <a:r>
              <a:rPr lang="zh-CN" altLang="en-US" sz="2000" b="1" dirty="0">
                <a:solidFill>
                  <a:schemeClr val="tx1"/>
                </a:solidFill>
                <a:latin typeface="+mn-ea"/>
                <a:cs typeface="Times New Roman" pitchFamily="18" charset="0"/>
              </a:rPr>
              <a:t>由一组</a:t>
            </a:r>
            <a:r>
              <a:rPr lang="zh-CN" altLang="en-US" sz="2000" b="1" dirty="0">
                <a:solidFill>
                  <a:srgbClr val="3333FF"/>
                </a:solidFill>
                <a:latin typeface="+mn-ea"/>
                <a:cs typeface="Times New Roman" pitchFamily="18" charset="0"/>
              </a:rPr>
              <a:t>过程</a:t>
            </a:r>
            <a:r>
              <a:rPr lang="zh-CN" altLang="en-US" sz="2000" b="1" dirty="0">
                <a:solidFill>
                  <a:schemeClr val="tx1"/>
                </a:solidFill>
                <a:latin typeface="+mn-ea"/>
                <a:cs typeface="Times New Roman" pitchFamily="18" charset="0"/>
              </a:rPr>
              <a:t>组成，每个过程对应一个</a:t>
            </a:r>
            <a:r>
              <a:rPr lang="zh-CN" altLang="en-US" sz="2000" b="1" dirty="0">
                <a:solidFill>
                  <a:srgbClr val="3333FF"/>
                </a:solidFill>
                <a:latin typeface="+mn-ea"/>
                <a:cs typeface="Times New Roman" pitchFamily="18" charset="0"/>
              </a:rPr>
              <a:t>非终结符</a:t>
            </a:r>
            <a:endParaRPr lang="en-US" altLang="zh-CN" sz="2000" b="1" dirty="0">
              <a:solidFill>
                <a:srgbClr val="3333FF"/>
              </a:solidFill>
              <a:latin typeface="+mn-ea"/>
              <a:cs typeface="Times New Roman" pitchFamily="18" charset="0"/>
            </a:endParaRPr>
          </a:p>
          <a:p>
            <a:pPr lvl="1" eaLnBrk="1" hangingPunct="1">
              <a:buClrTx/>
              <a:buFont typeface="Wingdings" pitchFamily="2" charset="2"/>
              <a:buChar char="Ø"/>
              <a:defRPr/>
            </a:pPr>
            <a:r>
              <a:rPr lang="zh-CN" altLang="en-US" sz="2000" b="1" dirty="0">
                <a:solidFill>
                  <a:schemeClr val="tx1"/>
                </a:solidFill>
                <a:latin typeface="+mn-ea"/>
                <a:cs typeface="Times New Roman" pitchFamily="18" charset="0"/>
              </a:rPr>
              <a:t>从文法</a:t>
            </a:r>
            <a:r>
              <a:rPr lang="zh-CN" altLang="en-US" sz="2000" b="1" dirty="0">
                <a:solidFill>
                  <a:srgbClr val="3333FF"/>
                </a:solidFill>
                <a:latin typeface="+mn-ea"/>
                <a:cs typeface="Times New Roman" pitchFamily="18" charset="0"/>
              </a:rPr>
              <a:t>开始符号</a:t>
            </a:r>
            <a:r>
              <a:rPr lang="en-US" altLang="zh-CN" sz="2000" b="1" i="1" dirty="0">
                <a:solidFill>
                  <a:srgbClr val="3333FF"/>
                </a:solidFill>
                <a:cs typeface="Times New Roman" panose="02020603050405020304" pitchFamily="18" charset="0"/>
              </a:rPr>
              <a:t>S</a:t>
            </a:r>
            <a:r>
              <a:rPr lang="zh-CN" altLang="en-US" sz="2000" b="1" dirty="0">
                <a:solidFill>
                  <a:schemeClr val="tx1"/>
                </a:solidFill>
                <a:latin typeface="+mn-ea"/>
                <a:cs typeface="Times New Roman" pitchFamily="18" charset="0"/>
              </a:rPr>
              <a:t>对应的过程</a:t>
            </a:r>
            <a:r>
              <a:rPr lang="zh-CN" altLang="en-US" sz="2000" b="1" dirty="0">
                <a:solidFill>
                  <a:schemeClr val="tx1"/>
                </a:solidFill>
                <a:cs typeface="Times New Roman" panose="02020603050405020304" pitchFamily="18" charset="0"/>
              </a:rPr>
              <a:t>开始</a:t>
            </a:r>
            <a:r>
              <a:rPr lang="zh-CN" altLang="en-US" sz="2000" b="1" dirty="0">
                <a:solidFill>
                  <a:schemeClr val="tx1"/>
                </a:solidFill>
                <a:latin typeface="+mn-ea"/>
                <a:cs typeface="Times New Roman" pitchFamily="18" charset="0"/>
              </a:rPr>
              <a:t>，其中</a:t>
            </a:r>
            <a:r>
              <a:rPr lang="zh-CN" altLang="en-US" sz="2000" b="1" dirty="0">
                <a:solidFill>
                  <a:srgbClr val="3333FF"/>
                </a:solidFill>
                <a:latin typeface="+mn-ea"/>
                <a:cs typeface="Times New Roman" pitchFamily="18" charset="0"/>
              </a:rPr>
              <a:t>递归调用</a:t>
            </a:r>
            <a:r>
              <a:rPr lang="zh-CN" altLang="en-US" sz="2000" b="1" dirty="0">
                <a:solidFill>
                  <a:schemeClr val="tx1"/>
                </a:solidFill>
                <a:latin typeface="+mn-ea"/>
                <a:cs typeface="Times New Roman" pitchFamily="18" charset="0"/>
              </a:rPr>
              <a:t>文法中其它</a:t>
            </a:r>
            <a:r>
              <a:rPr lang="zh-CN" altLang="en-US" sz="2000" b="1" dirty="0">
                <a:solidFill>
                  <a:srgbClr val="3333FF"/>
                </a:solidFill>
                <a:latin typeface="+mn-ea"/>
                <a:cs typeface="Times New Roman" pitchFamily="18" charset="0"/>
              </a:rPr>
              <a:t>非终结符</a:t>
            </a:r>
            <a:r>
              <a:rPr lang="zh-CN" altLang="en-US" sz="2000" b="1" dirty="0">
                <a:solidFill>
                  <a:schemeClr val="tx1"/>
                </a:solidFill>
                <a:latin typeface="+mn-ea"/>
                <a:cs typeface="Times New Roman" pitchFamily="18" charset="0"/>
              </a:rPr>
              <a:t>对应的过程。如果</a:t>
            </a:r>
            <a:r>
              <a:rPr lang="en-US" altLang="zh-CN" sz="2000" b="1" i="1" dirty="0">
                <a:solidFill>
                  <a:schemeClr val="tx1"/>
                </a:solidFill>
                <a:cs typeface="Times New Roman" panose="02020603050405020304" pitchFamily="18" charset="0"/>
              </a:rPr>
              <a:t>S</a:t>
            </a:r>
            <a:r>
              <a:rPr lang="zh-CN" altLang="en-US" sz="2000" b="1" dirty="0">
                <a:solidFill>
                  <a:schemeClr val="tx1"/>
                </a:solidFill>
                <a:latin typeface="+mn-ea"/>
                <a:cs typeface="Times New Roman" pitchFamily="18" charset="0"/>
              </a:rPr>
              <a:t>对应的过程体恰好扫描了</a:t>
            </a:r>
            <a:r>
              <a:rPr lang="zh-CN" altLang="en-US" sz="2000" b="1" dirty="0">
                <a:solidFill>
                  <a:srgbClr val="3333FF"/>
                </a:solidFill>
                <a:latin typeface="+mn-ea"/>
                <a:cs typeface="Times New Roman" pitchFamily="18" charset="0"/>
              </a:rPr>
              <a:t>整个输入串</a:t>
            </a:r>
            <a:r>
              <a:rPr lang="zh-CN" altLang="en-US" sz="2000" b="1" dirty="0">
                <a:solidFill>
                  <a:schemeClr val="tx1"/>
                </a:solidFill>
                <a:latin typeface="+mn-ea"/>
                <a:cs typeface="Times New Roman" pitchFamily="18" charset="0"/>
              </a:rPr>
              <a:t>，则成功完成语法分析</a:t>
            </a:r>
          </a:p>
        </p:txBody>
      </p:sp>
      <p:sp>
        <p:nvSpPr>
          <p:cNvPr id="34820" name="标题 1">
            <a:extLst>
              <a:ext uri="{FF2B5EF4-FFF2-40B4-BE49-F238E27FC236}">
                <a16:creationId xmlns:a16="http://schemas.microsoft.com/office/drawing/2014/main" id="{7807BCF3-16CE-427C-8155-E89FEFB8F773}"/>
              </a:ext>
            </a:extLst>
          </p:cNvPr>
          <p:cNvSpPr>
            <a:spLocks noGrp="1"/>
          </p:cNvSpPr>
          <p:nvPr>
            <p:ph type="title"/>
          </p:nvPr>
        </p:nvSpPr>
        <p:spPr>
          <a:xfrm>
            <a:off x="755650" y="268288"/>
            <a:ext cx="7931150" cy="358775"/>
          </a:xfrm>
        </p:spPr>
        <p:txBody>
          <a:bodyPr/>
          <a:lstStyle/>
          <a:p>
            <a:pPr eaLnBrk="1" hangingPunct="1">
              <a:defRPr/>
            </a:pPr>
            <a:r>
              <a:rPr lang="zh-CN" altLang="en-US" sz="3000" spc="300" dirty="0">
                <a:solidFill>
                  <a:schemeClr val="tx1"/>
                </a:solidFill>
                <a:latin typeface="微软雅黑" pitchFamily="34" charset="-122"/>
                <a:ea typeface="微软雅黑" pitchFamily="34" charset="-122"/>
                <a:cs typeface="Times New Roman" pitchFamily="18" charset="0"/>
              </a:rPr>
              <a:t>自顶向下语法分析的通用形式</a:t>
            </a:r>
          </a:p>
        </p:txBody>
      </p:sp>
      <p:sp>
        <p:nvSpPr>
          <p:cNvPr id="6" name="内容占位符 1">
            <a:extLst>
              <a:ext uri="{FF2B5EF4-FFF2-40B4-BE49-F238E27FC236}">
                <a16:creationId xmlns:a16="http://schemas.microsoft.com/office/drawing/2014/main" id="{DE8BC66F-5D1F-4511-96E7-6B6A9CE7F17C}"/>
              </a:ext>
            </a:extLst>
          </p:cNvPr>
          <p:cNvSpPr txBox="1">
            <a:spLocks/>
          </p:cNvSpPr>
          <p:nvPr/>
        </p:nvSpPr>
        <p:spPr bwMode="auto">
          <a:xfrm>
            <a:off x="714375" y="2487613"/>
            <a:ext cx="4319588" cy="2532062"/>
          </a:xfrm>
          <a:prstGeom prst="rect">
            <a:avLst/>
          </a:prstGeom>
          <a:solidFill>
            <a:schemeClr val="accent2">
              <a:lumMod val="40000"/>
              <a:lumOff val="60000"/>
            </a:schemeClr>
          </a:solidFill>
          <a:ln w="12700">
            <a:solidFill>
              <a:schemeClr val="tx1"/>
            </a:solidFill>
            <a:miter lim="800000"/>
            <a:headEnd/>
            <a:tailEnd/>
          </a:ln>
        </p:spPr>
        <p:txBody>
          <a:bodyPr/>
          <a:lstStyle>
            <a:lvl1pPr marL="273050" indent="-273050">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lnSpc>
                <a:spcPts val="1600"/>
              </a:lnSpc>
              <a:spcBef>
                <a:spcPct val="20000"/>
              </a:spcBef>
              <a:buSzPct val="100000"/>
              <a:buFont typeface="Symbol" panose="05050102010706020507" pitchFamily="18" charset="2"/>
              <a:buNone/>
              <a:defRPr/>
            </a:pPr>
            <a:r>
              <a:rPr lang="en-US" altLang="zh-CN" sz="1600" b="1" dirty="0">
                <a:latin typeface="Times New Roman" panose="02020603050405020304" pitchFamily="18" charset="0"/>
                <a:ea typeface="华文楷体" panose="02010600040101010101" pitchFamily="2" charset="-122"/>
              </a:rPr>
              <a:t>      void </a:t>
            </a:r>
            <a:r>
              <a:rPr lang="en-US" altLang="zh-CN" sz="1600" b="1" i="1" dirty="0">
                <a:latin typeface="Times New Roman" panose="02020603050405020304" pitchFamily="18" charset="0"/>
                <a:ea typeface="华文楷体" panose="02010600040101010101" pitchFamily="2" charset="-122"/>
              </a:rPr>
              <a:t>A</a:t>
            </a:r>
            <a:r>
              <a:rPr lang="en-US" altLang="zh-CN" sz="1600" b="1" dirty="0">
                <a:latin typeface="Times New Roman" panose="02020603050405020304" pitchFamily="18" charset="0"/>
                <a:ea typeface="楷体" panose="02010609060101010101" pitchFamily="49" charset="-122"/>
              </a:rPr>
              <a:t>( ) {</a:t>
            </a:r>
            <a:endParaRPr lang="en-US" altLang="zh-CN" sz="1600" b="1" dirty="0">
              <a:latin typeface="Times New Roman" panose="02020603050405020304" pitchFamily="18" charset="0"/>
              <a:ea typeface="华文楷体" panose="02010600040101010101" pitchFamily="2" charset="-122"/>
            </a:endParaRPr>
          </a:p>
          <a:p>
            <a:pPr eaLnBrk="1" hangingPunct="1">
              <a:lnSpc>
                <a:spcPts val="1600"/>
              </a:lnSpc>
              <a:spcBef>
                <a:spcPct val="20000"/>
              </a:spcBef>
              <a:buSzPct val="100000"/>
              <a:buFontTx/>
              <a:buAutoNum type="arabicParenR"/>
              <a:defRPr/>
            </a:pPr>
            <a:r>
              <a:rPr lang="zh-CN" altLang="en-US" sz="1600" b="1" dirty="0">
                <a:latin typeface="Times New Roman" panose="02020603050405020304" pitchFamily="18" charset="0"/>
                <a:ea typeface="楷体" panose="02010609060101010101" pitchFamily="49" charset="-122"/>
              </a:rPr>
              <a:t>     </a:t>
            </a:r>
            <a:r>
              <a:rPr lang="zh-CN" altLang="en-US" sz="1600" b="1" u="sng" dirty="0">
                <a:solidFill>
                  <a:srgbClr val="0070C0"/>
                </a:solidFill>
                <a:latin typeface="Times New Roman" panose="02020603050405020304" pitchFamily="18" charset="0"/>
                <a:ea typeface="楷体" panose="02010609060101010101" pitchFamily="49" charset="-122"/>
              </a:rPr>
              <a:t>选择一个</a:t>
            </a:r>
            <a:r>
              <a:rPr lang="en-US" altLang="zh-CN" sz="1600" b="1" i="1" u="sng" dirty="0">
                <a:solidFill>
                  <a:srgbClr val="0070C0"/>
                </a:solidFill>
                <a:latin typeface="Times New Roman" panose="02020603050405020304" pitchFamily="18" charset="0"/>
              </a:rPr>
              <a:t>A</a:t>
            </a:r>
            <a:r>
              <a:rPr lang="zh-CN" altLang="en-US" sz="1600" b="1" u="sng" dirty="0">
                <a:solidFill>
                  <a:srgbClr val="0070C0"/>
                </a:solidFill>
                <a:latin typeface="华文楷体" panose="02010600040101010101" pitchFamily="2" charset="-122"/>
                <a:ea typeface="华文楷体" panose="02010600040101010101" pitchFamily="2" charset="-122"/>
              </a:rPr>
              <a:t>产生式，</a:t>
            </a:r>
            <a:r>
              <a:rPr lang="en-US" altLang="zh-CN" sz="1600" b="1" i="1" u="sng" dirty="0">
                <a:solidFill>
                  <a:srgbClr val="0070C0"/>
                </a:solidFill>
                <a:latin typeface="Times New Roman" panose="02020603050405020304" pitchFamily="18" charset="0"/>
              </a:rPr>
              <a:t> A →X</a:t>
            </a:r>
            <a:r>
              <a:rPr lang="en-US" altLang="zh-CN" sz="1600" b="1" u="sng" baseline="-25000" dirty="0">
                <a:solidFill>
                  <a:srgbClr val="0070C0"/>
                </a:solidFill>
                <a:latin typeface="Times New Roman" panose="02020603050405020304" pitchFamily="18" charset="0"/>
              </a:rPr>
              <a:t>1</a:t>
            </a:r>
            <a:r>
              <a:rPr lang="en-US" altLang="zh-CN" sz="1600" b="1" i="1" u="sng" dirty="0">
                <a:solidFill>
                  <a:srgbClr val="0070C0"/>
                </a:solidFill>
                <a:latin typeface="Times New Roman" panose="02020603050405020304" pitchFamily="18" charset="0"/>
              </a:rPr>
              <a:t> X</a:t>
            </a:r>
            <a:r>
              <a:rPr lang="en-US" altLang="zh-CN" sz="1600" b="1" u="sng" baseline="-25000" dirty="0">
                <a:solidFill>
                  <a:srgbClr val="0070C0"/>
                </a:solidFill>
                <a:latin typeface="Times New Roman" panose="02020603050405020304" pitchFamily="18" charset="0"/>
              </a:rPr>
              <a:t>2</a:t>
            </a:r>
            <a:r>
              <a:rPr lang="en-US" altLang="zh-CN" sz="1600" b="1" i="1" u="sng" dirty="0">
                <a:solidFill>
                  <a:srgbClr val="0070C0"/>
                </a:solidFill>
                <a:latin typeface="Times New Roman" panose="02020603050405020304" pitchFamily="18" charset="0"/>
              </a:rPr>
              <a:t>  … </a:t>
            </a:r>
            <a:r>
              <a:rPr lang="en-US" altLang="zh-CN" sz="1600" b="1" i="1" u="sng" dirty="0" err="1">
                <a:solidFill>
                  <a:srgbClr val="0070C0"/>
                </a:solidFill>
                <a:latin typeface="Times New Roman" panose="02020603050405020304" pitchFamily="18" charset="0"/>
              </a:rPr>
              <a:t>X</a:t>
            </a:r>
            <a:r>
              <a:rPr lang="en-US" altLang="zh-CN" sz="1600" b="1" i="1" u="sng" baseline="-25000" dirty="0" err="1">
                <a:solidFill>
                  <a:srgbClr val="0070C0"/>
                </a:solidFill>
                <a:latin typeface="Times New Roman" panose="02020603050405020304" pitchFamily="18" charset="0"/>
              </a:rPr>
              <a:t>k</a:t>
            </a:r>
            <a:r>
              <a:rPr lang="en-US" altLang="zh-CN" sz="1600" b="1" i="1" u="sng" dirty="0">
                <a:solidFill>
                  <a:srgbClr val="0070C0"/>
                </a:solidFill>
                <a:latin typeface="Times New Roman" panose="02020603050405020304" pitchFamily="18" charset="0"/>
              </a:rPr>
              <a:t>  </a:t>
            </a:r>
            <a:r>
              <a:rPr lang="zh-CN" altLang="en-US" sz="1600" b="1" u="sng" dirty="0">
                <a:solidFill>
                  <a:srgbClr val="0070C0"/>
                </a:solidFill>
                <a:latin typeface="华文楷体" panose="02010600040101010101" pitchFamily="2" charset="-122"/>
                <a:ea typeface="华文楷体" panose="02010600040101010101" pitchFamily="2" charset="-122"/>
              </a:rPr>
              <a:t>；</a:t>
            </a:r>
            <a:endParaRPr lang="en-US" altLang="zh-CN" sz="1600" b="1" u="sng" dirty="0">
              <a:solidFill>
                <a:srgbClr val="0070C0"/>
              </a:solidFill>
              <a:latin typeface="华文楷体" panose="02010600040101010101" pitchFamily="2" charset="-122"/>
              <a:ea typeface="华文楷体" panose="02010600040101010101" pitchFamily="2" charset="-122"/>
            </a:endParaRPr>
          </a:p>
          <a:p>
            <a:pPr eaLnBrk="1" hangingPunct="1">
              <a:lnSpc>
                <a:spcPts val="1600"/>
              </a:lnSpc>
              <a:spcBef>
                <a:spcPct val="20000"/>
              </a:spcBef>
              <a:buSzPct val="100000"/>
              <a:buFontTx/>
              <a:buAutoNum type="arabicParenR"/>
              <a:defRPr/>
            </a:pPr>
            <a:r>
              <a:rPr lang="en-US" altLang="zh-CN" sz="1600" b="1" dirty="0">
                <a:latin typeface="Times New Roman" panose="02020603050405020304" pitchFamily="18" charset="0"/>
                <a:ea typeface="楷体" panose="02010609060101010101" pitchFamily="49" charset="-122"/>
              </a:rPr>
              <a:t>     for</a:t>
            </a:r>
            <a:r>
              <a:rPr lang="en-US" altLang="zh-CN" sz="1600" b="1" i="1" dirty="0">
                <a:latin typeface="Times New Roman" panose="02020603050405020304" pitchFamily="18" charset="0"/>
                <a:ea typeface="楷体" panose="02010609060101010101" pitchFamily="49" charset="-122"/>
              </a:rPr>
              <a:t> </a:t>
            </a:r>
            <a:r>
              <a:rPr lang="en-US" altLang="zh-CN" sz="1600" b="1" dirty="0">
                <a:latin typeface="Times New Roman" panose="02020603050405020304" pitchFamily="18" charset="0"/>
                <a:ea typeface="楷体" panose="02010609060101010101" pitchFamily="49" charset="-122"/>
              </a:rPr>
              <a:t>( </a:t>
            </a:r>
            <a:r>
              <a:rPr lang="en-US" altLang="zh-CN" sz="1600" b="1" i="1" dirty="0" err="1">
                <a:latin typeface="Times New Roman" panose="02020603050405020304" pitchFamily="18" charset="0"/>
                <a:ea typeface="楷体" panose="02010609060101010101" pitchFamily="49" charset="-122"/>
              </a:rPr>
              <a:t>i</a:t>
            </a:r>
            <a:r>
              <a:rPr lang="en-US" altLang="zh-CN" sz="1600" b="1" i="1" dirty="0">
                <a:latin typeface="Times New Roman" panose="02020603050405020304" pitchFamily="18" charset="0"/>
                <a:ea typeface="楷体" panose="02010609060101010101" pitchFamily="49" charset="-122"/>
              </a:rPr>
              <a:t> </a:t>
            </a:r>
            <a:r>
              <a:rPr lang="en-US" altLang="zh-CN" sz="1600" b="1" dirty="0">
                <a:latin typeface="Times New Roman" panose="02020603050405020304" pitchFamily="18" charset="0"/>
                <a:ea typeface="楷体" panose="02010609060101010101" pitchFamily="49" charset="-122"/>
              </a:rPr>
              <a:t>= 1 to </a:t>
            </a:r>
            <a:r>
              <a:rPr lang="en-US" altLang="zh-CN" sz="1600" b="1" i="1" dirty="0">
                <a:latin typeface="Times New Roman" panose="02020603050405020304" pitchFamily="18" charset="0"/>
                <a:ea typeface="楷体" panose="02010609060101010101" pitchFamily="49" charset="-122"/>
              </a:rPr>
              <a:t>k</a:t>
            </a:r>
            <a:r>
              <a:rPr lang="en-US" altLang="zh-CN" sz="1600" b="1" dirty="0">
                <a:latin typeface="Times New Roman" panose="02020603050405020304" pitchFamily="18" charset="0"/>
                <a:ea typeface="楷体" panose="02010609060101010101" pitchFamily="49" charset="-122"/>
              </a:rPr>
              <a:t> ) {</a:t>
            </a:r>
          </a:p>
          <a:p>
            <a:pPr eaLnBrk="1" hangingPunct="1">
              <a:lnSpc>
                <a:spcPts val="1600"/>
              </a:lnSpc>
              <a:spcBef>
                <a:spcPct val="20000"/>
              </a:spcBef>
              <a:buSzPct val="100000"/>
              <a:buFontTx/>
              <a:buAutoNum type="arabicParenR" startAt="3"/>
              <a:defRPr/>
            </a:pPr>
            <a:r>
              <a:rPr lang="en-US" altLang="zh-CN" sz="1600" b="1" dirty="0">
                <a:latin typeface="Times New Roman" panose="02020603050405020304" pitchFamily="18" charset="0"/>
                <a:ea typeface="楷体" panose="02010609060101010101" pitchFamily="49" charset="-122"/>
              </a:rPr>
              <a:t>             if</a:t>
            </a:r>
            <a:r>
              <a:rPr lang="en-US" altLang="zh-CN" sz="1600" b="1" i="1" dirty="0">
                <a:latin typeface="Times New Roman" panose="02020603050405020304" pitchFamily="18" charset="0"/>
                <a:ea typeface="楷体" panose="02010609060101010101" pitchFamily="49" charset="-122"/>
              </a:rPr>
              <a:t> </a:t>
            </a:r>
            <a:r>
              <a:rPr lang="en-US" altLang="zh-CN" sz="1600" b="1" dirty="0">
                <a:latin typeface="Times New Roman" panose="02020603050405020304" pitchFamily="18" charset="0"/>
                <a:ea typeface="楷体" panose="02010609060101010101" pitchFamily="49" charset="-122"/>
              </a:rPr>
              <a:t>( </a:t>
            </a:r>
            <a:r>
              <a:rPr lang="en-US" altLang="zh-CN" sz="1600" b="1" i="1" dirty="0">
                <a:latin typeface="Times New Roman" panose="02020603050405020304" pitchFamily="18" charset="0"/>
                <a:ea typeface="楷体" panose="02010609060101010101" pitchFamily="49" charset="-122"/>
              </a:rPr>
              <a:t>X</a:t>
            </a:r>
            <a:r>
              <a:rPr lang="en-US" altLang="zh-CN" sz="1600" b="1" i="1" baseline="-25000" dirty="0">
                <a:latin typeface="Times New Roman" panose="02020603050405020304" pitchFamily="18" charset="0"/>
              </a:rPr>
              <a:t>i</a:t>
            </a:r>
            <a:r>
              <a:rPr lang="zh-CN" altLang="en-US" sz="1600" b="1" dirty="0">
                <a:latin typeface="Times New Roman" panose="02020603050405020304" pitchFamily="18" charset="0"/>
                <a:ea typeface="楷体" panose="02010609060101010101" pitchFamily="49" charset="-122"/>
              </a:rPr>
              <a:t>是一个非终结符号</a:t>
            </a:r>
            <a:r>
              <a:rPr lang="en-US" altLang="zh-CN" sz="1600" b="1" dirty="0">
                <a:latin typeface="Times New Roman" panose="02020603050405020304" pitchFamily="18" charset="0"/>
                <a:ea typeface="楷体" panose="02010609060101010101" pitchFamily="49" charset="-122"/>
              </a:rPr>
              <a:t>)</a:t>
            </a:r>
          </a:p>
          <a:p>
            <a:pPr eaLnBrk="1" hangingPunct="1">
              <a:lnSpc>
                <a:spcPts val="1600"/>
              </a:lnSpc>
              <a:spcBef>
                <a:spcPct val="20000"/>
              </a:spcBef>
              <a:buSzPct val="100000"/>
              <a:buFontTx/>
              <a:buAutoNum type="arabicParenR" startAt="3"/>
              <a:defRPr/>
            </a:pPr>
            <a:r>
              <a:rPr lang="en-US" altLang="zh-CN" sz="1600" b="1" dirty="0">
                <a:latin typeface="Times New Roman" panose="02020603050405020304" pitchFamily="18" charset="0"/>
                <a:ea typeface="楷体" panose="02010609060101010101" pitchFamily="49" charset="-122"/>
              </a:rPr>
              <a:t>                       </a:t>
            </a:r>
            <a:r>
              <a:rPr lang="zh-CN" altLang="en-US" sz="1600" b="1" dirty="0">
                <a:latin typeface="Times New Roman" panose="02020603050405020304" pitchFamily="18" charset="0"/>
                <a:ea typeface="楷体" panose="02010609060101010101" pitchFamily="49" charset="-122"/>
              </a:rPr>
              <a:t>调用过程 </a:t>
            </a:r>
            <a:r>
              <a:rPr lang="en-US" altLang="zh-CN" sz="1600" b="1" i="1" dirty="0">
                <a:latin typeface="Times New Roman" panose="02020603050405020304" pitchFamily="18" charset="0"/>
                <a:ea typeface="楷体" panose="02010609060101010101" pitchFamily="49" charset="-122"/>
              </a:rPr>
              <a:t>X</a:t>
            </a:r>
            <a:r>
              <a:rPr lang="en-US" altLang="zh-CN" sz="1600" b="1" i="1" baseline="-25000" dirty="0">
                <a:solidFill>
                  <a:srgbClr val="000000"/>
                </a:solidFill>
                <a:latin typeface="Times New Roman" panose="02020603050405020304" pitchFamily="18" charset="0"/>
              </a:rPr>
              <a:t>i </a:t>
            </a:r>
            <a:r>
              <a:rPr lang="en-US" altLang="zh-CN" sz="1600" b="1" dirty="0">
                <a:latin typeface="Times New Roman" panose="02020603050405020304" pitchFamily="18" charset="0"/>
                <a:ea typeface="楷体" panose="02010609060101010101" pitchFamily="49" charset="-122"/>
              </a:rPr>
              <a:t>( ) ; </a:t>
            </a:r>
            <a:endParaRPr lang="en-US" altLang="zh-CN" sz="1600" b="1" i="1" dirty="0">
              <a:latin typeface="Times New Roman" panose="02020603050405020304" pitchFamily="18" charset="0"/>
              <a:ea typeface="楷体" panose="02010609060101010101" pitchFamily="49" charset="-122"/>
            </a:endParaRPr>
          </a:p>
          <a:p>
            <a:pPr eaLnBrk="1" hangingPunct="1">
              <a:lnSpc>
                <a:spcPts val="1600"/>
              </a:lnSpc>
              <a:spcBef>
                <a:spcPct val="20000"/>
              </a:spcBef>
              <a:buSzPct val="100000"/>
              <a:buFontTx/>
              <a:buAutoNum type="arabicParenR" startAt="3"/>
              <a:defRPr/>
            </a:pPr>
            <a:r>
              <a:rPr lang="en-US" altLang="zh-CN" sz="1600" b="1" dirty="0">
                <a:latin typeface="Times New Roman" panose="02020603050405020304" pitchFamily="18" charset="0"/>
                <a:ea typeface="楷体" panose="02010609060101010101" pitchFamily="49" charset="-122"/>
              </a:rPr>
              <a:t>             else  if ( </a:t>
            </a:r>
            <a:r>
              <a:rPr lang="en-US" altLang="zh-CN" sz="1600" b="1" i="1" dirty="0">
                <a:latin typeface="Times New Roman" panose="02020603050405020304" pitchFamily="18" charset="0"/>
                <a:ea typeface="楷体" panose="02010609060101010101" pitchFamily="49" charset="-122"/>
              </a:rPr>
              <a:t>X</a:t>
            </a:r>
            <a:r>
              <a:rPr lang="en-US" altLang="zh-CN" sz="1600" b="1" i="1" baseline="-25000" dirty="0">
                <a:latin typeface="Times New Roman" panose="02020603050405020304" pitchFamily="18" charset="0"/>
              </a:rPr>
              <a:t>i</a:t>
            </a:r>
            <a:r>
              <a:rPr lang="en-US" altLang="zh-CN" sz="1600" b="1" i="1" dirty="0">
                <a:latin typeface="Times New Roman" panose="02020603050405020304" pitchFamily="18" charset="0"/>
                <a:ea typeface="楷体" panose="02010609060101010101" pitchFamily="49" charset="-122"/>
              </a:rPr>
              <a:t> </a:t>
            </a:r>
            <a:r>
              <a:rPr lang="zh-CN" altLang="en-US" sz="1600" b="1" dirty="0">
                <a:latin typeface="Times New Roman" panose="02020603050405020304" pitchFamily="18" charset="0"/>
                <a:ea typeface="楷体" panose="02010609060101010101" pitchFamily="49" charset="-122"/>
              </a:rPr>
              <a:t>等于当前的输入符号</a:t>
            </a:r>
            <a:r>
              <a:rPr lang="en-US" altLang="zh-CN" sz="1600" b="1" i="1" dirty="0">
                <a:latin typeface="Times New Roman" panose="02020603050405020304" pitchFamily="18" charset="0"/>
                <a:ea typeface="楷体" panose="02010609060101010101" pitchFamily="49" charset="-122"/>
              </a:rPr>
              <a:t>a</a:t>
            </a:r>
            <a:r>
              <a:rPr lang="en-US" altLang="zh-CN" sz="1600" b="1" dirty="0">
                <a:latin typeface="Times New Roman" panose="02020603050405020304" pitchFamily="18" charset="0"/>
                <a:ea typeface="楷体" panose="02010609060101010101" pitchFamily="49" charset="-122"/>
              </a:rPr>
              <a:t>)       </a:t>
            </a:r>
          </a:p>
          <a:p>
            <a:pPr eaLnBrk="1" hangingPunct="1">
              <a:lnSpc>
                <a:spcPts val="1600"/>
              </a:lnSpc>
              <a:spcBef>
                <a:spcPct val="20000"/>
              </a:spcBef>
              <a:buSzPct val="100000"/>
              <a:buFontTx/>
              <a:buAutoNum type="arabicParenR" startAt="3"/>
              <a:defRPr/>
            </a:pPr>
            <a:r>
              <a:rPr lang="en-US" altLang="zh-CN" sz="1600" b="1" dirty="0">
                <a:latin typeface="Times New Roman" panose="02020603050405020304" pitchFamily="18" charset="0"/>
                <a:ea typeface="楷体" panose="02010609060101010101" pitchFamily="49" charset="-122"/>
              </a:rPr>
              <a:t>                        </a:t>
            </a:r>
            <a:r>
              <a:rPr lang="zh-CN" altLang="en-US" sz="1600" b="1" dirty="0">
                <a:latin typeface="Times New Roman" panose="02020603050405020304" pitchFamily="18" charset="0"/>
                <a:ea typeface="楷体" panose="02010609060101010101" pitchFamily="49" charset="-122"/>
              </a:rPr>
              <a:t>读入下一个输入符号</a:t>
            </a:r>
            <a:r>
              <a:rPr lang="en-US" altLang="zh-CN" sz="1600" b="1" dirty="0">
                <a:latin typeface="Times New Roman" panose="02020603050405020304" pitchFamily="18" charset="0"/>
                <a:ea typeface="楷体" panose="02010609060101010101" pitchFamily="49" charset="-122"/>
              </a:rPr>
              <a:t>;</a:t>
            </a:r>
          </a:p>
          <a:p>
            <a:pPr eaLnBrk="1" hangingPunct="1">
              <a:lnSpc>
                <a:spcPts val="1600"/>
              </a:lnSpc>
              <a:spcBef>
                <a:spcPct val="20000"/>
              </a:spcBef>
              <a:buSzPct val="100000"/>
              <a:buFontTx/>
              <a:buAutoNum type="arabicParenR" startAt="3"/>
              <a:defRPr/>
            </a:pPr>
            <a:r>
              <a:rPr lang="en-US" altLang="zh-CN" sz="1600" b="1" dirty="0">
                <a:latin typeface="Times New Roman" panose="02020603050405020304" pitchFamily="18" charset="0"/>
                <a:ea typeface="楷体" panose="02010609060101010101" pitchFamily="49" charset="-122"/>
              </a:rPr>
              <a:t>             else /* </a:t>
            </a:r>
            <a:r>
              <a:rPr lang="zh-CN" altLang="en-US" sz="1600" b="1" dirty="0">
                <a:latin typeface="Times New Roman" panose="02020603050405020304" pitchFamily="18" charset="0"/>
                <a:ea typeface="楷体" panose="02010609060101010101" pitchFamily="49" charset="-122"/>
              </a:rPr>
              <a:t>发生了一个错误 </a:t>
            </a:r>
            <a:r>
              <a:rPr lang="en-US" altLang="zh-CN" sz="1600" b="1" dirty="0">
                <a:latin typeface="Times New Roman" panose="02020603050405020304" pitchFamily="18" charset="0"/>
                <a:ea typeface="楷体" panose="02010609060101010101" pitchFamily="49" charset="-122"/>
              </a:rPr>
              <a:t>*/ ;</a:t>
            </a:r>
          </a:p>
          <a:p>
            <a:pPr eaLnBrk="1" hangingPunct="1">
              <a:lnSpc>
                <a:spcPts val="1600"/>
              </a:lnSpc>
              <a:spcBef>
                <a:spcPct val="20000"/>
              </a:spcBef>
              <a:buSzPct val="100000"/>
              <a:buFont typeface="Symbol" panose="05050102010706020507" pitchFamily="18" charset="2"/>
              <a:buNone/>
              <a:defRPr/>
            </a:pPr>
            <a:r>
              <a:rPr lang="en-US" altLang="zh-CN" sz="1600" b="1" dirty="0">
                <a:latin typeface="Times New Roman" panose="02020603050405020304" pitchFamily="18" charset="0"/>
                <a:ea typeface="楷体" panose="02010609060101010101" pitchFamily="49" charset="-122"/>
              </a:rPr>
              <a:t>              }</a:t>
            </a:r>
          </a:p>
          <a:p>
            <a:pPr eaLnBrk="1" hangingPunct="1">
              <a:lnSpc>
                <a:spcPts val="1600"/>
              </a:lnSpc>
              <a:spcBef>
                <a:spcPct val="20000"/>
              </a:spcBef>
              <a:buSzPct val="100000"/>
              <a:buFont typeface="Symbol" panose="05050102010706020507" pitchFamily="18" charset="2"/>
              <a:buNone/>
              <a:defRPr/>
            </a:pPr>
            <a:r>
              <a:rPr lang="en-US" altLang="zh-CN" sz="1600" b="1" dirty="0">
                <a:latin typeface="Times New Roman" panose="02020603050405020304" pitchFamily="18" charset="0"/>
                <a:ea typeface="楷体" panose="02010609060101010101" pitchFamily="49" charset="-122"/>
              </a:rPr>
              <a:t>       }</a:t>
            </a:r>
          </a:p>
        </p:txBody>
      </p:sp>
      <p:sp>
        <p:nvSpPr>
          <p:cNvPr id="19461" name="矩形 3">
            <a:extLst>
              <a:ext uri="{FF2B5EF4-FFF2-40B4-BE49-F238E27FC236}">
                <a16:creationId xmlns:a16="http://schemas.microsoft.com/office/drawing/2014/main" id="{5C945EF7-14C2-48CE-95EF-D6BEA69F5D0D}"/>
              </a:ext>
            </a:extLst>
          </p:cNvPr>
          <p:cNvSpPr>
            <a:spLocks noChangeArrowheads="1"/>
          </p:cNvSpPr>
          <p:nvPr/>
        </p:nvSpPr>
        <p:spPr bwMode="auto">
          <a:xfrm>
            <a:off x="5297531" y="3435846"/>
            <a:ext cx="3111500" cy="1015663"/>
          </a:xfrm>
          <a:prstGeom prst="rect">
            <a:avLst/>
          </a:prstGeom>
          <a:solidFill>
            <a:schemeClr val="accent5">
              <a:lumMod val="60000"/>
              <a:lumOff val="40000"/>
            </a:schemeClr>
          </a:solidFill>
          <a:ln w="12700">
            <a:solidFill>
              <a:schemeClr val="tx1"/>
            </a:solidFill>
            <a:miter lim="800000"/>
            <a:headEnd/>
            <a:tailEnd/>
          </a:ln>
        </p:spPr>
        <p:txBody>
          <a:bodyPr>
            <a:spAutoFit/>
          </a:bodyPr>
          <a:lstStyle/>
          <a:p>
            <a:pPr eaLnBrk="1" hangingPunct="1">
              <a:defRPr/>
            </a:pPr>
            <a:r>
              <a:rPr lang="zh-CN" altLang="en-US" sz="2000" b="1" dirty="0">
                <a:latin typeface="+mn-ea"/>
                <a:ea typeface="+mn-ea"/>
                <a:cs typeface="Times New Roman" pitchFamily="18" charset="0"/>
              </a:rPr>
              <a:t>不确定分析：可能需要</a:t>
            </a:r>
            <a:r>
              <a:rPr lang="zh-CN" altLang="en-US" sz="2000" b="1" dirty="0">
                <a:solidFill>
                  <a:srgbClr val="FF0000"/>
                </a:solidFill>
                <a:latin typeface="+mn-ea"/>
                <a:ea typeface="+mn-ea"/>
                <a:cs typeface="Times New Roman" pitchFamily="18" charset="0"/>
              </a:rPr>
              <a:t>回溯</a:t>
            </a:r>
            <a:r>
              <a:rPr lang="en-US" altLang="zh-CN" sz="1600" b="1" dirty="0">
                <a:latin typeface="Times New Roman" pitchFamily="18" charset="0"/>
                <a:ea typeface="+mn-ea"/>
                <a:cs typeface="Times New Roman" pitchFamily="18" charset="0"/>
              </a:rPr>
              <a:t>(</a:t>
            </a:r>
            <a:r>
              <a:rPr lang="en-US" altLang="zh-CN" sz="1600" b="1" i="1" dirty="0">
                <a:latin typeface="Times New Roman" pitchFamily="18" charset="0"/>
                <a:ea typeface="+mn-ea"/>
                <a:cs typeface="Times New Roman" pitchFamily="18" charset="0"/>
              </a:rPr>
              <a:t>backtracking</a:t>
            </a:r>
            <a:r>
              <a:rPr lang="en-US" altLang="zh-CN" sz="1600" b="1" dirty="0">
                <a:latin typeface="Times New Roman" pitchFamily="18" charset="0"/>
                <a:ea typeface="+mn-ea"/>
                <a:cs typeface="Times New Roman" pitchFamily="18" charset="0"/>
              </a:rPr>
              <a:t>)</a:t>
            </a:r>
            <a:r>
              <a:rPr lang="zh-CN" altLang="en-US" sz="2000" b="1" dirty="0">
                <a:latin typeface="+mn-ea"/>
                <a:ea typeface="+mn-ea"/>
                <a:cs typeface="Times New Roman" pitchFamily="18" charset="0"/>
              </a:rPr>
              <a:t>，导致效率较低</a:t>
            </a:r>
          </a:p>
        </p:txBody>
      </p:sp>
      <p:sp>
        <p:nvSpPr>
          <p:cNvPr id="7" name="对话气泡: 圆角矩形 6">
            <a:extLst>
              <a:ext uri="{FF2B5EF4-FFF2-40B4-BE49-F238E27FC236}">
                <a16:creationId xmlns:a16="http://schemas.microsoft.com/office/drawing/2014/main" id="{27C710B8-9DD1-4C72-BD55-2B74886AE289}"/>
              </a:ext>
            </a:extLst>
          </p:cNvPr>
          <p:cNvSpPr/>
          <p:nvPr/>
        </p:nvSpPr>
        <p:spPr>
          <a:xfrm>
            <a:off x="5214937" y="2562777"/>
            <a:ext cx="3214688" cy="626318"/>
          </a:xfrm>
          <a:prstGeom prst="wedgeRoundRectCallout">
            <a:avLst>
              <a:gd name="adj1" fmla="val -64078"/>
              <a:gd name="adj2" fmla="val 5650"/>
              <a:gd name="adj3" fmla="val 16667"/>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tx1"/>
                </a:solidFill>
                <a:latin typeface="Times New Roman" panose="02020603050405020304" pitchFamily="18" charset="0"/>
                <a:cs typeface="Times New Roman" panose="02020603050405020304" pitchFamily="18" charset="0"/>
              </a:rPr>
              <a:t>如何有效地选择候选式？</a:t>
            </a:r>
          </a:p>
        </p:txBody>
      </p:sp>
      <p:sp>
        <p:nvSpPr>
          <p:cNvPr id="3" name="灯片编号占位符 2">
            <a:extLst>
              <a:ext uri="{FF2B5EF4-FFF2-40B4-BE49-F238E27FC236}">
                <a16:creationId xmlns:a16="http://schemas.microsoft.com/office/drawing/2014/main" id="{1B65B9B8-0529-42CC-97D8-AB2277F9742F}"/>
              </a:ext>
            </a:extLst>
          </p:cNvPr>
          <p:cNvSpPr>
            <a:spLocks noGrp="1"/>
          </p:cNvSpPr>
          <p:nvPr>
            <p:ph type="sldNum" sz="quarter" idx="12"/>
          </p:nvPr>
        </p:nvSpPr>
        <p:spPr/>
        <p:txBody>
          <a:bodyPr/>
          <a:lstStyle/>
          <a:p>
            <a:pPr>
              <a:defRPr/>
            </a:pPr>
            <a:fld id="{EA567855-7F13-4FC5-AD61-2B82F6443E16}" type="slidenum">
              <a:rPr lang="zh-CN" altLang="en-US" smtClean="0"/>
              <a:pPr>
                <a:defRPr/>
              </a:pPr>
              <a:t>28</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0484">
                                            <p:txEl>
                                              <p:pRg st="0" end="0"/>
                                            </p:txEl>
                                          </p:spTgt>
                                        </p:tgtEl>
                                        <p:attrNameLst>
                                          <p:attrName>style.visibility</p:attrName>
                                        </p:attrNameLst>
                                      </p:cBhvr>
                                      <p:to>
                                        <p:strVal val="visible"/>
                                      </p:to>
                                    </p:set>
                                    <p:animEffect transition="in" filter="wipe(down)">
                                      <p:cBhvr>
                                        <p:cTn id="7" dur="500"/>
                                        <p:tgtEl>
                                          <p:spTgt spid="2048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20484">
                                            <p:txEl>
                                              <p:pRg st="1" end="1"/>
                                            </p:txEl>
                                          </p:spTgt>
                                        </p:tgtEl>
                                        <p:attrNameLst>
                                          <p:attrName>style.visibility</p:attrName>
                                        </p:attrNameLst>
                                      </p:cBhvr>
                                      <p:to>
                                        <p:strVal val="visible"/>
                                      </p:to>
                                    </p:set>
                                    <p:animEffect transition="in" filter="wipe(down)">
                                      <p:cBhvr>
                                        <p:cTn id="15" dur="500"/>
                                        <p:tgtEl>
                                          <p:spTgt spid="20484">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20484">
                                            <p:txEl>
                                              <p:pRg st="2" end="2"/>
                                            </p:txEl>
                                          </p:spTgt>
                                        </p:tgtEl>
                                        <p:attrNameLst>
                                          <p:attrName>style.visibility</p:attrName>
                                        </p:attrNameLst>
                                      </p:cBhvr>
                                      <p:to>
                                        <p:strVal val="visible"/>
                                      </p:to>
                                    </p:set>
                                    <p:animEffect transition="in" filter="wipe(down)">
                                      <p:cBhvr>
                                        <p:cTn id="20" dur="500"/>
                                        <p:tgtEl>
                                          <p:spTgt spid="20484">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ipe(down)">
                                      <p:cBhvr>
                                        <p:cTn id="25" dur="5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53" presetClass="entr" presetSubtype="0" fill="hold" grpId="0" nodeType="clickEffect">
                                  <p:stCondLst>
                                    <p:cond delay="0"/>
                                  </p:stCondLst>
                                  <p:childTnLst>
                                    <p:set>
                                      <p:cBhvr>
                                        <p:cTn id="29" dur="1" fill="hold">
                                          <p:stCondLst>
                                            <p:cond delay="0"/>
                                          </p:stCondLst>
                                        </p:cTn>
                                        <p:tgtEl>
                                          <p:spTgt spid="19461"/>
                                        </p:tgtEl>
                                        <p:attrNameLst>
                                          <p:attrName>style.visibility</p:attrName>
                                        </p:attrNameLst>
                                      </p:cBhvr>
                                      <p:to>
                                        <p:strVal val="visible"/>
                                      </p:to>
                                    </p:set>
                                    <p:anim calcmode="lin" valueType="num">
                                      <p:cBhvr>
                                        <p:cTn id="30" dur="500" fill="hold"/>
                                        <p:tgtEl>
                                          <p:spTgt spid="19461"/>
                                        </p:tgtEl>
                                        <p:attrNameLst>
                                          <p:attrName>ppt_w</p:attrName>
                                        </p:attrNameLst>
                                      </p:cBhvr>
                                      <p:tavLst>
                                        <p:tav tm="0">
                                          <p:val>
                                            <p:fltVal val="0"/>
                                          </p:val>
                                        </p:tav>
                                        <p:tav tm="100000">
                                          <p:val>
                                            <p:strVal val="#ppt_w"/>
                                          </p:val>
                                        </p:tav>
                                      </p:tavLst>
                                    </p:anim>
                                    <p:anim calcmode="lin" valueType="num">
                                      <p:cBhvr>
                                        <p:cTn id="31" dur="500" fill="hold"/>
                                        <p:tgtEl>
                                          <p:spTgt spid="19461"/>
                                        </p:tgtEl>
                                        <p:attrNameLst>
                                          <p:attrName>ppt_h</p:attrName>
                                        </p:attrNameLst>
                                      </p:cBhvr>
                                      <p:tavLst>
                                        <p:tav tm="0">
                                          <p:val>
                                            <p:fltVal val="0"/>
                                          </p:val>
                                        </p:tav>
                                        <p:tav tm="100000">
                                          <p:val>
                                            <p:strVal val="#ppt_h"/>
                                          </p:val>
                                        </p:tav>
                                      </p:tavLst>
                                    </p:anim>
                                    <p:animEffect transition="in" filter="fade">
                                      <p:cBhvr>
                                        <p:cTn id="32" dur="500"/>
                                        <p:tgtEl>
                                          <p:spTgt spid="194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4" grpId="0" uiExpand="1" build="p"/>
      <p:bldP spid="6" grpId="0" animBg="1"/>
      <p:bldP spid="19461" grpId="0" animBg="1"/>
      <p:bldP spid="7"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内容占位符 2">
            <a:extLst>
              <a:ext uri="{FF2B5EF4-FFF2-40B4-BE49-F238E27FC236}">
                <a16:creationId xmlns:a16="http://schemas.microsoft.com/office/drawing/2014/main" id="{C6E0F6B0-8923-4889-B100-ABDFF0F6D8F5}"/>
              </a:ext>
            </a:extLst>
          </p:cNvPr>
          <p:cNvSpPr>
            <a:spLocks noGrp="1"/>
          </p:cNvSpPr>
          <p:nvPr>
            <p:ph idx="1"/>
          </p:nvPr>
        </p:nvSpPr>
        <p:spPr>
          <a:xfrm>
            <a:off x="433388" y="987574"/>
            <a:ext cx="8353425" cy="3821112"/>
          </a:xfrm>
        </p:spPr>
        <p:txBody>
          <a:bodyPr/>
          <a:lstStyle/>
          <a:p>
            <a:pPr eaLnBrk="1" hangingPunct="1">
              <a:lnSpc>
                <a:spcPts val="4000"/>
              </a:lnSpc>
              <a:buClrTx/>
              <a:buFont typeface="Wingdings" pitchFamily="2" charset="2"/>
              <a:buChar char="Ø"/>
              <a:defRPr/>
            </a:pPr>
            <a:r>
              <a:rPr lang="zh-CN" altLang="en-US" sz="2800" b="1" dirty="0">
                <a:solidFill>
                  <a:schemeClr val="tx1"/>
                </a:solidFill>
                <a:latin typeface="+mn-ea"/>
                <a:cs typeface="Times New Roman" pitchFamily="18" charset="0"/>
              </a:rPr>
              <a:t> </a:t>
            </a:r>
            <a:r>
              <a:rPr lang="zh-CN" altLang="en-US" sz="2800" b="1" dirty="0">
                <a:solidFill>
                  <a:srgbClr val="FF0000"/>
                </a:solidFill>
                <a:latin typeface="+mn-ea"/>
                <a:cs typeface="Times New Roman" pitchFamily="18" charset="0"/>
              </a:rPr>
              <a:t>预测分析</a:t>
            </a:r>
            <a:r>
              <a:rPr lang="zh-CN" altLang="en-US" sz="2800" dirty="0">
                <a:solidFill>
                  <a:srgbClr val="FF0000"/>
                </a:solidFill>
                <a:latin typeface="+mn-ea"/>
                <a:cs typeface="Times New Roman" pitchFamily="18" charset="0"/>
              </a:rPr>
              <a:t>技术</a:t>
            </a:r>
            <a:r>
              <a:rPr lang="zh-CN" altLang="en-US" sz="2800" b="1" dirty="0">
                <a:solidFill>
                  <a:schemeClr val="tx1"/>
                </a:solidFill>
                <a:latin typeface="+mn-ea"/>
                <a:cs typeface="Times New Roman" pitchFamily="18" charset="0"/>
              </a:rPr>
              <a:t>是</a:t>
            </a:r>
            <a:r>
              <a:rPr lang="zh-CN" altLang="en-US" sz="2800" b="1" dirty="0">
                <a:solidFill>
                  <a:schemeClr val="tx2">
                    <a:lumMod val="60000"/>
                    <a:lumOff val="40000"/>
                  </a:schemeClr>
                </a:solidFill>
                <a:latin typeface="+mn-ea"/>
                <a:cs typeface="Times New Roman" pitchFamily="18" charset="0"/>
              </a:rPr>
              <a:t>递归下降分析</a:t>
            </a:r>
            <a:r>
              <a:rPr lang="zh-CN" altLang="en-US" sz="2800" b="1" dirty="0">
                <a:solidFill>
                  <a:schemeClr val="tx1"/>
                </a:solidFill>
                <a:latin typeface="+mn-ea"/>
                <a:cs typeface="Times New Roman" pitchFamily="18" charset="0"/>
              </a:rPr>
              <a:t>技术的一个特例，通过在输入中向前看</a:t>
            </a:r>
            <a:r>
              <a:rPr lang="zh-CN" altLang="en-US" sz="2800" b="1" dirty="0">
                <a:solidFill>
                  <a:schemeClr val="tx2">
                    <a:lumMod val="60000"/>
                    <a:lumOff val="40000"/>
                  </a:schemeClr>
                </a:solidFill>
                <a:latin typeface="+mn-ea"/>
                <a:cs typeface="Times New Roman" pitchFamily="18" charset="0"/>
              </a:rPr>
              <a:t>固定个数</a:t>
            </a:r>
            <a:r>
              <a:rPr lang="zh-CN" altLang="en-US" sz="2800" b="1" dirty="0">
                <a:solidFill>
                  <a:schemeClr val="tx1"/>
                </a:solidFill>
                <a:latin typeface="+mn-ea"/>
                <a:cs typeface="Times New Roman" pitchFamily="18" charset="0"/>
              </a:rPr>
              <a:t>（通常是一个）</a:t>
            </a:r>
            <a:r>
              <a:rPr lang="zh-CN" altLang="en-US" sz="2800" b="1" dirty="0">
                <a:solidFill>
                  <a:schemeClr val="tx2">
                    <a:lumMod val="60000"/>
                    <a:lumOff val="40000"/>
                  </a:schemeClr>
                </a:solidFill>
                <a:latin typeface="+mn-ea"/>
                <a:cs typeface="Times New Roman" pitchFamily="18" charset="0"/>
              </a:rPr>
              <a:t>符号</a:t>
            </a:r>
            <a:r>
              <a:rPr lang="zh-CN" altLang="en-US" sz="2800" b="1" dirty="0">
                <a:solidFill>
                  <a:schemeClr val="tx1"/>
                </a:solidFill>
                <a:latin typeface="+mn-ea"/>
                <a:cs typeface="Times New Roman" pitchFamily="18" charset="0"/>
              </a:rPr>
              <a:t>来确定地选择正确的产生式进行推导。</a:t>
            </a:r>
            <a:endParaRPr lang="en-US" altLang="zh-CN" sz="2800" b="1" dirty="0">
              <a:solidFill>
                <a:schemeClr val="tx1"/>
              </a:solidFill>
              <a:latin typeface="+mn-ea"/>
              <a:cs typeface="Times New Roman" pitchFamily="18" charset="0"/>
            </a:endParaRPr>
          </a:p>
          <a:p>
            <a:pPr lvl="1" eaLnBrk="1" hangingPunct="1">
              <a:lnSpc>
                <a:spcPts val="4000"/>
              </a:lnSpc>
              <a:buClrTx/>
              <a:buFont typeface="Wingdings" pitchFamily="2" charset="2"/>
              <a:buChar char="Ø"/>
              <a:defRPr/>
            </a:pPr>
            <a:r>
              <a:rPr lang="zh-CN" altLang="en-US" sz="2500" b="1" dirty="0">
                <a:solidFill>
                  <a:prstClr val="black"/>
                </a:solidFill>
                <a:latin typeface="华文楷体" panose="02010600040101010101" pitchFamily="2" charset="-122"/>
                <a:cs typeface="Times New Roman" pitchFamily="18" charset="0"/>
              </a:rPr>
              <a:t>可以对某些文法构造出向前看</a:t>
            </a:r>
            <a:r>
              <a:rPr lang="en-US" altLang="zh-CN" sz="2500" b="1" i="1" dirty="0">
                <a:solidFill>
                  <a:prstClr val="black"/>
                </a:solidFill>
                <a:cs typeface="Times New Roman" pitchFamily="18" charset="0"/>
              </a:rPr>
              <a:t>k</a:t>
            </a:r>
            <a:r>
              <a:rPr lang="zh-CN" altLang="en-US" sz="2500" b="1" dirty="0">
                <a:solidFill>
                  <a:prstClr val="black"/>
                </a:solidFill>
                <a:latin typeface="华文楷体" panose="02010600040101010101" pitchFamily="2" charset="-122"/>
                <a:cs typeface="Times New Roman" pitchFamily="18" charset="0"/>
              </a:rPr>
              <a:t>个输入符号的预测分析器，该类文法有时也称为</a:t>
            </a:r>
            <a:r>
              <a:rPr lang="en-US" altLang="zh-CN" sz="2500" b="1" i="1" dirty="0">
                <a:solidFill>
                  <a:srgbClr val="FF0000"/>
                </a:solidFill>
                <a:cs typeface="Times New Roman" pitchFamily="18" charset="0"/>
              </a:rPr>
              <a:t>LL</a:t>
            </a:r>
            <a:r>
              <a:rPr lang="en-US" altLang="zh-CN" sz="2500" b="1" dirty="0">
                <a:solidFill>
                  <a:srgbClr val="FF0000"/>
                </a:solidFill>
                <a:cs typeface="Times New Roman" pitchFamily="18" charset="0"/>
              </a:rPr>
              <a:t>(</a:t>
            </a:r>
            <a:r>
              <a:rPr lang="en-US" altLang="zh-CN" sz="2500" b="1" i="1" dirty="0">
                <a:solidFill>
                  <a:srgbClr val="FF0000"/>
                </a:solidFill>
                <a:cs typeface="Times New Roman" pitchFamily="18" charset="0"/>
              </a:rPr>
              <a:t>k</a:t>
            </a:r>
            <a:r>
              <a:rPr lang="en-US" altLang="zh-CN" sz="2500" b="1" dirty="0">
                <a:solidFill>
                  <a:srgbClr val="FF0000"/>
                </a:solidFill>
                <a:cs typeface="Times New Roman" pitchFamily="18" charset="0"/>
              </a:rPr>
              <a:t>) </a:t>
            </a:r>
            <a:r>
              <a:rPr lang="zh-CN" altLang="en-US" sz="2500" b="1" dirty="0">
                <a:solidFill>
                  <a:srgbClr val="FF0000"/>
                </a:solidFill>
                <a:latin typeface="华文楷体" panose="02010600040101010101" pitchFamily="2" charset="-122"/>
                <a:cs typeface="Times New Roman" pitchFamily="18" charset="0"/>
              </a:rPr>
              <a:t>文法类</a:t>
            </a:r>
            <a:endParaRPr lang="en-US" altLang="zh-CN" sz="2800" b="1" dirty="0">
              <a:solidFill>
                <a:schemeClr val="tx1"/>
              </a:solidFill>
              <a:latin typeface="+mn-ea"/>
              <a:cs typeface="Times New Roman" pitchFamily="18" charset="0"/>
            </a:endParaRPr>
          </a:p>
          <a:p>
            <a:pPr eaLnBrk="1" hangingPunct="1">
              <a:lnSpc>
                <a:spcPts val="4000"/>
              </a:lnSpc>
              <a:buClrTx/>
              <a:buFont typeface="Wingdings" pitchFamily="2" charset="2"/>
              <a:buChar char="Ø"/>
              <a:defRPr/>
            </a:pPr>
            <a:r>
              <a:rPr lang="zh-CN" altLang="en-US" sz="2800" b="1" dirty="0">
                <a:solidFill>
                  <a:schemeClr val="tx1"/>
                </a:solidFill>
                <a:latin typeface="+mn-ea"/>
                <a:cs typeface="Times New Roman" pitchFamily="18" charset="0"/>
              </a:rPr>
              <a:t>预测分析</a:t>
            </a:r>
            <a:r>
              <a:rPr lang="zh-CN" altLang="en-US" sz="2800" b="1" dirty="0">
                <a:solidFill>
                  <a:schemeClr val="tx2">
                    <a:lumMod val="60000"/>
                    <a:lumOff val="40000"/>
                  </a:schemeClr>
                </a:solidFill>
                <a:latin typeface="+mn-ea"/>
                <a:cs typeface="Times New Roman" pitchFamily="18" charset="0"/>
              </a:rPr>
              <a:t>不需要回溯</a:t>
            </a:r>
            <a:r>
              <a:rPr lang="zh-CN" altLang="en-US" sz="2800" b="1" dirty="0">
                <a:solidFill>
                  <a:schemeClr val="tx1"/>
                </a:solidFill>
                <a:latin typeface="+mn-ea"/>
                <a:cs typeface="Times New Roman" pitchFamily="18" charset="0"/>
              </a:rPr>
              <a:t>，是一种</a:t>
            </a:r>
            <a:r>
              <a:rPr lang="zh-CN" altLang="en-US" sz="2800" b="1" dirty="0">
                <a:solidFill>
                  <a:schemeClr val="tx2">
                    <a:lumMod val="60000"/>
                    <a:lumOff val="40000"/>
                  </a:schemeClr>
                </a:solidFill>
                <a:latin typeface="+mn-ea"/>
                <a:cs typeface="Times New Roman" pitchFamily="18" charset="0"/>
              </a:rPr>
              <a:t>确定的</a:t>
            </a:r>
            <a:r>
              <a:rPr lang="zh-CN" altLang="en-US" sz="2800" b="1" dirty="0">
                <a:solidFill>
                  <a:schemeClr val="tx1"/>
                </a:solidFill>
                <a:latin typeface="+mn-ea"/>
                <a:cs typeface="Times New Roman" pitchFamily="18" charset="0"/>
              </a:rPr>
              <a:t>自顶向下分析方法</a:t>
            </a:r>
            <a:endParaRPr lang="en-US" altLang="zh-CN" sz="2800" b="1" dirty="0">
              <a:solidFill>
                <a:schemeClr val="tx1"/>
              </a:solidFill>
              <a:latin typeface="+mn-ea"/>
              <a:cs typeface="Times New Roman" pitchFamily="18" charset="0"/>
            </a:endParaRPr>
          </a:p>
        </p:txBody>
      </p:sp>
      <p:grpSp>
        <p:nvGrpSpPr>
          <p:cNvPr id="77827" name="组合 5">
            <a:extLst>
              <a:ext uri="{FF2B5EF4-FFF2-40B4-BE49-F238E27FC236}">
                <a16:creationId xmlns:a16="http://schemas.microsoft.com/office/drawing/2014/main" id="{F81F52DD-B9B4-466E-8443-DA03AD00BCEA}"/>
              </a:ext>
            </a:extLst>
          </p:cNvPr>
          <p:cNvGrpSpPr>
            <a:grpSpLocks/>
          </p:cNvGrpSpPr>
          <p:nvPr/>
        </p:nvGrpSpPr>
        <p:grpSpPr bwMode="auto">
          <a:xfrm>
            <a:off x="0" y="195263"/>
            <a:ext cx="755650" cy="431800"/>
            <a:chOff x="-786" y="195486"/>
            <a:chExt cx="756363" cy="432048"/>
          </a:xfrm>
        </p:grpSpPr>
        <p:sp>
          <p:nvSpPr>
            <p:cNvPr id="7" name="五边形 6">
              <a:extLst>
                <a:ext uri="{FF2B5EF4-FFF2-40B4-BE49-F238E27FC236}">
                  <a16:creationId xmlns:a16="http://schemas.microsoft.com/office/drawing/2014/main" id="{24D01E1E-1E37-4D3D-B3B6-77093783C0BD}"/>
                </a:ext>
              </a:extLst>
            </p:cNvPr>
            <p:cNvSpPr/>
            <p:nvPr/>
          </p:nvSpPr>
          <p:spPr>
            <a:xfrm>
              <a:off x="-786" y="195486"/>
              <a:ext cx="756363" cy="432048"/>
            </a:xfrm>
            <a:prstGeom prst="homePlate">
              <a:avLst/>
            </a:prstGeom>
            <a:solidFill>
              <a:schemeClr val="bg2">
                <a:lumMod val="50000"/>
              </a:schemeClr>
            </a:solidFill>
            <a:ln w="25400" cap="flat" cmpd="sng" algn="ctr">
              <a:noFill/>
              <a:prstDash val="solid"/>
            </a:ln>
            <a:effectLst/>
          </p:spPr>
          <p:txBody>
            <a:bodyPr anchor="ctr"/>
            <a:lstStyle/>
            <a:p>
              <a:pPr algn="ctr" eaLnBrk="1" hangingPunct="1">
                <a:defRPr/>
              </a:pPr>
              <a:endParaRPr lang="zh-CN" altLang="en-US">
                <a:solidFill>
                  <a:srgbClr val="FFFFFF"/>
                </a:solidFill>
                <a:latin typeface="Calibri" pitchFamily="34" charset="0"/>
                <a:ea typeface="楷体_GB2312"/>
                <a:cs typeface="楷体_GB2312"/>
              </a:endParaRPr>
            </a:p>
          </p:txBody>
        </p:sp>
        <p:sp>
          <p:nvSpPr>
            <p:cNvPr id="77830" name="五边形 6">
              <a:extLst>
                <a:ext uri="{FF2B5EF4-FFF2-40B4-BE49-F238E27FC236}">
                  <a16:creationId xmlns:a16="http://schemas.microsoft.com/office/drawing/2014/main" id="{D19F235D-4754-44E2-895F-97A1AF2F66C5}"/>
                </a:ext>
              </a:extLst>
            </p:cNvPr>
            <p:cNvSpPr>
              <a:spLocks noChangeArrowheads="1"/>
            </p:cNvSpPr>
            <p:nvPr/>
          </p:nvSpPr>
          <p:spPr bwMode="auto">
            <a:xfrm>
              <a:off x="-786" y="197074"/>
              <a:ext cx="756363" cy="88951"/>
            </a:xfrm>
            <a:prstGeom prst="homePlate">
              <a:avLst>
                <a:gd name="adj" fmla="val 49995"/>
              </a:avLst>
            </a:prstGeom>
            <a:solidFill>
              <a:schemeClr val="bg1">
                <a:alpha val="30196"/>
              </a:schemeClr>
            </a:solidFill>
            <a:ln>
              <a:noFill/>
            </a:ln>
            <a:extLst>
              <a:ext uri="{91240B29-F687-4F45-9708-019B960494DF}">
                <a14:hiddenLine xmlns:a14="http://schemas.microsoft.com/office/drawing/2010/main" w="25400" algn="ctr">
                  <a:solidFill>
                    <a:srgbClr val="000000"/>
                  </a:solidFill>
                  <a:miter lim="800000"/>
                  <a:headEnd/>
                  <a:tailEnd/>
                </a14:hiddenLine>
              </a:ext>
            </a:extLst>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grpSp>
      <p:sp>
        <p:nvSpPr>
          <p:cNvPr id="6" name="标题 1">
            <a:extLst>
              <a:ext uri="{FF2B5EF4-FFF2-40B4-BE49-F238E27FC236}">
                <a16:creationId xmlns:a16="http://schemas.microsoft.com/office/drawing/2014/main" id="{3E93445E-9C0B-4802-BFDF-8AE18472E7C7}"/>
              </a:ext>
            </a:extLst>
          </p:cNvPr>
          <p:cNvSpPr>
            <a:spLocks noGrp="1"/>
          </p:cNvSpPr>
          <p:nvPr>
            <p:ph type="title"/>
          </p:nvPr>
        </p:nvSpPr>
        <p:spPr>
          <a:xfrm>
            <a:off x="755650" y="268288"/>
            <a:ext cx="7931150" cy="358775"/>
          </a:xfrm>
        </p:spPr>
        <p:txBody>
          <a:bodyPr/>
          <a:lstStyle/>
          <a:p>
            <a:pPr eaLnBrk="1" hangingPunct="1">
              <a:defRPr/>
            </a:pPr>
            <a:r>
              <a:rPr lang="zh-CN" altLang="en-US" sz="3000" spc="300" dirty="0">
                <a:solidFill>
                  <a:schemeClr val="tx1"/>
                </a:solidFill>
                <a:latin typeface="微软雅黑" pitchFamily="34" charset="-122"/>
                <a:ea typeface="微软雅黑" pitchFamily="34" charset="-122"/>
              </a:rPr>
              <a:t>预测分析</a:t>
            </a:r>
            <a:r>
              <a:rPr lang="zh-CN" altLang="en-US" sz="3000" spc="300" dirty="0">
                <a:solidFill>
                  <a:schemeClr val="tx1"/>
                </a:solidFill>
                <a:ea typeface="微软雅黑" pitchFamily="34" charset="-122"/>
                <a:cs typeface="Times New Roman" panose="02020603050405020304" pitchFamily="18" charset="0"/>
              </a:rPr>
              <a:t> </a:t>
            </a:r>
            <a:r>
              <a:rPr lang="en-US" altLang="zh-CN" sz="2400" spc="300" dirty="0">
                <a:solidFill>
                  <a:schemeClr val="tx1"/>
                </a:solidFill>
                <a:ea typeface="微软雅黑" pitchFamily="34" charset="-122"/>
                <a:cs typeface="Times New Roman" panose="02020603050405020304" pitchFamily="18" charset="0"/>
              </a:rPr>
              <a:t>(</a:t>
            </a:r>
            <a:r>
              <a:rPr lang="en-US" altLang="zh-CN" sz="2400" i="1" dirty="0">
                <a:solidFill>
                  <a:schemeClr val="tx1"/>
                </a:solidFill>
                <a:ea typeface="微软雅黑" pitchFamily="34" charset="-122"/>
                <a:cs typeface="Times New Roman" panose="02020603050405020304" pitchFamily="18" charset="0"/>
              </a:rPr>
              <a:t>Predictive Parsing</a:t>
            </a:r>
            <a:r>
              <a:rPr lang="en-US" altLang="zh-CN" sz="2400" spc="300" dirty="0">
                <a:solidFill>
                  <a:schemeClr val="tx1"/>
                </a:solidFill>
                <a:ea typeface="微软雅黑" pitchFamily="34" charset="-122"/>
                <a:cs typeface="Times New Roman" panose="02020603050405020304" pitchFamily="18" charset="0"/>
              </a:rPr>
              <a:t>)</a:t>
            </a:r>
            <a:endParaRPr lang="zh-CN" altLang="en-US" sz="2400" spc="300" dirty="0">
              <a:solidFill>
                <a:schemeClr val="tx1"/>
              </a:solidFill>
              <a:ea typeface="微软雅黑" pitchFamily="34" charset="-122"/>
              <a:cs typeface="Times New Roman" panose="02020603050405020304" pitchFamily="18" charset="0"/>
            </a:endParaRPr>
          </a:p>
        </p:txBody>
      </p:sp>
      <p:sp>
        <p:nvSpPr>
          <p:cNvPr id="3" name="灯片编号占位符 2">
            <a:extLst>
              <a:ext uri="{FF2B5EF4-FFF2-40B4-BE49-F238E27FC236}">
                <a16:creationId xmlns:a16="http://schemas.microsoft.com/office/drawing/2014/main" id="{2F4C2040-47EE-4BC2-AFCD-DCFA083629D6}"/>
              </a:ext>
            </a:extLst>
          </p:cNvPr>
          <p:cNvSpPr>
            <a:spLocks noGrp="1"/>
          </p:cNvSpPr>
          <p:nvPr>
            <p:ph type="sldNum" sz="quarter" idx="12"/>
          </p:nvPr>
        </p:nvSpPr>
        <p:spPr/>
        <p:txBody>
          <a:bodyPr/>
          <a:lstStyle/>
          <a:p>
            <a:pPr>
              <a:defRPr/>
            </a:pPr>
            <a:fld id="{EA567855-7F13-4FC5-AD61-2B82F6443E16}" type="slidenum">
              <a:rPr lang="zh-CN" altLang="en-US" smtClean="0"/>
              <a:pPr>
                <a:defRPr/>
              </a:pPr>
              <a:t>29</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20483">
                                            <p:txEl>
                                              <p:pRg st="1" end="1"/>
                                            </p:txEl>
                                          </p:spTgt>
                                        </p:tgtEl>
                                        <p:attrNameLst>
                                          <p:attrName>style.visibility</p:attrName>
                                        </p:attrNameLst>
                                      </p:cBhvr>
                                      <p:to>
                                        <p:strVal val="visible"/>
                                      </p:to>
                                    </p:set>
                                    <p:anim calcmode="lin" valueType="num">
                                      <p:cBhvr>
                                        <p:cTn id="7" dur="500" fill="hold"/>
                                        <p:tgtEl>
                                          <p:spTgt spid="20483">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20483">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20483">
                                            <p:txEl>
                                              <p:pRg st="1" end="1"/>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nodeType="clickEffect">
                                  <p:stCondLst>
                                    <p:cond delay="0"/>
                                  </p:stCondLst>
                                  <p:childTnLst>
                                    <p:set>
                                      <p:cBhvr>
                                        <p:cTn id="13" dur="1" fill="hold">
                                          <p:stCondLst>
                                            <p:cond delay="0"/>
                                          </p:stCondLst>
                                        </p:cTn>
                                        <p:tgtEl>
                                          <p:spTgt spid="20483">
                                            <p:txEl>
                                              <p:pRg st="2" end="2"/>
                                            </p:txEl>
                                          </p:spTgt>
                                        </p:tgtEl>
                                        <p:attrNameLst>
                                          <p:attrName>style.visibility</p:attrName>
                                        </p:attrNameLst>
                                      </p:cBhvr>
                                      <p:to>
                                        <p:strVal val="visible"/>
                                      </p:to>
                                    </p:set>
                                    <p:anim calcmode="lin" valueType="num">
                                      <p:cBhvr>
                                        <p:cTn id="14" dur="500" fill="hold"/>
                                        <p:tgtEl>
                                          <p:spTgt spid="20483">
                                            <p:txEl>
                                              <p:pRg st="2" end="2"/>
                                            </p:txEl>
                                          </p:spTgt>
                                        </p:tgtEl>
                                        <p:attrNameLst>
                                          <p:attrName>ppt_w</p:attrName>
                                        </p:attrNameLst>
                                      </p:cBhvr>
                                      <p:tavLst>
                                        <p:tav tm="0">
                                          <p:val>
                                            <p:fltVal val="0"/>
                                          </p:val>
                                        </p:tav>
                                        <p:tav tm="100000">
                                          <p:val>
                                            <p:strVal val="#ppt_w"/>
                                          </p:val>
                                        </p:tav>
                                      </p:tavLst>
                                    </p:anim>
                                    <p:anim calcmode="lin" valueType="num">
                                      <p:cBhvr>
                                        <p:cTn id="15" dur="500" fill="hold"/>
                                        <p:tgtEl>
                                          <p:spTgt spid="20483">
                                            <p:txEl>
                                              <p:pRg st="2" end="2"/>
                                            </p:txEl>
                                          </p:spTgt>
                                        </p:tgtEl>
                                        <p:attrNameLst>
                                          <p:attrName>ppt_h</p:attrName>
                                        </p:attrNameLst>
                                      </p:cBhvr>
                                      <p:tavLst>
                                        <p:tav tm="0">
                                          <p:val>
                                            <p:fltVal val="0"/>
                                          </p:val>
                                        </p:tav>
                                        <p:tav tm="100000">
                                          <p:val>
                                            <p:strVal val="#ppt_h"/>
                                          </p:val>
                                        </p:tav>
                                      </p:tavLst>
                                    </p:anim>
                                    <p:animEffect transition="in" filter="fade">
                                      <p:cBhvr>
                                        <p:cTn id="16" dur="500"/>
                                        <p:tgtEl>
                                          <p:spTgt spid="2048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
            <a:extLst>
              <a:ext uri="{FF2B5EF4-FFF2-40B4-BE49-F238E27FC236}">
                <a16:creationId xmlns:a16="http://schemas.microsoft.com/office/drawing/2014/main" id="{74616BD3-A68F-4A34-B9ED-0D81AFBB63EB}"/>
              </a:ext>
            </a:extLst>
          </p:cNvPr>
          <p:cNvSpPr>
            <a:spLocks noGrp="1" noChangeArrowheads="1"/>
          </p:cNvSpPr>
          <p:nvPr>
            <p:ph idx="1"/>
          </p:nvPr>
        </p:nvSpPr>
        <p:spPr>
          <a:xfrm>
            <a:off x="4357688" y="1263650"/>
            <a:ext cx="5927725" cy="3522663"/>
          </a:xfrm>
        </p:spPr>
        <p:txBody>
          <a:bodyPr anchor="ctr"/>
          <a:lstStyle/>
          <a:p>
            <a:pPr eaLnBrk="1" hangingPunct="1">
              <a:lnSpc>
                <a:spcPts val="4500"/>
              </a:lnSpc>
              <a:buFont typeface="Symbol" panose="05050102010706020507" pitchFamily="18" charset="2"/>
              <a:buNone/>
              <a:defRPr/>
            </a:pPr>
            <a:r>
              <a:rPr lang="en-US" altLang="zh-CN" sz="2800" dirty="0">
                <a:solidFill>
                  <a:schemeClr val="bg1">
                    <a:lumMod val="50000"/>
                  </a:schemeClr>
                </a:solidFill>
                <a:latin typeface="微软雅黑" pitchFamily="34" charset="-122"/>
                <a:ea typeface="微软雅黑" pitchFamily="34" charset="-122"/>
                <a:cs typeface="Times New Roman" pitchFamily="18" charset="0"/>
              </a:rPr>
              <a:t>4.1 </a:t>
            </a:r>
            <a:r>
              <a:rPr lang="zh-CN" altLang="en-US" sz="2800" dirty="0">
                <a:solidFill>
                  <a:schemeClr val="bg1">
                    <a:lumMod val="50000"/>
                  </a:schemeClr>
                </a:solidFill>
                <a:latin typeface="微软雅黑" pitchFamily="34" charset="-122"/>
                <a:ea typeface="微软雅黑" pitchFamily="34" charset="-122"/>
                <a:cs typeface="Times New Roman" pitchFamily="18" charset="0"/>
              </a:rPr>
              <a:t>自顶向下的分析</a:t>
            </a:r>
          </a:p>
          <a:p>
            <a:pPr eaLnBrk="1" hangingPunct="1">
              <a:lnSpc>
                <a:spcPts val="4500"/>
              </a:lnSpc>
              <a:buFont typeface="Symbol" panose="05050102010706020507" pitchFamily="18" charset="2"/>
              <a:buNone/>
              <a:defRPr/>
            </a:pPr>
            <a:r>
              <a:rPr lang="en-US" altLang="zh-CN" sz="2800" b="1" dirty="0">
                <a:solidFill>
                  <a:schemeClr val="tx2">
                    <a:lumMod val="60000"/>
                    <a:lumOff val="40000"/>
                  </a:schemeClr>
                </a:solidFill>
                <a:latin typeface="微软雅黑" pitchFamily="34" charset="-122"/>
                <a:ea typeface="微软雅黑" pitchFamily="34" charset="-122"/>
                <a:cs typeface="Times New Roman" pitchFamily="18" charset="0"/>
              </a:rPr>
              <a:t>4.2 </a:t>
            </a:r>
            <a:r>
              <a:rPr lang="zh-CN" altLang="en-US" sz="2800" b="1" dirty="0">
                <a:solidFill>
                  <a:schemeClr val="tx2">
                    <a:lumMod val="60000"/>
                    <a:lumOff val="40000"/>
                  </a:schemeClr>
                </a:solidFill>
                <a:latin typeface="微软雅黑" pitchFamily="34" charset="-122"/>
                <a:ea typeface="微软雅黑" pitchFamily="34" charset="-122"/>
                <a:cs typeface="Times New Roman" pitchFamily="18" charset="0"/>
              </a:rPr>
              <a:t>预测分析法</a:t>
            </a:r>
            <a:endParaRPr lang="en-US" altLang="zh-CN" sz="2800" b="1" dirty="0">
              <a:solidFill>
                <a:schemeClr val="tx2">
                  <a:lumMod val="60000"/>
                  <a:lumOff val="40000"/>
                </a:schemeClr>
              </a:solidFill>
              <a:latin typeface="微软雅黑" pitchFamily="34" charset="-122"/>
              <a:ea typeface="微软雅黑" pitchFamily="34" charset="-122"/>
              <a:cs typeface="Times New Roman" pitchFamily="18" charset="0"/>
            </a:endParaRPr>
          </a:p>
          <a:p>
            <a:pPr eaLnBrk="1" hangingPunct="1">
              <a:lnSpc>
                <a:spcPts val="4500"/>
              </a:lnSpc>
              <a:buFont typeface="Symbol" panose="05050102010706020507" pitchFamily="18" charset="2"/>
              <a:buNone/>
              <a:defRPr/>
            </a:pPr>
            <a:r>
              <a:rPr lang="en-US" altLang="zh-CN" sz="2800" dirty="0">
                <a:solidFill>
                  <a:schemeClr val="bg1">
                    <a:lumMod val="50000"/>
                  </a:schemeClr>
                </a:solidFill>
                <a:latin typeface="微软雅黑" pitchFamily="34" charset="-122"/>
                <a:ea typeface="微软雅黑" pitchFamily="34" charset="-122"/>
                <a:cs typeface="Times New Roman" pitchFamily="18" charset="0"/>
              </a:rPr>
              <a:t>4.3 </a:t>
            </a:r>
            <a:r>
              <a:rPr lang="zh-CN" altLang="en-US" sz="2800" dirty="0">
                <a:solidFill>
                  <a:schemeClr val="bg1">
                    <a:lumMod val="50000"/>
                  </a:schemeClr>
                </a:solidFill>
                <a:latin typeface="微软雅黑" pitchFamily="34" charset="-122"/>
                <a:ea typeface="微软雅黑" pitchFamily="34" charset="-122"/>
                <a:cs typeface="Times New Roman" pitchFamily="18" charset="0"/>
              </a:rPr>
              <a:t>自底向上的分析</a:t>
            </a:r>
          </a:p>
          <a:p>
            <a:pPr eaLnBrk="1" hangingPunct="1">
              <a:lnSpc>
                <a:spcPts val="4500"/>
              </a:lnSpc>
              <a:buFont typeface="Symbol" panose="05050102010706020507" pitchFamily="18" charset="2"/>
              <a:buNone/>
              <a:defRPr/>
            </a:pPr>
            <a:r>
              <a:rPr lang="en-US" altLang="zh-CN" sz="2800" dirty="0">
                <a:solidFill>
                  <a:schemeClr val="bg1">
                    <a:lumMod val="50000"/>
                  </a:schemeClr>
                </a:solidFill>
                <a:latin typeface="微软雅黑" pitchFamily="34" charset="-122"/>
                <a:ea typeface="微软雅黑" pitchFamily="34" charset="-122"/>
                <a:cs typeface="Times New Roman" pitchFamily="18" charset="0"/>
              </a:rPr>
              <a:t>4.4 LR</a:t>
            </a:r>
            <a:r>
              <a:rPr lang="zh-CN" altLang="en-US" sz="2800" dirty="0">
                <a:solidFill>
                  <a:schemeClr val="bg1">
                    <a:lumMod val="50000"/>
                  </a:schemeClr>
                </a:solidFill>
                <a:latin typeface="微软雅黑" pitchFamily="34" charset="-122"/>
                <a:ea typeface="微软雅黑" pitchFamily="34" charset="-122"/>
                <a:cs typeface="Times New Roman" pitchFamily="18" charset="0"/>
              </a:rPr>
              <a:t>分析法</a:t>
            </a:r>
          </a:p>
          <a:p>
            <a:pPr eaLnBrk="1" hangingPunct="1">
              <a:lnSpc>
                <a:spcPts val="4500"/>
              </a:lnSpc>
              <a:buFont typeface="Symbol" panose="05050102010706020507" pitchFamily="18" charset="2"/>
              <a:buNone/>
              <a:defRPr/>
            </a:pPr>
            <a:r>
              <a:rPr lang="en-US" altLang="zh-CN" sz="2800" dirty="0">
                <a:solidFill>
                  <a:schemeClr val="bg1">
                    <a:lumMod val="50000"/>
                  </a:schemeClr>
                </a:solidFill>
                <a:latin typeface="微软雅黑" pitchFamily="34" charset="-122"/>
                <a:ea typeface="微软雅黑" pitchFamily="34" charset="-122"/>
                <a:cs typeface="Times New Roman" pitchFamily="18" charset="0"/>
              </a:rPr>
              <a:t>4.5 </a:t>
            </a:r>
            <a:r>
              <a:rPr lang="zh-CN" altLang="en-US" sz="2800" dirty="0">
                <a:solidFill>
                  <a:schemeClr val="bg1">
                    <a:lumMod val="50000"/>
                  </a:schemeClr>
                </a:solidFill>
                <a:latin typeface="微软雅黑" pitchFamily="34" charset="-122"/>
                <a:ea typeface="微软雅黑" pitchFamily="34" charset="-122"/>
                <a:cs typeface="Times New Roman" pitchFamily="18" charset="0"/>
              </a:rPr>
              <a:t>语法分析器自动生成工具</a:t>
            </a:r>
          </a:p>
        </p:txBody>
      </p:sp>
      <p:pic>
        <p:nvPicPr>
          <p:cNvPr id="79875" name="Picture 7" descr="E:\工大编译\ppt\制作\0330e9c554c768200000158fc50d53d.jpg">
            <a:extLst>
              <a:ext uri="{FF2B5EF4-FFF2-40B4-BE49-F238E27FC236}">
                <a16:creationId xmlns:a16="http://schemas.microsoft.com/office/drawing/2014/main" id="{D4A32C11-76D0-4938-B08B-46B0D9D3D6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5538" r="21837"/>
          <a:stretch>
            <a:fillRect/>
          </a:stretch>
        </p:blipFill>
        <p:spPr bwMode="auto">
          <a:xfrm>
            <a:off x="-6350" y="0"/>
            <a:ext cx="4295775"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矩形 10">
            <a:extLst>
              <a:ext uri="{FF2B5EF4-FFF2-40B4-BE49-F238E27FC236}">
                <a16:creationId xmlns:a16="http://schemas.microsoft.com/office/drawing/2014/main" id="{A28FFF7D-8149-4622-BD2E-6DEB368021FF}"/>
              </a:ext>
            </a:extLst>
          </p:cNvPr>
          <p:cNvSpPr/>
          <p:nvPr/>
        </p:nvSpPr>
        <p:spPr>
          <a:xfrm>
            <a:off x="4143375" y="357188"/>
            <a:ext cx="1928813" cy="785812"/>
          </a:xfrm>
          <a:prstGeom prst="rect">
            <a:avLst/>
          </a:prstGeom>
          <a:solidFill>
            <a:schemeClr val="accent2">
              <a:lumMod val="60000"/>
              <a:lumOff val="40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02870" tIns="51435" rIns="102870" bIns="51435" anchor="ctr"/>
          <a:lstStyle/>
          <a:p>
            <a:pPr algn="ctr" fontAlgn="auto">
              <a:spcBef>
                <a:spcPts val="0"/>
              </a:spcBef>
              <a:spcAft>
                <a:spcPts val="0"/>
              </a:spcAft>
              <a:defRPr/>
            </a:pPr>
            <a:r>
              <a:rPr lang="zh-CN" altLang="en-US" sz="4000" b="1" spc="600" dirty="0">
                <a:solidFill>
                  <a:schemeClr val="bg1"/>
                </a:solidFill>
                <a:latin typeface="微软雅黑" pitchFamily="34" charset="-122"/>
                <a:ea typeface="微软雅黑" pitchFamily="34" charset="-122"/>
              </a:rPr>
              <a:t>提纲</a:t>
            </a:r>
            <a:endParaRPr lang="zh-CN" altLang="en-US" sz="1600" dirty="0">
              <a:solidFill>
                <a:schemeClr val="tx1">
                  <a:lumMod val="85000"/>
                  <a:lumOff val="15000"/>
                </a:schemeClr>
              </a:solidFill>
            </a:endParaRPr>
          </a:p>
        </p:txBody>
      </p:sp>
      <p:sp>
        <p:nvSpPr>
          <p:cNvPr id="3" name="灯片编号占位符 2">
            <a:extLst>
              <a:ext uri="{FF2B5EF4-FFF2-40B4-BE49-F238E27FC236}">
                <a16:creationId xmlns:a16="http://schemas.microsoft.com/office/drawing/2014/main" id="{FC042B1E-9037-4D2B-B1F4-5F68C4CB05FD}"/>
              </a:ext>
            </a:extLst>
          </p:cNvPr>
          <p:cNvSpPr>
            <a:spLocks noGrp="1"/>
          </p:cNvSpPr>
          <p:nvPr>
            <p:ph type="sldNum" sz="quarter" idx="12"/>
          </p:nvPr>
        </p:nvSpPr>
        <p:spPr/>
        <p:txBody>
          <a:bodyPr/>
          <a:lstStyle/>
          <a:p>
            <a:pPr>
              <a:defRPr/>
            </a:pPr>
            <a:fld id="{ECB9F97E-05A3-4C5B-A0AF-D3DCCEFE8E8E}" type="slidenum">
              <a:rPr lang="zh-CN" altLang="en-US" smtClean="0"/>
              <a:pPr>
                <a:defRPr/>
              </a:pPr>
              <a:t>30</a:t>
            </a:fld>
            <a:endParaRPr lang="en-US" altLang="zh-CN"/>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内容占位符 2">
            <a:extLst>
              <a:ext uri="{FF2B5EF4-FFF2-40B4-BE49-F238E27FC236}">
                <a16:creationId xmlns:a16="http://schemas.microsoft.com/office/drawing/2014/main" id="{928C8261-34CF-4464-A66E-88CE79DE10C2}"/>
              </a:ext>
            </a:extLst>
          </p:cNvPr>
          <p:cNvSpPr>
            <a:spLocks noGrp="1"/>
          </p:cNvSpPr>
          <p:nvPr>
            <p:ph idx="1"/>
          </p:nvPr>
        </p:nvSpPr>
        <p:spPr>
          <a:xfrm>
            <a:off x="433388" y="1125538"/>
            <a:ext cx="8353425" cy="3246437"/>
          </a:xfrm>
        </p:spPr>
        <p:txBody>
          <a:bodyPr/>
          <a:lstStyle/>
          <a:p>
            <a:pPr eaLnBrk="1" hangingPunct="1">
              <a:lnSpc>
                <a:spcPts val="4000"/>
              </a:lnSpc>
              <a:buClrTx/>
              <a:buFont typeface="Wingdings" pitchFamily="2" charset="2"/>
              <a:buChar char="Ø"/>
              <a:defRPr/>
            </a:pPr>
            <a:r>
              <a:rPr lang="en-US" altLang="zh-CN" sz="2800" b="1" dirty="0">
                <a:solidFill>
                  <a:schemeClr val="tx1"/>
                </a:solidFill>
                <a:latin typeface="+mn-ea"/>
                <a:cs typeface="Times New Roman" pitchFamily="18" charset="0"/>
              </a:rPr>
              <a:t>4.2.1 LL(1) </a:t>
            </a:r>
            <a:r>
              <a:rPr lang="zh-CN" altLang="en-US" sz="2800" b="1" dirty="0">
                <a:solidFill>
                  <a:schemeClr val="tx1"/>
                </a:solidFill>
                <a:latin typeface="+mn-ea"/>
                <a:cs typeface="Times New Roman" pitchFamily="18" charset="0"/>
              </a:rPr>
              <a:t>文法</a:t>
            </a:r>
          </a:p>
          <a:p>
            <a:pPr eaLnBrk="1" hangingPunct="1">
              <a:lnSpc>
                <a:spcPts val="4000"/>
              </a:lnSpc>
              <a:buClrTx/>
              <a:buFont typeface="Wingdings" pitchFamily="2" charset="2"/>
              <a:buChar char="Ø"/>
              <a:defRPr/>
            </a:pPr>
            <a:r>
              <a:rPr lang="en-US" altLang="zh-CN" sz="2800" b="1" dirty="0">
                <a:solidFill>
                  <a:schemeClr val="tx1"/>
                </a:solidFill>
                <a:latin typeface="+mn-ea"/>
                <a:cs typeface="Times New Roman" pitchFamily="18" charset="0"/>
              </a:rPr>
              <a:t>4.2.2 </a:t>
            </a:r>
            <a:r>
              <a:rPr lang="zh-CN" altLang="en-US" sz="2800" b="1" dirty="0">
                <a:solidFill>
                  <a:schemeClr val="tx1"/>
                </a:solidFill>
                <a:latin typeface="+mn-ea"/>
                <a:cs typeface="Times New Roman" pitchFamily="18" charset="0"/>
              </a:rPr>
              <a:t>递归的预测分析法</a:t>
            </a:r>
          </a:p>
          <a:p>
            <a:pPr eaLnBrk="1" hangingPunct="1">
              <a:lnSpc>
                <a:spcPts val="4000"/>
              </a:lnSpc>
              <a:buClrTx/>
              <a:buFont typeface="Wingdings" pitchFamily="2" charset="2"/>
              <a:buChar char="Ø"/>
              <a:defRPr/>
            </a:pPr>
            <a:r>
              <a:rPr lang="en-US" altLang="zh-CN" sz="2800" b="1" dirty="0">
                <a:solidFill>
                  <a:schemeClr val="tx1"/>
                </a:solidFill>
                <a:latin typeface="+mn-ea"/>
                <a:cs typeface="Times New Roman" pitchFamily="18" charset="0"/>
              </a:rPr>
              <a:t>4.2.3 </a:t>
            </a:r>
            <a:r>
              <a:rPr lang="zh-CN" altLang="en-US" sz="2800" b="1" dirty="0">
                <a:solidFill>
                  <a:schemeClr val="tx1"/>
                </a:solidFill>
                <a:latin typeface="+mn-ea"/>
                <a:cs typeface="Times New Roman" pitchFamily="18" charset="0"/>
              </a:rPr>
              <a:t>非递归的预测分析法</a:t>
            </a:r>
          </a:p>
          <a:p>
            <a:pPr eaLnBrk="1" hangingPunct="1">
              <a:lnSpc>
                <a:spcPts val="4000"/>
              </a:lnSpc>
              <a:buClrTx/>
              <a:buFont typeface="Wingdings" pitchFamily="2" charset="2"/>
              <a:buChar char="Ø"/>
              <a:defRPr/>
            </a:pPr>
            <a:r>
              <a:rPr lang="en-US" altLang="zh-CN" sz="2800" b="1" dirty="0">
                <a:solidFill>
                  <a:schemeClr val="tx1"/>
                </a:solidFill>
                <a:latin typeface="+mn-ea"/>
                <a:cs typeface="Times New Roman" pitchFamily="18" charset="0"/>
              </a:rPr>
              <a:t>4.2.4 </a:t>
            </a:r>
            <a:r>
              <a:rPr lang="zh-CN" altLang="en-US" sz="2800" b="1" dirty="0">
                <a:solidFill>
                  <a:schemeClr val="tx1"/>
                </a:solidFill>
                <a:latin typeface="+mn-ea"/>
                <a:cs typeface="Times New Roman" pitchFamily="18" charset="0"/>
              </a:rPr>
              <a:t>预测分析中的错误恢复</a:t>
            </a:r>
          </a:p>
          <a:p>
            <a:pPr eaLnBrk="1" hangingPunct="1">
              <a:lnSpc>
                <a:spcPts val="4000"/>
              </a:lnSpc>
              <a:buClrTx/>
              <a:buFont typeface="Wingdings" pitchFamily="2" charset="2"/>
              <a:buChar char="Ø"/>
              <a:defRPr/>
            </a:pPr>
            <a:endParaRPr lang="zh-CN" altLang="en-US" sz="2800" b="1" dirty="0">
              <a:solidFill>
                <a:schemeClr val="tx1"/>
              </a:solidFill>
              <a:latin typeface="+mn-ea"/>
              <a:cs typeface="Times New Roman" pitchFamily="18" charset="0"/>
            </a:endParaRPr>
          </a:p>
        </p:txBody>
      </p:sp>
      <p:grpSp>
        <p:nvGrpSpPr>
          <p:cNvPr id="80899" name="组合 5">
            <a:extLst>
              <a:ext uri="{FF2B5EF4-FFF2-40B4-BE49-F238E27FC236}">
                <a16:creationId xmlns:a16="http://schemas.microsoft.com/office/drawing/2014/main" id="{E049A01D-016E-4F6E-8F42-C1455C0E98B5}"/>
              </a:ext>
            </a:extLst>
          </p:cNvPr>
          <p:cNvGrpSpPr>
            <a:grpSpLocks/>
          </p:cNvGrpSpPr>
          <p:nvPr/>
        </p:nvGrpSpPr>
        <p:grpSpPr bwMode="auto">
          <a:xfrm>
            <a:off x="0" y="195263"/>
            <a:ext cx="755650" cy="431800"/>
            <a:chOff x="-786" y="195486"/>
            <a:chExt cx="756363" cy="432048"/>
          </a:xfrm>
        </p:grpSpPr>
        <p:sp>
          <p:nvSpPr>
            <p:cNvPr id="7" name="五边形 6">
              <a:extLst>
                <a:ext uri="{FF2B5EF4-FFF2-40B4-BE49-F238E27FC236}">
                  <a16:creationId xmlns:a16="http://schemas.microsoft.com/office/drawing/2014/main" id="{A150A0CD-1077-4543-9C8D-4DD49D7FCECB}"/>
                </a:ext>
              </a:extLst>
            </p:cNvPr>
            <p:cNvSpPr/>
            <p:nvPr/>
          </p:nvSpPr>
          <p:spPr>
            <a:xfrm>
              <a:off x="-786" y="195486"/>
              <a:ext cx="756363" cy="432048"/>
            </a:xfrm>
            <a:prstGeom prst="homePlate">
              <a:avLst/>
            </a:prstGeom>
            <a:solidFill>
              <a:schemeClr val="bg2">
                <a:lumMod val="50000"/>
              </a:schemeClr>
            </a:solidFill>
            <a:ln w="25400" cap="flat" cmpd="sng" algn="ctr">
              <a:noFill/>
              <a:prstDash val="solid"/>
            </a:ln>
            <a:effectLst/>
          </p:spPr>
          <p:txBody>
            <a:bodyPr anchor="ctr"/>
            <a:lstStyle/>
            <a:p>
              <a:pPr algn="ctr" eaLnBrk="1" hangingPunct="1">
                <a:defRPr/>
              </a:pPr>
              <a:endParaRPr lang="zh-CN" altLang="en-US">
                <a:solidFill>
                  <a:srgbClr val="FFFFFF"/>
                </a:solidFill>
                <a:latin typeface="Calibri" pitchFamily="34" charset="0"/>
                <a:ea typeface="楷体_GB2312"/>
                <a:cs typeface="楷体_GB2312"/>
              </a:endParaRPr>
            </a:p>
          </p:txBody>
        </p:sp>
        <p:sp>
          <p:nvSpPr>
            <p:cNvPr id="80902" name="五边形 6">
              <a:extLst>
                <a:ext uri="{FF2B5EF4-FFF2-40B4-BE49-F238E27FC236}">
                  <a16:creationId xmlns:a16="http://schemas.microsoft.com/office/drawing/2014/main" id="{85FAC4CE-B086-484B-BA89-FAC5AFFCE30C}"/>
                </a:ext>
              </a:extLst>
            </p:cNvPr>
            <p:cNvSpPr>
              <a:spLocks noChangeArrowheads="1"/>
            </p:cNvSpPr>
            <p:nvPr/>
          </p:nvSpPr>
          <p:spPr bwMode="auto">
            <a:xfrm>
              <a:off x="-786" y="197074"/>
              <a:ext cx="756363" cy="88951"/>
            </a:xfrm>
            <a:prstGeom prst="homePlate">
              <a:avLst>
                <a:gd name="adj" fmla="val 49995"/>
              </a:avLst>
            </a:prstGeom>
            <a:solidFill>
              <a:schemeClr val="bg1">
                <a:alpha val="30196"/>
              </a:schemeClr>
            </a:solidFill>
            <a:ln>
              <a:noFill/>
            </a:ln>
            <a:extLst>
              <a:ext uri="{91240B29-F687-4F45-9708-019B960494DF}">
                <a14:hiddenLine xmlns:a14="http://schemas.microsoft.com/office/drawing/2010/main" w="25400" algn="ctr">
                  <a:solidFill>
                    <a:srgbClr val="000000"/>
                  </a:solidFill>
                  <a:miter lim="800000"/>
                  <a:headEnd/>
                  <a:tailEnd/>
                </a14:hiddenLine>
              </a:ext>
            </a:extLst>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grpSp>
      <p:sp>
        <p:nvSpPr>
          <p:cNvPr id="6" name="标题 1">
            <a:extLst>
              <a:ext uri="{FF2B5EF4-FFF2-40B4-BE49-F238E27FC236}">
                <a16:creationId xmlns:a16="http://schemas.microsoft.com/office/drawing/2014/main" id="{64427A8A-A287-4DF4-8ADF-04DB080B8DE3}"/>
              </a:ext>
            </a:extLst>
          </p:cNvPr>
          <p:cNvSpPr>
            <a:spLocks noGrp="1"/>
          </p:cNvSpPr>
          <p:nvPr>
            <p:ph type="title"/>
          </p:nvPr>
        </p:nvSpPr>
        <p:spPr>
          <a:xfrm>
            <a:off x="755650" y="268288"/>
            <a:ext cx="7931150" cy="358775"/>
          </a:xfrm>
        </p:spPr>
        <p:txBody>
          <a:bodyPr/>
          <a:lstStyle/>
          <a:p>
            <a:pPr algn="l" eaLnBrk="1" hangingPunct="1">
              <a:defRPr/>
            </a:pPr>
            <a:r>
              <a:rPr lang="en-US" altLang="zh-CN" sz="3000" b="1" spc="300" dirty="0">
                <a:solidFill>
                  <a:schemeClr val="tx1"/>
                </a:solidFill>
                <a:latin typeface="微软雅黑" pitchFamily="34" charset="-122"/>
                <a:ea typeface="微软雅黑" pitchFamily="34" charset="-122"/>
              </a:rPr>
              <a:t>4.2 </a:t>
            </a:r>
            <a:r>
              <a:rPr lang="zh-CN" altLang="en-US" sz="3000" b="1" spc="300" dirty="0">
                <a:solidFill>
                  <a:schemeClr val="tx1"/>
                </a:solidFill>
                <a:latin typeface="微软雅黑" pitchFamily="34" charset="-122"/>
                <a:ea typeface="微软雅黑" pitchFamily="34" charset="-122"/>
              </a:rPr>
              <a:t>预测分析法</a:t>
            </a:r>
            <a:endParaRPr lang="zh-CN" altLang="en-US" sz="2400" b="1" spc="300" dirty="0">
              <a:solidFill>
                <a:schemeClr val="tx1"/>
              </a:solidFill>
              <a:latin typeface="Times New Roman" panose="02020603050405020304" pitchFamily="18" charset="0"/>
              <a:ea typeface="微软雅黑" pitchFamily="34" charset="-122"/>
              <a:cs typeface="Times New Roman" panose="02020603050405020304" pitchFamily="18" charset="0"/>
            </a:endParaRPr>
          </a:p>
        </p:txBody>
      </p:sp>
      <p:sp>
        <p:nvSpPr>
          <p:cNvPr id="3" name="灯片编号占位符 2">
            <a:extLst>
              <a:ext uri="{FF2B5EF4-FFF2-40B4-BE49-F238E27FC236}">
                <a16:creationId xmlns:a16="http://schemas.microsoft.com/office/drawing/2014/main" id="{BA2F6B47-767F-4AB3-B5ED-5C171637E11D}"/>
              </a:ext>
            </a:extLst>
          </p:cNvPr>
          <p:cNvSpPr>
            <a:spLocks noGrp="1"/>
          </p:cNvSpPr>
          <p:nvPr>
            <p:ph type="sldNum" sz="quarter" idx="12"/>
          </p:nvPr>
        </p:nvSpPr>
        <p:spPr/>
        <p:txBody>
          <a:bodyPr/>
          <a:lstStyle/>
          <a:p>
            <a:pPr>
              <a:defRPr/>
            </a:pPr>
            <a:fld id="{ECB9F97E-05A3-4C5B-A0AF-D3DCCEFE8E8E}" type="slidenum">
              <a:rPr lang="zh-CN" altLang="en-US" smtClean="0"/>
              <a:pPr>
                <a:defRPr/>
              </a:pPr>
              <a:t>31</a:t>
            </a:fld>
            <a:endParaRPr lang="en-US" altLang="zh-CN"/>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4">
            <a:extLst>
              <a:ext uri="{FF2B5EF4-FFF2-40B4-BE49-F238E27FC236}">
                <a16:creationId xmlns:a16="http://schemas.microsoft.com/office/drawing/2014/main" id="{3CC57A6F-F5E9-461F-A669-95D4D743E89B}"/>
              </a:ext>
            </a:extLst>
          </p:cNvPr>
          <p:cNvSpPr>
            <a:spLocks/>
          </p:cNvSpPr>
          <p:nvPr/>
        </p:nvSpPr>
        <p:spPr bwMode="auto">
          <a:xfrm>
            <a:off x="4510088" y="4471988"/>
            <a:ext cx="2714625" cy="412750"/>
          </a:xfrm>
          <a:prstGeom prst="borderCallout2">
            <a:avLst>
              <a:gd name="adj1" fmla="val 48542"/>
              <a:gd name="adj2" fmla="val -1053"/>
              <a:gd name="adj3" fmla="val 48700"/>
              <a:gd name="adj4" fmla="val -7649"/>
              <a:gd name="adj5" fmla="val -25800"/>
              <a:gd name="adj6" fmla="val -26993"/>
            </a:avLst>
          </a:prstGeom>
          <a:solidFill>
            <a:schemeClr val="accent5">
              <a:lumMod val="60000"/>
              <a:lumOff val="40000"/>
            </a:schemeClr>
          </a:solidFill>
          <a:ln w="12700">
            <a:solidFill>
              <a:schemeClr val="tx1"/>
            </a:solidFill>
            <a:miter lim="800000"/>
            <a:headEnd/>
            <a:tailEnd/>
          </a:ln>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r>
              <a:rPr lang="en-US" altLang="zh-CN" sz="2200" b="1" i="1" dirty="0">
                <a:latin typeface="Times New Roman" panose="02020603050405020304" pitchFamily="18" charset="0"/>
                <a:cs typeface="Times New Roman" panose="02020603050405020304" pitchFamily="18" charset="0"/>
              </a:rPr>
              <a:t>S</a:t>
            </a:r>
            <a:r>
              <a:rPr lang="en-US" altLang="zh-CN" sz="2200" b="1" dirty="0">
                <a:latin typeface="楷体" panose="02010609060101010101" pitchFamily="49" charset="-122"/>
                <a:ea typeface="楷体" panose="02010609060101010101" pitchFamily="49" charset="-122"/>
                <a:cs typeface="Times New Roman" panose="02020603050405020304" pitchFamily="18" charset="0"/>
              </a:rPr>
              <a:t>_</a:t>
            </a:r>
            <a:r>
              <a:rPr lang="zh-CN" altLang="en-US" sz="2200" b="1" dirty="0">
                <a:latin typeface="楷体" panose="02010609060101010101" pitchFamily="49" charset="-122"/>
                <a:ea typeface="楷体" panose="02010609060101010101" pitchFamily="49" charset="-122"/>
                <a:cs typeface="Times New Roman" panose="02020603050405020304" pitchFamily="18" charset="0"/>
              </a:rPr>
              <a:t>文法</a:t>
            </a:r>
            <a:r>
              <a:rPr lang="zh-CN" altLang="en-US" sz="2200" b="1" dirty="0">
                <a:solidFill>
                  <a:srgbClr val="3333FF"/>
                </a:solidFill>
                <a:latin typeface="楷体" panose="02010609060101010101" pitchFamily="49" charset="-122"/>
                <a:ea typeface="楷体" panose="02010609060101010101" pitchFamily="49" charset="-122"/>
                <a:cs typeface="Times New Roman" panose="02020603050405020304" pitchFamily="18" charset="0"/>
              </a:rPr>
              <a:t>不含</a:t>
            </a:r>
            <a:r>
              <a:rPr lang="el-GR" altLang="zh-CN" sz="2200" b="1" i="1" dirty="0">
                <a:solidFill>
                  <a:srgbClr val="3333FF"/>
                </a:solidFill>
                <a:latin typeface="Times New Roman" panose="02020603050405020304" pitchFamily="18" charset="0"/>
                <a:cs typeface="Times New Roman" panose="02020603050405020304" pitchFamily="18" charset="0"/>
              </a:rPr>
              <a:t>ε</a:t>
            </a:r>
            <a:r>
              <a:rPr lang="zh-CN" altLang="en-US" sz="2200" b="1" dirty="0">
                <a:solidFill>
                  <a:srgbClr val="3333FF"/>
                </a:solidFill>
                <a:latin typeface="楷体" panose="02010609060101010101" pitchFamily="49" charset="-122"/>
                <a:ea typeface="楷体" panose="02010609060101010101" pitchFamily="49" charset="-122"/>
              </a:rPr>
              <a:t>产生式</a:t>
            </a:r>
          </a:p>
          <a:p>
            <a:pPr algn="ctr" eaLnBrk="1" hangingPunct="1">
              <a:defRPr/>
            </a:pPr>
            <a:endParaRPr lang="zh-CN" altLang="en-US" sz="2200" dirty="0">
              <a:latin typeface="Times New Roman" panose="02020603050405020304" pitchFamily="18" charset="0"/>
              <a:ea typeface="楷体_GB2312"/>
              <a:cs typeface="楷体_GB2312"/>
            </a:endParaRPr>
          </a:p>
        </p:txBody>
      </p:sp>
      <p:sp>
        <p:nvSpPr>
          <p:cNvPr id="16386" name="Rectangle 3">
            <a:extLst>
              <a:ext uri="{FF2B5EF4-FFF2-40B4-BE49-F238E27FC236}">
                <a16:creationId xmlns:a16="http://schemas.microsoft.com/office/drawing/2014/main" id="{51C02EE8-FD07-4CA4-B444-5518D37C2A41}"/>
              </a:ext>
            </a:extLst>
          </p:cNvPr>
          <p:cNvSpPr>
            <a:spLocks noGrp="1" noChangeArrowheads="1"/>
          </p:cNvSpPr>
          <p:nvPr>
            <p:ph idx="1"/>
          </p:nvPr>
        </p:nvSpPr>
        <p:spPr>
          <a:xfrm>
            <a:off x="214313" y="930275"/>
            <a:ext cx="8720137" cy="3225800"/>
          </a:xfrm>
        </p:spPr>
        <p:txBody>
          <a:bodyPr/>
          <a:lstStyle/>
          <a:p>
            <a:pPr eaLnBrk="1" hangingPunct="1">
              <a:lnSpc>
                <a:spcPts val="3200"/>
              </a:lnSpc>
              <a:buClrTx/>
              <a:buFont typeface="Wingdings" pitchFamily="2" charset="2"/>
              <a:buChar char="Ø"/>
              <a:defRPr/>
            </a:pPr>
            <a:r>
              <a:rPr lang="zh-CN" altLang="en-US" sz="2500" b="1" dirty="0">
                <a:solidFill>
                  <a:schemeClr val="tx1"/>
                </a:solidFill>
                <a:latin typeface="+mn-ea"/>
                <a:cs typeface="Times New Roman" pitchFamily="18" charset="0"/>
              </a:rPr>
              <a:t>预测分析法的工作过程</a:t>
            </a:r>
            <a:endParaRPr lang="en-US" altLang="zh-CN" sz="2500" b="1" dirty="0">
              <a:solidFill>
                <a:schemeClr val="tx1"/>
              </a:solidFill>
              <a:latin typeface="+mn-ea"/>
              <a:cs typeface="Times New Roman" pitchFamily="18" charset="0"/>
            </a:endParaRPr>
          </a:p>
          <a:p>
            <a:pPr lvl="1" eaLnBrk="1" hangingPunct="1">
              <a:lnSpc>
                <a:spcPts val="3200"/>
              </a:lnSpc>
              <a:buClrTx/>
              <a:buFont typeface="Wingdings" pitchFamily="2" charset="2"/>
              <a:buChar char="Ø"/>
              <a:defRPr/>
            </a:pPr>
            <a:r>
              <a:rPr lang="zh-CN" altLang="en-US" sz="2500" b="1" dirty="0">
                <a:solidFill>
                  <a:schemeClr val="tx1"/>
                </a:solidFill>
                <a:latin typeface="+mn-ea"/>
                <a:cs typeface="Times New Roman" pitchFamily="18" charset="0"/>
              </a:rPr>
              <a:t>从文法开始符号出发，在每一步推导过程中根据当前句型的</a:t>
            </a:r>
            <a:r>
              <a:rPr lang="zh-CN" altLang="en-US" sz="2500" b="1" dirty="0">
                <a:solidFill>
                  <a:srgbClr val="0000FF"/>
                </a:solidFill>
                <a:latin typeface="+mn-ea"/>
                <a:cs typeface="Times New Roman" pitchFamily="18" charset="0"/>
              </a:rPr>
              <a:t>最左非终结符</a:t>
            </a:r>
            <a:r>
              <a:rPr lang="en-US" altLang="zh-CN" sz="2500" b="1" i="1" dirty="0">
                <a:solidFill>
                  <a:srgbClr val="0000FF"/>
                </a:solidFill>
                <a:cs typeface="Times New Roman" pitchFamily="18" charset="0"/>
              </a:rPr>
              <a:t>A</a:t>
            </a:r>
            <a:r>
              <a:rPr lang="zh-CN" altLang="en-US" sz="2500" b="1" dirty="0">
                <a:solidFill>
                  <a:schemeClr val="tx1"/>
                </a:solidFill>
                <a:latin typeface="+mn-ea"/>
                <a:cs typeface="Times New Roman" pitchFamily="18" charset="0"/>
              </a:rPr>
              <a:t>和当前</a:t>
            </a:r>
            <a:r>
              <a:rPr lang="zh-CN" altLang="en-US" sz="2500" b="1" dirty="0">
                <a:solidFill>
                  <a:srgbClr val="0000FF"/>
                </a:solidFill>
                <a:latin typeface="+mn-ea"/>
                <a:cs typeface="Times New Roman" pitchFamily="18" charset="0"/>
              </a:rPr>
              <a:t>输入符号</a:t>
            </a:r>
            <a:r>
              <a:rPr lang="en-US" altLang="zh-CN" sz="2500" b="1" i="1" dirty="0">
                <a:solidFill>
                  <a:srgbClr val="0000FF"/>
                </a:solidFill>
                <a:cs typeface="Times New Roman" pitchFamily="18" charset="0"/>
              </a:rPr>
              <a:t>a</a:t>
            </a:r>
            <a:r>
              <a:rPr lang="zh-CN" altLang="en-US" sz="2500" b="1" dirty="0">
                <a:solidFill>
                  <a:schemeClr val="tx1"/>
                </a:solidFill>
                <a:latin typeface="+mn-ea"/>
                <a:cs typeface="Times New Roman" pitchFamily="18" charset="0"/>
              </a:rPr>
              <a:t>，选择正确的</a:t>
            </a:r>
            <a:r>
              <a:rPr lang="en-US" altLang="zh-CN" sz="2500" b="1" i="1" dirty="0">
                <a:solidFill>
                  <a:schemeClr val="tx1"/>
                </a:solidFill>
                <a:cs typeface="Times New Roman" pitchFamily="18" charset="0"/>
              </a:rPr>
              <a:t>A</a:t>
            </a:r>
            <a:r>
              <a:rPr lang="en-US" altLang="zh-CN" sz="2500" b="1" dirty="0">
                <a:solidFill>
                  <a:schemeClr val="tx1"/>
                </a:solidFill>
                <a:cs typeface="Times New Roman" pitchFamily="18" charset="0"/>
              </a:rPr>
              <a:t>-</a:t>
            </a:r>
            <a:r>
              <a:rPr lang="zh-CN" altLang="en-US" sz="2500" b="1" dirty="0">
                <a:solidFill>
                  <a:schemeClr val="tx1"/>
                </a:solidFill>
                <a:latin typeface="+mn-ea"/>
                <a:cs typeface="Times New Roman" pitchFamily="18" charset="0"/>
              </a:rPr>
              <a:t>产生式。为保证分析的</a:t>
            </a:r>
            <a:r>
              <a:rPr lang="zh-CN" altLang="en-US" sz="2500" b="1" dirty="0">
                <a:solidFill>
                  <a:srgbClr val="0000FF"/>
                </a:solidFill>
                <a:latin typeface="+mn-ea"/>
                <a:cs typeface="Times New Roman" pitchFamily="18" charset="0"/>
              </a:rPr>
              <a:t>确定性</a:t>
            </a:r>
            <a:r>
              <a:rPr lang="zh-CN" altLang="en-US" sz="2500" b="1" dirty="0">
                <a:solidFill>
                  <a:schemeClr val="tx1"/>
                </a:solidFill>
                <a:latin typeface="+mn-ea"/>
                <a:cs typeface="Times New Roman" pitchFamily="18" charset="0"/>
              </a:rPr>
              <a:t>，选出的候选式必须是</a:t>
            </a:r>
            <a:r>
              <a:rPr lang="zh-CN" altLang="en-US" sz="2500" b="1" dirty="0">
                <a:solidFill>
                  <a:srgbClr val="0000FF"/>
                </a:solidFill>
                <a:latin typeface="+mn-ea"/>
                <a:cs typeface="Times New Roman" pitchFamily="18" charset="0"/>
              </a:rPr>
              <a:t>唯一</a:t>
            </a:r>
            <a:r>
              <a:rPr lang="zh-CN" altLang="en-US" sz="2500" b="1" dirty="0">
                <a:solidFill>
                  <a:schemeClr val="tx1"/>
                </a:solidFill>
                <a:latin typeface="+mn-ea"/>
                <a:cs typeface="Times New Roman" pitchFamily="18" charset="0"/>
              </a:rPr>
              <a:t>的。</a:t>
            </a:r>
            <a:endParaRPr lang="en-US" altLang="zh-CN" sz="2500" b="1" dirty="0">
              <a:solidFill>
                <a:schemeClr val="tx1"/>
              </a:solidFill>
              <a:latin typeface="+mn-ea"/>
              <a:cs typeface="Times New Roman" pitchFamily="18" charset="0"/>
            </a:endParaRPr>
          </a:p>
          <a:p>
            <a:pPr eaLnBrk="1" hangingPunct="1">
              <a:lnSpc>
                <a:spcPts val="3200"/>
              </a:lnSpc>
              <a:buClrTx/>
              <a:buFont typeface="Wingdings" pitchFamily="2" charset="2"/>
              <a:buChar char="Ø"/>
              <a:defRPr/>
            </a:pPr>
            <a:r>
              <a:rPr lang="en-US" altLang="zh-CN" sz="2500" b="1" i="1" dirty="0">
                <a:solidFill>
                  <a:schemeClr val="tx1"/>
                </a:solidFill>
                <a:cs typeface="Times New Roman" pitchFamily="18" charset="0"/>
              </a:rPr>
              <a:t>S</a:t>
            </a:r>
            <a:r>
              <a:rPr lang="en-US" altLang="zh-CN" sz="2500" b="1" dirty="0">
                <a:solidFill>
                  <a:schemeClr val="tx1"/>
                </a:solidFill>
                <a:cs typeface="Times New Roman" pitchFamily="18" charset="0"/>
              </a:rPr>
              <a:t>_</a:t>
            </a:r>
            <a:r>
              <a:rPr lang="zh-CN" altLang="en-US" sz="2500" b="1" dirty="0">
                <a:solidFill>
                  <a:schemeClr val="tx1"/>
                </a:solidFill>
                <a:latin typeface="+mn-ea"/>
                <a:cs typeface="Times New Roman" pitchFamily="18" charset="0"/>
              </a:rPr>
              <a:t>文法（简单的确定性文法，</a:t>
            </a:r>
            <a:r>
              <a:rPr lang="en-US" altLang="zh-CN" sz="2500" b="1" i="1" dirty="0" err="1">
                <a:solidFill>
                  <a:schemeClr val="tx1"/>
                </a:solidFill>
                <a:cs typeface="Times New Roman" pitchFamily="18" charset="0"/>
              </a:rPr>
              <a:t>Korenjak</a:t>
            </a:r>
            <a:r>
              <a:rPr lang="en-US" altLang="zh-CN" sz="2500" b="1" i="1" dirty="0">
                <a:solidFill>
                  <a:schemeClr val="tx1"/>
                </a:solidFill>
                <a:cs typeface="Times New Roman" pitchFamily="18" charset="0"/>
              </a:rPr>
              <a:t> &amp; </a:t>
            </a:r>
            <a:r>
              <a:rPr lang="en-US" altLang="zh-CN" sz="2500" b="1" i="1" dirty="0" err="1">
                <a:solidFill>
                  <a:schemeClr val="tx1"/>
                </a:solidFill>
                <a:cs typeface="Times New Roman" pitchFamily="18" charset="0"/>
              </a:rPr>
              <a:t>Hopcroft</a:t>
            </a:r>
            <a:r>
              <a:rPr lang="zh-CN" altLang="en-US" sz="2500" b="1" i="1" dirty="0">
                <a:solidFill>
                  <a:schemeClr val="tx1"/>
                </a:solidFill>
                <a:cs typeface="Times New Roman" pitchFamily="18" charset="0"/>
              </a:rPr>
              <a:t>，</a:t>
            </a:r>
            <a:r>
              <a:rPr lang="en-US" altLang="zh-CN" sz="2500" b="1" dirty="0">
                <a:solidFill>
                  <a:schemeClr val="tx1"/>
                </a:solidFill>
                <a:latin typeface="+mn-ea"/>
                <a:cs typeface="Times New Roman" pitchFamily="18" charset="0"/>
              </a:rPr>
              <a:t>1966</a:t>
            </a:r>
            <a:r>
              <a:rPr lang="zh-CN" altLang="en-US" sz="2500" b="1" dirty="0">
                <a:solidFill>
                  <a:schemeClr val="tx1"/>
                </a:solidFill>
                <a:latin typeface="+mn-ea"/>
                <a:cs typeface="Times New Roman" pitchFamily="18" charset="0"/>
              </a:rPr>
              <a:t>）</a:t>
            </a:r>
            <a:endParaRPr lang="en-US" altLang="zh-CN" sz="2500" b="1" dirty="0">
              <a:solidFill>
                <a:schemeClr val="tx1"/>
              </a:solidFill>
              <a:latin typeface="+mn-ea"/>
              <a:cs typeface="Times New Roman" pitchFamily="18" charset="0"/>
            </a:endParaRPr>
          </a:p>
          <a:p>
            <a:pPr lvl="1" eaLnBrk="1" hangingPunct="1">
              <a:lnSpc>
                <a:spcPts val="3200"/>
              </a:lnSpc>
              <a:defRPr/>
            </a:pPr>
            <a:endParaRPr lang="en-US" altLang="zh-CN" sz="2000" dirty="0">
              <a:cs typeface="Times New Roman" pitchFamily="18" charset="0"/>
            </a:endParaRPr>
          </a:p>
        </p:txBody>
      </p:sp>
      <p:sp>
        <p:nvSpPr>
          <p:cNvPr id="36867" name="Rectangle 4">
            <a:extLst>
              <a:ext uri="{FF2B5EF4-FFF2-40B4-BE49-F238E27FC236}">
                <a16:creationId xmlns:a16="http://schemas.microsoft.com/office/drawing/2014/main" id="{60469D48-D3B9-41FB-8A82-2721B0D10DE7}"/>
              </a:ext>
            </a:extLst>
          </p:cNvPr>
          <p:cNvSpPr>
            <a:spLocks noGrp="1" noChangeArrowheads="1"/>
          </p:cNvSpPr>
          <p:nvPr>
            <p:ph type="title"/>
          </p:nvPr>
        </p:nvSpPr>
        <p:spPr>
          <a:xfrm>
            <a:off x="755650" y="268288"/>
            <a:ext cx="7931150" cy="358775"/>
          </a:xfrm>
        </p:spPr>
        <p:txBody>
          <a:bodyPr/>
          <a:lstStyle/>
          <a:p>
            <a:pPr eaLnBrk="1" hangingPunct="1">
              <a:defRPr/>
            </a:pPr>
            <a:r>
              <a:rPr lang="en-US" altLang="zh-CN" sz="3000" spc="300" dirty="0">
                <a:solidFill>
                  <a:schemeClr val="tx1"/>
                </a:solidFill>
                <a:ea typeface="微软雅黑" pitchFamily="34" charset="-122"/>
                <a:cs typeface="Times New Roman" panose="02020603050405020304" pitchFamily="18" charset="0"/>
              </a:rPr>
              <a:t>4.2.1 LL(1) </a:t>
            </a:r>
            <a:r>
              <a:rPr lang="zh-CN" altLang="en-US" sz="3000" spc="300" dirty="0">
                <a:solidFill>
                  <a:schemeClr val="tx1"/>
                </a:solidFill>
                <a:ea typeface="微软雅黑" pitchFamily="34" charset="-122"/>
                <a:cs typeface="Times New Roman" panose="02020603050405020304" pitchFamily="18" charset="0"/>
              </a:rPr>
              <a:t>文法</a:t>
            </a:r>
          </a:p>
        </p:txBody>
      </p:sp>
      <p:sp>
        <p:nvSpPr>
          <p:cNvPr id="7" name="矩形 6">
            <a:extLst>
              <a:ext uri="{FF2B5EF4-FFF2-40B4-BE49-F238E27FC236}">
                <a16:creationId xmlns:a16="http://schemas.microsoft.com/office/drawing/2014/main" id="{07E45F27-66C1-4EA6-8900-842264B39DD8}"/>
              </a:ext>
            </a:extLst>
          </p:cNvPr>
          <p:cNvSpPr/>
          <p:nvPr/>
        </p:nvSpPr>
        <p:spPr>
          <a:xfrm>
            <a:off x="844550" y="3262313"/>
            <a:ext cx="6299200" cy="461962"/>
          </a:xfrm>
          <a:prstGeom prst="rect">
            <a:avLst/>
          </a:prstGeom>
          <a:solidFill>
            <a:schemeClr val="accent5">
              <a:lumMod val="60000"/>
              <a:lumOff val="40000"/>
            </a:schemeClr>
          </a:solidFill>
          <a:ln w="12700">
            <a:solidFill>
              <a:schemeClr val="tx1"/>
            </a:solidFill>
          </a:ln>
        </p:spPr>
        <p:txBody>
          <a:bodyPr>
            <a:spAutoFit/>
          </a:bodyPr>
          <a:lstStyle/>
          <a:p>
            <a:pPr>
              <a:defRPr/>
            </a:pPr>
            <a:r>
              <a:rPr lang="zh-CN" altLang="en-US" sz="2400" b="1" dirty="0">
                <a:latin typeface="+mn-ea"/>
                <a:ea typeface="+mn-ea"/>
              </a:rPr>
              <a:t>每个产生式的右部都以</a:t>
            </a:r>
            <a:r>
              <a:rPr lang="zh-CN" altLang="en-US" sz="2400" b="1" dirty="0">
                <a:solidFill>
                  <a:srgbClr val="3333FF"/>
                </a:solidFill>
                <a:latin typeface="+mn-ea"/>
                <a:ea typeface="+mn-ea"/>
              </a:rPr>
              <a:t>终结符</a:t>
            </a:r>
            <a:r>
              <a:rPr lang="zh-CN" altLang="en-US" sz="2400" b="1" dirty="0">
                <a:latin typeface="+mn-ea"/>
                <a:ea typeface="+mn-ea"/>
              </a:rPr>
              <a:t>开始</a:t>
            </a:r>
          </a:p>
        </p:txBody>
      </p:sp>
      <p:sp>
        <p:nvSpPr>
          <p:cNvPr id="8" name="矩形 7">
            <a:extLst>
              <a:ext uri="{FF2B5EF4-FFF2-40B4-BE49-F238E27FC236}">
                <a16:creationId xmlns:a16="http://schemas.microsoft.com/office/drawing/2014/main" id="{F2D2884C-9860-4F12-A959-A9478ED60851}"/>
              </a:ext>
            </a:extLst>
          </p:cNvPr>
          <p:cNvSpPr/>
          <p:nvPr/>
        </p:nvSpPr>
        <p:spPr>
          <a:xfrm>
            <a:off x="827088" y="3765550"/>
            <a:ext cx="6316662" cy="461963"/>
          </a:xfrm>
          <a:prstGeom prst="rect">
            <a:avLst/>
          </a:prstGeom>
          <a:solidFill>
            <a:schemeClr val="accent5">
              <a:lumMod val="60000"/>
              <a:lumOff val="40000"/>
            </a:schemeClr>
          </a:solidFill>
          <a:ln w="12700">
            <a:solidFill>
              <a:schemeClr val="tx1"/>
            </a:solidFill>
          </a:ln>
        </p:spPr>
        <p:txBody>
          <a:bodyPr>
            <a:spAutoFit/>
          </a:bodyPr>
          <a:lstStyle/>
          <a:p>
            <a:pPr>
              <a:defRPr/>
            </a:pPr>
            <a:r>
              <a:rPr lang="zh-CN" altLang="en-US" sz="2400" b="1" dirty="0">
                <a:latin typeface="+mn-ea"/>
                <a:ea typeface="+mn-ea"/>
              </a:rPr>
              <a:t>同一非终结符的各个候选式的</a:t>
            </a:r>
            <a:r>
              <a:rPr lang="zh-CN" altLang="en-US" sz="2400" b="1" dirty="0">
                <a:solidFill>
                  <a:srgbClr val="3333FF"/>
                </a:solidFill>
                <a:latin typeface="+mn-ea"/>
                <a:ea typeface="+mn-ea"/>
              </a:rPr>
              <a:t>首终结符</a:t>
            </a:r>
            <a:r>
              <a:rPr lang="zh-CN" altLang="en-US" sz="2400" b="1" dirty="0">
                <a:latin typeface="+mn-ea"/>
                <a:ea typeface="+mn-ea"/>
              </a:rPr>
              <a:t>都不同</a:t>
            </a:r>
          </a:p>
        </p:txBody>
      </p:sp>
      <p:grpSp>
        <p:nvGrpSpPr>
          <p:cNvPr id="4" name="组合 3">
            <a:extLst>
              <a:ext uri="{FF2B5EF4-FFF2-40B4-BE49-F238E27FC236}">
                <a16:creationId xmlns:a16="http://schemas.microsoft.com/office/drawing/2014/main" id="{12FAB4C4-27F7-4995-ACF2-603CB83E5CD2}"/>
              </a:ext>
            </a:extLst>
          </p:cNvPr>
          <p:cNvGrpSpPr>
            <a:grpSpLocks/>
          </p:cNvGrpSpPr>
          <p:nvPr/>
        </p:nvGrpSpPr>
        <p:grpSpPr bwMode="auto">
          <a:xfrm>
            <a:off x="3708400" y="407988"/>
            <a:ext cx="4978400" cy="1044575"/>
            <a:chOff x="3707905" y="407194"/>
            <a:chExt cx="4978895" cy="1046162"/>
          </a:xfrm>
        </p:grpSpPr>
        <p:sp>
          <p:nvSpPr>
            <p:cNvPr id="3" name="云形标注 2">
              <a:extLst>
                <a:ext uri="{FF2B5EF4-FFF2-40B4-BE49-F238E27FC236}">
                  <a16:creationId xmlns:a16="http://schemas.microsoft.com/office/drawing/2014/main" id="{996B3324-B789-481C-9B23-ED10B00341FA}"/>
                </a:ext>
              </a:extLst>
            </p:cNvPr>
            <p:cNvSpPr/>
            <p:nvPr/>
          </p:nvSpPr>
          <p:spPr>
            <a:xfrm>
              <a:off x="3707905" y="407194"/>
              <a:ext cx="4978895" cy="1046162"/>
            </a:xfrm>
            <a:prstGeom prst="cloudCallout">
              <a:avLst>
                <a:gd name="adj1" fmla="val -38335"/>
                <a:gd name="adj2" fmla="val 65851"/>
              </a:avLst>
            </a:prstGeom>
            <a:solidFill>
              <a:schemeClr val="accent5">
                <a:lumMod val="60000"/>
                <a:lumOff val="4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2200" b="1" dirty="0">
                <a:solidFill>
                  <a:schemeClr val="tx1"/>
                </a:solidFill>
                <a:latin typeface="+mn-ea"/>
                <a:cs typeface="Times New Roman" pitchFamily="18" charset="0"/>
              </a:endParaRPr>
            </a:p>
          </p:txBody>
        </p:sp>
        <p:sp>
          <p:nvSpPr>
            <p:cNvPr id="82953" name="矩形 1">
              <a:extLst>
                <a:ext uri="{FF2B5EF4-FFF2-40B4-BE49-F238E27FC236}">
                  <a16:creationId xmlns:a16="http://schemas.microsoft.com/office/drawing/2014/main" id="{81990B4C-9CEA-4951-AB76-F35E3FABAE90}"/>
                </a:ext>
              </a:extLst>
            </p:cNvPr>
            <p:cNvSpPr>
              <a:spLocks noChangeArrowheads="1"/>
            </p:cNvSpPr>
            <p:nvPr/>
          </p:nvSpPr>
          <p:spPr bwMode="auto">
            <a:xfrm>
              <a:off x="4385961" y="558255"/>
              <a:ext cx="4002463"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lang="zh-CN" altLang="en-US" sz="2200" b="1"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假如允许</a:t>
              </a:r>
              <a:r>
                <a:rPr lang="en-US" altLang="zh-CN" sz="2200" b="1" i="1"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S</a:t>
              </a:r>
              <a:r>
                <a:rPr lang="en-US" altLang="zh-CN" sz="2200" b="1"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_</a:t>
              </a:r>
              <a:r>
                <a:rPr lang="zh-CN" altLang="en-US" sz="2200" b="1"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文法</a:t>
              </a:r>
              <a:r>
                <a:rPr lang="zh-CN" altLang="en-US" sz="2200" b="1" dirty="0">
                  <a:solidFill>
                    <a:srgbClr val="3333FF"/>
                  </a:solidFill>
                  <a:latin typeface="华文楷体" panose="02010600040101010101" pitchFamily="2" charset="-122"/>
                  <a:ea typeface="华文楷体" panose="02010600040101010101" pitchFamily="2" charset="-122"/>
                  <a:cs typeface="Times New Roman" panose="02020603050405020304" pitchFamily="18" charset="0"/>
                </a:rPr>
                <a:t>包含</a:t>
              </a:r>
              <a:r>
                <a:rPr lang="el-GR" altLang="zh-CN" sz="2200" b="1" i="1" dirty="0">
                  <a:solidFill>
                    <a:srgbClr val="3333FF"/>
                  </a:solidFill>
                  <a:latin typeface="华文楷体" panose="02010600040101010101" pitchFamily="2" charset="-122"/>
                  <a:ea typeface="华文楷体" panose="02010600040101010101" pitchFamily="2" charset="-122"/>
                  <a:cs typeface="Times New Roman" panose="02020603050405020304" pitchFamily="18" charset="0"/>
                </a:rPr>
                <a:t>ε</a:t>
              </a:r>
              <a:r>
                <a:rPr lang="zh-CN" altLang="en-US" sz="2200" b="1" dirty="0">
                  <a:solidFill>
                    <a:srgbClr val="3333FF"/>
                  </a:solidFill>
                  <a:latin typeface="华文楷体" panose="02010600040101010101" pitchFamily="2" charset="-122"/>
                  <a:ea typeface="华文楷体" panose="02010600040101010101" pitchFamily="2" charset="-122"/>
                  <a:cs typeface="Times New Roman" panose="02020603050405020304" pitchFamily="18" charset="0"/>
                </a:rPr>
                <a:t>产生式</a:t>
              </a:r>
              <a:r>
                <a:rPr lang="zh-CN" altLang="en-US" sz="2200" b="1"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，将会产生什么问题？</a:t>
              </a:r>
              <a:endParaRPr lang="zh-CN" altLang="en-US" dirty="0">
                <a:ea typeface="华文楷体" panose="02010600040101010101" pitchFamily="2" charset="-122"/>
                <a:cs typeface="Times New Roman" panose="02020603050405020304" pitchFamily="18" charset="0"/>
              </a:endParaRPr>
            </a:p>
          </p:txBody>
        </p:sp>
      </p:grpSp>
      <p:sp>
        <p:nvSpPr>
          <p:cNvPr id="5" name="灯片编号占位符 4">
            <a:extLst>
              <a:ext uri="{FF2B5EF4-FFF2-40B4-BE49-F238E27FC236}">
                <a16:creationId xmlns:a16="http://schemas.microsoft.com/office/drawing/2014/main" id="{11669ACF-7151-43CE-BFA4-3997C6DE24F0}"/>
              </a:ext>
            </a:extLst>
          </p:cNvPr>
          <p:cNvSpPr>
            <a:spLocks noGrp="1"/>
          </p:cNvSpPr>
          <p:nvPr>
            <p:ph type="sldNum" sz="quarter" idx="12"/>
          </p:nvPr>
        </p:nvSpPr>
        <p:spPr/>
        <p:txBody>
          <a:bodyPr/>
          <a:lstStyle/>
          <a:p>
            <a:pPr>
              <a:defRPr/>
            </a:pPr>
            <a:fld id="{EA567855-7F13-4FC5-AD61-2B82F6443E16}" type="slidenum">
              <a:rPr lang="zh-CN" altLang="en-US" smtClean="0"/>
              <a:pPr>
                <a:defRPr/>
              </a:pPr>
              <a:t>32</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12" dur="500" fill="hold"/>
                                        <p:tgtEl>
                                          <p:spTgt spid="8"/>
                                        </p:tgtEl>
                                        <p:attrNameLst>
                                          <p:attrName>ppt_w</p:attrName>
                                        </p:attrNameLst>
                                      </p:cBhvr>
                                      <p:tavLst>
                                        <p:tav tm="0">
                                          <p:val>
                                            <p:fltVal val="0"/>
                                          </p:val>
                                        </p:tav>
                                        <p:tav tm="100000">
                                          <p:val>
                                            <p:strVal val="#ppt_w"/>
                                          </p:val>
                                        </p:tav>
                                      </p:tavLst>
                                    </p:anim>
                                    <p:anim calcmode="lin" valueType="num">
                                      <p:cBhvr>
                                        <p:cTn id="13" dur="500" fill="hold"/>
                                        <p:tgtEl>
                                          <p:spTgt spid="8"/>
                                        </p:tgtEl>
                                        <p:attrNameLst>
                                          <p:attrName>ppt_h</p:attrName>
                                        </p:attrNameLst>
                                      </p:cBhvr>
                                      <p:tavLst>
                                        <p:tav tm="0">
                                          <p:val>
                                            <p:fltVal val="0"/>
                                          </p:val>
                                        </p:tav>
                                        <p:tav tm="100000">
                                          <p:val>
                                            <p:strVal val="#ppt_h"/>
                                          </p:val>
                                        </p:tav>
                                      </p:tavLst>
                                    </p:anim>
                                    <p:animEffect transition="in" filter="fade">
                                      <p:cBhvr>
                                        <p:cTn id="14" dur="500"/>
                                        <p:tgtEl>
                                          <p:spTgt spid="8"/>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53" presetClass="entr" presetSubtype="0" fill="hold" nodeType="clickEffect">
                                  <p:stCondLst>
                                    <p:cond delay="0"/>
                                  </p:stCondLst>
                                  <p:childTnLst>
                                    <p:set>
                                      <p:cBhvr>
                                        <p:cTn id="18" dur="1" fill="hold">
                                          <p:stCondLst>
                                            <p:cond delay="0"/>
                                          </p:stCondLst>
                                        </p:cTn>
                                        <p:tgtEl>
                                          <p:spTgt spid="16386">
                                            <p:txEl>
                                              <p:pRg st="2" end="2"/>
                                            </p:txEl>
                                          </p:spTgt>
                                        </p:tgtEl>
                                        <p:attrNameLst>
                                          <p:attrName>style.visibility</p:attrName>
                                        </p:attrNameLst>
                                      </p:cBhvr>
                                      <p:to>
                                        <p:strVal val="visible"/>
                                      </p:to>
                                    </p:set>
                                    <p:anim calcmode="lin" valueType="num">
                                      <p:cBhvr>
                                        <p:cTn id="19" dur="500" fill="hold"/>
                                        <p:tgtEl>
                                          <p:spTgt spid="16386">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16386">
                                            <p:txEl>
                                              <p:pRg st="2" end="2"/>
                                            </p:txEl>
                                          </p:spTgt>
                                        </p:tgtEl>
                                        <p:attrNameLst>
                                          <p:attrName>ppt_h</p:attrName>
                                        </p:attrNameLst>
                                      </p:cBhvr>
                                      <p:tavLst>
                                        <p:tav tm="0">
                                          <p:val>
                                            <p:fltVal val="0"/>
                                          </p:val>
                                        </p:tav>
                                        <p:tav tm="100000">
                                          <p:val>
                                            <p:strVal val="#ppt_h"/>
                                          </p:val>
                                        </p:tav>
                                      </p:tavLst>
                                    </p:anim>
                                    <p:animEffect transition="in" filter="fade">
                                      <p:cBhvr>
                                        <p:cTn id="21" dur="500"/>
                                        <p:tgtEl>
                                          <p:spTgt spid="16386">
                                            <p:txEl>
                                              <p:pRg st="2" end="2"/>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53" presetClass="entr" presetSubtype="0"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p:cTn id="26" dur="500" fill="hold"/>
                                        <p:tgtEl>
                                          <p:spTgt spid="6"/>
                                        </p:tgtEl>
                                        <p:attrNameLst>
                                          <p:attrName>ppt_w</p:attrName>
                                        </p:attrNameLst>
                                      </p:cBhvr>
                                      <p:tavLst>
                                        <p:tav tm="0">
                                          <p:val>
                                            <p:fltVal val="0"/>
                                          </p:val>
                                        </p:tav>
                                        <p:tav tm="100000">
                                          <p:val>
                                            <p:strVal val="#ppt_w"/>
                                          </p:val>
                                        </p:tav>
                                      </p:tavLst>
                                    </p:anim>
                                    <p:anim calcmode="lin" valueType="num">
                                      <p:cBhvr>
                                        <p:cTn id="27" dur="500" fill="hold"/>
                                        <p:tgtEl>
                                          <p:spTgt spid="6"/>
                                        </p:tgtEl>
                                        <p:attrNameLst>
                                          <p:attrName>ppt_h</p:attrName>
                                        </p:attrNameLst>
                                      </p:cBhvr>
                                      <p:tavLst>
                                        <p:tav tm="0">
                                          <p:val>
                                            <p:fltVal val="0"/>
                                          </p:val>
                                        </p:tav>
                                        <p:tav tm="100000">
                                          <p:val>
                                            <p:strVal val="#ppt_h"/>
                                          </p:val>
                                        </p:tav>
                                      </p:tavLst>
                                    </p:anim>
                                    <p:animEffect transition="in" filter="fade">
                                      <p:cBhvr>
                                        <p:cTn id="28" dur="500"/>
                                        <p:tgtEl>
                                          <p:spTgt spid="6"/>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53" presetClass="entr" presetSubtype="16" fill="hold" nodeType="clickEffect">
                                  <p:stCondLst>
                                    <p:cond delay="0"/>
                                  </p:stCondLst>
                                  <p:childTnLst>
                                    <p:set>
                                      <p:cBhvr>
                                        <p:cTn id="32" dur="1" fill="hold">
                                          <p:stCondLst>
                                            <p:cond delay="0"/>
                                          </p:stCondLst>
                                        </p:cTn>
                                        <p:tgtEl>
                                          <p:spTgt spid="4"/>
                                        </p:tgtEl>
                                        <p:attrNameLst>
                                          <p:attrName>style.visibility</p:attrName>
                                        </p:attrNameLst>
                                      </p:cBhvr>
                                      <p:to>
                                        <p:strVal val="visible"/>
                                      </p:to>
                                    </p:set>
                                    <p:anim calcmode="lin" valueType="num">
                                      <p:cBhvr>
                                        <p:cTn id="33" dur="500" fill="hold"/>
                                        <p:tgtEl>
                                          <p:spTgt spid="4"/>
                                        </p:tgtEl>
                                        <p:attrNameLst>
                                          <p:attrName>ppt_w</p:attrName>
                                        </p:attrNameLst>
                                      </p:cBhvr>
                                      <p:tavLst>
                                        <p:tav tm="0">
                                          <p:val>
                                            <p:fltVal val="0"/>
                                          </p:val>
                                        </p:tav>
                                        <p:tav tm="100000">
                                          <p:val>
                                            <p:strVal val="#ppt_w"/>
                                          </p:val>
                                        </p:tav>
                                      </p:tavLst>
                                    </p:anim>
                                    <p:anim calcmode="lin" valueType="num">
                                      <p:cBhvr>
                                        <p:cTn id="34" dur="500" fill="hold"/>
                                        <p:tgtEl>
                                          <p:spTgt spid="4"/>
                                        </p:tgtEl>
                                        <p:attrNameLst>
                                          <p:attrName>ppt_h</p:attrName>
                                        </p:attrNameLst>
                                      </p:cBhvr>
                                      <p:tavLst>
                                        <p:tav tm="0">
                                          <p:val>
                                            <p:fltVal val="0"/>
                                          </p:val>
                                        </p:tav>
                                        <p:tav tm="100000">
                                          <p:val>
                                            <p:strVal val="#ppt_h"/>
                                          </p:val>
                                        </p:tav>
                                      </p:tavLst>
                                    </p:anim>
                                    <p:animEffect transition="in" filter="fade">
                                      <p:cBhvr>
                                        <p:cTn id="3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0659" name="Rectangle 3">
            <a:extLst>
              <a:ext uri="{FF2B5EF4-FFF2-40B4-BE49-F238E27FC236}">
                <a16:creationId xmlns:a16="http://schemas.microsoft.com/office/drawing/2014/main" id="{ACCB301C-556F-4E97-974F-724A0A8D5058}"/>
              </a:ext>
            </a:extLst>
          </p:cNvPr>
          <p:cNvSpPr>
            <a:spLocks noGrp="1" noChangeArrowheads="1"/>
          </p:cNvSpPr>
          <p:nvPr>
            <p:ph idx="1"/>
          </p:nvPr>
        </p:nvSpPr>
        <p:spPr>
          <a:xfrm>
            <a:off x="785813" y="714375"/>
            <a:ext cx="7643812" cy="4429125"/>
          </a:xfrm>
        </p:spPr>
        <p:txBody>
          <a:bodyPr/>
          <a:lstStyle/>
          <a:p>
            <a:pPr eaLnBrk="1" hangingPunct="1">
              <a:buClrTx/>
              <a:buFont typeface="Wingdings" pitchFamily="2" charset="2"/>
              <a:buChar char="Ø"/>
              <a:defRPr/>
            </a:pPr>
            <a:r>
              <a:rPr lang="zh-CN" altLang="en-US" sz="800" b="1" dirty="0">
                <a:solidFill>
                  <a:schemeClr val="tx1"/>
                </a:solidFill>
                <a:latin typeface="+mn-ea"/>
                <a:cs typeface="Times New Roman" pitchFamily="18" charset="0"/>
              </a:rPr>
              <a:t>文法</a:t>
            </a:r>
            <a:endParaRPr lang="en-US" altLang="zh-CN" sz="800" b="1" dirty="0">
              <a:solidFill>
                <a:schemeClr val="tx1"/>
              </a:solidFill>
              <a:latin typeface="+mn-ea"/>
              <a:cs typeface="Times New Roman" pitchFamily="18" charset="0"/>
            </a:endParaRPr>
          </a:p>
          <a:p>
            <a:pPr eaLnBrk="1" hangingPunct="1">
              <a:buClrTx/>
              <a:buFont typeface="Wingdings" pitchFamily="2" charset="2"/>
              <a:buChar char="Ø"/>
              <a:defRPr/>
            </a:pPr>
            <a:endParaRPr lang="en-US" altLang="zh-CN" sz="800" b="1" dirty="0">
              <a:solidFill>
                <a:schemeClr val="tx1"/>
              </a:solidFill>
              <a:latin typeface="+mn-ea"/>
              <a:cs typeface="Times New Roman" pitchFamily="18" charset="0"/>
            </a:endParaRPr>
          </a:p>
          <a:p>
            <a:pPr eaLnBrk="1" hangingPunct="1">
              <a:buClrTx/>
              <a:buFont typeface="Wingdings" pitchFamily="2" charset="2"/>
              <a:buChar char="Ø"/>
              <a:defRPr/>
            </a:pPr>
            <a:endParaRPr lang="en-US" altLang="zh-CN" sz="800" b="1" dirty="0">
              <a:solidFill>
                <a:schemeClr val="tx1"/>
              </a:solidFill>
              <a:latin typeface="+mn-ea"/>
              <a:cs typeface="Times New Roman" pitchFamily="18" charset="0"/>
            </a:endParaRPr>
          </a:p>
          <a:p>
            <a:pPr eaLnBrk="1" hangingPunct="1">
              <a:buClrTx/>
              <a:buFont typeface="Wingdings" pitchFamily="2" charset="2"/>
              <a:buChar char="Ø"/>
              <a:defRPr/>
            </a:pPr>
            <a:endParaRPr lang="en-US" altLang="zh-CN" sz="800" b="1" dirty="0">
              <a:solidFill>
                <a:schemeClr val="tx1"/>
              </a:solidFill>
              <a:latin typeface="+mn-ea"/>
              <a:cs typeface="Times New Roman" pitchFamily="18" charset="0"/>
            </a:endParaRPr>
          </a:p>
          <a:p>
            <a:pPr eaLnBrk="1" hangingPunct="1">
              <a:buClrTx/>
              <a:buFont typeface="Wingdings" pitchFamily="2" charset="2"/>
              <a:buChar char="Ø"/>
              <a:defRPr/>
            </a:pPr>
            <a:endParaRPr lang="en-US" altLang="zh-CN" sz="800" b="1" dirty="0">
              <a:solidFill>
                <a:schemeClr val="tx1"/>
              </a:solidFill>
              <a:latin typeface="+mn-ea"/>
              <a:cs typeface="Times New Roman" pitchFamily="18" charset="0"/>
            </a:endParaRPr>
          </a:p>
          <a:p>
            <a:pPr eaLnBrk="1" hangingPunct="1">
              <a:buClrTx/>
              <a:buFont typeface="Wingdings" pitchFamily="2" charset="2"/>
              <a:buChar char="Ø"/>
              <a:defRPr/>
            </a:pPr>
            <a:endParaRPr lang="en-US" altLang="zh-CN" sz="800" b="1" dirty="0">
              <a:solidFill>
                <a:schemeClr val="tx1"/>
              </a:solidFill>
              <a:latin typeface="+mn-ea"/>
              <a:cs typeface="Times New Roman" pitchFamily="18" charset="0"/>
            </a:endParaRPr>
          </a:p>
          <a:p>
            <a:pPr eaLnBrk="1" hangingPunct="1">
              <a:buFont typeface="Symbol" panose="05050102010706020507" pitchFamily="18" charset="2"/>
              <a:buNone/>
              <a:defRPr/>
            </a:pPr>
            <a:endParaRPr lang="en-US" altLang="zh-CN" sz="800" b="1" dirty="0">
              <a:ea typeface="楷体" pitchFamily="49" charset="-122"/>
              <a:cs typeface="Times New Roman" pitchFamily="18" charset="0"/>
            </a:endParaRPr>
          </a:p>
          <a:p>
            <a:pPr eaLnBrk="1" hangingPunct="1">
              <a:buFont typeface="Symbol" panose="05050102010706020507" pitchFamily="18" charset="2"/>
              <a:buNone/>
              <a:defRPr/>
            </a:pPr>
            <a:endParaRPr lang="en-US" altLang="zh-CN" sz="800" b="1" dirty="0">
              <a:ea typeface="楷体" pitchFamily="49" charset="-122"/>
              <a:cs typeface="Times New Roman" pitchFamily="18" charset="0"/>
            </a:endParaRPr>
          </a:p>
          <a:p>
            <a:pPr eaLnBrk="1" hangingPunct="1">
              <a:lnSpc>
                <a:spcPts val="3500"/>
              </a:lnSpc>
              <a:defRPr/>
            </a:pPr>
            <a:endParaRPr lang="en-US" altLang="zh-CN" sz="800" b="1" dirty="0">
              <a:ea typeface="楷体" pitchFamily="49" charset="-122"/>
              <a:cs typeface="Times New Roman" pitchFamily="18" charset="0"/>
            </a:endParaRPr>
          </a:p>
          <a:p>
            <a:pPr eaLnBrk="1" hangingPunct="1">
              <a:lnSpc>
                <a:spcPts val="3000"/>
              </a:lnSpc>
              <a:defRPr/>
            </a:pPr>
            <a:endParaRPr lang="en-US" altLang="zh-CN" sz="800" b="1" dirty="0">
              <a:ea typeface="楷体" pitchFamily="49" charset="-122"/>
              <a:cs typeface="Times New Roman" pitchFamily="18" charset="0"/>
            </a:endParaRPr>
          </a:p>
          <a:p>
            <a:pPr eaLnBrk="1" hangingPunct="1">
              <a:lnSpc>
                <a:spcPts val="3000"/>
              </a:lnSpc>
              <a:buClrTx/>
              <a:buFont typeface="Wingdings" pitchFamily="2" charset="2"/>
              <a:buChar char="Ø"/>
              <a:defRPr/>
            </a:pPr>
            <a:endParaRPr lang="en-US" altLang="zh-CN" sz="800" b="1" dirty="0">
              <a:solidFill>
                <a:schemeClr val="tx1"/>
              </a:solidFill>
              <a:latin typeface="+mn-ea"/>
              <a:cs typeface="Times New Roman" pitchFamily="18" charset="0"/>
            </a:endParaRPr>
          </a:p>
          <a:p>
            <a:pPr eaLnBrk="1" hangingPunct="1">
              <a:lnSpc>
                <a:spcPts val="2800"/>
              </a:lnSpc>
              <a:buClrTx/>
              <a:buFont typeface="Wingdings" pitchFamily="2" charset="2"/>
              <a:buChar char="Ø"/>
              <a:defRPr/>
            </a:pPr>
            <a:endParaRPr lang="en-US" altLang="zh-CN" sz="800" b="1" dirty="0">
              <a:solidFill>
                <a:schemeClr val="tx1"/>
              </a:solidFill>
              <a:latin typeface="+mn-ea"/>
              <a:cs typeface="Times New Roman" pitchFamily="18" charset="0"/>
            </a:endParaRPr>
          </a:p>
          <a:p>
            <a:pPr eaLnBrk="1" hangingPunct="1">
              <a:lnSpc>
                <a:spcPts val="2800"/>
              </a:lnSpc>
              <a:buClrTx/>
              <a:buFont typeface="Wingdings" pitchFamily="2" charset="2"/>
              <a:buChar char="Ø"/>
              <a:defRPr/>
            </a:pPr>
            <a:r>
              <a:rPr lang="zh-CN" altLang="en-US" b="1" dirty="0">
                <a:solidFill>
                  <a:schemeClr val="tx1"/>
                </a:solidFill>
                <a:latin typeface="+mn-ea"/>
                <a:cs typeface="Times New Roman" pitchFamily="18" charset="0"/>
              </a:rPr>
              <a:t>什么时候使用</a:t>
            </a:r>
            <a:r>
              <a:rPr lang="en-US" altLang="zh-CN" b="1" i="1" dirty="0">
                <a:solidFill>
                  <a:schemeClr val="tx1"/>
                </a:solidFill>
                <a:cs typeface="Times New Roman" pitchFamily="18" charset="0"/>
              </a:rPr>
              <a:t>ε</a:t>
            </a:r>
            <a:r>
              <a:rPr lang="zh-CN" altLang="en-US" b="1" dirty="0">
                <a:solidFill>
                  <a:schemeClr val="tx1"/>
                </a:solidFill>
                <a:latin typeface="+mn-ea"/>
                <a:cs typeface="Times New Roman" pitchFamily="18" charset="0"/>
              </a:rPr>
              <a:t>产生式？</a:t>
            </a:r>
            <a:endParaRPr lang="en-US" altLang="zh-CN" b="1" dirty="0">
              <a:solidFill>
                <a:schemeClr val="tx1"/>
              </a:solidFill>
              <a:latin typeface="+mn-ea"/>
              <a:cs typeface="Times New Roman" pitchFamily="18" charset="0"/>
            </a:endParaRPr>
          </a:p>
          <a:p>
            <a:pPr lvl="1" eaLnBrk="1" hangingPunct="1">
              <a:lnSpc>
                <a:spcPts val="2600"/>
              </a:lnSpc>
              <a:buClrTx/>
              <a:buFont typeface="Wingdings" pitchFamily="2" charset="2"/>
              <a:buChar char="Ø"/>
              <a:defRPr/>
            </a:pPr>
            <a:r>
              <a:rPr lang="zh-CN" altLang="en-US" sz="2000" b="1" dirty="0">
                <a:solidFill>
                  <a:schemeClr val="tx1"/>
                </a:solidFill>
                <a:latin typeface="+mn-ea"/>
                <a:cs typeface="Times New Roman" pitchFamily="18" charset="0"/>
              </a:rPr>
              <a:t>如果当前某</a:t>
            </a:r>
            <a:r>
              <a:rPr lang="zh-CN" altLang="en-US" sz="2000" b="1" dirty="0">
                <a:solidFill>
                  <a:schemeClr val="tx2">
                    <a:lumMod val="60000"/>
                    <a:lumOff val="40000"/>
                  </a:schemeClr>
                </a:solidFill>
                <a:latin typeface="+mn-ea"/>
                <a:cs typeface="Times New Roman" pitchFamily="18" charset="0"/>
              </a:rPr>
              <a:t>非终结符</a:t>
            </a:r>
            <a:r>
              <a:rPr lang="en-US" altLang="zh-CN" sz="2000" b="1" i="1" dirty="0">
                <a:solidFill>
                  <a:schemeClr val="tx2">
                    <a:lumMod val="60000"/>
                    <a:lumOff val="40000"/>
                  </a:schemeClr>
                </a:solidFill>
                <a:cs typeface="Times New Roman" pitchFamily="18" charset="0"/>
              </a:rPr>
              <a:t>A</a:t>
            </a:r>
            <a:r>
              <a:rPr lang="zh-CN" altLang="en-US" sz="2000" b="1" dirty="0">
                <a:solidFill>
                  <a:schemeClr val="tx1"/>
                </a:solidFill>
                <a:latin typeface="+mn-ea"/>
                <a:cs typeface="Times New Roman" pitchFamily="18" charset="0"/>
              </a:rPr>
              <a:t>与当前</a:t>
            </a:r>
            <a:r>
              <a:rPr lang="zh-CN" altLang="en-US" sz="2000" b="1" dirty="0">
                <a:solidFill>
                  <a:schemeClr val="tx2">
                    <a:lumMod val="60000"/>
                    <a:lumOff val="40000"/>
                  </a:schemeClr>
                </a:solidFill>
                <a:latin typeface="+mn-ea"/>
                <a:cs typeface="Times New Roman" pitchFamily="18" charset="0"/>
              </a:rPr>
              <a:t>输入符</a:t>
            </a:r>
            <a:r>
              <a:rPr lang="en-US" altLang="zh-CN" sz="2000" b="1" i="1" dirty="0">
                <a:solidFill>
                  <a:schemeClr val="tx2">
                    <a:lumMod val="60000"/>
                    <a:lumOff val="40000"/>
                  </a:schemeClr>
                </a:solidFill>
                <a:cs typeface="Times New Roman" pitchFamily="18" charset="0"/>
              </a:rPr>
              <a:t>a</a:t>
            </a:r>
            <a:r>
              <a:rPr lang="zh-CN" altLang="en-US" sz="2000" b="1" dirty="0">
                <a:solidFill>
                  <a:srgbClr val="0070C0"/>
                </a:solidFill>
                <a:latin typeface="+mn-ea"/>
                <a:cs typeface="Times New Roman" pitchFamily="18" charset="0"/>
              </a:rPr>
              <a:t>不匹配</a:t>
            </a:r>
            <a:r>
              <a:rPr lang="zh-CN" altLang="en-US" sz="2000" b="1" dirty="0">
                <a:solidFill>
                  <a:schemeClr val="tx1"/>
                </a:solidFill>
                <a:latin typeface="+mn-ea"/>
                <a:cs typeface="Times New Roman" pitchFamily="18" charset="0"/>
              </a:rPr>
              <a:t>时，若</a:t>
            </a:r>
            <a:r>
              <a:rPr lang="zh-CN" altLang="en-US" sz="2000" b="1" dirty="0">
                <a:solidFill>
                  <a:schemeClr val="tx2">
                    <a:lumMod val="60000"/>
                    <a:lumOff val="40000"/>
                  </a:schemeClr>
                </a:solidFill>
                <a:latin typeface="+mn-ea"/>
                <a:cs typeface="Times New Roman" pitchFamily="18" charset="0"/>
              </a:rPr>
              <a:t>存在</a:t>
            </a:r>
            <a:r>
              <a:rPr lang="en-US" altLang="zh-CN" sz="2000" b="1" i="1" dirty="0" err="1">
                <a:solidFill>
                  <a:schemeClr val="tx2">
                    <a:lumMod val="60000"/>
                    <a:lumOff val="40000"/>
                  </a:schemeClr>
                </a:solidFill>
                <a:cs typeface="Times New Roman" pitchFamily="18" charset="0"/>
              </a:rPr>
              <a:t>A</a:t>
            </a:r>
            <a:r>
              <a:rPr lang="en-US" altLang="zh-CN" sz="2000" b="1" dirty="0" err="1">
                <a:solidFill>
                  <a:schemeClr val="tx2">
                    <a:lumMod val="60000"/>
                    <a:lumOff val="40000"/>
                  </a:schemeClr>
                </a:solidFill>
                <a:cs typeface="Times New Roman" pitchFamily="18" charset="0"/>
              </a:rPr>
              <a:t>→</a:t>
            </a:r>
            <a:r>
              <a:rPr lang="en-US" altLang="zh-CN" sz="2000" b="1" i="1" dirty="0" err="1">
                <a:solidFill>
                  <a:schemeClr val="tx2">
                    <a:lumMod val="60000"/>
                    <a:lumOff val="40000"/>
                  </a:schemeClr>
                </a:solidFill>
                <a:cs typeface="Times New Roman" pitchFamily="18" charset="0"/>
              </a:rPr>
              <a:t>ε</a:t>
            </a:r>
            <a:r>
              <a:rPr lang="zh-CN" altLang="en-US" sz="2000" b="1" dirty="0">
                <a:solidFill>
                  <a:schemeClr val="tx1"/>
                </a:solidFill>
                <a:latin typeface="+mn-ea"/>
                <a:cs typeface="Times New Roman" pitchFamily="18" charset="0"/>
              </a:rPr>
              <a:t>，可以通过</a:t>
            </a:r>
            <a:r>
              <a:rPr lang="zh-CN" altLang="en-US" sz="2000" b="1" dirty="0">
                <a:solidFill>
                  <a:srgbClr val="0070C0"/>
                </a:solidFill>
                <a:latin typeface="+mn-ea"/>
                <a:cs typeface="Times New Roman" pitchFamily="18" charset="0"/>
              </a:rPr>
              <a:t>检查</a:t>
            </a:r>
            <a:r>
              <a:rPr lang="en-US" altLang="zh-CN" sz="2000" b="1" i="1" dirty="0">
                <a:solidFill>
                  <a:srgbClr val="0070C0"/>
                </a:solidFill>
                <a:cs typeface="Times New Roman" pitchFamily="18" charset="0"/>
              </a:rPr>
              <a:t>a</a:t>
            </a:r>
            <a:r>
              <a:rPr lang="zh-CN" altLang="en-US" sz="2000" b="1" dirty="0">
                <a:solidFill>
                  <a:srgbClr val="0070C0"/>
                </a:solidFill>
                <a:latin typeface="+mn-ea"/>
                <a:cs typeface="Times New Roman" pitchFamily="18" charset="0"/>
              </a:rPr>
              <a:t>是否可以出现在 </a:t>
            </a:r>
            <a:r>
              <a:rPr lang="en-US" altLang="zh-CN" sz="2000" b="1" i="1" dirty="0">
                <a:solidFill>
                  <a:srgbClr val="0070C0"/>
                </a:solidFill>
                <a:cs typeface="Times New Roman" pitchFamily="18" charset="0"/>
              </a:rPr>
              <a:t>A</a:t>
            </a:r>
            <a:r>
              <a:rPr lang="zh-CN" altLang="en-US" sz="2000" b="1" dirty="0">
                <a:solidFill>
                  <a:srgbClr val="0070C0"/>
                </a:solidFill>
                <a:latin typeface="+mn-ea"/>
                <a:cs typeface="Times New Roman" pitchFamily="18" charset="0"/>
              </a:rPr>
              <a:t>的后面</a:t>
            </a:r>
            <a:r>
              <a:rPr lang="zh-CN" altLang="en-US" sz="2000" b="1" dirty="0">
                <a:solidFill>
                  <a:schemeClr val="tx1"/>
                </a:solidFill>
                <a:latin typeface="+mn-ea"/>
                <a:cs typeface="Times New Roman" pitchFamily="18" charset="0"/>
              </a:rPr>
              <a:t>，来决定</a:t>
            </a:r>
            <a:r>
              <a:rPr lang="zh-CN" altLang="en-US" sz="2000" b="1" dirty="0">
                <a:solidFill>
                  <a:schemeClr val="tx2">
                    <a:lumMod val="60000"/>
                    <a:lumOff val="40000"/>
                  </a:schemeClr>
                </a:solidFill>
                <a:latin typeface="+mn-ea"/>
                <a:cs typeface="Times New Roman" pitchFamily="18" charset="0"/>
              </a:rPr>
              <a:t>是否使用产生式 </a:t>
            </a:r>
            <a:r>
              <a:rPr lang="en-US" altLang="zh-CN" sz="2000" b="1" i="1" dirty="0" err="1">
                <a:solidFill>
                  <a:schemeClr val="tx2">
                    <a:lumMod val="60000"/>
                    <a:lumOff val="40000"/>
                  </a:schemeClr>
                </a:solidFill>
                <a:cs typeface="Times New Roman" pitchFamily="18" charset="0"/>
              </a:rPr>
              <a:t>A</a:t>
            </a:r>
            <a:r>
              <a:rPr lang="en-US" altLang="zh-CN" sz="2000" b="1" dirty="0" err="1">
                <a:solidFill>
                  <a:schemeClr val="tx2">
                    <a:lumMod val="60000"/>
                    <a:lumOff val="40000"/>
                  </a:schemeClr>
                </a:solidFill>
                <a:cs typeface="Times New Roman" pitchFamily="18" charset="0"/>
              </a:rPr>
              <a:t>→</a:t>
            </a:r>
            <a:r>
              <a:rPr lang="en-US" altLang="zh-CN" sz="2000" b="1" i="1" dirty="0" err="1">
                <a:solidFill>
                  <a:schemeClr val="tx2">
                    <a:lumMod val="60000"/>
                    <a:lumOff val="40000"/>
                  </a:schemeClr>
                </a:solidFill>
                <a:cs typeface="Times New Roman" pitchFamily="18" charset="0"/>
              </a:rPr>
              <a:t>ε</a:t>
            </a:r>
            <a:r>
              <a:rPr lang="zh-CN" altLang="en-US" sz="2000" b="1" dirty="0">
                <a:solidFill>
                  <a:schemeClr val="tx1"/>
                </a:solidFill>
                <a:latin typeface="+mn-ea"/>
                <a:cs typeface="Times New Roman" pitchFamily="18" charset="0"/>
              </a:rPr>
              <a:t>（若文法中无 </a:t>
            </a:r>
            <a:r>
              <a:rPr lang="en-US" altLang="zh-CN" sz="2000" b="1" i="1" dirty="0" err="1">
                <a:solidFill>
                  <a:schemeClr val="tx1"/>
                </a:solidFill>
                <a:cs typeface="Times New Roman" pitchFamily="18" charset="0"/>
              </a:rPr>
              <a:t>A</a:t>
            </a:r>
            <a:r>
              <a:rPr lang="en-US" altLang="zh-CN" sz="2000" b="1" dirty="0" err="1">
                <a:solidFill>
                  <a:schemeClr val="tx1"/>
                </a:solidFill>
                <a:cs typeface="Times New Roman" pitchFamily="18" charset="0"/>
              </a:rPr>
              <a:t>→</a:t>
            </a:r>
            <a:r>
              <a:rPr lang="en-US" altLang="zh-CN" sz="2000" b="1" i="1" dirty="0" err="1">
                <a:solidFill>
                  <a:schemeClr val="tx1"/>
                </a:solidFill>
                <a:cs typeface="Times New Roman" pitchFamily="18" charset="0"/>
              </a:rPr>
              <a:t>ε</a:t>
            </a:r>
            <a:r>
              <a:rPr lang="zh-CN" altLang="en-US" sz="2000" b="1" dirty="0">
                <a:solidFill>
                  <a:schemeClr val="tx1"/>
                </a:solidFill>
                <a:cs typeface="Times New Roman" pitchFamily="18" charset="0"/>
              </a:rPr>
              <a:t> </a:t>
            </a:r>
            <a:r>
              <a:rPr lang="zh-CN" altLang="en-US" sz="2000" b="1" dirty="0">
                <a:solidFill>
                  <a:schemeClr val="tx1"/>
                </a:solidFill>
                <a:latin typeface="+mn-ea"/>
                <a:cs typeface="Times New Roman" pitchFamily="18" charset="0"/>
              </a:rPr>
              <a:t>，则应报错）</a:t>
            </a:r>
          </a:p>
        </p:txBody>
      </p:sp>
      <p:sp>
        <p:nvSpPr>
          <p:cNvPr id="17" name="矩形 16">
            <a:extLst>
              <a:ext uri="{FF2B5EF4-FFF2-40B4-BE49-F238E27FC236}">
                <a16:creationId xmlns:a16="http://schemas.microsoft.com/office/drawing/2014/main" id="{278348E4-225E-4187-9EFE-762E1B7D0A68}"/>
              </a:ext>
            </a:extLst>
          </p:cNvPr>
          <p:cNvSpPr/>
          <p:nvPr/>
        </p:nvSpPr>
        <p:spPr>
          <a:xfrm>
            <a:off x="3754438" y="1300163"/>
            <a:ext cx="4103687" cy="1790700"/>
          </a:xfrm>
          <a:prstGeom prst="rect">
            <a:avLst/>
          </a:prstGeom>
          <a:solidFill>
            <a:schemeClr val="accent2">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33796" name="Rectangle 4">
            <a:extLst>
              <a:ext uri="{FF2B5EF4-FFF2-40B4-BE49-F238E27FC236}">
                <a16:creationId xmlns:a16="http://schemas.microsoft.com/office/drawing/2014/main" id="{48F8ED5B-1D36-4B9E-90BD-F830B8986B3E}"/>
              </a:ext>
            </a:extLst>
          </p:cNvPr>
          <p:cNvSpPr>
            <a:spLocks noGrp="1" noChangeArrowheads="1"/>
          </p:cNvSpPr>
          <p:nvPr>
            <p:ph sz="half" idx="4294967295"/>
          </p:nvPr>
        </p:nvSpPr>
        <p:spPr>
          <a:xfrm>
            <a:off x="3754438" y="714375"/>
            <a:ext cx="4103687" cy="574675"/>
          </a:xfrm>
          <a:solidFill>
            <a:schemeClr val="accent2">
              <a:lumMod val="40000"/>
              <a:lumOff val="60000"/>
            </a:schemeClr>
          </a:solidFill>
          <a:ln w="12700">
            <a:solidFill>
              <a:schemeClr val="tx1"/>
            </a:solidFill>
          </a:ln>
        </p:spPr>
        <p:txBody>
          <a:bodyPr/>
          <a:lstStyle/>
          <a:p>
            <a:pPr eaLnBrk="1" hangingPunct="1">
              <a:buClrTx/>
              <a:buFont typeface="Wingdings" pitchFamily="2" charset="2"/>
              <a:buChar char="Ø"/>
              <a:defRPr/>
            </a:pPr>
            <a:r>
              <a:rPr lang="zh-CN" altLang="en-US" b="1" dirty="0">
                <a:solidFill>
                  <a:schemeClr val="tx1"/>
                </a:solidFill>
                <a:latin typeface="+mn-ea"/>
                <a:cs typeface="Times New Roman" pitchFamily="18" charset="0"/>
              </a:rPr>
              <a:t>输入</a:t>
            </a:r>
            <a:r>
              <a:rPr lang="en-US" altLang="zh-CN" sz="2000" dirty="0">
                <a:latin typeface="Times New Roman" pitchFamily="18" charset="0"/>
                <a:ea typeface="楷体_GB2312"/>
                <a:cs typeface="Times New Roman" pitchFamily="18" charset="0"/>
              </a:rPr>
              <a:t>	    </a:t>
            </a:r>
            <a:r>
              <a:rPr lang="en-US" altLang="zh-CN" b="1" i="1" dirty="0">
                <a:solidFill>
                  <a:schemeClr val="tx1"/>
                </a:solidFill>
                <a:latin typeface="Times New Roman" pitchFamily="18" charset="0"/>
                <a:ea typeface="楷体_GB2312"/>
                <a:cs typeface="Times New Roman" pitchFamily="18" charset="0"/>
              </a:rPr>
              <a:t>a d a e</a:t>
            </a:r>
          </a:p>
          <a:p>
            <a:pPr eaLnBrk="1" hangingPunct="1">
              <a:defRPr/>
            </a:pPr>
            <a:endParaRPr lang="en-US" altLang="zh-CN" dirty="0">
              <a:latin typeface="Times New Roman" pitchFamily="18" charset="0"/>
              <a:ea typeface="楷体_GB2312"/>
              <a:cs typeface="Times New Roman" pitchFamily="18" charset="0"/>
            </a:endParaRPr>
          </a:p>
          <a:p>
            <a:pPr eaLnBrk="1" hangingPunct="1">
              <a:buClrTx/>
              <a:buFont typeface="Wingdings" pitchFamily="2" charset="2"/>
              <a:buChar char="Ø"/>
              <a:defRPr/>
            </a:pPr>
            <a:r>
              <a:rPr lang="zh-CN" altLang="en-US" sz="2500" b="1" dirty="0">
                <a:solidFill>
                  <a:schemeClr val="tx1"/>
                </a:solidFill>
                <a:latin typeface="+mn-ea"/>
                <a:cs typeface="Times New Roman" pitchFamily="18" charset="0"/>
              </a:rPr>
              <a:t>推导</a:t>
            </a:r>
            <a:endParaRPr lang="en-US" altLang="zh-CN" sz="2500" b="1" dirty="0">
              <a:solidFill>
                <a:schemeClr val="tx1"/>
              </a:solidFill>
              <a:latin typeface="+mn-ea"/>
              <a:cs typeface="Times New Roman" pitchFamily="18" charset="0"/>
            </a:endParaRPr>
          </a:p>
          <a:p>
            <a:pPr eaLnBrk="1" hangingPunct="1">
              <a:defRPr/>
            </a:pPr>
            <a:endParaRPr lang="zh-CN" altLang="en-US" i="1" dirty="0">
              <a:latin typeface="Times New Roman" pitchFamily="18" charset="0"/>
              <a:ea typeface="楷体_GB2312"/>
              <a:cs typeface="Times New Roman" pitchFamily="18" charset="0"/>
            </a:endParaRPr>
          </a:p>
        </p:txBody>
      </p:sp>
      <p:sp>
        <p:nvSpPr>
          <p:cNvPr id="2" name="矩形 1">
            <a:extLst>
              <a:ext uri="{FF2B5EF4-FFF2-40B4-BE49-F238E27FC236}">
                <a16:creationId xmlns:a16="http://schemas.microsoft.com/office/drawing/2014/main" id="{4DEBC075-EE49-4172-9404-81399BC72C56}"/>
              </a:ext>
            </a:extLst>
          </p:cNvPr>
          <p:cNvSpPr/>
          <p:nvPr/>
        </p:nvSpPr>
        <p:spPr>
          <a:xfrm>
            <a:off x="842963" y="714375"/>
            <a:ext cx="2928937" cy="2366963"/>
          </a:xfrm>
          <a:prstGeom prst="rect">
            <a:avLst/>
          </a:prstGeom>
          <a:solidFill>
            <a:schemeClr val="accent2">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84998" name="Rectangle 2">
            <a:extLst>
              <a:ext uri="{FF2B5EF4-FFF2-40B4-BE49-F238E27FC236}">
                <a16:creationId xmlns:a16="http://schemas.microsoft.com/office/drawing/2014/main" id="{6F833C60-5A88-4CB8-9A75-516373775BD1}"/>
              </a:ext>
            </a:extLst>
          </p:cNvPr>
          <p:cNvSpPr>
            <a:spLocks noGrp="1" noChangeArrowheads="1"/>
          </p:cNvSpPr>
          <p:nvPr>
            <p:ph type="title"/>
          </p:nvPr>
        </p:nvSpPr>
        <p:spPr>
          <a:xfrm>
            <a:off x="755650" y="268288"/>
            <a:ext cx="7931150" cy="358775"/>
          </a:xfrm>
        </p:spPr>
        <p:txBody>
          <a:bodyPr/>
          <a:lstStyle/>
          <a:p>
            <a:pPr eaLnBrk="1" hangingPunct="1"/>
            <a:r>
              <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例</a:t>
            </a:r>
          </a:p>
        </p:txBody>
      </p:sp>
      <p:sp>
        <p:nvSpPr>
          <p:cNvPr id="710663" name="Line 7">
            <a:extLst>
              <a:ext uri="{FF2B5EF4-FFF2-40B4-BE49-F238E27FC236}">
                <a16:creationId xmlns:a16="http://schemas.microsoft.com/office/drawing/2014/main" id="{A5EE152C-3C5A-4C50-A9D7-3A0F467E4BAA}"/>
              </a:ext>
            </a:extLst>
          </p:cNvPr>
          <p:cNvSpPr>
            <a:spLocks noChangeShapeType="1"/>
          </p:cNvSpPr>
          <p:nvPr/>
        </p:nvSpPr>
        <p:spPr bwMode="auto">
          <a:xfrm flipV="1">
            <a:off x="5122863" y="1108075"/>
            <a:ext cx="0" cy="163513"/>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0664" name="Line 8">
            <a:extLst>
              <a:ext uri="{FF2B5EF4-FFF2-40B4-BE49-F238E27FC236}">
                <a16:creationId xmlns:a16="http://schemas.microsoft.com/office/drawing/2014/main" id="{362F2867-56E7-4130-8FBC-BC9E49A1802D}"/>
              </a:ext>
            </a:extLst>
          </p:cNvPr>
          <p:cNvSpPr>
            <a:spLocks noChangeShapeType="1"/>
          </p:cNvSpPr>
          <p:nvPr/>
        </p:nvSpPr>
        <p:spPr bwMode="auto">
          <a:xfrm flipV="1">
            <a:off x="5338763" y="1108075"/>
            <a:ext cx="0" cy="161925"/>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0665" name="Line 9">
            <a:extLst>
              <a:ext uri="{FF2B5EF4-FFF2-40B4-BE49-F238E27FC236}">
                <a16:creationId xmlns:a16="http://schemas.microsoft.com/office/drawing/2014/main" id="{DCFF091A-8ED7-4681-8448-79BA7E52B4D5}"/>
              </a:ext>
            </a:extLst>
          </p:cNvPr>
          <p:cNvSpPr>
            <a:spLocks noChangeShapeType="1"/>
          </p:cNvSpPr>
          <p:nvPr/>
        </p:nvSpPr>
        <p:spPr bwMode="auto">
          <a:xfrm flipV="1">
            <a:off x="5572125" y="1108075"/>
            <a:ext cx="0" cy="161925"/>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5002" name="矩形 2">
            <a:extLst>
              <a:ext uri="{FF2B5EF4-FFF2-40B4-BE49-F238E27FC236}">
                <a16:creationId xmlns:a16="http://schemas.microsoft.com/office/drawing/2014/main" id="{4F25ADB7-7F40-45E0-8E3E-1FA0CEB597D6}"/>
              </a:ext>
            </a:extLst>
          </p:cNvPr>
          <p:cNvSpPr>
            <a:spLocks noChangeArrowheads="1"/>
          </p:cNvSpPr>
          <p:nvPr/>
        </p:nvSpPr>
        <p:spPr bwMode="auto">
          <a:xfrm>
            <a:off x="1825625" y="714375"/>
            <a:ext cx="1928813" cy="233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lnSpc>
                <a:spcPts val="2500"/>
              </a:lnSpc>
              <a:buFont typeface="宋体" panose="02010600030101010101" pitchFamily="2" charset="-122"/>
              <a:buAutoNum type="circleNumDbPlain"/>
            </a:pPr>
            <a:r>
              <a:rPr lang="en-US" altLang="zh-CN" sz="2000" b="1">
                <a:latin typeface="Times New Roman" panose="02020603050405020304" pitchFamily="18" charset="0"/>
                <a:ea typeface="楷体_GB2312"/>
                <a:cs typeface="Times New Roman" panose="02020603050405020304" pitchFamily="18" charset="0"/>
              </a:rPr>
              <a:t> </a:t>
            </a:r>
            <a:r>
              <a:rPr lang="en-US" altLang="zh-CN" sz="2000" b="1" i="1">
                <a:latin typeface="Times New Roman" panose="02020603050405020304" pitchFamily="18" charset="0"/>
                <a:ea typeface="楷体_GB2312"/>
                <a:cs typeface="Times New Roman" panose="02020603050405020304" pitchFamily="18" charset="0"/>
              </a:rPr>
              <a:t>S → aBCD</a:t>
            </a:r>
          </a:p>
          <a:p>
            <a:pPr eaLnBrk="1" hangingPunct="1">
              <a:lnSpc>
                <a:spcPts val="2500"/>
              </a:lnSpc>
              <a:buFont typeface="宋体" panose="02010600030101010101" pitchFamily="2" charset="-122"/>
              <a:buAutoNum type="circleNumDbPlain"/>
            </a:pPr>
            <a:r>
              <a:rPr lang="en-US" altLang="zh-CN" sz="2000" b="1">
                <a:latin typeface="Times New Roman" panose="02020603050405020304" pitchFamily="18" charset="0"/>
                <a:ea typeface="楷体_GB2312"/>
                <a:cs typeface="Times New Roman" panose="02020603050405020304" pitchFamily="18" charset="0"/>
              </a:rPr>
              <a:t> </a:t>
            </a:r>
            <a:r>
              <a:rPr lang="en-US" altLang="zh-CN" sz="2000" b="1" i="1">
                <a:latin typeface="Times New Roman" panose="02020603050405020304" pitchFamily="18" charset="0"/>
                <a:ea typeface="楷体_GB2312"/>
                <a:cs typeface="Times New Roman" panose="02020603050405020304" pitchFamily="18" charset="0"/>
              </a:rPr>
              <a:t>B → bC  </a:t>
            </a:r>
          </a:p>
          <a:p>
            <a:pPr eaLnBrk="1" hangingPunct="1">
              <a:lnSpc>
                <a:spcPts val="2500"/>
              </a:lnSpc>
              <a:buFont typeface="宋体" panose="02010600030101010101" pitchFamily="2" charset="-122"/>
              <a:buAutoNum type="circleNumDbPlain"/>
            </a:pPr>
            <a:r>
              <a:rPr lang="en-US" altLang="zh-CN" sz="2000" b="1">
                <a:latin typeface="Times New Roman" panose="02020603050405020304" pitchFamily="18" charset="0"/>
                <a:ea typeface="楷体_GB2312"/>
                <a:cs typeface="Times New Roman" panose="02020603050405020304" pitchFamily="18" charset="0"/>
              </a:rPr>
              <a:t> </a:t>
            </a:r>
            <a:r>
              <a:rPr lang="en-US" altLang="zh-CN" sz="2000" b="1" i="1">
                <a:latin typeface="Times New Roman" panose="02020603050405020304" pitchFamily="18" charset="0"/>
                <a:ea typeface="楷体_GB2312"/>
                <a:cs typeface="Times New Roman" panose="02020603050405020304" pitchFamily="18" charset="0"/>
              </a:rPr>
              <a:t>B → dB </a:t>
            </a:r>
          </a:p>
          <a:p>
            <a:pPr eaLnBrk="1" hangingPunct="1">
              <a:lnSpc>
                <a:spcPts val="2500"/>
              </a:lnSpc>
              <a:buFont typeface="宋体" panose="02010600030101010101" pitchFamily="2" charset="-122"/>
              <a:buAutoNum type="circleNumDbPlain"/>
            </a:pPr>
            <a:r>
              <a:rPr lang="en-US" altLang="zh-CN" sz="2000" b="1">
                <a:latin typeface="Times New Roman" panose="02020603050405020304" pitchFamily="18" charset="0"/>
                <a:ea typeface="楷体_GB2312"/>
                <a:cs typeface="Times New Roman" panose="02020603050405020304" pitchFamily="18" charset="0"/>
              </a:rPr>
              <a:t> </a:t>
            </a:r>
            <a:r>
              <a:rPr lang="en-US" altLang="zh-CN" sz="2000" b="1" i="1">
                <a:latin typeface="Times New Roman" panose="02020603050405020304" pitchFamily="18" charset="0"/>
                <a:ea typeface="楷体_GB2312"/>
                <a:cs typeface="Times New Roman" panose="02020603050405020304" pitchFamily="18" charset="0"/>
              </a:rPr>
              <a:t>B → </a:t>
            </a:r>
            <a:r>
              <a:rPr lang="en-US" altLang="zh-CN" sz="2000" b="1" i="1">
                <a:latin typeface="Times New Roman" panose="02020603050405020304" pitchFamily="18" charset="0"/>
                <a:ea typeface="楷体" panose="02010609060101010101" pitchFamily="49" charset="-122"/>
                <a:cs typeface="Times New Roman" panose="02020603050405020304" pitchFamily="18" charset="0"/>
              </a:rPr>
              <a:t>ε</a:t>
            </a:r>
            <a:r>
              <a:rPr lang="en-US" altLang="zh-CN" sz="2000" b="1" i="1">
                <a:latin typeface="Times New Roman" panose="02020603050405020304" pitchFamily="18" charset="0"/>
                <a:ea typeface="楷体_GB2312"/>
                <a:cs typeface="Times New Roman" panose="02020603050405020304" pitchFamily="18" charset="0"/>
              </a:rPr>
              <a:t>  </a:t>
            </a:r>
          </a:p>
          <a:p>
            <a:pPr eaLnBrk="1" hangingPunct="1">
              <a:lnSpc>
                <a:spcPts val="2500"/>
              </a:lnSpc>
              <a:buFont typeface="宋体" panose="02010600030101010101" pitchFamily="2" charset="-122"/>
              <a:buAutoNum type="circleNumDbPlain"/>
            </a:pPr>
            <a:r>
              <a:rPr lang="en-US" altLang="zh-CN" sz="2000" b="1">
                <a:latin typeface="Times New Roman" panose="02020603050405020304" pitchFamily="18" charset="0"/>
                <a:ea typeface="楷体_GB2312"/>
                <a:cs typeface="Times New Roman" panose="02020603050405020304" pitchFamily="18" charset="0"/>
              </a:rPr>
              <a:t> </a:t>
            </a:r>
            <a:r>
              <a:rPr lang="en-US" altLang="zh-CN" sz="2000" b="1" i="1">
                <a:latin typeface="Times New Roman" panose="02020603050405020304" pitchFamily="18" charset="0"/>
                <a:ea typeface="楷体_GB2312"/>
                <a:cs typeface="Times New Roman" panose="02020603050405020304" pitchFamily="18" charset="0"/>
              </a:rPr>
              <a:t>C → c</a:t>
            </a:r>
          </a:p>
          <a:p>
            <a:pPr eaLnBrk="1" hangingPunct="1">
              <a:lnSpc>
                <a:spcPts val="2500"/>
              </a:lnSpc>
              <a:buFont typeface="宋体" panose="02010600030101010101" pitchFamily="2" charset="-122"/>
              <a:buAutoNum type="circleNumDbPlain"/>
            </a:pPr>
            <a:r>
              <a:rPr lang="en-US" altLang="zh-CN" sz="2000" b="1">
                <a:latin typeface="Times New Roman" panose="02020603050405020304" pitchFamily="18" charset="0"/>
                <a:ea typeface="楷体_GB2312"/>
                <a:cs typeface="Times New Roman" panose="02020603050405020304" pitchFamily="18" charset="0"/>
              </a:rPr>
              <a:t> </a:t>
            </a:r>
            <a:r>
              <a:rPr lang="en-US" altLang="zh-CN" sz="2000" b="1" i="1">
                <a:latin typeface="Times New Roman" panose="02020603050405020304" pitchFamily="18" charset="0"/>
                <a:ea typeface="楷体_GB2312"/>
                <a:cs typeface="Times New Roman" panose="02020603050405020304" pitchFamily="18" charset="0"/>
              </a:rPr>
              <a:t>C → a</a:t>
            </a:r>
          </a:p>
          <a:p>
            <a:pPr eaLnBrk="1" hangingPunct="1">
              <a:lnSpc>
                <a:spcPts val="2500"/>
              </a:lnSpc>
              <a:buFont typeface="宋体" panose="02010600030101010101" pitchFamily="2" charset="-122"/>
              <a:buAutoNum type="circleNumDbPlain"/>
            </a:pPr>
            <a:r>
              <a:rPr lang="en-US" altLang="zh-CN" sz="2000" b="1">
                <a:latin typeface="Times New Roman" panose="02020603050405020304" pitchFamily="18" charset="0"/>
                <a:ea typeface="楷体_GB2312"/>
                <a:cs typeface="Times New Roman" panose="02020603050405020304" pitchFamily="18" charset="0"/>
              </a:rPr>
              <a:t> </a:t>
            </a:r>
            <a:r>
              <a:rPr lang="en-US" altLang="zh-CN" sz="2000" b="1" i="1">
                <a:latin typeface="Times New Roman" panose="02020603050405020304" pitchFamily="18" charset="0"/>
                <a:ea typeface="楷体_GB2312"/>
                <a:cs typeface="Times New Roman" panose="02020603050405020304" pitchFamily="18" charset="0"/>
              </a:rPr>
              <a:t>D → e</a:t>
            </a:r>
          </a:p>
        </p:txBody>
      </p:sp>
      <p:sp>
        <p:nvSpPr>
          <p:cNvPr id="13" name="Rectangle 4">
            <a:extLst>
              <a:ext uri="{FF2B5EF4-FFF2-40B4-BE49-F238E27FC236}">
                <a16:creationId xmlns:a16="http://schemas.microsoft.com/office/drawing/2014/main" id="{6A2754E5-AEE3-4DE5-88E1-DCD3E68BE2ED}"/>
              </a:ext>
            </a:extLst>
          </p:cNvPr>
          <p:cNvSpPr txBox="1">
            <a:spLocks noChangeArrowheads="1"/>
          </p:cNvSpPr>
          <p:nvPr/>
        </p:nvSpPr>
        <p:spPr bwMode="auto">
          <a:xfrm>
            <a:off x="4929188" y="1257300"/>
            <a:ext cx="1727200" cy="1243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lnSpc>
                <a:spcPts val="2000"/>
              </a:lnSpc>
              <a:spcBef>
                <a:spcPct val="20000"/>
              </a:spcBef>
              <a:buClr>
                <a:schemeClr val="folHlink"/>
              </a:buClr>
              <a:buSzPct val="60000"/>
              <a:buFont typeface="Wingdings" panose="05000000000000000000" pitchFamily="2" charset="2"/>
              <a:buNone/>
            </a:pPr>
            <a:r>
              <a:rPr lang="en-US" altLang="zh-CN" i="1" dirty="0">
                <a:latin typeface="Times New Roman" panose="02020603050405020304" pitchFamily="18" charset="0"/>
              </a:rPr>
              <a:t>     </a:t>
            </a:r>
            <a:r>
              <a:rPr lang="en-US" altLang="zh-CN" b="1" i="1" dirty="0">
                <a:latin typeface="Times New Roman" panose="02020603050405020304" pitchFamily="18" charset="0"/>
                <a:cs typeface="Times New Roman" panose="02020603050405020304" pitchFamily="18" charset="0"/>
              </a:rPr>
              <a:t>S</a:t>
            </a:r>
          </a:p>
          <a:p>
            <a:pPr>
              <a:lnSpc>
                <a:spcPts val="2000"/>
              </a:lnSpc>
              <a:spcBef>
                <a:spcPct val="20000"/>
              </a:spcBef>
              <a:buClr>
                <a:schemeClr val="folHlink"/>
              </a:buClr>
              <a:buSzPct val="60000"/>
              <a:buFont typeface="Wingdings" panose="05000000000000000000" pitchFamily="2" charset="2"/>
              <a:buNone/>
            </a:pPr>
            <a:r>
              <a:rPr kumimoji="1" lang="en-US" altLang="zh-CN"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b="1" i="1" dirty="0">
                <a:latin typeface="Times New Roman" panose="02020603050405020304" pitchFamily="18" charset="0"/>
                <a:cs typeface="Times New Roman" panose="02020603050405020304" pitchFamily="18" charset="0"/>
              </a:rPr>
              <a:t> </a:t>
            </a:r>
            <a:r>
              <a:rPr lang="en-US" altLang="zh-CN" b="1" i="1" dirty="0" err="1">
                <a:latin typeface="Times New Roman" panose="02020603050405020304" pitchFamily="18" charset="0"/>
                <a:cs typeface="Times New Roman" panose="02020603050405020304" pitchFamily="18" charset="0"/>
              </a:rPr>
              <a:t>a</a:t>
            </a:r>
            <a:r>
              <a:rPr lang="en-US" altLang="zh-CN" b="1" i="1" dirty="0" err="1">
                <a:solidFill>
                  <a:srgbClr val="0070C0"/>
                </a:solidFill>
                <a:latin typeface="Times New Roman" panose="02020603050405020304" pitchFamily="18" charset="0"/>
                <a:cs typeface="Times New Roman" panose="02020603050405020304" pitchFamily="18" charset="0"/>
              </a:rPr>
              <a:t>B</a:t>
            </a:r>
            <a:r>
              <a:rPr lang="en-US" altLang="zh-CN" b="1" i="1" dirty="0" err="1">
                <a:latin typeface="Times New Roman" panose="02020603050405020304" pitchFamily="18" charset="0"/>
                <a:cs typeface="Times New Roman" panose="02020603050405020304" pitchFamily="18" charset="0"/>
              </a:rPr>
              <a:t>CD</a:t>
            </a:r>
            <a:endParaRPr lang="en-US" altLang="zh-CN" b="1" i="1" dirty="0">
              <a:latin typeface="Times New Roman" panose="02020603050405020304" pitchFamily="18" charset="0"/>
              <a:cs typeface="Times New Roman" panose="02020603050405020304" pitchFamily="18" charset="0"/>
            </a:endParaRPr>
          </a:p>
          <a:p>
            <a:pPr>
              <a:lnSpc>
                <a:spcPts val="2000"/>
              </a:lnSpc>
              <a:spcBef>
                <a:spcPct val="20000"/>
              </a:spcBef>
              <a:buClr>
                <a:schemeClr val="folHlink"/>
              </a:buClr>
              <a:buSzPct val="60000"/>
              <a:buFont typeface="Wingdings" panose="05000000000000000000" pitchFamily="2" charset="2"/>
              <a:buNone/>
            </a:pPr>
            <a:r>
              <a:rPr kumimoji="1" lang="en-US" altLang="zh-CN"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b="1" i="1" dirty="0">
                <a:latin typeface="Times New Roman" panose="02020603050405020304" pitchFamily="18" charset="0"/>
                <a:cs typeface="Times New Roman" panose="02020603050405020304" pitchFamily="18" charset="0"/>
              </a:rPr>
              <a:t> </a:t>
            </a:r>
            <a:r>
              <a:rPr lang="en-US" altLang="zh-CN" b="1" i="1" dirty="0" err="1">
                <a:latin typeface="Times New Roman" panose="02020603050405020304" pitchFamily="18" charset="0"/>
                <a:cs typeface="Times New Roman" panose="02020603050405020304" pitchFamily="18" charset="0"/>
              </a:rPr>
              <a:t>a</a:t>
            </a:r>
            <a:r>
              <a:rPr lang="en-US" altLang="zh-CN" b="1" i="1" u="sng" dirty="0" err="1">
                <a:latin typeface="Times New Roman" panose="02020603050405020304" pitchFamily="18" charset="0"/>
                <a:cs typeface="Times New Roman" panose="02020603050405020304" pitchFamily="18" charset="0"/>
              </a:rPr>
              <a:t>d</a:t>
            </a:r>
            <a:r>
              <a:rPr lang="en-US" altLang="zh-CN" b="1" i="1" u="sng" dirty="0" err="1">
                <a:solidFill>
                  <a:srgbClr val="0070C0"/>
                </a:solidFill>
                <a:latin typeface="Times New Roman" panose="02020603050405020304" pitchFamily="18" charset="0"/>
                <a:cs typeface="Times New Roman" panose="02020603050405020304" pitchFamily="18" charset="0"/>
              </a:rPr>
              <a:t>B</a:t>
            </a:r>
            <a:r>
              <a:rPr lang="en-US" altLang="zh-CN" b="1" i="1" dirty="0" err="1">
                <a:latin typeface="Times New Roman" panose="02020603050405020304" pitchFamily="18" charset="0"/>
                <a:cs typeface="Times New Roman" panose="02020603050405020304" pitchFamily="18" charset="0"/>
              </a:rPr>
              <a:t>CD</a:t>
            </a:r>
            <a:endParaRPr lang="en-US" altLang="zh-CN" b="1" i="1" dirty="0">
              <a:latin typeface="Times New Roman" panose="02020603050405020304" pitchFamily="18" charset="0"/>
              <a:cs typeface="Times New Roman" panose="02020603050405020304" pitchFamily="18" charset="0"/>
            </a:endParaRPr>
          </a:p>
          <a:p>
            <a:pPr>
              <a:lnSpc>
                <a:spcPts val="2000"/>
              </a:lnSpc>
              <a:spcBef>
                <a:spcPct val="20000"/>
              </a:spcBef>
              <a:buClr>
                <a:schemeClr val="folHlink"/>
              </a:buClr>
              <a:buSzPct val="60000"/>
              <a:buFont typeface="Wingdings" panose="05000000000000000000" pitchFamily="2" charset="2"/>
              <a:buNone/>
            </a:pPr>
            <a:r>
              <a:rPr kumimoji="1" lang="en-US" altLang="zh-CN"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b="1" i="1" dirty="0">
                <a:latin typeface="Times New Roman" panose="02020603050405020304" pitchFamily="18" charset="0"/>
                <a:cs typeface="Times New Roman" panose="02020603050405020304" pitchFamily="18" charset="0"/>
              </a:rPr>
              <a:t> </a:t>
            </a:r>
            <a:r>
              <a:rPr lang="en-US" altLang="zh-CN" b="1" i="1" dirty="0" err="1">
                <a:latin typeface="Times New Roman" panose="02020603050405020304" pitchFamily="18" charset="0"/>
                <a:cs typeface="Times New Roman" panose="02020603050405020304" pitchFamily="18" charset="0"/>
              </a:rPr>
              <a:t>ad</a:t>
            </a:r>
            <a:r>
              <a:rPr lang="en-US" altLang="zh-CN" b="1" i="1" dirty="0" err="1">
                <a:solidFill>
                  <a:srgbClr val="0070C0"/>
                </a:solidFill>
                <a:latin typeface="Times New Roman" panose="02020603050405020304" pitchFamily="18" charset="0"/>
                <a:cs typeface="Times New Roman" panose="02020603050405020304" pitchFamily="18" charset="0"/>
              </a:rPr>
              <a:t>C</a:t>
            </a:r>
            <a:r>
              <a:rPr lang="en-US" altLang="zh-CN" b="1" i="1" dirty="0" err="1">
                <a:latin typeface="Times New Roman" panose="02020603050405020304" pitchFamily="18" charset="0"/>
                <a:cs typeface="Times New Roman" panose="02020603050405020304" pitchFamily="18" charset="0"/>
              </a:rPr>
              <a:t>D</a:t>
            </a:r>
            <a:endParaRPr lang="en-US" altLang="zh-CN" b="1" i="1" dirty="0">
              <a:latin typeface="Times New Roman" panose="02020603050405020304" pitchFamily="18" charset="0"/>
              <a:cs typeface="Times New Roman" panose="02020603050405020304" pitchFamily="18" charset="0"/>
            </a:endParaRPr>
          </a:p>
          <a:p>
            <a:pPr>
              <a:lnSpc>
                <a:spcPts val="2000"/>
              </a:lnSpc>
              <a:spcBef>
                <a:spcPct val="20000"/>
              </a:spcBef>
              <a:buClr>
                <a:schemeClr val="folHlink"/>
              </a:buClr>
              <a:buSzPct val="60000"/>
              <a:buFont typeface="Wingdings" panose="05000000000000000000" pitchFamily="2" charset="2"/>
              <a:buNone/>
            </a:pPr>
            <a:r>
              <a:rPr kumimoji="1" lang="en-US" altLang="zh-CN"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b="1" i="1" dirty="0">
                <a:latin typeface="Times New Roman" panose="02020603050405020304" pitchFamily="18" charset="0"/>
                <a:cs typeface="Times New Roman" panose="02020603050405020304" pitchFamily="18" charset="0"/>
              </a:rPr>
              <a:t> </a:t>
            </a:r>
            <a:r>
              <a:rPr lang="en-US" altLang="zh-CN" b="1" i="1" dirty="0" err="1">
                <a:latin typeface="Times New Roman" panose="02020603050405020304" pitchFamily="18" charset="0"/>
                <a:cs typeface="Times New Roman" panose="02020603050405020304" pitchFamily="18" charset="0"/>
              </a:rPr>
              <a:t>ad</a:t>
            </a:r>
            <a:r>
              <a:rPr lang="en-US" altLang="zh-CN" b="1" i="1" u="sng" dirty="0" err="1">
                <a:latin typeface="Times New Roman" panose="02020603050405020304" pitchFamily="18" charset="0"/>
                <a:cs typeface="Times New Roman" panose="02020603050405020304" pitchFamily="18" charset="0"/>
              </a:rPr>
              <a:t>a</a:t>
            </a:r>
            <a:r>
              <a:rPr lang="en-US" altLang="zh-CN" b="1" i="1" dirty="0" err="1">
                <a:solidFill>
                  <a:srgbClr val="0070C0"/>
                </a:solidFill>
                <a:latin typeface="Times New Roman" panose="02020603050405020304" pitchFamily="18" charset="0"/>
                <a:cs typeface="Times New Roman" panose="02020603050405020304" pitchFamily="18" charset="0"/>
              </a:rPr>
              <a:t>D</a:t>
            </a:r>
            <a:endParaRPr lang="en-US" altLang="zh-CN" b="1" i="1" dirty="0">
              <a:solidFill>
                <a:srgbClr val="0070C0"/>
              </a:solidFill>
              <a:latin typeface="Times New Roman" panose="02020603050405020304" pitchFamily="18" charset="0"/>
              <a:cs typeface="Times New Roman" panose="02020603050405020304" pitchFamily="18" charset="0"/>
            </a:endParaRPr>
          </a:p>
          <a:p>
            <a:pPr>
              <a:lnSpc>
                <a:spcPts val="2000"/>
              </a:lnSpc>
              <a:spcBef>
                <a:spcPct val="20000"/>
              </a:spcBef>
              <a:buClr>
                <a:schemeClr val="folHlink"/>
              </a:buClr>
              <a:buSzPct val="60000"/>
            </a:pPr>
            <a:r>
              <a:rPr kumimoji="1" lang="en-US" altLang="zh-CN"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b="1" i="1" dirty="0">
                <a:latin typeface="Times New Roman" panose="02020603050405020304" pitchFamily="18" charset="0"/>
                <a:cs typeface="Times New Roman" panose="02020603050405020304" pitchFamily="18" charset="0"/>
              </a:rPr>
              <a:t> </a:t>
            </a:r>
            <a:r>
              <a:rPr lang="en-US" altLang="zh-CN" b="1" i="1" dirty="0" err="1">
                <a:latin typeface="Times New Roman" panose="02020603050405020304" pitchFamily="18" charset="0"/>
                <a:cs typeface="Times New Roman" panose="02020603050405020304" pitchFamily="18" charset="0"/>
              </a:rPr>
              <a:t>ada</a:t>
            </a:r>
            <a:r>
              <a:rPr lang="en-US" altLang="zh-CN" b="1" i="1" u="sng" dirty="0" err="1">
                <a:latin typeface="Times New Roman" panose="02020603050405020304" pitchFamily="18" charset="0"/>
                <a:cs typeface="Times New Roman" panose="02020603050405020304" pitchFamily="18" charset="0"/>
              </a:rPr>
              <a:t>e</a:t>
            </a:r>
            <a:endParaRPr lang="zh-CN" altLang="en-US" b="1" u="sng" dirty="0">
              <a:latin typeface="Times New Roman" panose="02020603050405020304" pitchFamily="18" charset="0"/>
              <a:ea typeface="楷体_GB2312"/>
              <a:cs typeface="Times New Roman" panose="02020603050405020304" pitchFamily="18" charset="0"/>
            </a:endParaRPr>
          </a:p>
        </p:txBody>
      </p:sp>
      <p:sp>
        <p:nvSpPr>
          <p:cNvPr id="4" name="矩形 3">
            <a:extLst>
              <a:ext uri="{FF2B5EF4-FFF2-40B4-BE49-F238E27FC236}">
                <a16:creationId xmlns:a16="http://schemas.microsoft.com/office/drawing/2014/main" id="{87142837-0E82-4BDD-AE8E-E1A7B3BACFF3}"/>
              </a:ext>
            </a:extLst>
          </p:cNvPr>
          <p:cNvSpPr>
            <a:spLocks noChangeArrowheads="1"/>
          </p:cNvSpPr>
          <p:nvPr/>
        </p:nvSpPr>
        <p:spPr bwMode="auto">
          <a:xfrm>
            <a:off x="6508750" y="714375"/>
            <a:ext cx="13493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rgbClr val="3333CC"/>
              </a:buClr>
              <a:buSzPct val="60000"/>
            </a:pPr>
            <a:r>
              <a:rPr lang="en-US" altLang="zh-CN" sz="2400" b="1" i="1">
                <a:latin typeface="Times New Roman" panose="02020603050405020304" pitchFamily="18" charset="0"/>
              </a:rPr>
              <a:t>a d e e</a:t>
            </a:r>
            <a:endParaRPr lang="zh-CN" altLang="en-US" sz="2400" b="1" i="1">
              <a:latin typeface="Times New Roman" panose="02020603050405020304" pitchFamily="18" charset="0"/>
            </a:endParaRPr>
          </a:p>
        </p:txBody>
      </p:sp>
      <p:sp>
        <p:nvSpPr>
          <p:cNvPr id="19" name="Line 7">
            <a:extLst>
              <a:ext uri="{FF2B5EF4-FFF2-40B4-BE49-F238E27FC236}">
                <a16:creationId xmlns:a16="http://schemas.microsoft.com/office/drawing/2014/main" id="{D2253183-FFF0-4823-A15A-FD3569084017}"/>
              </a:ext>
            </a:extLst>
          </p:cNvPr>
          <p:cNvSpPr>
            <a:spLocks noChangeShapeType="1"/>
          </p:cNvSpPr>
          <p:nvPr/>
        </p:nvSpPr>
        <p:spPr bwMode="auto">
          <a:xfrm flipV="1">
            <a:off x="6683375" y="1125538"/>
            <a:ext cx="0" cy="163512"/>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 name="Line 8">
            <a:extLst>
              <a:ext uri="{FF2B5EF4-FFF2-40B4-BE49-F238E27FC236}">
                <a16:creationId xmlns:a16="http://schemas.microsoft.com/office/drawing/2014/main" id="{44F1FD5C-E05E-477F-A0EE-599812A864C0}"/>
              </a:ext>
            </a:extLst>
          </p:cNvPr>
          <p:cNvSpPr>
            <a:spLocks noChangeShapeType="1"/>
          </p:cNvSpPr>
          <p:nvPr/>
        </p:nvSpPr>
        <p:spPr bwMode="auto">
          <a:xfrm flipV="1">
            <a:off x="6899275" y="1127125"/>
            <a:ext cx="0" cy="161925"/>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 name="Line 9">
            <a:extLst>
              <a:ext uri="{FF2B5EF4-FFF2-40B4-BE49-F238E27FC236}">
                <a16:creationId xmlns:a16="http://schemas.microsoft.com/office/drawing/2014/main" id="{9D7BE1B1-A4C4-4505-9BD7-73497F1B72E6}"/>
              </a:ext>
            </a:extLst>
          </p:cNvPr>
          <p:cNvSpPr>
            <a:spLocks noChangeShapeType="1"/>
          </p:cNvSpPr>
          <p:nvPr/>
        </p:nvSpPr>
        <p:spPr bwMode="auto">
          <a:xfrm flipV="1">
            <a:off x="7143750" y="1127125"/>
            <a:ext cx="0" cy="161925"/>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 name="Rectangle 4">
            <a:extLst>
              <a:ext uri="{FF2B5EF4-FFF2-40B4-BE49-F238E27FC236}">
                <a16:creationId xmlns:a16="http://schemas.microsoft.com/office/drawing/2014/main" id="{A25E765A-F3F1-4D25-95E4-5DBCFD82D72B}"/>
              </a:ext>
            </a:extLst>
          </p:cNvPr>
          <p:cNvSpPr txBox="1">
            <a:spLocks noChangeArrowheads="1"/>
          </p:cNvSpPr>
          <p:nvPr/>
        </p:nvSpPr>
        <p:spPr bwMode="auto">
          <a:xfrm>
            <a:off x="6489700" y="1257300"/>
            <a:ext cx="1601788" cy="1243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lnSpc>
                <a:spcPts val="2000"/>
              </a:lnSpc>
              <a:spcBef>
                <a:spcPct val="20000"/>
              </a:spcBef>
              <a:buClr>
                <a:schemeClr val="folHlink"/>
              </a:buClr>
              <a:buSzPct val="60000"/>
              <a:buFont typeface="Wingdings" panose="05000000000000000000" pitchFamily="2" charset="2"/>
              <a:buNone/>
            </a:pPr>
            <a:r>
              <a:rPr lang="en-US" altLang="zh-CN" i="1" dirty="0">
                <a:latin typeface="Times New Roman" panose="02020603050405020304" pitchFamily="18" charset="0"/>
              </a:rPr>
              <a:t>     </a:t>
            </a:r>
            <a:r>
              <a:rPr lang="en-US" altLang="zh-CN" b="1" i="1" dirty="0">
                <a:latin typeface="Times New Roman" panose="02020603050405020304" pitchFamily="18" charset="0"/>
                <a:cs typeface="Times New Roman" panose="02020603050405020304" pitchFamily="18" charset="0"/>
              </a:rPr>
              <a:t>S</a:t>
            </a:r>
          </a:p>
          <a:p>
            <a:pPr>
              <a:lnSpc>
                <a:spcPts val="2000"/>
              </a:lnSpc>
              <a:spcBef>
                <a:spcPct val="20000"/>
              </a:spcBef>
              <a:buClr>
                <a:schemeClr val="folHlink"/>
              </a:buClr>
              <a:buSzPct val="60000"/>
              <a:buFont typeface="Wingdings" panose="05000000000000000000" pitchFamily="2" charset="2"/>
              <a:buNone/>
            </a:pPr>
            <a:r>
              <a:rPr kumimoji="1" lang="en-US" altLang="zh-CN"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b="1" i="1" dirty="0">
                <a:latin typeface="Times New Roman" panose="02020603050405020304" pitchFamily="18" charset="0"/>
                <a:cs typeface="Times New Roman" panose="02020603050405020304" pitchFamily="18" charset="0"/>
              </a:rPr>
              <a:t> </a:t>
            </a:r>
            <a:r>
              <a:rPr lang="en-US" altLang="zh-CN" b="1" i="1" dirty="0" err="1">
                <a:latin typeface="Times New Roman" panose="02020603050405020304" pitchFamily="18" charset="0"/>
                <a:cs typeface="Times New Roman" panose="02020603050405020304" pitchFamily="18" charset="0"/>
              </a:rPr>
              <a:t>a</a:t>
            </a:r>
            <a:r>
              <a:rPr lang="en-US" altLang="zh-CN" b="1" i="1" dirty="0" err="1">
                <a:solidFill>
                  <a:srgbClr val="0070C0"/>
                </a:solidFill>
                <a:latin typeface="Times New Roman" panose="02020603050405020304" pitchFamily="18" charset="0"/>
                <a:cs typeface="Times New Roman" panose="02020603050405020304" pitchFamily="18" charset="0"/>
              </a:rPr>
              <a:t>B</a:t>
            </a:r>
            <a:r>
              <a:rPr lang="en-US" altLang="zh-CN" b="1" i="1" dirty="0" err="1">
                <a:latin typeface="Times New Roman" panose="02020603050405020304" pitchFamily="18" charset="0"/>
                <a:cs typeface="Times New Roman" panose="02020603050405020304" pitchFamily="18" charset="0"/>
              </a:rPr>
              <a:t>CD</a:t>
            </a:r>
            <a:endParaRPr lang="en-US" altLang="zh-CN" b="1" i="1" dirty="0">
              <a:latin typeface="Times New Roman" panose="02020603050405020304" pitchFamily="18" charset="0"/>
              <a:cs typeface="Times New Roman" panose="02020603050405020304" pitchFamily="18" charset="0"/>
            </a:endParaRPr>
          </a:p>
          <a:p>
            <a:pPr>
              <a:lnSpc>
                <a:spcPts val="2000"/>
              </a:lnSpc>
              <a:spcBef>
                <a:spcPct val="20000"/>
              </a:spcBef>
              <a:buClr>
                <a:schemeClr val="folHlink"/>
              </a:buClr>
              <a:buSzPct val="60000"/>
              <a:buFont typeface="Wingdings" panose="05000000000000000000" pitchFamily="2" charset="2"/>
              <a:buNone/>
            </a:pPr>
            <a:r>
              <a:rPr kumimoji="1" lang="en-US" altLang="zh-CN"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b="1" i="1" dirty="0">
                <a:latin typeface="Times New Roman" panose="02020603050405020304" pitchFamily="18" charset="0"/>
                <a:cs typeface="Times New Roman" panose="02020603050405020304" pitchFamily="18" charset="0"/>
              </a:rPr>
              <a:t> </a:t>
            </a:r>
            <a:r>
              <a:rPr lang="en-US" altLang="zh-CN" b="1" i="1" dirty="0" err="1">
                <a:latin typeface="Times New Roman" panose="02020603050405020304" pitchFamily="18" charset="0"/>
                <a:cs typeface="Times New Roman" panose="02020603050405020304" pitchFamily="18" charset="0"/>
              </a:rPr>
              <a:t>a</a:t>
            </a:r>
            <a:r>
              <a:rPr lang="en-US" altLang="zh-CN" b="1" i="1" u="sng" dirty="0" err="1">
                <a:latin typeface="Times New Roman" panose="02020603050405020304" pitchFamily="18" charset="0"/>
                <a:cs typeface="Times New Roman" panose="02020603050405020304" pitchFamily="18" charset="0"/>
              </a:rPr>
              <a:t>d</a:t>
            </a:r>
            <a:r>
              <a:rPr lang="en-US" altLang="zh-CN" b="1" i="1" u="sng" dirty="0" err="1">
                <a:solidFill>
                  <a:srgbClr val="0070C0"/>
                </a:solidFill>
                <a:latin typeface="Times New Roman" panose="02020603050405020304" pitchFamily="18" charset="0"/>
                <a:cs typeface="Times New Roman" panose="02020603050405020304" pitchFamily="18" charset="0"/>
              </a:rPr>
              <a:t>B</a:t>
            </a:r>
            <a:r>
              <a:rPr lang="en-US" altLang="zh-CN" b="1" i="1" dirty="0" err="1">
                <a:latin typeface="Times New Roman" panose="02020603050405020304" pitchFamily="18" charset="0"/>
                <a:cs typeface="Times New Roman" panose="02020603050405020304" pitchFamily="18" charset="0"/>
              </a:rPr>
              <a:t>CD</a:t>
            </a:r>
            <a:endParaRPr lang="en-US" altLang="zh-CN" b="1" i="1" dirty="0">
              <a:latin typeface="Times New Roman" panose="02020603050405020304" pitchFamily="18" charset="0"/>
              <a:cs typeface="Times New Roman" panose="02020603050405020304" pitchFamily="18" charset="0"/>
            </a:endParaRPr>
          </a:p>
          <a:p>
            <a:pPr>
              <a:lnSpc>
                <a:spcPts val="2000"/>
              </a:lnSpc>
              <a:spcBef>
                <a:spcPct val="20000"/>
              </a:spcBef>
              <a:buClr>
                <a:schemeClr val="folHlink"/>
              </a:buClr>
              <a:buSzPct val="60000"/>
              <a:buFont typeface="Wingdings" panose="05000000000000000000" pitchFamily="2" charset="2"/>
              <a:buNone/>
            </a:pPr>
            <a:r>
              <a:rPr kumimoji="1" lang="en-US" altLang="zh-CN"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b="1" i="1" dirty="0">
                <a:latin typeface="Times New Roman" panose="02020603050405020304" pitchFamily="18" charset="0"/>
                <a:cs typeface="Times New Roman" panose="02020603050405020304" pitchFamily="18" charset="0"/>
              </a:rPr>
              <a:t> </a:t>
            </a:r>
            <a:r>
              <a:rPr lang="en-US" altLang="zh-CN" b="1" i="1" dirty="0" err="1">
                <a:latin typeface="Times New Roman" panose="02020603050405020304" pitchFamily="18" charset="0"/>
                <a:cs typeface="Times New Roman" panose="02020603050405020304" pitchFamily="18" charset="0"/>
              </a:rPr>
              <a:t>ad</a:t>
            </a:r>
            <a:r>
              <a:rPr lang="en-US" altLang="zh-CN" b="1" i="1" dirty="0" err="1">
                <a:solidFill>
                  <a:srgbClr val="0070C0"/>
                </a:solidFill>
                <a:latin typeface="Times New Roman" panose="02020603050405020304" pitchFamily="18" charset="0"/>
                <a:cs typeface="Times New Roman" panose="02020603050405020304" pitchFamily="18" charset="0"/>
              </a:rPr>
              <a:t>C</a:t>
            </a:r>
            <a:r>
              <a:rPr lang="en-US" altLang="zh-CN" b="1" i="1" dirty="0" err="1">
                <a:latin typeface="Times New Roman" panose="02020603050405020304" pitchFamily="18" charset="0"/>
                <a:cs typeface="Times New Roman" panose="02020603050405020304" pitchFamily="18" charset="0"/>
              </a:rPr>
              <a:t>D</a:t>
            </a:r>
            <a:endParaRPr lang="en-US" altLang="zh-CN" b="1" i="1" dirty="0">
              <a:latin typeface="Times New Roman" panose="02020603050405020304" pitchFamily="18" charset="0"/>
              <a:cs typeface="Times New Roman" panose="02020603050405020304" pitchFamily="18" charset="0"/>
            </a:endParaRPr>
          </a:p>
        </p:txBody>
      </p:sp>
      <p:sp>
        <p:nvSpPr>
          <p:cNvPr id="18" name="矩形 17">
            <a:extLst>
              <a:ext uri="{FF2B5EF4-FFF2-40B4-BE49-F238E27FC236}">
                <a16:creationId xmlns:a16="http://schemas.microsoft.com/office/drawing/2014/main" id="{24E8DE66-49A6-426E-86B3-F85FD57CFF57}"/>
              </a:ext>
            </a:extLst>
          </p:cNvPr>
          <p:cNvSpPr/>
          <p:nvPr/>
        </p:nvSpPr>
        <p:spPr>
          <a:xfrm>
            <a:off x="827088" y="3148013"/>
            <a:ext cx="3835400" cy="349250"/>
          </a:xfrm>
          <a:prstGeom prst="rect">
            <a:avLst/>
          </a:prstGeom>
          <a:solidFill>
            <a:schemeClr val="accent5">
              <a:lumMod val="60000"/>
              <a:lumOff val="40000"/>
            </a:schemeClr>
          </a:solidFill>
          <a:ln w="12700">
            <a:solidFill>
              <a:schemeClr val="tx1"/>
            </a:solidFill>
          </a:ln>
        </p:spPr>
        <p:txBody>
          <a:bodyPr wrap="none">
            <a:spAutoFit/>
          </a:bodyPr>
          <a:lstStyle>
            <a:lvl1pPr>
              <a:defRPr>
                <a:solidFill>
                  <a:schemeClr val="tx1"/>
                </a:solidFill>
                <a:latin typeface="Tahoma" panose="020B0604030504040204" pitchFamily="34" charset="0"/>
                <a:ea typeface="SimSun" panose="02010600030101010101" pitchFamily="2" charset="-122"/>
              </a:defRPr>
            </a:lvl1pPr>
            <a:lvl2pPr marL="742950" indent="-285750">
              <a:defRPr>
                <a:solidFill>
                  <a:schemeClr val="tx1"/>
                </a:solidFill>
                <a:latin typeface="Tahoma" panose="020B0604030504040204" pitchFamily="34" charset="0"/>
                <a:ea typeface="SimSun" panose="02010600030101010101" pitchFamily="2" charset="-122"/>
              </a:defRPr>
            </a:lvl2pPr>
            <a:lvl3pPr marL="1143000" indent="-228600">
              <a:defRPr>
                <a:solidFill>
                  <a:schemeClr val="tx1"/>
                </a:solidFill>
                <a:latin typeface="Tahoma" panose="020B0604030504040204" pitchFamily="34" charset="0"/>
                <a:ea typeface="SimSun" panose="02010600030101010101" pitchFamily="2" charset="-122"/>
              </a:defRPr>
            </a:lvl3pPr>
            <a:lvl4pPr marL="1600200" indent="-228600">
              <a:defRPr>
                <a:solidFill>
                  <a:schemeClr val="tx1"/>
                </a:solidFill>
                <a:latin typeface="Tahoma" panose="020B0604030504040204" pitchFamily="34" charset="0"/>
                <a:ea typeface="SimSun" panose="02010600030101010101" pitchFamily="2" charset="-122"/>
              </a:defRPr>
            </a:lvl4pPr>
            <a:lvl5pPr marL="2057400" indent="-228600">
              <a:defRPr>
                <a:solidFill>
                  <a:schemeClr val="tx1"/>
                </a:solidFill>
                <a:latin typeface="Tahoma" panose="020B060403050404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SimSun" panose="02010600030101010101" pitchFamily="2" charset="-122"/>
              </a:defRPr>
            </a:lvl9pPr>
          </a:lstStyle>
          <a:p>
            <a:pPr>
              <a:lnSpc>
                <a:spcPts val="2000"/>
              </a:lnSpc>
              <a:defRPr/>
            </a:pPr>
            <a:r>
              <a:rPr lang="zh-CN" altLang="en-US" b="1" dirty="0">
                <a:solidFill>
                  <a:srgbClr val="000000"/>
                </a:solidFill>
                <a:latin typeface="+mn-ea"/>
                <a:ea typeface="+mn-ea"/>
              </a:rPr>
              <a:t>可以紧跟 </a:t>
            </a:r>
            <a:r>
              <a:rPr lang="en-US" altLang="zh-CN" b="1" i="1" dirty="0">
                <a:solidFill>
                  <a:srgbClr val="000000"/>
                </a:solidFill>
                <a:latin typeface="+mn-ea"/>
                <a:ea typeface="+mn-ea"/>
              </a:rPr>
              <a:t>B</a:t>
            </a:r>
            <a:r>
              <a:rPr lang="zh-CN" altLang="en-US" b="1" dirty="0">
                <a:solidFill>
                  <a:srgbClr val="000000"/>
                </a:solidFill>
                <a:latin typeface="+mn-ea"/>
                <a:ea typeface="+mn-ea"/>
              </a:rPr>
              <a:t>后面出现的终结符：</a:t>
            </a:r>
            <a:r>
              <a:rPr lang="en-US" altLang="zh-CN" b="1" i="1" dirty="0">
                <a:solidFill>
                  <a:srgbClr val="000000"/>
                </a:solidFill>
                <a:latin typeface="Times New Roman" panose="02020603050405020304" pitchFamily="18" charset="0"/>
                <a:ea typeface="+mn-ea"/>
                <a:cs typeface="Times New Roman" panose="02020603050405020304" pitchFamily="18" charset="0"/>
              </a:rPr>
              <a:t>c</a:t>
            </a:r>
            <a:r>
              <a:rPr lang="zh-CN" altLang="en-US" b="1" dirty="0">
                <a:solidFill>
                  <a:srgbClr val="000000"/>
                </a:solidFill>
                <a:latin typeface="Times New Roman" panose="02020603050405020304" pitchFamily="18" charset="0"/>
                <a:ea typeface="+mn-ea"/>
                <a:cs typeface="Times New Roman" panose="02020603050405020304" pitchFamily="18" charset="0"/>
              </a:rPr>
              <a:t>、</a:t>
            </a:r>
            <a:r>
              <a:rPr lang="en-US" altLang="zh-CN" b="1" i="1" dirty="0">
                <a:solidFill>
                  <a:srgbClr val="000000"/>
                </a:solidFill>
                <a:latin typeface="Times New Roman" panose="02020603050405020304" pitchFamily="18" charset="0"/>
                <a:ea typeface="+mn-ea"/>
                <a:cs typeface="Times New Roman" panose="02020603050405020304" pitchFamily="18" charset="0"/>
              </a:rPr>
              <a:t>a</a:t>
            </a:r>
            <a:endParaRPr lang="zh-CN" altLang="en-US" sz="2800" b="1" i="1" dirty="0">
              <a:latin typeface="Times New Roman" panose="02020603050405020304" pitchFamily="18" charset="0"/>
              <a:ea typeface="+mn-ea"/>
              <a:cs typeface="Times New Roman" panose="02020603050405020304" pitchFamily="18" charset="0"/>
            </a:endParaRPr>
          </a:p>
        </p:txBody>
      </p:sp>
      <p:sp>
        <p:nvSpPr>
          <p:cNvPr id="23" name="Line 9">
            <a:extLst>
              <a:ext uri="{FF2B5EF4-FFF2-40B4-BE49-F238E27FC236}">
                <a16:creationId xmlns:a16="http://schemas.microsoft.com/office/drawing/2014/main" id="{6E28F8D6-8A6C-48CF-BE10-95B8C1B021F8}"/>
              </a:ext>
            </a:extLst>
          </p:cNvPr>
          <p:cNvSpPr>
            <a:spLocks noChangeShapeType="1"/>
          </p:cNvSpPr>
          <p:nvPr/>
        </p:nvSpPr>
        <p:spPr bwMode="auto">
          <a:xfrm flipV="1">
            <a:off x="5795963" y="1114425"/>
            <a:ext cx="0" cy="161925"/>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 name="文本框 2">
            <a:extLst>
              <a:ext uri="{FF2B5EF4-FFF2-40B4-BE49-F238E27FC236}">
                <a16:creationId xmlns:a16="http://schemas.microsoft.com/office/drawing/2014/main" id="{E9462382-C9B8-46B4-93DD-37E9EAD2DDB3}"/>
              </a:ext>
            </a:extLst>
          </p:cNvPr>
          <p:cNvSpPr txBox="1"/>
          <p:nvPr/>
        </p:nvSpPr>
        <p:spPr>
          <a:xfrm>
            <a:off x="6656387" y="2571750"/>
            <a:ext cx="939949" cy="369332"/>
          </a:xfrm>
          <a:prstGeom prst="rect">
            <a:avLst/>
          </a:prstGeom>
          <a:noFill/>
        </p:spPr>
        <p:txBody>
          <a:bodyPr wrap="square" rtlCol="0">
            <a:spAutoFit/>
          </a:bodyPr>
          <a:lstStyle/>
          <a:p>
            <a:r>
              <a:rPr lang="zh-CN" altLang="en-US" b="1" dirty="0">
                <a:solidFill>
                  <a:srgbClr val="0070C0"/>
                </a:solidFill>
                <a:latin typeface="华文楷体" panose="02010600040101010101" pitchFamily="2" charset="-122"/>
                <a:ea typeface="华文楷体" panose="02010600040101010101" pitchFamily="2" charset="-122"/>
              </a:rPr>
              <a:t>失败！</a:t>
            </a:r>
          </a:p>
        </p:txBody>
      </p:sp>
      <p:sp>
        <p:nvSpPr>
          <p:cNvPr id="6" name="灯片编号占位符 5">
            <a:extLst>
              <a:ext uri="{FF2B5EF4-FFF2-40B4-BE49-F238E27FC236}">
                <a16:creationId xmlns:a16="http://schemas.microsoft.com/office/drawing/2014/main" id="{04B686C8-475D-420B-900E-FE3241946084}"/>
              </a:ext>
            </a:extLst>
          </p:cNvPr>
          <p:cNvSpPr>
            <a:spLocks noGrp="1"/>
          </p:cNvSpPr>
          <p:nvPr>
            <p:ph type="sldNum" sz="quarter" idx="12"/>
          </p:nvPr>
        </p:nvSpPr>
        <p:spPr/>
        <p:txBody>
          <a:bodyPr/>
          <a:lstStyle/>
          <a:p>
            <a:pPr>
              <a:defRPr/>
            </a:pPr>
            <a:fld id="{EA567855-7F13-4FC5-AD61-2B82F6443E16}" type="slidenum">
              <a:rPr lang="zh-CN" altLang="en-US" smtClean="0"/>
              <a:pPr>
                <a:defRPr/>
              </a:pPr>
              <a:t>33</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33796">
                                            <p:bg/>
                                          </p:spTgt>
                                        </p:tgtEl>
                                        <p:attrNameLst>
                                          <p:attrName>style.visibility</p:attrName>
                                        </p:attrNameLst>
                                      </p:cBhvr>
                                      <p:to>
                                        <p:strVal val="visible"/>
                                      </p:to>
                                    </p:set>
                                    <p:anim calcmode="lin" valueType="num">
                                      <p:cBhvr>
                                        <p:cTn id="7" dur="500" fill="hold"/>
                                        <p:tgtEl>
                                          <p:spTgt spid="33796">
                                            <p:bg/>
                                          </p:spTgt>
                                        </p:tgtEl>
                                        <p:attrNameLst>
                                          <p:attrName>ppt_w</p:attrName>
                                        </p:attrNameLst>
                                      </p:cBhvr>
                                      <p:tavLst>
                                        <p:tav tm="0">
                                          <p:val>
                                            <p:fltVal val="0"/>
                                          </p:val>
                                        </p:tav>
                                        <p:tav tm="100000">
                                          <p:val>
                                            <p:strVal val="#ppt_w"/>
                                          </p:val>
                                        </p:tav>
                                      </p:tavLst>
                                    </p:anim>
                                    <p:anim calcmode="lin" valueType="num">
                                      <p:cBhvr>
                                        <p:cTn id="8" dur="500" fill="hold"/>
                                        <p:tgtEl>
                                          <p:spTgt spid="33796">
                                            <p:bg/>
                                          </p:spTgt>
                                        </p:tgtEl>
                                        <p:attrNameLst>
                                          <p:attrName>ppt_h</p:attrName>
                                        </p:attrNameLst>
                                      </p:cBhvr>
                                      <p:tavLst>
                                        <p:tav tm="0">
                                          <p:val>
                                            <p:fltVal val="0"/>
                                          </p:val>
                                        </p:tav>
                                        <p:tav tm="100000">
                                          <p:val>
                                            <p:strVal val="#ppt_h"/>
                                          </p:val>
                                        </p:tav>
                                      </p:tavLst>
                                    </p:anim>
                                    <p:animEffect transition="in" filter="fade">
                                      <p:cBhvr>
                                        <p:cTn id="9" dur="500"/>
                                        <p:tgtEl>
                                          <p:spTgt spid="33796">
                                            <p:bg/>
                                          </p:spTgt>
                                        </p:tgtEl>
                                      </p:cBhvr>
                                    </p:animEffect>
                                  </p:childTnLst>
                                </p:cTn>
                              </p:par>
                              <p:par>
                                <p:cTn id="10" presetID="53" presetClass="entr" presetSubtype="0" fill="hold" grpId="0" nodeType="withEffect">
                                  <p:stCondLst>
                                    <p:cond delay="0"/>
                                  </p:stCondLst>
                                  <p:childTnLst>
                                    <p:set>
                                      <p:cBhvr>
                                        <p:cTn id="11" dur="1" fill="hold">
                                          <p:stCondLst>
                                            <p:cond delay="0"/>
                                          </p:stCondLst>
                                        </p:cTn>
                                        <p:tgtEl>
                                          <p:spTgt spid="33796">
                                            <p:txEl>
                                              <p:pRg st="0" end="0"/>
                                            </p:txEl>
                                          </p:spTgt>
                                        </p:tgtEl>
                                        <p:attrNameLst>
                                          <p:attrName>style.visibility</p:attrName>
                                        </p:attrNameLst>
                                      </p:cBhvr>
                                      <p:to>
                                        <p:strVal val="visible"/>
                                      </p:to>
                                    </p:set>
                                    <p:anim calcmode="lin" valueType="num">
                                      <p:cBhvr>
                                        <p:cTn id="12" dur="500" fill="hold"/>
                                        <p:tgtEl>
                                          <p:spTgt spid="33796">
                                            <p:txEl>
                                              <p:pRg st="0" end="0"/>
                                            </p:txEl>
                                          </p:spTgt>
                                        </p:tgtEl>
                                        <p:attrNameLst>
                                          <p:attrName>ppt_w</p:attrName>
                                        </p:attrNameLst>
                                      </p:cBhvr>
                                      <p:tavLst>
                                        <p:tav tm="0">
                                          <p:val>
                                            <p:fltVal val="0"/>
                                          </p:val>
                                        </p:tav>
                                        <p:tav tm="100000">
                                          <p:val>
                                            <p:strVal val="#ppt_w"/>
                                          </p:val>
                                        </p:tav>
                                      </p:tavLst>
                                    </p:anim>
                                    <p:anim calcmode="lin" valueType="num">
                                      <p:cBhvr>
                                        <p:cTn id="13" dur="500" fill="hold"/>
                                        <p:tgtEl>
                                          <p:spTgt spid="33796">
                                            <p:txEl>
                                              <p:pRg st="0" end="0"/>
                                            </p:txEl>
                                          </p:spTgt>
                                        </p:tgtEl>
                                        <p:attrNameLst>
                                          <p:attrName>ppt_h</p:attrName>
                                        </p:attrNameLst>
                                      </p:cBhvr>
                                      <p:tavLst>
                                        <p:tav tm="0">
                                          <p:val>
                                            <p:fltVal val="0"/>
                                          </p:val>
                                        </p:tav>
                                        <p:tav tm="100000">
                                          <p:val>
                                            <p:strVal val="#ppt_h"/>
                                          </p:val>
                                        </p:tav>
                                      </p:tavLst>
                                    </p:anim>
                                    <p:animEffect transition="in" filter="fade">
                                      <p:cBhvr>
                                        <p:cTn id="14" dur="500"/>
                                        <p:tgtEl>
                                          <p:spTgt spid="33796">
                                            <p:txEl>
                                              <p:pRg st="0" end="0"/>
                                            </p:txEl>
                                          </p:spTgt>
                                        </p:tgtEl>
                                      </p:cBhvr>
                                    </p:animEffect>
                                  </p:childTnLst>
                                </p:cTn>
                              </p:par>
                            </p:childTnLst>
                          </p:cTn>
                        </p:par>
                        <p:par>
                          <p:cTn id="15" fill="hold">
                            <p:stCondLst>
                              <p:cond delay="500"/>
                            </p:stCondLst>
                            <p:childTnLst>
                              <p:par>
                                <p:cTn id="16" presetID="53" presetClass="entr" presetSubtype="0" fill="hold" nodeType="afterEffect">
                                  <p:stCondLst>
                                    <p:cond delay="0"/>
                                  </p:stCondLst>
                                  <p:childTnLst>
                                    <p:set>
                                      <p:cBhvr>
                                        <p:cTn id="17" dur="1" fill="hold">
                                          <p:stCondLst>
                                            <p:cond delay="0"/>
                                          </p:stCondLst>
                                        </p:cTn>
                                        <p:tgtEl>
                                          <p:spTgt spid="710663"/>
                                        </p:tgtEl>
                                        <p:attrNameLst>
                                          <p:attrName>style.visibility</p:attrName>
                                        </p:attrNameLst>
                                      </p:cBhvr>
                                      <p:to>
                                        <p:strVal val="visible"/>
                                      </p:to>
                                    </p:set>
                                    <p:anim calcmode="lin" valueType="num">
                                      <p:cBhvr>
                                        <p:cTn id="18" dur="500" fill="hold"/>
                                        <p:tgtEl>
                                          <p:spTgt spid="710663"/>
                                        </p:tgtEl>
                                        <p:attrNameLst>
                                          <p:attrName>ppt_w</p:attrName>
                                        </p:attrNameLst>
                                      </p:cBhvr>
                                      <p:tavLst>
                                        <p:tav tm="0">
                                          <p:val>
                                            <p:fltVal val="0"/>
                                          </p:val>
                                        </p:tav>
                                        <p:tav tm="100000">
                                          <p:val>
                                            <p:strVal val="#ppt_w"/>
                                          </p:val>
                                        </p:tav>
                                      </p:tavLst>
                                    </p:anim>
                                    <p:anim calcmode="lin" valueType="num">
                                      <p:cBhvr>
                                        <p:cTn id="19" dur="500" fill="hold"/>
                                        <p:tgtEl>
                                          <p:spTgt spid="710663"/>
                                        </p:tgtEl>
                                        <p:attrNameLst>
                                          <p:attrName>ppt_h</p:attrName>
                                        </p:attrNameLst>
                                      </p:cBhvr>
                                      <p:tavLst>
                                        <p:tav tm="0">
                                          <p:val>
                                            <p:fltVal val="0"/>
                                          </p:val>
                                        </p:tav>
                                        <p:tav tm="100000">
                                          <p:val>
                                            <p:strVal val="#ppt_h"/>
                                          </p:val>
                                        </p:tav>
                                      </p:tavLst>
                                    </p:anim>
                                    <p:animEffect transition="in" filter="fade">
                                      <p:cBhvr>
                                        <p:cTn id="20" dur="500"/>
                                        <p:tgtEl>
                                          <p:spTgt spid="710663"/>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53" presetClass="entr" presetSubtype="0" fill="hold" grpId="0" nodeType="clickEffect">
                                  <p:stCondLst>
                                    <p:cond delay="0"/>
                                  </p:stCondLst>
                                  <p:childTnLst>
                                    <p:set>
                                      <p:cBhvr>
                                        <p:cTn id="24" dur="1" fill="hold">
                                          <p:stCondLst>
                                            <p:cond delay="0"/>
                                          </p:stCondLst>
                                        </p:cTn>
                                        <p:tgtEl>
                                          <p:spTgt spid="33796">
                                            <p:txEl>
                                              <p:pRg st="2" end="2"/>
                                            </p:txEl>
                                          </p:spTgt>
                                        </p:tgtEl>
                                        <p:attrNameLst>
                                          <p:attrName>style.visibility</p:attrName>
                                        </p:attrNameLst>
                                      </p:cBhvr>
                                      <p:to>
                                        <p:strVal val="visible"/>
                                      </p:to>
                                    </p:set>
                                    <p:anim calcmode="lin" valueType="num">
                                      <p:cBhvr>
                                        <p:cTn id="25" dur="500" fill="hold"/>
                                        <p:tgtEl>
                                          <p:spTgt spid="33796">
                                            <p:txEl>
                                              <p:pRg st="2" end="2"/>
                                            </p:txEl>
                                          </p:spTgt>
                                        </p:tgtEl>
                                        <p:attrNameLst>
                                          <p:attrName>ppt_w</p:attrName>
                                        </p:attrNameLst>
                                      </p:cBhvr>
                                      <p:tavLst>
                                        <p:tav tm="0">
                                          <p:val>
                                            <p:fltVal val="0"/>
                                          </p:val>
                                        </p:tav>
                                        <p:tav tm="100000">
                                          <p:val>
                                            <p:strVal val="#ppt_w"/>
                                          </p:val>
                                        </p:tav>
                                      </p:tavLst>
                                    </p:anim>
                                    <p:anim calcmode="lin" valueType="num">
                                      <p:cBhvr>
                                        <p:cTn id="26" dur="500" fill="hold"/>
                                        <p:tgtEl>
                                          <p:spTgt spid="33796">
                                            <p:txEl>
                                              <p:pRg st="2" end="2"/>
                                            </p:txEl>
                                          </p:spTgt>
                                        </p:tgtEl>
                                        <p:attrNameLst>
                                          <p:attrName>ppt_h</p:attrName>
                                        </p:attrNameLst>
                                      </p:cBhvr>
                                      <p:tavLst>
                                        <p:tav tm="0">
                                          <p:val>
                                            <p:fltVal val="0"/>
                                          </p:val>
                                        </p:tav>
                                        <p:tav tm="100000">
                                          <p:val>
                                            <p:strVal val="#ppt_h"/>
                                          </p:val>
                                        </p:tav>
                                      </p:tavLst>
                                    </p:anim>
                                    <p:animEffect transition="in" filter="fade">
                                      <p:cBhvr>
                                        <p:cTn id="27" dur="500"/>
                                        <p:tgtEl>
                                          <p:spTgt spid="33796">
                                            <p:txEl>
                                              <p:pRg st="2" end="2"/>
                                            </p:txEl>
                                          </p:spTgt>
                                        </p:tgtEl>
                                      </p:cBhvr>
                                    </p:animEffect>
                                  </p:childTnLst>
                                </p:cTn>
                              </p:par>
                              <p:par>
                                <p:cTn id="28" presetID="53" presetClass="entr" presetSubtype="0" fill="hold" grpId="0" nodeType="withEffect">
                                  <p:stCondLst>
                                    <p:cond delay="0"/>
                                  </p:stCondLst>
                                  <p:childTnLst>
                                    <p:set>
                                      <p:cBhvr>
                                        <p:cTn id="29" dur="1" fill="hold">
                                          <p:stCondLst>
                                            <p:cond delay="0"/>
                                          </p:stCondLst>
                                        </p:cTn>
                                        <p:tgtEl>
                                          <p:spTgt spid="17"/>
                                        </p:tgtEl>
                                        <p:attrNameLst>
                                          <p:attrName>style.visibility</p:attrName>
                                        </p:attrNameLst>
                                      </p:cBhvr>
                                      <p:to>
                                        <p:strVal val="visible"/>
                                      </p:to>
                                    </p:set>
                                    <p:anim calcmode="lin" valueType="num">
                                      <p:cBhvr>
                                        <p:cTn id="30" dur="500" fill="hold"/>
                                        <p:tgtEl>
                                          <p:spTgt spid="17"/>
                                        </p:tgtEl>
                                        <p:attrNameLst>
                                          <p:attrName>ppt_w</p:attrName>
                                        </p:attrNameLst>
                                      </p:cBhvr>
                                      <p:tavLst>
                                        <p:tav tm="0">
                                          <p:val>
                                            <p:fltVal val="0"/>
                                          </p:val>
                                        </p:tav>
                                        <p:tav tm="100000">
                                          <p:val>
                                            <p:strVal val="#ppt_w"/>
                                          </p:val>
                                        </p:tav>
                                      </p:tavLst>
                                    </p:anim>
                                    <p:anim calcmode="lin" valueType="num">
                                      <p:cBhvr>
                                        <p:cTn id="31" dur="500" fill="hold"/>
                                        <p:tgtEl>
                                          <p:spTgt spid="17"/>
                                        </p:tgtEl>
                                        <p:attrNameLst>
                                          <p:attrName>ppt_h</p:attrName>
                                        </p:attrNameLst>
                                      </p:cBhvr>
                                      <p:tavLst>
                                        <p:tav tm="0">
                                          <p:val>
                                            <p:fltVal val="0"/>
                                          </p:val>
                                        </p:tav>
                                        <p:tav tm="100000">
                                          <p:val>
                                            <p:strVal val="#ppt_h"/>
                                          </p:val>
                                        </p:tav>
                                      </p:tavLst>
                                    </p:anim>
                                    <p:animEffect transition="in" filter="fade">
                                      <p:cBhvr>
                                        <p:cTn id="32" dur="500"/>
                                        <p:tgtEl>
                                          <p:spTgt spid="17"/>
                                        </p:tgtEl>
                                      </p:cBhvr>
                                    </p:animEffect>
                                  </p:childTnLst>
                                </p:cTn>
                              </p:par>
                              <p:par>
                                <p:cTn id="33" presetID="53" presetClass="entr" presetSubtype="0" fill="hold" nodeType="withEffect">
                                  <p:stCondLst>
                                    <p:cond delay="0"/>
                                  </p:stCondLst>
                                  <p:childTnLst>
                                    <p:set>
                                      <p:cBhvr>
                                        <p:cTn id="34" dur="1" fill="hold">
                                          <p:stCondLst>
                                            <p:cond delay="0"/>
                                          </p:stCondLst>
                                        </p:cTn>
                                        <p:tgtEl>
                                          <p:spTgt spid="13">
                                            <p:txEl>
                                              <p:pRg st="0" end="0"/>
                                            </p:txEl>
                                          </p:spTgt>
                                        </p:tgtEl>
                                        <p:attrNameLst>
                                          <p:attrName>style.visibility</p:attrName>
                                        </p:attrNameLst>
                                      </p:cBhvr>
                                      <p:to>
                                        <p:strVal val="visible"/>
                                      </p:to>
                                    </p:set>
                                    <p:anim calcmode="lin" valueType="num">
                                      <p:cBhvr>
                                        <p:cTn id="35" dur="500" fill="hold"/>
                                        <p:tgtEl>
                                          <p:spTgt spid="13">
                                            <p:txEl>
                                              <p:pRg st="0" end="0"/>
                                            </p:txEl>
                                          </p:spTgt>
                                        </p:tgtEl>
                                        <p:attrNameLst>
                                          <p:attrName>ppt_w</p:attrName>
                                        </p:attrNameLst>
                                      </p:cBhvr>
                                      <p:tavLst>
                                        <p:tav tm="0">
                                          <p:val>
                                            <p:fltVal val="0"/>
                                          </p:val>
                                        </p:tav>
                                        <p:tav tm="100000">
                                          <p:val>
                                            <p:strVal val="#ppt_w"/>
                                          </p:val>
                                        </p:tav>
                                      </p:tavLst>
                                    </p:anim>
                                    <p:anim calcmode="lin" valueType="num">
                                      <p:cBhvr>
                                        <p:cTn id="36" dur="500" fill="hold"/>
                                        <p:tgtEl>
                                          <p:spTgt spid="13">
                                            <p:txEl>
                                              <p:pRg st="0" end="0"/>
                                            </p:txEl>
                                          </p:spTgt>
                                        </p:tgtEl>
                                        <p:attrNameLst>
                                          <p:attrName>ppt_h</p:attrName>
                                        </p:attrNameLst>
                                      </p:cBhvr>
                                      <p:tavLst>
                                        <p:tav tm="0">
                                          <p:val>
                                            <p:fltVal val="0"/>
                                          </p:val>
                                        </p:tav>
                                        <p:tav tm="100000">
                                          <p:val>
                                            <p:strVal val="#ppt_h"/>
                                          </p:val>
                                        </p:tav>
                                      </p:tavLst>
                                    </p:anim>
                                    <p:animEffect transition="in" filter="fade">
                                      <p:cBhvr>
                                        <p:cTn id="37" dur="500"/>
                                        <p:tgtEl>
                                          <p:spTgt spid="13">
                                            <p:txEl>
                                              <p:pRg st="0" end="0"/>
                                            </p:txEl>
                                          </p:spTgt>
                                        </p:tgtEl>
                                      </p:cBhvr>
                                    </p:animEffect>
                                  </p:childTnLst>
                                </p:cTn>
                              </p:par>
                              <p:par>
                                <p:cTn id="38" presetID="53" presetClass="entr" presetSubtype="0" fill="hold" nodeType="withEffect">
                                  <p:stCondLst>
                                    <p:cond delay="0"/>
                                  </p:stCondLst>
                                  <p:childTnLst>
                                    <p:set>
                                      <p:cBhvr>
                                        <p:cTn id="39" dur="1" fill="hold">
                                          <p:stCondLst>
                                            <p:cond delay="0"/>
                                          </p:stCondLst>
                                        </p:cTn>
                                        <p:tgtEl>
                                          <p:spTgt spid="13">
                                            <p:txEl>
                                              <p:pRg st="1" end="1"/>
                                            </p:txEl>
                                          </p:spTgt>
                                        </p:tgtEl>
                                        <p:attrNameLst>
                                          <p:attrName>style.visibility</p:attrName>
                                        </p:attrNameLst>
                                      </p:cBhvr>
                                      <p:to>
                                        <p:strVal val="visible"/>
                                      </p:to>
                                    </p:set>
                                    <p:anim calcmode="lin" valueType="num">
                                      <p:cBhvr>
                                        <p:cTn id="40" dur="500" fill="hold"/>
                                        <p:tgtEl>
                                          <p:spTgt spid="13">
                                            <p:txEl>
                                              <p:pRg st="1" end="1"/>
                                            </p:txEl>
                                          </p:spTgt>
                                        </p:tgtEl>
                                        <p:attrNameLst>
                                          <p:attrName>ppt_w</p:attrName>
                                        </p:attrNameLst>
                                      </p:cBhvr>
                                      <p:tavLst>
                                        <p:tav tm="0">
                                          <p:val>
                                            <p:fltVal val="0"/>
                                          </p:val>
                                        </p:tav>
                                        <p:tav tm="100000">
                                          <p:val>
                                            <p:strVal val="#ppt_w"/>
                                          </p:val>
                                        </p:tav>
                                      </p:tavLst>
                                    </p:anim>
                                    <p:anim calcmode="lin" valueType="num">
                                      <p:cBhvr>
                                        <p:cTn id="41" dur="500" fill="hold"/>
                                        <p:tgtEl>
                                          <p:spTgt spid="13">
                                            <p:txEl>
                                              <p:pRg st="1" end="1"/>
                                            </p:txEl>
                                          </p:spTgt>
                                        </p:tgtEl>
                                        <p:attrNameLst>
                                          <p:attrName>ppt_h</p:attrName>
                                        </p:attrNameLst>
                                      </p:cBhvr>
                                      <p:tavLst>
                                        <p:tav tm="0">
                                          <p:val>
                                            <p:fltVal val="0"/>
                                          </p:val>
                                        </p:tav>
                                        <p:tav tm="100000">
                                          <p:val>
                                            <p:strVal val="#ppt_h"/>
                                          </p:val>
                                        </p:tav>
                                      </p:tavLst>
                                    </p:anim>
                                    <p:animEffect transition="in" filter="fade">
                                      <p:cBhvr>
                                        <p:cTn id="42" dur="500"/>
                                        <p:tgtEl>
                                          <p:spTgt spid="13">
                                            <p:txEl>
                                              <p:pRg st="1" end="1"/>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53" presetClass="entr" presetSubtype="0" fill="hold" nodeType="clickEffect">
                                  <p:stCondLst>
                                    <p:cond delay="0"/>
                                  </p:stCondLst>
                                  <p:childTnLst>
                                    <p:set>
                                      <p:cBhvr>
                                        <p:cTn id="46" dur="1" fill="hold">
                                          <p:stCondLst>
                                            <p:cond delay="0"/>
                                          </p:stCondLst>
                                        </p:cTn>
                                        <p:tgtEl>
                                          <p:spTgt spid="710664"/>
                                        </p:tgtEl>
                                        <p:attrNameLst>
                                          <p:attrName>style.visibility</p:attrName>
                                        </p:attrNameLst>
                                      </p:cBhvr>
                                      <p:to>
                                        <p:strVal val="visible"/>
                                      </p:to>
                                    </p:set>
                                    <p:anim calcmode="lin" valueType="num">
                                      <p:cBhvr>
                                        <p:cTn id="47" dur="500" fill="hold"/>
                                        <p:tgtEl>
                                          <p:spTgt spid="710664"/>
                                        </p:tgtEl>
                                        <p:attrNameLst>
                                          <p:attrName>ppt_w</p:attrName>
                                        </p:attrNameLst>
                                      </p:cBhvr>
                                      <p:tavLst>
                                        <p:tav tm="0">
                                          <p:val>
                                            <p:fltVal val="0"/>
                                          </p:val>
                                        </p:tav>
                                        <p:tav tm="100000">
                                          <p:val>
                                            <p:strVal val="#ppt_w"/>
                                          </p:val>
                                        </p:tav>
                                      </p:tavLst>
                                    </p:anim>
                                    <p:anim calcmode="lin" valueType="num">
                                      <p:cBhvr>
                                        <p:cTn id="48" dur="500" fill="hold"/>
                                        <p:tgtEl>
                                          <p:spTgt spid="710664"/>
                                        </p:tgtEl>
                                        <p:attrNameLst>
                                          <p:attrName>ppt_h</p:attrName>
                                        </p:attrNameLst>
                                      </p:cBhvr>
                                      <p:tavLst>
                                        <p:tav tm="0">
                                          <p:val>
                                            <p:fltVal val="0"/>
                                          </p:val>
                                        </p:tav>
                                        <p:tav tm="100000">
                                          <p:val>
                                            <p:strVal val="#ppt_h"/>
                                          </p:val>
                                        </p:tav>
                                      </p:tavLst>
                                    </p:anim>
                                    <p:animEffect transition="in" filter="fade">
                                      <p:cBhvr>
                                        <p:cTn id="49" dur="500"/>
                                        <p:tgtEl>
                                          <p:spTgt spid="710664"/>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53" presetClass="entr" presetSubtype="0" fill="hold" nodeType="clickEffect">
                                  <p:stCondLst>
                                    <p:cond delay="0"/>
                                  </p:stCondLst>
                                  <p:childTnLst>
                                    <p:set>
                                      <p:cBhvr>
                                        <p:cTn id="53" dur="1" fill="hold">
                                          <p:stCondLst>
                                            <p:cond delay="0"/>
                                          </p:stCondLst>
                                        </p:cTn>
                                        <p:tgtEl>
                                          <p:spTgt spid="13">
                                            <p:txEl>
                                              <p:pRg st="2" end="2"/>
                                            </p:txEl>
                                          </p:spTgt>
                                        </p:tgtEl>
                                        <p:attrNameLst>
                                          <p:attrName>style.visibility</p:attrName>
                                        </p:attrNameLst>
                                      </p:cBhvr>
                                      <p:to>
                                        <p:strVal val="visible"/>
                                      </p:to>
                                    </p:set>
                                    <p:anim calcmode="lin" valueType="num">
                                      <p:cBhvr>
                                        <p:cTn id="54" dur="500" fill="hold"/>
                                        <p:tgtEl>
                                          <p:spTgt spid="13">
                                            <p:txEl>
                                              <p:pRg st="2" end="2"/>
                                            </p:txEl>
                                          </p:spTgt>
                                        </p:tgtEl>
                                        <p:attrNameLst>
                                          <p:attrName>ppt_w</p:attrName>
                                        </p:attrNameLst>
                                      </p:cBhvr>
                                      <p:tavLst>
                                        <p:tav tm="0">
                                          <p:val>
                                            <p:fltVal val="0"/>
                                          </p:val>
                                        </p:tav>
                                        <p:tav tm="100000">
                                          <p:val>
                                            <p:strVal val="#ppt_w"/>
                                          </p:val>
                                        </p:tav>
                                      </p:tavLst>
                                    </p:anim>
                                    <p:anim calcmode="lin" valueType="num">
                                      <p:cBhvr>
                                        <p:cTn id="55" dur="500" fill="hold"/>
                                        <p:tgtEl>
                                          <p:spTgt spid="13">
                                            <p:txEl>
                                              <p:pRg st="2" end="2"/>
                                            </p:txEl>
                                          </p:spTgt>
                                        </p:tgtEl>
                                        <p:attrNameLst>
                                          <p:attrName>ppt_h</p:attrName>
                                        </p:attrNameLst>
                                      </p:cBhvr>
                                      <p:tavLst>
                                        <p:tav tm="0">
                                          <p:val>
                                            <p:fltVal val="0"/>
                                          </p:val>
                                        </p:tav>
                                        <p:tav tm="100000">
                                          <p:val>
                                            <p:strVal val="#ppt_h"/>
                                          </p:val>
                                        </p:tav>
                                      </p:tavLst>
                                    </p:anim>
                                    <p:animEffect transition="in" filter="fade">
                                      <p:cBhvr>
                                        <p:cTn id="56" dur="500"/>
                                        <p:tgtEl>
                                          <p:spTgt spid="13">
                                            <p:txEl>
                                              <p:pRg st="2" end="2"/>
                                            </p:txEl>
                                          </p:spTgt>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53" presetClass="entr" presetSubtype="0" fill="hold" nodeType="clickEffect">
                                  <p:stCondLst>
                                    <p:cond delay="0"/>
                                  </p:stCondLst>
                                  <p:childTnLst>
                                    <p:set>
                                      <p:cBhvr>
                                        <p:cTn id="60" dur="1" fill="hold">
                                          <p:stCondLst>
                                            <p:cond delay="0"/>
                                          </p:stCondLst>
                                        </p:cTn>
                                        <p:tgtEl>
                                          <p:spTgt spid="710665"/>
                                        </p:tgtEl>
                                        <p:attrNameLst>
                                          <p:attrName>style.visibility</p:attrName>
                                        </p:attrNameLst>
                                      </p:cBhvr>
                                      <p:to>
                                        <p:strVal val="visible"/>
                                      </p:to>
                                    </p:set>
                                    <p:anim calcmode="lin" valueType="num">
                                      <p:cBhvr>
                                        <p:cTn id="61" dur="500" fill="hold"/>
                                        <p:tgtEl>
                                          <p:spTgt spid="710665"/>
                                        </p:tgtEl>
                                        <p:attrNameLst>
                                          <p:attrName>ppt_w</p:attrName>
                                        </p:attrNameLst>
                                      </p:cBhvr>
                                      <p:tavLst>
                                        <p:tav tm="0">
                                          <p:val>
                                            <p:fltVal val="0"/>
                                          </p:val>
                                        </p:tav>
                                        <p:tav tm="100000">
                                          <p:val>
                                            <p:strVal val="#ppt_w"/>
                                          </p:val>
                                        </p:tav>
                                      </p:tavLst>
                                    </p:anim>
                                    <p:anim calcmode="lin" valueType="num">
                                      <p:cBhvr>
                                        <p:cTn id="62" dur="500" fill="hold"/>
                                        <p:tgtEl>
                                          <p:spTgt spid="710665"/>
                                        </p:tgtEl>
                                        <p:attrNameLst>
                                          <p:attrName>ppt_h</p:attrName>
                                        </p:attrNameLst>
                                      </p:cBhvr>
                                      <p:tavLst>
                                        <p:tav tm="0">
                                          <p:val>
                                            <p:fltVal val="0"/>
                                          </p:val>
                                        </p:tav>
                                        <p:tav tm="100000">
                                          <p:val>
                                            <p:strVal val="#ppt_h"/>
                                          </p:val>
                                        </p:tav>
                                      </p:tavLst>
                                    </p:anim>
                                    <p:animEffect transition="in" filter="fade">
                                      <p:cBhvr>
                                        <p:cTn id="63" dur="500"/>
                                        <p:tgtEl>
                                          <p:spTgt spid="710665"/>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53" presetClass="entr" presetSubtype="0" fill="hold" nodeType="clickEffect">
                                  <p:stCondLst>
                                    <p:cond delay="0"/>
                                  </p:stCondLst>
                                  <p:childTnLst>
                                    <p:set>
                                      <p:cBhvr>
                                        <p:cTn id="67" dur="1" fill="hold">
                                          <p:stCondLst>
                                            <p:cond delay="0"/>
                                          </p:stCondLst>
                                        </p:cTn>
                                        <p:tgtEl>
                                          <p:spTgt spid="13">
                                            <p:txEl>
                                              <p:pRg st="3" end="3"/>
                                            </p:txEl>
                                          </p:spTgt>
                                        </p:tgtEl>
                                        <p:attrNameLst>
                                          <p:attrName>style.visibility</p:attrName>
                                        </p:attrNameLst>
                                      </p:cBhvr>
                                      <p:to>
                                        <p:strVal val="visible"/>
                                      </p:to>
                                    </p:set>
                                    <p:anim calcmode="lin" valueType="num">
                                      <p:cBhvr>
                                        <p:cTn id="68" dur="500" fill="hold"/>
                                        <p:tgtEl>
                                          <p:spTgt spid="13">
                                            <p:txEl>
                                              <p:pRg st="3" end="3"/>
                                            </p:txEl>
                                          </p:spTgt>
                                        </p:tgtEl>
                                        <p:attrNameLst>
                                          <p:attrName>ppt_w</p:attrName>
                                        </p:attrNameLst>
                                      </p:cBhvr>
                                      <p:tavLst>
                                        <p:tav tm="0">
                                          <p:val>
                                            <p:fltVal val="0"/>
                                          </p:val>
                                        </p:tav>
                                        <p:tav tm="100000">
                                          <p:val>
                                            <p:strVal val="#ppt_w"/>
                                          </p:val>
                                        </p:tav>
                                      </p:tavLst>
                                    </p:anim>
                                    <p:anim calcmode="lin" valueType="num">
                                      <p:cBhvr>
                                        <p:cTn id="69" dur="500" fill="hold"/>
                                        <p:tgtEl>
                                          <p:spTgt spid="13">
                                            <p:txEl>
                                              <p:pRg st="3" end="3"/>
                                            </p:txEl>
                                          </p:spTgt>
                                        </p:tgtEl>
                                        <p:attrNameLst>
                                          <p:attrName>ppt_h</p:attrName>
                                        </p:attrNameLst>
                                      </p:cBhvr>
                                      <p:tavLst>
                                        <p:tav tm="0">
                                          <p:val>
                                            <p:fltVal val="0"/>
                                          </p:val>
                                        </p:tav>
                                        <p:tav tm="100000">
                                          <p:val>
                                            <p:strVal val="#ppt_h"/>
                                          </p:val>
                                        </p:tav>
                                      </p:tavLst>
                                    </p:anim>
                                    <p:animEffect transition="in" filter="fade">
                                      <p:cBhvr>
                                        <p:cTn id="70" dur="500"/>
                                        <p:tgtEl>
                                          <p:spTgt spid="13">
                                            <p:txEl>
                                              <p:pRg st="3" end="3"/>
                                            </p:txEl>
                                          </p:spTgt>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53" presetClass="entr" presetSubtype="0" fill="hold" nodeType="clickEffect">
                                  <p:stCondLst>
                                    <p:cond delay="0"/>
                                  </p:stCondLst>
                                  <p:childTnLst>
                                    <p:set>
                                      <p:cBhvr>
                                        <p:cTn id="74" dur="1" fill="hold">
                                          <p:stCondLst>
                                            <p:cond delay="0"/>
                                          </p:stCondLst>
                                        </p:cTn>
                                        <p:tgtEl>
                                          <p:spTgt spid="13">
                                            <p:txEl>
                                              <p:pRg st="4" end="4"/>
                                            </p:txEl>
                                          </p:spTgt>
                                        </p:tgtEl>
                                        <p:attrNameLst>
                                          <p:attrName>style.visibility</p:attrName>
                                        </p:attrNameLst>
                                      </p:cBhvr>
                                      <p:to>
                                        <p:strVal val="visible"/>
                                      </p:to>
                                    </p:set>
                                    <p:anim calcmode="lin" valueType="num">
                                      <p:cBhvr>
                                        <p:cTn id="75" dur="500" fill="hold"/>
                                        <p:tgtEl>
                                          <p:spTgt spid="13">
                                            <p:txEl>
                                              <p:pRg st="4" end="4"/>
                                            </p:txEl>
                                          </p:spTgt>
                                        </p:tgtEl>
                                        <p:attrNameLst>
                                          <p:attrName>ppt_w</p:attrName>
                                        </p:attrNameLst>
                                      </p:cBhvr>
                                      <p:tavLst>
                                        <p:tav tm="0">
                                          <p:val>
                                            <p:fltVal val="0"/>
                                          </p:val>
                                        </p:tav>
                                        <p:tav tm="100000">
                                          <p:val>
                                            <p:strVal val="#ppt_w"/>
                                          </p:val>
                                        </p:tav>
                                      </p:tavLst>
                                    </p:anim>
                                    <p:anim calcmode="lin" valueType="num">
                                      <p:cBhvr>
                                        <p:cTn id="76" dur="500" fill="hold"/>
                                        <p:tgtEl>
                                          <p:spTgt spid="13">
                                            <p:txEl>
                                              <p:pRg st="4" end="4"/>
                                            </p:txEl>
                                          </p:spTgt>
                                        </p:tgtEl>
                                        <p:attrNameLst>
                                          <p:attrName>ppt_h</p:attrName>
                                        </p:attrNameLst>
                                      </p:cBhvr>
                                      <p:tavLst>
                                        <p:tav tm="0">
                                          <p:val>
                                            <p:fltVal val="0"/>
                                          </p:val>
                                        </p:tav>
                                        <p:tav tm="100000">
                                          <p:val>
                                            <p:strVal val="#ppt_h"/>
                                          </p:val>
                                        </p:tav>
                                      </p:tavLst>
                                    </p:anim>
                                    <p:animEffect transition="in" filter="fade">
                                      <p:cBhvr>
                                        <p:cTn id="77" dur="500"/>
                                        <p:tgtEl>
                                          <p:spTgt spid="13">
                                            <p:txEl>
                                              <p:pRg st="4" end="4"/>
                                            </p:txEl>
                                          </p:spTgt>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53" presetClass="entr" presetSubtype="0" fill="hold" nodeType="clickEffect">
                                  <p:stCondLst>
                                    <p:cond delay="0"/>
                                  </p:stCondLst>
                                  <p:childTnLst>
                                    <p:set>
                                      <p:cBhvr>
                                        <p:cTn id="81" dur="1" fill="hold">
                                          <p:stCondLst>
                                            <p:cond delay="0"/>
                                          </p:stCondLst>
                                        </p:cTn>
                                        <p:tgtEl>
                                          <p:spTgt spid="23"/>
                                        </p:tgtEl>
                                        <p:attrNameLst>
                                          <p:attrName>style.visibility</p:attrName>
                                        </p:attrNameLst>
                                      </p:cBhvr>
                                      <p:to>
                                        <p:strVal val="visible"/>
                                      </p:to>
                                    </p:set>
                                    <p:anim calcmode="lin" valueType="num">
                                      <p:cBhvr>
                                        <p:cTn id="82" dur="500" fill="hold"/>
                                        <p:tgtEl>
                                          <p:spTgt spid="23"/>
                                        </p:tgtEl>
                                        <p:attrNameLst>
                                          <p:attrName>ppt_w</p:attrName>
                                        </p:attrNameLst>
                                      </p:cBhvr>
                                      <p:tavLst>
                                        <p:tav tm="0">
                                          <p:val>
                                            <p:fltVal val="0"/>
                                          </p:val>
                                        </p:tav>
                                        <p:tav tm="100000">
                                          <p:val>
                                            <p:strVal val="#ppt_w"/>
                                          </p:val>
                                        </p:tav>
                                      </p:tavLst>
                                    </p:anim>
                                    <p:anim calcmode="lin" valueType="num">
                                      <p:cBhvr>
                                        <p:cTn id="83" dur="500" fill="hold"/>
                                        <p:tgtEl>
                                          <p:spTgt spid="23"/>
                                        </p:tgtEl>
                                        <p:attrNameLst>
                                          <p:attrName>ppt_h</p:attrName>
                                        </p:attrNameLst>
                                      </p:cBhvr>
                                      <p:tavLst>
                                        <p:tav tm="0">
                                          <p:val>
                                            <p:fltVal val="0"/>
                                          </p:val>
                                        </p:tav>
                                        <p:tav tm="100000">
                                          <p:val>
                                            <p:strVal val="#ppt_h"/>
                                          </p:val>
                                        </p:tav>
                                      </p:tavLst>
                                    </p:anim>
                                    <p:animEffect transition="in" filter="fade">
                                      <p:cBhvr>
                                        <p:cTn id="84" dur="500"/>
                                        <p:tgtEl>
                                          <p:spTgt spid="23"/>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53" presetClass="entr" presetSubtype="0" fill="hold" nodeType="clickEffect">
                                  <p:stCondLst>
                                    <p:cond delay="0"/>
                                  </p:stCondLst>
                                  <p:childTnLst>
                                    <p:set>
                                      <p:cBhvr>
                                        <p:cTn id="88" dur="1" fill="hold">
                                          <p:stCondLst>
                                            <p:cond delay="0"/>
                                          </p:stCondLst>
                                        </p:cTn>
                                        <p:tgtEl>
                                          <p:spTgt spid="13">
                                            <p:txEl>
                                              <p:pRg st="5" end="5"/>
                                            </p:txEl>
                                          </p:spTgt>
                                        </p:tgtEl>
                                        <p:attrNameLst>
                                          <p:attrName>style.visibility</p:attrName>
                                        </p:attrNameLst>
                                      </p:cBhvr>
                                      <p:to>
                                        <p:strVal val="visible"/>
                                      </p:to>
                                    </p:set>
                                    <p:anim calcmode="lin" valueType="num">
                                      <p:cBhvr>
                                        <p:cTn id="89" dur="500" fill="hold"/>
                                        <p:tgtEl>
                                          <p:spTgt spid="13">
                                            <p:txEl>
                                              <p:pRg st="5" end="5"/>
                                            </p:txEl>
                                          </p:spTgt>
                                        </p:tgtEl>
                                        <p:attrNameLst>
                                          <p:attrName>ppt_w</p:attrName>
                                        </p:attrNameLst>
                                      </p:cBhvr>
                                      <p:tavLst>
                                        <p:tav tm="0">
                                          <p:val>
                                            <p:fltVal val="0"/>
                                          </p:val>
                                        </p:tav>
                                        <p:tav tm="100000">
                                          <p:val>
                                            <p:strVal val="#ppt_w"/>
                                          </p:val>
                                        </p:tav>
                                      </p:tavLst>
                                    </p:anim>
                                    <p:anim calcmode="lin" valueType="num">
                                      <p:cBhvr>
                                        <p:cTn id="90" dur="500" fill="hold"/>
                                        <p:tgtEl>
                                          <p:spTgt spid="13">
                                            <p:txEl>
                                              <p:pRg st="5" end="5"/>
                                            </p:txEl>
                                          </p:spTgt>
                                        </p:tgtEl>
                                        <p:attrNameLst>
                                          <p:attrName>ppt_h</p:attrName>
                                        </p:attrNameLst>
                                      </p:cBhvr>
                                      <p:tavLst>
                                        <p:tav tm="0">
                                          <p:val>
                                            <p:fltVal val="0"/>
                                          </p:val>
                                        </p:tav>
                                        <p:tav tm="100000">
                                          <p:val>
                                            <p:strVal val="#ppt_h"/>
                                          </p:val>
                                        </p:tav>
                                      </p:tavLst>
                                    </p:anim>
                                    <p:animEffect transition="in" filter="fade">
                                      <p:cBhvr>
                                        <p:cTn id="91" dur="500"/>
                                        <p:tgtEl>
                                          <p:spTgt spid="13">
                                            <p:txEl>
                                              <p:pRg st="5" end="5"/>
                                            </p:txEl>
                                          </p:spTgt>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53" presetClass="entr" presetSubtype="0" fill="hold" grpId="0" nodeType="clickEffect">
                                  <p:stCondLst>
                                    <p:cond delay="0"/>
                                  </p:stCondLst>
                                  <p:childTnLst>
                                    <p:set>
                                      <p:cBhvr>
                                        <p:cTn id="95" dur="1" fill="hold">
                                          <p:stCondLst>
                                            <p:cond delay="0"/>
                                          </p:stCondLst>
                                        </p:cTn>
                                        <p:tgtEl>
                                          <p:spTgt spid="4"/>
                                        </p:tgtEl>
                                        <p:attrNameLst>
                                          <p:attrName>style.visibility</p:attrName>
                                        </p:attrNameLst>
                                      </p:cBhvr>
                                      <p:to>
                                        <p:strVal val="visible"/>
                                      </p:to>
                                    </p:set>
                                    <p:anim calcmode="lin" valueType="num">
                                      <p:cBhvr>
                                        <p:cTn id="96" dur="500" fill="hold"/>
                                        <p:tgtEl>
                                          <p:spTgt spid="4"/>
                                        </p:tgtEl>
                                        <p:attrNameLst>
                                          <p:attrName>ppt_w</p:attrName>
                                        </p:attrNameLst>
                                      </p:cBhvr>
                                      <p:tavLst>
                                        <p:tav tm="0">
                                          <p:val>
                                            <p:fltVal val="0"/>
                                          </p:val>
                                        </p:tav>
                                        <p:tav tm="100000">
                                          <p:val>
                                            <p:strVal val="#ppt_w"/>
                                          </p:val>
                                        </p:tav>
                                      </p:tavLst>
                                    </p:anim>
                                    <p:anim calcmode="lin" valueType="num">
                                      <p:cBhvr>
                                        <p:cTn id="97" dur="500" fill="hold"/>
                                        <p:tgtEl>
                                          <p:spTgt spid="4"/>
                                        </p:tgtEl>
                                        <p:attrNameLst>
                                          <p:attrName>ppt_h</p:attrName>
                                        </p:attrNameLst>
                                      </p:cBhvr>
                                      <p:tavLst>
                                        <p:tav tm="0">
                                          <p:val>
                                            <p:fltVal val="0"/>
                                          </p:val>
                                        </p:tav>
                                        <p:tav tm="100000">
                                          <p:val>
                                            <p:strVal val="#ppt_h"/>
                                          </p:val>
                                        </p:tav>
                                      </p:tavLst>
                                    </p:anim>
                                    <p:animEffect transition="in" filter="fade">
                                      <p:cBhvr>
                                        <p:cTn id="98" dur="500"/>
                                        <p:tgtEl>
                                          <p:spTgt spid="4"/>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53" presetClass="entr" presetSubtype="0" fill="hold" nodeType="clickEffect">
                                  <p:stCondLst>
                                    <p:cond delay="0"/>
                                  </p:stCondLst>
                                  <p:childTnLst>
                                    <p:set>
                                      <p:cBhvr>
                                        <p:cTn id="102" dur="1" fill="hold">
                                          <p:stCondLst>
                                            <p:cond delay="0"/>
                                          </p:stCondLst>
                                        </p:cTn>
                                        <p:tgtEl>
                                          <p:spTgt spid="19"/>
                                        </p:tgtEl>
                                        <p:attrNameLst>
                                          <p:attrName>style.visibility</p:attrName>
                                        </p:attrNameLst>
                                      </p:cBhvr>
                                      <p:to>
                                        <p:strVal val="visible"/>
                                      </p:to>
                                    </p:set>
                                    <p:anim calcmode="lin" valueType="num">
                                      <p:cBhvr>
                                        <p:cTn id="103" dur="500" fill="hold"/>
                                        <p:tgtEl>
                                          <p:spTgt spid="19"/>
                                        </p:tgtEl>
                                        <p:attrNameLst>
                                          <p:attrName>ppt_w</p:attrName>
                                        </p:attrNameLst>
                                      </p:cBhvr>
                                      <p:tavLst>
                                        <p:tav tm="0">
                                          <p:val>
                                            <p:fltVal val="0"/>
                                          </p:val>
                                        </p:tav>
                                        <p:tav tm="100000">
                                          <p:val>
                                            <p:strVal val="#ppt_w"/>
                                          </p:val>
                                        </p:tav>
                                      </p:tavLst>
                                    </p:anim>
                                    <p:anim calcmode="lin" valueType="num">
                                      <p:cBhvr>
                                        <p:cTn id="104" dur="500" fill="hold"/>
                                        <p:tgtEl>
                                          <p:spTgt spid="19"/>
                                        </p:tgtEl>
                                        <p:attrNameLst>
                                          <p:attrName>ppt_h</p:attrName>
                                        </p:attrNameLst>
                                      </p:cBhvr>
                                      <p:tavLst>
                                        <p:tav tm="0">
                                          <p:val>
                                            <p:fltVal val="0"/>
                                          </p:val>
                                        </p:tav>
                                        <p:tav tm="100000">
                                          <p:val>
                                            <p:strVal val="#ppt_h"/>
                                          </p:val>
                                        </p:tav>
                                      </p:tavLst>
                                    </p:anim>
                                    <p:animEffect transition="in" filter="fade">
                                      <p:cBhvr>
                                        <p:cTn id="105" dur="500"/>
                                        <p:tgtEl>
                                          <p:spTgt spid="19"/>
                                        </p:tgtEl>
                                      </p:cBhvr>
                                    </p:animEffec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53" presetClass="entr" presetSubtype="0" fill="hold" nodeType="clickEffect">
                                  <p:stCondLst>
                                    <p:cond delay="0"/>
                                  </p:stCondLst>
                                  <p:childTnLst>
                                    <p:set>
                                      <p:cBhvr>
                                        <p:cTn id="109" dur="1" fill="hold">
                                          <p:stCondLst>
                                            <p:cond delay="0"/>
                                          </p:stCondLst>
                                        </p:cTn>
                                        <p:tgtEl>
                                          <p:spTgt spid="22">
                                            <p:txEl>
                                              <p:pRg st="0" end="0"/>
                                            </p:txEl>
                                          </p:spTgt>
                                        </p:tgtEl>
                                        <p:attrNameLst>
                                          <p:attrName>style.visibility</p:attrName>
                                        </p:attrNameLst>
                                      </p:cBhvr>
                                      <p:to>
                                        <p:strVal val="visible"/>
                                      </p:to>
                                    </p:set>
                                    <p:anim calcmode="lin" valueType="num">
                                      <p:cBhvr>
                                        <p:cTn id="110" dur="500" fill="hold"/>
                                        <p:tgtEl>
                                          <p:spTgt spid="22">
                                            <p:txEl>
                                              <p:pRg st="0" end="0"/>
                                            </p:txEl>
                                          </p:spTgt>
                                        </p:tgtEl>
                                        <p:attrNameLst>
                                          <p:attrName>ppt_w</p:attrName>
                                        </p:attrNameLst>
                                      </p:cBhvr>
                                      <p:tavLst>
                                        <p:tav tm="0">
                                          <p:val>
                                            <p:fltVal val="0"/>
                                          </p:val>
                                        </p:tav>
                                        <p:tav tm="100000">
                                          <p:val>
                                            <p:strVal val="#ppt_w"/>
                                          </p:val>
                                        </p:tav>
                                      </p:tavLst>
                                    </p:anim>
                                    <p:anim calcmode="lin" valueType="num">
                                      <p:cBhvr>
                                        <p:cTn id="111" dur="500" fill="hold"/>
                                        <p:tgtEl>
                                          <p:spTgt spid="22">
                                            <p:txEl>
                                              <p:pRg st="0" end="0"/>
                                            </p:txEl>
                                          </p:spTgt>
                                        </p:tgtEl>
                                        <p:attrNameLst>
                                          <p:attrName>ppt_h</p:attrName>
                                        </p:attrNameLst>
                                      </p:cBhvr>
                                      <p:tavLst>
                                        <p:tav tm="0">
                                          <p:val>
                                            <p:fltVal val="0"/>
                                          </p:val>
                                        </p:tav>
                                        <p:tav tm="100000">
                                          <p:val>
                                            <p:strVal val="#ppt_h"/>
                                          </p:val>
                                        </p:tav>
                                      </p:tavLst>
                                    </p:anim>
                                    <p:animEffect transition="in" filter="fade">
                                      <p:cBhvr>
                                        <p:cTn id="112" dur="500"/>
                                        <p:tgtEl>
                                          <p:spTgt spid="22">
                                            <p:txEl>
                                              <p:pRg st="0" end="0"/>
                                            </p:txEl>
                                          </p:spTgt>
                                        </p:tgtEl>
                                      </p:cBhvr>
                                    </p:animEffect>
                                  </p:childTnLst>
                                </p:cTn>
                              </p:par>
                              <p:par>
                                <p:cTn id="113" presetID="53" presetClass="entr" presetSubtype="0" fill="hold" nodeType="withEffect">
                                  <p:stCondLst>
                                    <p:cond delay="0"/>
                                  </p:stCondLst>
                                  <p:childTnLst>
                                    <p:set>
                                      <p:cBhvr>
                                        <p:cTn id="114" dur="1" fill="hold">
                                          <p:stCondLst>
                                            <p:cond delay="0"/>
                                          </p:stCondLst>
                                        </p:cTn>
                                        <p:tgtEl>
                                          <p:spTgt spid="22">
                                            <p:txEl>
                                              <p:pRg st="1" end="1"/>
                                            </p:txEl>
                                          </p:spTgt>
                                        </p:tgtEl>
                                        <p:attrNameLst>
                                          <p:attrName>style.visibility</p:attrName>
                                        </p:attrNameLst>
                                      </p:cBhvr>
                                      <p:to>
                                        <p:strVal val="visible"/>
                                      </p:to>
                                    </p:set>
                                    <p:anim calcmode="lin" valueType="num">
                                      <p:cBhvr>
                                        <p:cTn id="115" dur="500" fill="hold"/>
                                        <p:tgtEl>
                                          <p:spTgt spid="22">
                                            <p:txEl>
                                              <p:pRg st="1" end="1"/>
                                            </p:txEl>
                                          </p:spTgt>
                                        </p:tgtEl>
                                        <p:attrNameLst>
                                          <p:attrName>ppt_w</p:attrName>
                                        </p:attrNameLst>
                                      </p:cBhvr>
                                      <p:tavLst>
                                        <p:tav tm="0">
                                          <p:val>
                                            <p:fltVal val="0"/>
                                          </p:val>
                                        </p:tav>
                                        <p:tav tm="100000">
                                          <p:val>
                                            <p:strVal val="#ppt_w"/>
                                          </p:val>
                                        </p:tav>
                                      </p:tavLst>
                                    </p:anim>
                                    <p:anim calcmode="lin" valueType="num">
                                      <p:cBhvr>
                                        <p:cTn id="116" dur="500" fill="hold"/>
                                        <p:tgtEl>
                                          <p:spTgt spid="22">
                                            <p:txEl>
                                              <p:pRg st="1" end="1"/>
                                            </p:txEl>
                                          </p:spTgt>
                                        </p:tgtEl>
                                        <p:attrNameLst>
                                          <p:attrName>ppt_h</p:attrName>
                                        </p:attrNameLst>
                                      </p:cBhvr>
                                      <p:tavLst>
                                        <p:tav tm="0">
                                          <p:val>
                                            <p:fltVal val="0"/>
                                          </p:val>
                                        </p:tav>
                                        <p:tav tm="100000">
                                          <p:val>
                                            <p:strVal val="#ppt_h"/>
                                          </p:val>
                                        </p:tav>
                                      </p:tavLst>
                                    </p:anim>
                                    <p:animEffect transition="in" filter="fade">
                                      <p:cBhvr>
                                        <p:cTn id="117" dur="500"/>
                                        <p:tgtEl>
                                          <p:spTgt spid="22">
                                            <p:txEl>
                                              <p:pRg st="1" end="1"/>
                                            </p:txEl>
                                          </p:spTgt>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53" presetClass="entr" presetSubtype="0" fill="hold" nodeType="clickEffect">
                                  <p:stCondLst>
                                    <p:cond delay="0"/>
                                  </p:stCondLst>
                                  <p:childTnLst>
                                    <p:set>
                                      <p:cBhvr>
                                        <p:cTn id="121" dur="1" fill="hold">
                                          <p:stCondLst>
                                            <p:cond delay="0"/>
                                          </p:stCondLst>
                                        </p:cTn>
                                        <p:tgtEl>
                                          <p:spTgt spid="20"/>
                                        </p:tgtEl>
                                        <p:attrNameLst>
                                          <p:attrName>style.visibility</p:attrName>
                                        </p:attrNameLst>
                                      </p:cBhvr>
                                      <p:to>
                                        <p:strVal val="visible"/>
                                      </p:to>
                                    </p:set>
                                    <p:anim calcmode="lin" valueType="num">
                                      <p:cBhvr>
                                        <p:cTn id="122" dur="500" fill="hold"/>
                                        <p:tgtEl>
                                          <p:spTgt spid="20"/>
                                        </p:tgtEl>
                                        <p:attrNameLst>
                                          <p:attrName>ppt_w</p:attrName>
                                        </p:attrNameLst>
                                      </p:cBhvr>
                                      <p:tavLst>
                                        <p:tav tm="0">
                                          <p:val>
                                            <p:fltVal val="0"/>
                                          </p:val>
                                        </p:tav>
                                        <p:tav tm="100000">
                                          <p:val>
                                            <p:strVal val="#ppt_w"/>
                                          </p:val>
                                        </p:tav>
                                      </p:tavLst>
                                    </p:anim>
                                    <p:anim calcmode="lin" valueType="num">
                                      <p:cBhvr>
                                        <p:cTn id="123" dur="500" fill="hold"/>
                                        <p:tgtEl>
                                          <p:spTgt spid="20"/>
                                        </p:tgtEl>
                                        <p:attrNameLst>
                                          <p:attrName>ppt_h</p:attrName>
                                        </p:attrNameLst>
                                      </p:cBhvr>
                                      <p:tavLst>
                                        <p:tav tm="0">
                                          <p:val>
                                            <p:fltVal val="0"/>
                                          </p:val>
                                        </p:tav>
                                        <p:tav tm="100000">
                                          <p:val>
                                            <p:strVal val="#ppt_h"/>
                                          </p:val>
                                        </p:tav>
                                      </p:tavLst>
                                    </p:anim>
                                    <p:animEffect transition="in" filter="fade">
                                      <p:cBhvr>
                                        <p:cTn id="124" dur="500"/>
                                        <p:tgtEl>
                                          <p:spTgt spid="20"/>
                                        </p:tgtEl>
                                      </p:cBhvr>
                                    </p:animEffect>
                                  </p:childTnLst>
                                </p:cTn>
                              </p:par>
                            </p:childTnLst>
                          </p:cTn>
                        </p:par>
                      </p:childTnLst>
                    </p:cTn>
                  </p:par>
                  <p:par>
                    <p:cTn id="125" fill="hold" nodeType="clickPar">
                      <p:stCondLst>
                        <p:cond delay="indefinite"/>
                      </p:stCondLst>
                      <p:childTnLst>
                        <p:par>
                          <p:cTn id="126" fill="hold" nodeType="withGroup">
                            <p:stCondLst>
                              <p:cond delay="0"/>
                            </p:stCondLst>
                            <p:childTnLst>
                              <p:par>
                                <p:cTn id="127" presetID="53" presetClass="entr" presetSubtype="0" fill="hold" nodeType="clickEffect">
                                  <p:stCondLst>
                                    <p:cond delay="0"/>
                                  </p:stCondLst>
                                  <p:childTnLst>
                                    <p:set>
                                      <p:cBhvr>
                                        <p:cTn id="128" dur="1" fill="hold">
                                          <p:stCondLst>
                                            <p:cond delay="0"/>
                                          </p:stCondLst>
                                        </p:cTn>
                                        <p:tgtEl>
                                          <p:spTgt spid="22">
                                            <p:txEl>
                                              <p:pRg st="2" end="2"/>
                                            </p:txEl>
                                          </p:spTgt>
                                        </p:tgtEl>
                                        <p:attrNameLst>
                                          <p:attrName>style.visibility</p:attrName>
                                        </p:attrNameLst>
                                      </p:cBhvr>
                                      <p:to>
                                        <p:strVal val="visible"/>
                                      </p:to>
                                    </p:set>
                                    <p:anim calcmode="lin" valueType="num">
                                      <p:cBhvr>
                                        <p:cTn id="129" dur="500" fill="hold"/>
                                        <p:tgtEl>
                                          <p:spTgt spid="22">
                                            <p:txEl>
                                              <p:pRg st="2" end="2"/>
                                            </p:txEl>
                                          </p:spTgt>
                                        </p:tgtEl>
                                        <p:attrNameLst>
                                          <p:attrName>ppt_w</p:attrName>
                                        </p:attrNameLst>
                                      </p:cBhvr>
                                      <p:tavLst>
                                        <p:tav tm="0">
                                          <p:val>
                                            <p:fltVal val="0"/>
                                          </p:val>
                                        </p:tav>
                                        <p:tav tm="100000">
                                          <p:val>
                                            <p:strVal val="#ppt_w"/>
                                          </p:val>
                                        </p:tav>
                                      </p:tavLst>
                                    </p:anim>
                                    <p:anim calcmode="lin" valueType="num">
                                      <p:cBhvr>
                                        <p:cTn id="130" dur="500" fill="hold"/>
                                        <p:tgtEl>
                                          <p:spTgt spid="22">
                                            <p:txEl>
                                              <p:pRg st="2" end="2"/>
                                            </p:txEl>
                                          </p:spTgt>
                                        </p:tgtEl>
                                        <p:attrNameLst>
                                          <p:attrName>ppt_h</p:attrName>
                                        </p:attrNameLst>
                                      </p:cBhvr>
                                      <p:tavLst>
                                        <p:tav tm="0">
                                          <p:val>
                                            <p:fltVal val="0"/>
                                          </p:val>
                                        </p:tav>
                                        <p:tav tm="100000">
                                          <p:val>
                                            <p:strVal val="#ppt_h"/>
                                          </p:val>
                                        </p:tav>
                                      </p:tavLst>
                                    </p:anim>
                                    <p:animEffect transition="in" filter="fade">
                                      <p:cBhvr>
                                        <p:cTn id="131" dur="500"/>
                                        <p:tgtEl>
                                          <p:spTgt spid="22">
                                            <p:txEl>
                                              <p:pRg st="2" end="2"/>
                                            </p:txEl>
                                          </p:spTgt>
                                        </p:tgtEl>
                                      </p:cBhvr>
                                    </p:animEffect>
                                  </p:childTnLst>
                                </p:cTn>
                              </p:par>
                            </p:childTnLst>
                          </p:cTn>
                        </p:par>
                      </p:childTnLst>
                    </p:cTn>
                  </p:par>
                  <p:par>
                    <p:cTn id="132" fill="hold" nodeType="clickPar">
                      <p:stCondLst>
                        <p:cond delay="indefinite"/>
                      </p:stCondLst>
                      <p:childTnLst>
                        <p:par>
                          <p:cTn id="133" fill="hold" nodeType="withGroup">
                            <p:stCondLst>
                              <p:cond delay="0"/>
                            </p:stCondLst>
                            <p:childTnLst>
                              <p:par>
                                <p:cTn id="134" presetID="53" presetClass="entr" presetSubtype="0" fill="hold" nodeType="clickEffect">
                                  <p:stCondLst>
                                    <p:cond delay="0"/>
                                  </p:stCondLst>
                                  <p:childTnLst>
                                    <p:set>
                                      <p:cBhvr>
                                        <p:cTn id="135" dur="1" fill="hold">
                                          <p:stCondLst>
                                            <p:cond delay="0"/>
                                          </p:stCondLst>
                                        </p:cTn>
                                        <p:tgtEl>
                                          <p:spTgt spid="21"/>
                                        </p:tgtEl>
                                        <p:attrNameLst>
                                          <p:attrName>style.visibility</p:attrName>
                                        </p:attrNameLst>
                                      </p:cBhvr>
                                      <p:to>
                                        <p:strVal val="visible"/>
                                      </p:to>
                                    </p:set>
                                    <p:anim calcmode="lin" valueType="num">
                                      <p:cBhvr>
                                        <p:cTn id="136" dur="500" fill="hold"/>
                                        <p:tgtEl>
                                          <p:spTgt spid="21"/>
                                        </p:tgtEl>
                                        <p:attrNameLst>
                                          <p:attrName>ppt_w</p:attrName>
                                        </p:attrNameLst>
                                      </p:cBhvr>
                                      <p:tavLst>
                                        <p:tav tm="0">
                                          <p:val>
                                            <p:fltVal val="0"/>
                                          </p:val>
                                        </p:tav>
                                        <p:tav tm="100000">
                                          <p:val>
                                            <p:strVal val="#ppt_w"/>
                                          </p:val>
                                        </p:tav>
                                      </p:tavLst>
                                    </p:anim>
                                    <p:anim calcmode="lin" valueType="num">
                                      <p:cBhvr>
                                        <p:cTn id="137" dur="500" fill="hold"/>
                                        <p:tgtEl>
                                          <p:spTgt spid="21"/>
                                        </p:tgtEl>
                                        <p:attrNameLst>
                                          <p:attrName>ppt_h</p:attrName>
                                        </p:attrNameLst>
                                      </p:cBhvr>
                                      <p:tavLst>
                                        <p:tav tm="0">
                                          <p:val>
                                            <p:fltVal val="0"/>
                                          </p:val>
                                        </p:tav>
                                        <p:tav tm="100000">
                                          <p:val>
                                            <p:strVal val="#ppt_h"/>
                                          </p:val>
                                        </p:tav>
                                      </p:tavLst>
                                    </p:anim>
                                    <p:animEffect transition="in" filter="fade">
                                      <p:cBhvr>
                                        <p:cTn id="138" dur="500"/>
                                        <p:tgtEl>
                                          <p:spTgt spid="21"/>
                                        </p:tgtEl>
                                      </p:cBhvr>
                                    </p:animEffect>
                                  </p:childTnLst>
                                </p:cTn>
                              </p:par>
                            </p:childTnLst>
                          </p:cTn>
                        </p:par>
                      </p:childTnLst>
                    </p:cTn>
                  </p:par>
                  <p:par>
                    <p:cTn id="139" fill="hold" nodeType="clickPar">
                      <p:stCondLst>
                        <p:cond delay="indefinite"/>
                      </p:stCondLst>
                      <p:childTnLst>
                        <p:par>
                          <p:cTn id="140" fill="hold" nodeType="withGroup">
                            <p:stCondLst>
                              <p:cond delay="0"/>
                            </p:stCondLst>
                            <p:childTnLst>
                              <p:par>
                                <p:cTn id="141" presetID="53" presetClass="entr" presetSubtype="0" fill="hold" nodeType="clickEffect">
                                  <p:stCondLst>
                                    <p:cond delay="0"/>
                                  </p:stCondLst>
                                  <p:childTnLst>
                                    <p:set>
                                      <p:cBhvr>
                                        <p:cTn id="142" dur="1" fill="hold">
                                          <p:stCondLst>
                                            <p:cond delay="0"/>
                                          </p:stCondLst>
                                        </p:cTn>
                                        <p:tgtEl>
                                          <p:spTgt spid="22">
                                            <p:txEl>
                                              <p:pRg st="3" end="3"/>
                                            </p:txEl>
                                          </p:spTgt>
                                        </p:tgtEl>
                                        <p:attrNameLst>
                                          <p:attrName>style.visibility</p:attrName>
                                        </p:attrNameLst>
                                      </p:cBhvr>
                                      <p:to>
                                        <p:strVal val="visible"/>
                                      </p:to>
                                    </p:set>
                                    <p:anim calcmode="lin" valueType="num">
                                      <p:cBhvr>
                                        <p:cTn id="143" dur="500" fill="hold"/>
                                        <p:tgtEl>
                                          <p:spTgt spid="22">
                                            <p:txEl>
                                              <p:pRg st="3" end="3"/>
                                            </p:txEl>
                                          </p:spTgt>
                                        </p:tgtEl>
                                        <p:attrNameLst>
                                          <p:attrName>ppt_w</p:attrName>
                                        </p:attrNameLst>
                                      </p:cBhvr>
                                      <p:tavLst>
                                        <p:tav tm="0">
                                          <p:val>
                                            <p:fltVal val="0"/>
                                          </p:val>
                                        </p:tav>
                                        <p:tav tm="100000">
                                          <p:val>
                                            <p:strVal val="#ppt_w"/>
                                          </p:val>
                                        </p:tav>
                                      </p:tavLst>
                                    </p:anim>
                                    <p:anim calcmode="lin" valueType="num">
                                      <p:cBhvr>
                                        <p:cTn id="144" dur="500" fill="hold"/>
                                        <p:tgtEl>
                                          <p:spTgt spid="22">
                                            <p:txEl>
                                              <p:pRg st="3" end="3"/>
                                            </p:txEl>
                                          </p:spTgt>
                                        </p:tgtEl>
                                        <p:attrNameLst>
                                          <p:attrName>ppt_h</p:attrName>
                                        </p:attrNameLst>
                                      </p:cBhvr>
                                      <p:tavLst>
                                        <p:tav tm="0">
                                          <p:val>
                                            <p:fltVal val="0"/>
                                          </p:val>
                                        </p:tav>
                                        <p:tav tm="100000">
                                          <p:val>
                                            <p:strVal val="#ppt_h"/>
                                          </p:val>
                                        </p:tav>
                                      </p:tavLst>
                                    </p:anim>
                                    <p:animEffect transition="in" filter="fade">
                                      <p:cBhvr>
                                        <p:cTn id="145" dur="500"/>
                                        <p:tgtEl>
                                          <p:spTgt spid="22">
                                            <p:txEl>
                                              <p:pRg st="3" end="3"/>
                                            </p:txEl>
                                          </p:spTgt>
                                        </p:tgtEl>
                                      </p:cBhvr>
                                    </p:animEffect>
                                  </p:childTnLst>
                                </p:cTn>
                              </p:par>
                            </p:childTnLst>
                          </p:cTn>
                        </p:par>
                      </p:childTnLst>
                    </p:cTn>
                  </p:par>
                  <p:par>
                    <p:cTn id="146" fill="hold">
                      <p:stCondLst>
                        <p:cond delay="indefinite"/>
                      </p:stCondLst>
                      <p:childTnLst>
                        <p:par>
                          <p:cTn id="147" fill="hold">
                            <p:stCondLst>
                              <p:cond delay="0"/>
                            </p:stCondLst>
                            <p:childTnLst>
                              <p:par>
                                <p:cTn id="148" presetID="22" presetClass="entr" presetSubtype="4" fill="hold" grpId="0" nodeType="clickEffect">
                                  <p:stCondLst>
                                    <p:cond delay="0"/>
                                  </p:stCondLst>
                                  <p:childTnLst>
                                    <p:set>
                                      <p:cBhvr>
                                        <p:cTn id="149" dur="1" fill="hold">
                                          <p:stCondLst>
                                            <p:cond delay="0"/>
                                          </p:stCondLst>
                                        </p:cTn>
                                        <p:tgtEl>
                                          <p:spTgt spid="3"/>
                                        </p:tgtEl>
                                        <p:attrNameLst>
                                          <p:attrName>style.visibility</p:attrName>
                                        </p:attrNameLst>
                                      </p:cBhvr>
                                      <p:to>
                                        <p:strVal val="visible"/>
                                      </p:to>
                                    </p:set>
                                    <p:animEffect transition="in" filter="wipe(down)">
                                      <p:cBhvr>
                                        <p:cTn id="150" dur="500"/>
                                        <p:tgtEl>
                                          <p:spTgt spid="3"/>
                                        </p:tgtEl>
                                      </p:cBhvr>
                                    </p:animEffect>
                                  </p:childTnLst>
                                </p:cTn>
                              </p:par>
                            </p:childTnLst>
                          </p:cTn>
                        </p:par>
                      </p:childTnLst>
                    </p:cTn>
                  </p:par>
                  <p:par>
                    <p:cTn id="151" fill="hold" nodeType="clickPar">
                      <p:stCondLst>
                        <p:cond delay="indefinite"/>
                      </p:stCondLst>
                      <p:childTnLst>
                        <p:par>
                          <p:cTn id="152" fill="hold" nodeType="withGroup">
                            <p:stCondLst>
                              <p:cond delay="0"/>
                            </p:stCondLst>
                            <p:childTnLst>
                              <p:par>
                                <p:cTn id="153" presetID="53" presetClass="entr" presetSubtype="0" fill="hold" nodeType="clickEffect">
                                  <p:stCondLst>
                                    <p:cond delay="0"/>
                                  </p:stCondLst>
                                  <p:childTnLst>
                                    <p:set>
                                      <p:cBhvr>
                                        <p:cTn id="154" dur="1" fill="hold">
                                          <p:stCondLst>
                                            <p:cond delay="0"/>
                                          </p:stCondLst>
                                        </p:cTn>
                                        <p:tgtEl>
                                          <p:spTgt spid="710659">
                                            <p:txEl>
                                              <p:pRg st="12" end="12"/>
                                            </p:txEl>
                                          </p:spTgt>
                                        </p:tgtEl>
                                        <p:attrNameLst>
                                          <p:attrName>style.visibility</p:attrName>
                                        </p:attrNameLst>
                                      </p:cBhvr>
                                      <p:to>
                                        <p:strVal val="visible"/>
                                      </p:to>
                                    </p:set>
                                    <p:anim calcmode="lin" valueType="num">
                                      <p:cBhvr>
                                        <p:cTn id="155" dur="500" fill="hold"/>
                                        <p:tgtEl>
                                          <p:spTgt spid="710659">
                                            <p:txEl>
                                              <p:pRg st="12" end="12"/>
                                            </p:txEl>
                                          </p:spTgt>
                                        </p:tgtEl>
                                        <p:attrNameLst>
                                          <p:attrName>ppt_w</p:attrName>
                                        </p:attrNameLst>
                                      </p:cBhvr>
                                      <p:tavLst>
                                        <p:tav tm="0">
                                          <p:val>
                                            <p:fltVal val="0"/>
                                          </p:val>
                                        </p:tav>
                                        <p:tav tm="100000">
                                          <p:val>
                                            <p:strVal val="#ppt_w"/>
                                          </p:val>
                                        </p:tav>
                                      </p:tavLst>
                                    </p:anim>
                                    <p:anim calcmode="lin" valueType="num">
                                      <p:cBhvr>
                                        <p:cTn id="156" dur="500" fill="hold"/>
                                        <p:tgtEl>
                                          <p:spTgt spid="710659">
                                            <p:txEl>
                                              <p:pRg st="12" end="12"/>
                                            </p:txEl>
                                          </p:spTgt>
                                        </p:tgtEl>
                                        <p:attrNameLst>
                                          <p:attrName>ppt_h</p:attrName>
                                        </p:attrNameLst>
                                      </p:cBhvr>
                                      <p:tavLst>
                                        <p:tav tm="0">
                                          <p:val>
                                            <p:fltVal val="0"/>
                                          </p:val>
                                        </p:tav>
                                        <p:tav tm="100000">
                                          <p:val>
                                            <p:strVal val="#ppt_h"/>
                                          </p:val>
                                        </p:tav>
                                      </p:tavLst>
                                    </p:anim>
                                    <p:animEffect transition="in" filter="fade">
                                      <p:cBhvr>
                                        <p:cTn id="157" dur="500"/>
                                        <p:tgtEl>
                                          <p:spTgt spid="710659">
                                            <p:txEl>
                                              <p:pRg st="12" end="12"/>
                                            </p:txEl>
                                          </p:spTgt>
                                        </p:tgtEl>
                                      </p:cBhvr>
                                    </p:animEffect>
                                  </p:childTnLst>
                                </p:cTn>
                              </p:par>
                            </p:childTnLst>
                          </p:cTn>
                        </p:par>
                      </p:childTnLst>
                    </p:cTn>
                  </p:par>
                  <p:par>
                    <p:cTn id="158" fill="hold" nodeType="clickPar">
                      <p:stCondLst>
                        <p:cond delay="indefinite"/>
                      </p:stCondLst>
                      <p:childTnLst>
                        <p:par>
                          <p:cTn id="159" fill="hold" nodeType="withGroup">
                            <p:stCondLst>
                              <p:cond delay="0"/>
                            </p:stCondLst>
                            <p:childTnLst>
                              <p:par>
                                <p:cTn id="160" presetID="53" presetClass="entr" presetSubtype="16" fill="hold" grpId="0" nodeType="clickEffect">
                                  <p:stCondLst>
                                    <p:cond delay="0"/>
                                  </p:stCondLst>
                                  <p:childTnLst>
                                    <p:set>
                                      <p:cBhvr>
                                        <p:cTn id="161" dur="1" fill="hold">
                                          <p:stCondLst>
                                            <p:cond delay="0"/>
                                          </p:stCondLst>
                                        </p:cTn>
                                        <p:tgtEl>
                                          <p:spTgt spid="18"/>
                                        </p:tgtEl>
                                        <p:attrNameLst>
                                          <p:attrName>style.visibility</p:attrName>
                                        </p:attrNameLst>
                                      </p:cBhvr>
                                      <p:to>
                                        <p:strVal val="visible"/>
                                      </p:to>
                                    </p:set>
                                    <p:anim calcmode="lin" valueType="num">
                                      <p:cBhvr>
                                        <p:cTn id="162" dur="500" fill="hold"/>
                                        <p:tgtEl>
                                          <p:spTgt spid="18"/>
                                        </p:tgtEl>
                                        <p:attrNameLst>
                                          <p:attrName>ppt_w</p:attrName>
                                        </p:attrNameLst>
                                      </p:cBhvr>
                                      <p:tavLst>
                                        <p:tav tm="0">
                                          <p:val>
                                            <p:fltVal val="0"/>
                                          </p:val>
                                        </p:tav>
                                        <p:tav tm="100000">
                                          <p:val>
                                            <p:strVal val="#ppt_w"/>
                                          </p:val>
                                        </p:tav>
                                      </p:tavLst>
                                    </p:anim>
                                    <p:anim calcmode="lin" valueType="num">
                                      <p:cBhvr>
                                        <p:cTn id="163" dur="500" fill="hold"/>
                                        <p:tgtEl>
                                          <p:spTgt spid="18"/>
                                        </p:tgtEl>
                                        <p:attrNameLst>
                                          <p:attrName>ppt_h</p:attrName>
                                        </p:attrNameLst>
                                      </p:cBhvr>
                                      <p:tavLst>
                                        <p:tav tm="0">
                                          <p:val>
                                            <p:fltVal val="0"/>
                                          </p:val>
                                        </p:tav>
                                        <p:tav tm="100000">
                                          <p:val>
                                            <p:strVal val="#ppt_h"/>
                                          </p:val>
                                        </p:tav>
                                      </p:tavLst>
                                    </p:anim>
                                    <p:animEffect transition="in" filter="fade">
                                      <p:cBhvr>
                                        <p:cTn id="164" dur="500"/>
                                        <p:tgtEl>
                                          <p:spTgt spid="18"/>
                                        </p:tgtEl>
                                      </p:cBhvr>
                                    </p:animEffect>
                                  </p:childTnLst>
                                </p:cTn>
                              </p:par>
                            </p:childTnLst>
                          </p:cTn>
                        </p:par>
                      </p:childTnLst>
                    </p:cTn>
                  </p:par>
                  <p:par>
                    <p:cTn id="165" fill="hold" nodeType="clickPar">
                      <p:stCondLst>
                        <p:cond delay="indefinite"/>
                      </p:stCondLst>
                      <p:childTnLst>
                        <p:par>
                          <p:cTn id="166" fill="hold" nodeType="withGroup">
                            <p:stCondLst>
                              <p:cond delay="0"/>
                            </p:stCondLst>
                            <p:childTnLst>
                              <p:par>
                                <p:cTn id="167" presetID="53" presetClass="entr" presetSubtype="0" fill="hold" nodeType="clickEffect">
                                  <p:stCondLst>
                                    <p:cond delay="0"/>
                                  </p:stCondLst>
                                  <p:childTnLst>
                                    <p:set>
                                      <p:cBhvr>
                                        <p:cTn id="168" dur="1" fill="hold">
                                          <p:stCondLst>
                                            <p:cond delay="0"/>
                                          </p:stCondLst>
                                        </p:cTn>
                                        <p:tgtEl>
                                          <p:spTgt spid="710659">
                                            <p:txEl>
                                              <p:pRg st="13" end="13"/>
                                            </p:txEl>
                                          </p:spTgt>
                                        </p:tgtEl>
                                        <p:attrNameLst>
                                          <p:attrName>style.visibility</p:attrName>
                                        </p:attrNameLst>
                                      </p:cBhvr>
                                      <p:to>
                                        <p:strVal val="visible"/>
                                      </p:to>
                                    </p:set>
                                    <p:anim calcmode="lin" valueType="num">
                                      <p:cBhvr>
                                        <p:cTn id="169" dur="500" fill="hold"/>
                                        <p:tgtEl>
                                          <p:spTgt spid="710659">
                                            <p:txEl>
                                              <p:pRg st="13" end="13"/>
                                            </p:txEl>
                                          </p:spTgt>
                                        </p:tgtEl>
                                        <p:attrNameLst>
                                          <p:attrName>ppt_w</p:attrName>
                                        </p:attrNameLst>
                                      </p:cBhvr>
                                      <p:tavLst>
                                        <p:tav tm="0">
                                          <p:val>
                                            <p:fltVal val="0"/>
                                          </p:val>
                                        </p:tav>
                                        <p:tav tm="100000">
                                          <p:val>
                                            <p:strVal val="#ppt_w"/>
                                          </p:val>
                                        </p:tav>
                                      </p:tavLst>
                                    </p:anim>
                                    <p:anim calcmode="lin" valueType="num">
                                      <p:cBhvr>
                                        <p:cTn id="170" dur="500" fill="hold"/>
                                        <p:tgtEl>
                                          <p:spTgt spid="710659">
                                            <p:txEl>
                                              <p:pRg st="13" end="13"/>
                                            </p:txEl>
                                          </p:spTgt>
                                        </p:tgtEl>
                                        <p:attrNameLst>
                                          <p:attrName>ppt_h</p:attrName>
                                        </p:attrNameLst>
                                      </p:cBhvr>
                                      <p:tavLst>
                                        <p:tav tm="0">
                                          <p:val>
                                            <p:fltVal val="0"/>
                                          </p:val>
                                        </p:tav>
                                        <p:tav tm="100000">
                                          <p:val>
                                            <p:strVal val="#ppt_h"/>
                                          </p:val>
                                        </p:tav>
                                      </p:tavLst>
                                    </p:anim>
                                    <p:animEffect transition="in" filter="fade">
                                      <p:cBhvr>
                                        <p:cTn id="171" dur="500"/>
                                        <p:tgtEl>
                                          <p:spTgt spid="710659">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33796" grpId="0" uiExpand="1" build="p" animBg="1"/>
      <p:bldP spid="4" grpId="0"/>
      <p:bldP spid="18" grpId="0" animBg="1"/>
      <p:bldP spid="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A5E2B2D-CC25-4E55-B5BF-4B3A00B20F73}"/>
              </a:ext>
            </a:extLst>
          </p:cNvPr>
          <p:cNvSpPr>
            <a:spLocks noGrp="1"/>
          </p:cNvSpPr>
          <p:nvPr>
            <p:ph idx="1"/>
          </p:nvPr>
        </p:nvSpPr>
        <p:spPr>
          <a:xfrm>
            <a:off x="442913" y="642938"/>
            <a:ext cx="8558212" cy="4232274"/>
          </a:xfrm>
        </p:spPr>
        <p:txBody>
          <a:bodyPr/>
          <a:lstStyle/>
          <a:p>
            <a:pPr eaLnBrk="1" hangingPunct="1">
              <a:buClrTx/>
              <a:buFont typeface="Wingdings" panose="05000000000000000000" pitchFamily="2" charset="2"/>
              <a:buChar char="Ø"/>
            </a:pPr>
            <a:r>
              <a:rPr lang="zh-CN" altLang="en-US" sz="2200" b="1" dirty="0">
                <a:solidFill>
                  <a:schemeClr val="tx1"/>
                </a:solidFill>
                <a:cs typeface="Times New Roman" panose="02020603050405020304" pitchFamily="18" charset="0"/>
              </a:rPr>
              <a:t>非终结符</a:t>
            </a:r>
            <a:r>
              <a:rPr lang="en-US" altLang="zh-CN" sz="2200" b="1" i="1" dirty="0">
                <a:solidFill>
                  <a:schemeClr val="tx1"/>
                </a:solidFill>
                <a:cs typeface="Times New Roman" panose="02020603050405020304" pitchFamily="18" charset="0"/>
              </a:rPr>
              <a:t>A</a:t>
            </a:r>
            <a:r>
              <a:rPr lang="zh-CN" altLang="en-US" sz="2200" b="1" dirty="0">
                <a:solidFill>
                  <a:schemeClr val="tx1"/>
                </a:solidFill>
                <a:cs typeface="Times New Roman" panose="02020603050405020304" pitchFamily="18" charset="0"/>
              </a:rPr>
              <a:t>的后继符号集</a:t>
            </a:r>
            <a:endParaRPr lang="en-US" altLang="zh-CN" sz="2200" b="1" dirty="0">
              <a:solidFill>
                <a:schemeClr val="tx1"/>
              </a:solidFill>
              <a:cs typeface="Times New Roman" panose="02020603050405020304" pitchFamily="18" charset="0"/>
            </a:endParaRPr>
          </a:p>
          <a:p>
            <a:pPr lvl="1" eaLnBrk="1" hangingPunct="1">
              <a:lnSpc>
                <a:spcPts val="3000"/>
              </a:lnSpc>
              <a:buClrTx/>
              <a:buFont typeface="Wingdings" panose="05000000000000000000" pitchFamily="2" charset="2"/>
              <a:buChar char="Ø"/>
            </a:pPr>
            <a:r>
              <a:rPr lang="zh-CN" altLang="en-US" sz="2000" b="1" dirty="0">
                <a:solidFill>
                  <a:srgbClr val="000000"/>
                </a:solidFill>
                <a:cs typeface="Times New Roman" panose="02020603050405020304" pitchFamily="18" charset="0"/>
              </a:rPr>
              <a:t>可能在某个句型中紧跟在</a:t>
            </a:r>
            <a:r>
              <a:rPr lang="en-US" altLang="zh-CN" sz="2000" b="1" dirty="0">
                <a:solidFill>
                  <a:srgbClr val="000000"/>
                </a:solidFill>
                <a:cs typeface="Times New Roman" panose="02020603050405020304" pitchFamily="18" charset="0"/>
              </a:rPr>
              <a:t>A</a:t>
            </a:r>
            <a:r>
              <a:rPr lang="zh-CN" altLang="en-US" sz="2000" b="1" dirty="0">
                <a:solidFill>
                  <a:srgbClr val="000000"/>
                </a:solidFill>
                <a:cs typeface="Times New Roman" panose="02020603050405020304" pitchFamily="18" charset="0"/>
              </a:rPr>
              <a:t>后边的终结符</a:t>
            </a:r>
            <a:r>
              <a:rPr lang="en-US" altLang="zh-CN" sz="2000" b="1" dirty="0">
                <a:solidFill>
                  <a:srgbClr val="000000"/>
                </a:solidFill>
                <a:cs typeface="Times New Roman" panose="02020603050405020304" pitchFamily="18" charset="0"/>
              </a:rPr>
              <a:t>a</a:t>
            </a:r>
            <a:r>
              <a:rPr lang="zh-CN" altLang="en-US" sz="2000" b="1" dirty="0">
                <a:solidFill>
                  <a:srgbClr val="000000"/>
                </a:solidFill>
                <a:cs typeface="Times New Roman" panose="02020603050405020304" pitchFamily="18" charset="0"/>
              </a:rPr>
              <a:t>的集合，记为</a:t>
            </a:r>
            <a:r>
              <a:rPr lang="en-US" altLang="zh-CN" sz="2000" b="1" i="1" dirty="0">
                <a:solidFill>
                  <a:srgbClr val="2D83F4"/>
                </a:solidFill>
                <a:cs typeface="Times New Roman" panose="02020603050405020304" pitchFamily="18" charset="0"/>
              </a:rPr>
              <a:t>FOLLOW</a:t>
            </a:r>
            <a:r>
              <a:rPr lang="en-US" altLang="zh-CN" sz="2000" b="1" dirty="0">
                <a:solidFill>
                  <a:srgbClr val="2D83F4"/>
                </a:solidFill>
                <a:cs typeface="Times New Roman" panose="02020603050405020304" pitchFamily="18" charset="0"/>
              </a:rPr>
              <a:t>(</a:t>
            </a:r>
            <a:r>
              <a:rPr lang="en-US" altLang="zh-CN" sz="2000" b="1" i="1" dirty="0">
                <a:solidFill>
                  <a:srgbClr val="2D83F4"/>
                </a:solidFill>
                <a:cs typeface="Times New Roman" panose="02020603050405020304" pitchFamily="18" charset="0"/>
              </a:rPr>
              <a:t>A</a:t>
            </a:r>
            <a:r>
              <a:rPr lang="en-US" altLang="zh-CN" sz="2000" b="1" dirty="0">
                <a:solidFill>
                  <a:srgbClr val="2D83F4"/>
                </a:solidFill>
                <a:cs typeface="Times New Roman" panose="02020603050405020304" pitchFamily="18" charset="0"/>
              </a:rPr>
              <a:t>)</a:t>
            </a:r>
            <a:endParaRPr lang="en-US" altLang="zh-CN" b="1" dirty="0">
              <a:solidFill>
                <a:schemeClr val="tx1"/>
              </a:solidFill>
              <a:cs typeface="Times New Roman" panose="02020603050405020304" pitchFamily="18" charset="0"/>
            </a:endParaRPr>
          </a:p>
          <a:p>
            <a:pPr eaLnBrk="1" hangingPunct="1">
              <a:lnSpc>
                <a:spcPts val="2000"/>
              </a:lnSpc>
              <a:buFont typeface="Symbol" panose="05050102010706020507" pitchFamily="18" charset="2"/>
              <a:buNone/>
            </a:pPr>
            <a:r>
              <a:rPr lang="en-US" altLang="zh-CN" sz="2200" b="1" dirty="0">
                <a:solidFill>
                  <a:schemeClr val="tx1"/>
                </a:solidFill>
                <a:cs typeface="Times New Roman" panose="02020603050405020304" pitchFamily="18" charset="0"/>
              </a:rPr>
              <a:t>	</a:t>
            </a:r>
            <a:r>
              <a:rPr lang="en-US" altLang="zh-CN" sz="2000" b="1" i="1" dirty="0">
                <a:solidFill>
                  <a:schemeClr val="tx1"/>
                </a:solidFill>
                <a:cs typeface="Times New Roman" panose="02020603050405020304" pitchFamily="18" charset="0"/>
              </a:rPr>
              <a:t>FOLLOW</a:t>
            </a:r>
            <a:r>
              <a:rPr lang="en-US" altLang="zh-CN" sz="2000" b="1" dirty="0">
                <a:solidFill>
                  <a:schemeClr val="tx1"/>
                </a:solidFill>
                <a:cs typeface="Times New Roman" panose="02020603050405020304" pitchFamily="18" charset="0"/>
              </a:rPr>
              <a:t>(</a:t>
            </a:r>
            <a:r>
              <a:rPr lang="en-US" altLang="zh-CN" sz="2000" b="1" i="1" dirty="0">
                <a:solidFill>
                  <a:schemeClr val="tx1"/>
                </a:solidFill>
                <a:cs typeface="Times New Roman" panose="02020603050405020304" pitchFamily="18" charset="0"/>
              </a:rPr>
              <a:t>A</a:t>
            </a:r>
            <a:r>
              <a:rPr lang="en-US" altLang="zh-CN" sz="2000" b="1" dirty="0">
                <a:solidFill>
                  <a:schemeClr val="tx1"/>
                </a:solidFill>
                <a:cs typeface="Times New Roman" panose="02020603050405020304" pitchFamily="18" charset="0"/>
              </a:rPr>
              <a:t>)={</a:t>
            </a:r>
            <a:r>
              <a:rPr lang="en-US" altLang="zh-CN" sz="2000" b="1" i="1" dirty="0">
                <a:solidFill>
                  <a:schemeClr val="tx1"/>
                </a:solidFill>
                <a:cs typeface="Times New Roman" panose="02020603050405020304" pitchFamily="18" charset="0"/>
              </a:rPr>
              <a:t>a</a:t>
            </a:r>
            <a:r>
              <a:rPr lang="en-US" altLang="zh-CN" sz="2000" b="1" dirty="0">
                <a:solidFill>
                  <a:schemeClr val="tx1"/>
                </a:solidFill>
                <a:cs typeface="Times New Roman" panose="02020603050405020304" pitchFamily="18" charset="0"/>
              </a:rPr>
              <a:t>|</a:t>
            </a:r>
            <a:r>
              <a:rPr lang="en-US" altLang="zh-CN" sz="2000" b="1" i="1" dirty="0">
                <a:solidFill>
                  <a:schemeClr val="tx1"/>
                </a:solidFill>
                <a:cs typeface="Times New Roman" panose="02020603050405020304" pitchFamily="18" charset="0"/>
              </a:rPr>
              <a:t> S</a:t>
            </a:r>
            <a:r>
              <a:rPr lang="en-US" altLang="zh-CN" sz="2000" b="1" dirty="0">
                <a:solidFill>
                  <a:schemeClr val="tx1"/>
                </a:solidFill>
                <a:cs typeface="Times New Roman" panose="02020603050405020304" pitchFamily="18" charset="0"/>
              </a:rPr>
              <a:t> </a:t>
            </a:r>
            <a:r>
              <a:rPr lang="en-US" altLang="zh-CN" sz="2000" b="1" dirty="0">
                <a:solidFill>
                  <a:schemeClr val="tx1"/>
                </a:solidFill>
                <a:ea typeface="楷体_GB2312"/>
                <a:cs typeface="Times New Roman" panose="02020603050405020304" pitchFamily="18" charset="0"/>
                <a:sym typeface="Symbol" panose="05050102010706020507" pitchFamily="18" charset="2"/>
              </a:rPr>
              <a:t></a:t>
            </a:r>
            <a:r>
              <a:rPr lang="en-US" altLang="zh-CN" sz="2000" b="1" baseline="30000" dirty="0">
                <a:solidFill>
                  <a:schemeClr val="tx1"/>
                </a:solidFill>
                <a:ea typeface="楷体_GB2312"/>
                <a:cs typeface="Times New Roman" panose="02020603050405020304" pitchFamily="18" charset="0"/>
              </a:rPr>
              <a:t>*</a:t>
            </a:r>
            <a:r>
              <a:rPr lang="en-US" altLang="zh-CN" sz="2000" b="1" dirty="0">
                <a:solidFill>
                  <a:schemeClr val="tx1"/>
                </a:solidFill>
                <a:ea typeface="楷体_GB2312"/>
                <a:cs typeface="Times New Roman" panose="02020603050405020304" pitchFamily="18" charset="0"/>
              </a:rPr>
              <a:t> </a:t>
            </a:r>
            <a:r>
              <a:rPr lang="en-US" altLang="zh-CN" sz="2000" b="1" i="1" dirty="0">
                <a:solidFill>
                  <a:schemeClr val="tx1"/>
                </a:solidFill>
                <a:ea typeface="楷体_GB2312"/>
                <a:cs typeface="Times New Roman" panose="02020603050405020304" pitchFamily="18" charset="0"/>
              </a:rPr>
              <a:t>αA</a:t>
            </a:r>
            <a:r>
              <a:rPr lang="en-US" altLang="zh-CN" sz="2000" b="1" i="1" dirty="0">
                <a:solidFill>
                  <a:srgbClr val="2D83F4"/>
                </a:solidFill>
                <a:ea typeface="楷体_GB2312"/>
                <a:cs typeface="Times New Roman" panose="02020603050405020304" pitchFamily="18" charset="0"/>
              </a:rPr>
              <a:t>a</a:t>
            </a:r>
            <a:r>
              <a:rPr lang="en-US" altLang="zh-CN" sz="2000" b="1" i="1" dirty="0">
                <a:solidFill>
                  <a:schemeClr val="tx1"/>
                </a:solidFill>
                <a:ea typeface="楷体_GB2312"/>
                <a:cs typeface="Times New Roman" panose="02020603050405020304" pitchFamily="18" charset="0"/>
              </a:rPr>
              <a:t>β</a:t>
            </a:r>
            <a:r>
              <a:rPr lang="en-US" altLang="zh-CN" sz="2000" b="1" dirty="0">
                <a:solidFill>
                  <a:schemeClr val="tx1"/>
                </a:solidFill>
                <a:ea typeface="楷体_GB2312"/>
                <a:cs typeface="Times New Roman" panose="02020603050405020304" pitchFamily="18" charset="0"/>
              </a:rPr>
              <a:t>, </a:t>
            </a:r>
            <a:r>
              <a:rPr lang="en-US" altLang="zh-CN" sz="2000" b="1" i="1" dirty="0" err="1">
                <a:solidFill>
                  <a:schemeClr val="tx1"/>
                </a:solidFill>
                <a:ea typeface="楷体_GB2312"/>
                <a:cs typeface="Times New Roman" panose="02020603050405020304" pitchFamily="18" charset="0"/>
              </a:rPr>
              <a:t>a</a:t>
            </a:r>
            <a:r>
              <a:rPr lang="en-US" altLang="zh-CN" sz="2000" b="1" dirty="0" err="1">
                <a:solidFill>
                  <a:schemeClr val="tx1"/>
                </a:solidFill>
                <a:ea typeface="楷体_GB2312"/>
                <a:cs typeface="Times New Roman" panose="02020603050405020304" pitchFamily="18" charset="0"/>
              </a:rPr>
              <a:t>∈</a:t>
            </a:r>
            <a:r>
              <a:rPr lang="en-US" altLang="zh-CN" sz="2000" b="1" i="1" dirty="0" err="1">
                <a:solidFill>
                  <a:schemeClr val="tx1"/>
                </a:solidFill>
                <a:ea typeface="楷体_GB2312"/>
                <a:cs typeface="Times New Roman" panose="02020603050405020304" pitchFamily="18" charset="0"/>
              </a:rPr>
              <a:t>V</a:t>
            </a:r>
            <a:r>
              <a:rPr lang="en-US" altLang="zh-CN" sz="2000" b="1" i="1" baseline="-25000" dirty="0" err="1">
                <a:solidFill>
                  <a:schemeClr val="tx1"/>
                </a:solidFill>
                <a:ea typeface="楷体_GB2312"/>
                <a:cs typeface="Times New Roman" panose="02020603050405020304" pitchFamily="18" charset="0"/>
              </a:rPr>
              <a:t>T</a:t>
            </a:r>
            <a:r>
              <a:rPr lang="zh-CN" altLang="en-US" sz="2000" b="1" dirty="0">
                <a:solidFill>
                  <a:schemeClr val="tx1"/>
                </a:solidFill>
                <a:ea typeface="楷体_GB2312"/>
                <a:cs typeface="Times New Roman" panose="02020603050405020304" pitchFamily="18" charset="0"/>
              </a:rPr>
              <a:t>，</a:t>
            </a:r>
            <a:r>
              <a:rPr lang="en-US" altLang="zh-CN" sz="2000" b="1" i="1" dirty="0">
                <a:solidFill>
                  <a:schemeClr val="tx1"/>
                </a:solidFill>
                <a:ea typeface="楷体_GB2312"/>
                <a:cs typeface="Times New Roman" panose="02020603050405020304" pitchFamily="18" charset="0"/>
              </a:rPr>
              <a:t>α, β</a:t>
            </a:r>
            <a:r>
              <a:rPr lang="en-US" altLang="zh-CN" sz="2000" b="1" dirty="0">
                <a:solidFill>
                  <a:schemeClr val="tx1"/>
                </a:solidFill>
                <a:ea typeface="楷体_GB2312"/>
                <a:cs typeface="Times New Roman" panose="02020603050405020304" pitchFamily="18" charset="0"/>
              </a:rPr>
              <a:t>∈(</a:t>
            </a:r>
            <a:r>
              <a:rPr lang="en-US" altLang="zh-CN" sz="2000" b="1" i="1" dirty="0">
                <a:solidFill>
                  <a:schemeClr val="tx1"/>
                </a:solidFill>
                <a:ea typeface="楷体_GB2312"/>
                <a:cs typeface="Times New Roman" panose="02020603050405020304" pitchFamily="18" charset="0"/>
              </a:rPr>
              <a:t>V</a:t>
            </a:r>
            <a:r>
              <a:rPr lang="en-US" altLang="zh-CN" sz="2000" b="1" i="1" baseline="-25000" dirty="0">
                <a:solidFill>
                  <a:schemeClr val="tx1"/>
                </a:solidFill>
                <a:ea typeface="楷体_GB2312"/>
                <a:cs typeface="Times New Roman" panose="02020603050405020304" pitchFamily="18" charset="0"/>
              </a:rPr>
              <a:t>T</a:t>
            </a:r>
            <a:r>
              <a:rPr lang="en-US" altLang="zh-CN" sz="2000" b="1" dirty="0">
                <a:solidFill>
                  <a:schemeClr val="tx1"/>
                </a:solidFill>
                <a:ea typeface="楷体_GB2312"/>
                <a:cs typeface="Times New Roman" panose="02020603050405020304" pitchFamily="18" charset="0"/>
              </a:rPr>
              <a:t>∪</a:t>
            </a:r>
            <a:r>
              <a:rPr lang="en-US" altLang="zh-CN" sz="2000" b="1" i="1" dirty="0">
                <a:solidFill>
                  <a:schemeClr val="tx1"/>
                </a:solidFill>
                <a:ea typeface="楷体_GB2312"/>
                <a:cs typeface="Times New Roman" panose="02020603050405020304" pitchFamily="18" charset="0"/>
              </a:rPr>
              <a:t>V</a:t>
            </a:r>
            <a:r>
              <a:rPr lang="en-US" altLang="zh-CN" sz="2000" b="1" i="1" baseline="-25000" dirty="0">
                <a:solidFill>
                  <a:schemeClr val="tx1"/>
                </a:solidFill>
                <a:ea typeface="楷体_GB2312"/>
                <a:cs typeface="Times New Roman" panose="02020603050405020304" pitchFamily="18" charset="0"/>
              </a:rPr>
              <a:t>N</a:t>
            </a:r>
            <a:r>
              <a:rPr lang="en-US" altLang="zh-CN" sz="2000" b="1" dirty="0">
                <a:solidFill>
                  <a:schemeClr val="tx1"/>
                </a:solidFill>
                <a:ea typeface="楷体_GB2312"/>
                <a:cs typeface="Times New Roman" panose="02020603050405020304" pitchFamily="18" charset="0"/>
              </a:rPr>
              <a:t>)</a:t>
            </a:r>
            <a:r>
              <a:rPr lang="en-US" altLang="zh-CN" sz="2000" b="1" baseline="30000" dirty="0">
                <a:solidFill>
                  <a:schemeClr val="tx1"/>
                </a:solidFill>
                <a:ea typeface="楷体_GB2312"/>
                <a:cs typeface="Times New Roman" panose="02020603050405020304" pitchFamily="18" charset="0"/>
              </a:rPr>
              <a:t>*</a:t>
            </a:r>
            <a:r>
              <a:rPr lang="en-US" altLang="zh-CN" sz="2000" b="1" dirty="0">
                <a:solidFill>
                  <a:schemeClr val="tx1"/>
                </a:solidFill>
                <a:cs typeface="Times New Roman" panose="02020603050405020304" pitchFamily="18" charset="0"/>
              </a:rPr>
              <a:t>}</a:t>
            </a:r>
          </a:p>
          <a:p>
            <a:pPr lvl="1" eaLnBrk="1" hangingPunct="1">
              <a:lnSpc>
                <a:spcPts val="2000"/>
              </a:lnSpc>
              <a:buFont typeface="Symbol" panose="05050102010706020507" pitchFamily="18" charset="2"/>
              <a:buNone/>
            </a:pPr>
            <a:endParaRPr lang="en-US" altLang="zh-CN" sz="2000" b="1" dirty="0">
              <a:solidFill>
                <a:schemeClr val="tx1"/>
              </a:solidFill>
              <a:latin typeface="楷体" panose="02010609060101010101" pitchFamily="49" charset="-122"/>
              <a:cs typeface="Times New Roman" panose="02020603050405020304" pitchFamily="18" charset="0"/>
            </a:endParaRPr>
          </a:p>
          <a:p>
            <a:pPr lvl="1" eaLnBrk="1" hangingPunct="1">
              <a:lnSpc>
                <a:spcPts val="2000"/>
              </a:lnSpc>
              <a:buFont typeface="Symbol" panose="05050102010706020507" pitchFamily="18" charset="2"/>
              <a:buNone/>
            </a:pPr>
            <a:endParaRPr lang="en-US" altLang="zh-CN" sz="2000" b="1" dirty="0">
              <a:solidFill>
                <a:schemeClr val="tx1"/>
              </a:solidFill>
              <a:latin typeface="楷体" panose="02010609060101010101" pitchFamily="49" charset="-122"/>
              <a:cs typeface="Times New Roman" panose="02020603050405020304" pitchFamily="18" charset="0"/>
            </a:endParaRPr>
          </a:p>
          <a:p>
            <a:pPr lvl="1" eaLnBrk="1" hangingPunct="1">
              <a:lnSpc>
                <a:spcPts val="2000"/>
              </a:lnSpc>
              <a:buFont typeface="Symbol" panose="05050102010706020507" pitchFamily="18" charset="2"/>
              <a:buNone/>
            </a:pPr>
            <a:r>
              <a:rPr lang="zh-CN" altLang="en-US" sz="2000" b="1" dirty="0">
                <a:solidFill>
                  <a:schemeClr val="tx1"/>
                </a:solidFill>
                <a:latin typeface="楷体" panose="02010609060101010101" pitchFamily="49" charset="-122"/>
                <a:cs typeface="Times New Roman" panose="02020603050405020304" pitchFamily="18" charset="0"/>
              </a:rPr>
              <a:t>例</a:t>
            </a:r>
            <a:endParaRPr lang="en-US" altLang="zh-CN" sz="2000" b="1" dirty="0">
              <a:solidFill>
                <a:schemeClr val="tx1"/>
              </a:solidFill>
              <a:latin typeface="楷体" panose="02010609060101010101" pitchFamily="49" charset="-122"/>
              <a:cs typeface="Times New Roman" panose="02020603050405020304" pitchFamily="18" charset="0"/>
            </a:endParaRPr>
          </a:p>
          <a:p>
            <a:pPr marL="627063" lvl="2" indent="0" eaLnBrk="1" hangingPunct="1">
              <a:lnSpc>
                <a:spcPts val="2000"/>
              </a:lnSpc>
              <a:buFont typeface="Symbol" panose="05050102010706020507" pitchFamily="18" charset="2"/>
              <a:buNone/>
            </a:pPr>
            <a:r>
              <a:rPr lang="en-US" altLang="zh-CN" b="1" dirty="0">
                <a:solidFill>
                  <a:schemeClr val="tx1"/>
                </a:solidFill>
                <a:ea typeface="楷体_GB2312"/>
                <a:cs typeface="Times New Roman" panose="02020603050405020304" pitchFamily="18" charset="0"/>
              </a:rPr>
              <a:t>(1) </a:t>
            </a:r>
            <a:r>
              <a:rPr lang="en-US" altLang="zh-CN" b="1" i="1" dirty="0">
                <a:solidFill>
                  <a:schemeClr val="tx1"/>
                </a:solidFill>
                <a:ea typeface="楷体_GB2312"/>
                <a:cs typeface="Times New Roman" panose="02020603050405020304" pitchFamily="18" charset="0"/>
              </a:rPr>
              <a:t>S </a:t>
            </a:r>
            <a:r>
              <a:rPr lang="en-US" altLang="zh-CN" b="1" dirty="0">
                <a:solidFill>
                  <a:schemeClr val="tx1"/>
                </a:solidFill>
                <a:ea typeface="楷体_GB2312"/>
                <a:cs typeface="Times New Roman" panose="02020603050405020304" pitchFamily="18" charset="0"/>
              </a:rPr>
              <a:t>→ </a:t>
            </a:r>
            <a:r>
              <a:rPr lang="en-US" altLang="zh-CN" b="1" i="1" dirty="0" err="1">
                <a:solidFill>
                  <a:schemeClr val="tx1"/>
                </a:solidFill>
                <a:ea typeface="楷体_GB2312"/>
                <a:cs typeface="Times New Roman" panose="02020603050405020304" pitchFamily="18" charset="0"/>
              </a:rPr>
              <a:t>aBC</a:t>
            </a:r>
            <a:endParaRPr lang="en-US" altLang="zh-CN" b="1" i="1" dirty="0">
              <a:solidFill>
                <a:schemeClr val="tx1"/>
              </a:solidFill>
              <a:ea typeface="楷体_GB2312"/>
              <a:cs typeface="Times New Roman" panose="02020603050405020304" pitchFamily="18" charset="0"/>
            </a:endParaRPr>
          </a:p>
          <a:p>
            <a:pPr marL="627063" lvl="2" indent="0" eaLnBrk="1" hangingPunct="1">
              <a:lnSpc>
                <a:spcPts val="2000"/>
              </a:lnSpc>
              <a:buFont typeface="Symbol" panose="05050102010706020507" pitchFamily="18" charset="2"/>
              <a:buNone/>
            </a:pPr>
            <a:r>
              <a:rPr lang="en-US" altLang="zh-CN" b="1" dirty="0">
                <a:solidFill>
                  <a:schemeClr val="tx1"/>
                </a:solidFill>
                <a:ea typeface="楷体_GB2312"/>
                <a:cs typeface="Times New Roman" panose="02020603050405020304" pitchFamily="18" charset="0"/>
              </a:rPr>
              <a:t>(2) </a:t>
            </a:r>
            <a:r>
              <a:rPr lang="en-US" altLang="zh-CN" b="1" i="1" dirty="0">
                <a:solidFill>
                  <a:schemeClr val="tx1"/>
                </a:solidFill>
                <a:ea typeface="楷体_GB2312"/>
                <a:cs typeface="Times New Roman" panose="02020603050405020304" pitchFamily="18" charset="0"/>
              </a:rPr>
              <a:t>B </a:t>
            </a:r>
            <a:r>
              <a:rPr lang="en-US" altLang="zh-CN" b="1" dirty="0">
                <a:solidFill>
                  <a:schemeClr val="tx1"/>
                </a:solidFill>
                <a:ea typeface="楷体_GB2312"/>
                <a:cs typeface="Times New Roman" panose="02020603050405020304" pitchFamily="18" charset="0"/>
              </a:rPr>
              <a:t>→ </a:t>
            </a:r>
            <a:r>
              <a:rPr lang="en-US" altLang="zh-CN" b="1" i="1" dirty="0" err="1">
                <a:solidFill>
                  <a:schemeClr val="tx1"/>
                </a:solidFill>
                <a:ea typeface="楷体_GB2312"/>
                <a:cs typeface="Times New Roman" panose="02020603050405020304" pitchFamily="18" charset="0"/>
              </a:rPr>
              <a:t>bC</a:t>
            </a:r>
            <a:endParaRPr lang="en-US" altLang="zh-CN" b="1" i="1" dirty="0">
              <a:solidFill>
                <a:schemeClr val="tx1"/>
              </a:solidFill>
              <a:ea typeface="楷体_GB2312"/>
              <a:cs typeface="Times New Roman" panose="02020603050405020304" pitchFamily="18" charset="0"/>
            </a:endParaRPr>
          </a:p>
          <a:p>
            <a:pPr marL="627063" lvl="2" indent="0" eaLnBrk="1" hangingPunct="1">
              <a:lnSpc>
                <a:spcPts val="2000"/>
              </a:lnSpc>
              <a:buFont typeface="Symbol" panose="05050102010706020507" pitchFamily="18" charset="2"/>
              <a:buNone/>
            </a:pPr>
            <a:r>
              <a:rPr lang="en-US" altLang="zh-CN" b="1" dirty="0">
                <a:solidFill>
                  <a:schemeClr val="tx1"/>
                </a:solidFill>
                <a:ea typeface="楷体_GB2312"/>
                <a:cs typeface="Times New Roman" panose="02020603050405020304" pitchFamily="18" charset="0"/>
              </a:rPr>
              <a:t>(3) </a:t>
            </a:r>
            <a:r>
              <a:rPr lang="en-US" altLang="zh-CN" b="1" i="1" dirty="0">
                <a:solidFill>
                  <a:schemeClr val="tx1"/>
                </a:solidFill>
                <a:ea typeface="楷体_GB2312"/>
                <a:cs typeface="Times New Roman" panose="02020603050405020304" pitchFamily="18" charset="0"/>
              </a:rPr>
              <a:t>B </a:t>
            </a:r>
            <a:r>
              <a:rPr lang="en-US" altLang="zh-CN" b="1" dirty="0">
                <a:solidFill>
                  <a:schemeClr val="tx1"/>
                </a:solidFill>
                <a:ea typeface="楷体_GB2312"/>
                <a:cs typeface="Times New Roman" panose="02020603050405020304" pitchFamily="18" charset="0"/>
              </a:rPr>
              <a:t>→ </a:t>
            </a:r>
            <a:r>
              <a:rPr lang="en-US" altLang="zh-CN" b="1" i="1" dirty="0">
                <a:solidFill>
                  <a:schemeClr val="tx1"/>
                </a:solidFill>
                <a:ea typeface="楷体_GB2312"/>
                <a:cs typeface="Times New Roman" panose="02020603050405020304" pitchFamily="18" charset="0"/>
              </a:rPr>
              <a:t>dB</a:t>
            </a:r>
          </a:p>
          <a:p>
            <a:pPr marL="627063" lvl="2" indent="0" eaLnBrk="1" hangingPunct="1">
              <a:lnSpc>
                <a:spcPts val="2000"/>
              </a:lnSpc>
              <a:buFont typeface="Symbol" panose="05050102010706020507" pitchFamily="18" charset="2"/>
              <a:buNone/>
            </a:pPr>
            <a:r>
              <a:rPr lang="en-US" altLang="zh-CN" b="1" dirty="0">
                <a:solidFill>
                  <a:schemeClr val="tx1"/>
                </a:solidFill>
                <a:ea typeface="楷体_GB2312"/>
                <a:cs typeface="Times New Roman" panose="02020603050405020304" pitchFamily="18" charset="0"/>
              </a:rPr>
              <a:t>(4) </a:t>
            </a:r>
            <a:r>
              <a:rPr lang="en-US" altLang="zh-CN" b="1" i="1" dirty="0">
                <a:solidFill>
                  <a:schemeClr val="tx1"/>
                </a:solidFill>
                <a:ea typeface="楷体_GB2312"/>
                <a:cs typeface="Times New Roman" panose="02020603050405020304" pitchFamily="18" charset="0"/>
              </a:rPr>
              <a:t>B </a:t>
            </a:r>
            <a:r>
              <a:rPr lang="en-US" altLang="zh-CN" b="1" dirty="0">
                <a:solidFill>
                  <a:schemeClr val="tx1"/>
                </a:solidFill>
                <a:ea typeface="楷体_GB2312"/>
                <a:cs typeface="Times New Roman" panose="02020603050405020304" pitchFamily="18" charset="0"/>
              </a:rPr>
              <a:t>→ </a:t>
            </a:r>
            <a:r>
              <a:rPr lang="en-US" altLang="zh-CN" b="1" i="1" dirty="0">
                <a:solidFill>
                  <a:schemeClr val="tx1"/>
                </a:solidFill>
                <a:ea typeface="楷体_GB2312"/>
                <a:cs typeface="Times New Roman" panose="02020603050405020304" pitchFamily="18" charset="0"/>
              </a:rPr>
              <a:t>ε</a:t>
            </a:r>
          </a:p>
          <a:p>
            <a:pPr marL="627063" lvl="2" indent="0" eaLnBrk="1" hangingPunct="1">
              <a:lnSpc>
                <a:spcPts val="2000"/>
              </a:lnSpc>
              <a:buFont typeface="Symbol" panose="05050102010706020507" pitchFamily="18" charset="2"/>
              <a:buNone/>
            </a:pPr>
            <a:r>
              <a:rPr lang="en-US" altLang="zh-CN" b="1" dirty="0">
                <a:solidFill>
                  <a:schemeClr val="tx1"/>
                </a:solidFill>
                <a:ea typeface="楷体_GB2312"/>
                <a:cs typeface="Times New Roman" panose="02020603050405020304" pitchFamily="18" charset="0"/>
              </a:rPr>
              <a:t>(5) </a:t>
            </a:r>
            <a:r>
              <a:rPr lang="en-US" altLang="zh-CN" b="1" i="1" dirty="0">
                <a:solidFill>
                  <a:schemeClr val="tx1"/>
                </a:solidFill>
                <a:ea typeface="楷体_GB2312"/>
                <a:cs typeface="Times New Roman" panose="02020603050405020304" pitchFamily="18" charset="0"/>
              </a:rPr>
              <a:t>C </a:t>
            </a:r>
            <a:r>
              <a:rPr lang="en-US" altLang="zh-CN" b="1" dirty="0">
                <a:solidFill>
                  <a:schemeClr val="tx1"/>
                </a:solidFill>
                <a:ea typeface="楷体_GB2312"/>
                <a:cs typeface="Times New Roman" panose="02020603050405020304" pitchFamily="18" charset="0"/>
              </a:rPr>
              <a:t>→ </a:t>
            </a:r>
            <a:r>
              <a:rPr lang="en-US" altLang="zh-CN" b="1" i="1" dirty="0">
                <a:solidFill>
                  <a:schemeClr val="tx1"/>
                </a:solidFill>
                <a:ea typeface="楷体_GB2312"/>
                <a:cs typeface="Times New Roman" panose="02020603050405020304" pitchFamily="18" charset="0"/>
              </a:rPr>
              <a:t>c</a:t>
            </a:r>
          </a:p>
          <a:p>
            <a:pPr marL="627063" lvl="2" indent="0" eaLnBrk="1" hangingPunct="1">
              <a:lnSpc>
                <a:spcPts val="2000"/>
              </a:lnSpc>
              <a:buFont typeface="Symbol" panose="05050102010706020507" pitchFamily="18" charset="2"/>
              <a:buNone/>
            </a:pPr>
            <a:r>
              <a:rPr lang="en-US" altLang="zh-CN" b="1" dirty="0">
                <a:solidFill>
                  <a:schemeClr val="tx1"/>
                </a:solidFill>
                <a:ea typeface="楷体_GB2312"/>
                <a:cs typeface="Times New Roman" panose="02020603050405020304" pitchFamily="18" charset="0"/>
              </a:rPr>
              <a:t>(6) </a:t>
            </a:r>
            <a:r>
              <a:rPr lang="en-US" altLang="zh-CN" b="1" i="1" dirty="0">
                <a:solidFill>
                  <a:schemeClr val="tx1"/>
                </a:solidFill>
                <a:ea typeface="楷体_GB2312"/>
                <a:cs typeface="Times New Roman" panose="02020603050405020304" pitchFamily="18" charset="0"/>
              </a:rPr>
              <a:t>C </a:t>
            </a:r>
            <a:r>
              <a:rPr lang="en-US" altLang="zh-CN" b="1" dirty="0">
                <a:solidFill>
                  <a:schemeClr val="tx1"/>
                </a:solidFill>
                <a:ea typeface="楷体_GB2312"/>
                <a:cs typeface="Times New Roman" panose="02020603050405020304" pitchFamily="18" charset="0"/>
              </a:rPr>
              <a:t>→ </a:t>
            </a:r>
            <a:r>
              <a:rPr lang="en-US" altLang="zh-CN" b="1" i="1" dirty="0">
                <a:solidFill>
                  <a:schemeClr val="tx1"/>
                </a:solidFill>
                <a:ea typeface="楷体_GB2312"/>
                <a:cs typeface="Times New Roman" panose="02020603050405020304" pitchFamily="18" charset="0"/>
              </a:rPr>
              <a:t>a</a:t>
            </a:r>
          </a:p>
        </p:txBody>
      </p:sp>
      <p:sp>
        <p:nvSpPr>
          <p:cNvPr id="38915" name="标题 3">
            <a:extLst>
              <a:ext uri="{FF2B5EF4-FFF2-40B4-BE49-F238E27FC236}">
                <a16:creationId xmlns:a16="http://schemas.microsoft.com/office/drawing/2014/main" id="{C78A679E-727F-45E2-AD11-34F9CD821E95}"/>
              </a:ext>
            </a:extLst>
          </p:cNvPr>
          <p:cNvSpPr>
            <a:spLocks noGrp="1"/>
          </p:cNvSpPr>
          <p:nvPr>
            <p:ph type="title"/>
          </p:nvPr>
        </p:nvSpPr>
        <p:spPr>
          <a:xfrm>
            <a:off x="755650" y="268288"/>
            <a:ext cx="7931150" cy="358775"/>
          </a:xfrm>
        </p:spPr>
        <p:txBody>
          <a:bodyPr/>
          <a:lstStyle/>
          <a:p>
            <a:pPr>
              <a:defRPr/>
            </a:pPr>
            <a:r>
              <a:rPr lang="zh-CN" altLang="en-US" sz="3000" spc="300" dirty="0">
                <a:solidFill>
                  <a:schemeClr val="tx1"/>
                </a:solidFill>
                <a:latin typeface="微软雅黑" pitchFamily="34" charset="-122"/>
                <a:ea typeface="微软雅黑" pitchFamily="34" charset="-122"/>
              </a:rPr>
              <a:t>非终结符的后继符号集</a:t>
            </a:r>
          </a:p>
        </p:txBody>
      </p:sp>
      <p:grpSp>
        <p:nvGrpSpPr>
          <p:cNvPr id="2" name="组合 9">
            <a:extLst>
              <a:ext uri="{FF2B5EF4-FFF2-40B4-BE49-F238E27FC236}">
                <a16:creationId xmlns:a16="http://schemas.microsoft.com/office/drawing/2014/main" id="{4E0197AE-E785-4B36-9085-A22E975F9502}"/>
              </a:ext>
            </a:extLst>
          </p:cNvPr>
          <p:cNvGrpSpPr>
            <a:grpSpLocks/>
          </p:cNvGrpSpPr>
          <p:nvPr/>
        </p:nvGrpSpPr>
        <p:grpSpPr bwMode="auto">
          <a:xfrm>
            <a:off x="2536825" y="2787651"/>
            <a:ext cx="1837055" cy="1277273"/>
            <a:chOff x="3610053" y="4777488"/>
            <a:chExt cx="1837774" cy="1705332"/>
          </a:xfrm>
        </p:grpSpPr>
        <p:sp>
          <p:nvSpPr>
            <p:cNvPr id="38918" name="Rectangle 8">
              <a:extLst>
                <a:ext uri="{FF2B5EF4-FFF2-40B4-BE49-F238E27FC236}">
                  <a16:creationId xmlns:a16="http://schemas.microsoft.com/office/drawing/2014/main" id="{AB69CBC7-EAF8-473A-B4F1-6CB560ADDFA6}"/>
                </a:ext>
              </a:extLst>
            </p:cNvPr>
            <p:cNvSpPr>
              <a:spLocks noChangeArrowheads="1"/>
            </p:cNvSpPr>
            <p:nvPr/>
          </p:nvSpPr>
          <p:spPr bwMode="auto">
            <a:xfrm>
              <a:off x="4134133" y="4777488"/>
              <a:ext cx="1313694" cy="1705332"/>
            </a:xfrm>
            <a:prstGeom prst="rect">
              <a:avLst/>
            </a:prstGeom>
            <a:noFill/>
            <a:ln w="9525">
              <a:noFill/>
              <a:miter lim="800000"/>
              <a:headEnd/>
              <a:tailEnd/>
            </a:ln>
          </p:spPr>
          <p:txBody>
            <a:bodyPr wrap="none">
              <a:spAutoFit/>
            </a:bodyPr>
            <a:lstStyle/>
            <a:p>
              <a:pPr eaLnBrk="1" hangingPunct="1">
                <a:lnSpc>
                  <a:spcPts val="2200"/>
                </a:lnSpc>
                <a:defRPr/>
              </a:pPr>
              <a:r>
                <a:rPr lang="zh-CN" altLang="en-US" sz="2200" b="1" dirty="0">
                  <a:solidFill>
                    <a:schemeClr val="tx2">
                      <a:lumMod val="60000"/>
                      <a:lumOff val="40000"/>
                    </a:schemeClr>
                  </a:solidFill>
                  <a:latin typeface="+mn-ea"/>
                  <a:ea typeface="+mn-ea"/>
                  <a:cs typeface="Times New Roman" pitchFamily="18" charset="0"/>
                </a:rPr>
                <a:t>输入符号</a:t>
              </a:r>
            </a:p>
            <a:p>
              <a:pPr eaLnBrk="1" hangingPunct="1">
                <a:lnSpc>
                  <a:spcPts val="2200"/>
                </a:lnSpc>
                <a:defRPr/>
              </a:pPr>
              <a:r>
                <a:rPr lang="en-US" altLang="zh-CN" sz="2200" b="1" i="1" dirty="0">
                  <a:solidFill>
                    <a:schemeClr val="tx2">
                      <a:lumMod val="60000"/>
                      <a:lumOff val="40000"/>
                    </a:schemeClr>
                  </a:solidFill>
                  <a:latin typeface="Times New Roman" pitchFamily="18" charset="0"/>
                  <a:ea typeface="楷体_GB2312"/>
                  <a:cs typeface="Times New Roman" pitchFamily="18" charset="0"/>
                </a:rPr>
                <a:t>  b</a:t>
              </a:r>
            </a:p>
            <a:p>
              <a:pPr eaLnBrk="1" hangingPunct="1">
                <a:lnSpc>
                  <a:spcPts val="2200"/>
                </a:lnSpc>
                <a:defRPr/>
              </a:pPr>
              <a:r>
                <a:rPr lang="en-US" altLang="zh-CN" sz="2200" b="1" i="1" dirty="0">
                  <a:solidFill>
                    <a:schemeClr val="tx2">
                      <a:lumMod val="60000"/>
                      <a:lumOff val="40000"/>
                    </a:schemeClr>
                  </a:solidFill>
                  <a:latin typeface="Times New Roman" pitchFamily="18" charset="0"/>
                  <a:ea typeface="楷体_GB2312"/>
                  <a:cs typeface="Times New Roman" pitchFamily="18" charset="0"/>
                </a:rPr>
                <a:t>  d</a:t>
              </a:r>
            </a:p>
            <a:p>
              <a:pPr eaLnBrk="1" hangingPunct="1">
                <a:defRPr/>
              </a:pPr>
              <a:r>
                <a:rPr lang="en-US" altLang="zh-CN" sz="2200" b="1" dirty="0">
                  <a:solidFill>
                    <a:schemeClr val="tx2">
                      <a:lumMod val="60000"/>
                      <a:lumOff val="40000"/>
                    </a:schemeClr>
                  </a:solidFill>
                  <a:latin typeface="Times New Roman" pitchFamily="18" charset="0"/>
                  <a:ea typeface="楷体_GB2312"/>
                  <a:cs typeface="Times New Roman" pitchFamily="18" charset="0"/>
                </a:rPr>
                <a:t> { </a:t>
              </a:r>
              <a:r>
                <a:rPr lang="en-US" altLang="zh-CN" sz="2200" b="1" i="1" dirty="0">
                  <a:solidFill>
                    <a:schemeClr val="tx2">
                      <a:lumMod val="60000"/>
                      <a:lumOff val="40000"/>
                    </a:schemeClr>
                  </a:solidFill>
                  <a:latin typeface="Times New Roman" pitchFamily="18" charset="0"/>
                  <a:ea typeface="楷体_GB2312"/>
                  <a:cs typeface="Times New Roman" pitchFamily="18" charset="0"/>
                </a:rPr>
                <a:t>a</a:t>
              </a:r>
              <a:r>
                <a:rPr lang="en-US" altLang="zh-CN" sz="2200" b="1" dirty="0">
                  <a:solidFill>
                    <a:schemeClr val="tx2">
                      <a:lumMod val="60000"/>
                      <a:lumOff val="40000"/>
                    </a:schemeClr>
                  </a:solidFill>
                  <a:latin typeface="Times New Roman" pitchFamily="18" charset="0"/>
                  <a:ea typeface="楷体_GB2312"/>
                  <a:cs typeface="Times New Roman" pitchFamily="18" charset="0"/>
                </a:rPr>
                <a:t>, </a:t>
              </a:r>
              <a:r>
                <a:rPr lang="en-US" altLang="zh-CN" sz="2200" b="1" i="1" dirty="0">
                  <a:solidFill>
                    <a:schemeClr val="tx2">
                      <a:lumMod val="60000"/>
                      <a:lumOff val="40000"/>
                    </a:schemeClr>
                  </a:solidFill>
                  <a:latin typeface="Times New Roman" pitchFamily="18" charset="0"/>
                  <a:ea typeface="楷体_GB2312"/>
                  <a:cs typeface="Times New Roman" pitchFamily="18" charset="0"/>
                </a:rPr>
                <a:t>c</a:t>
              </a:r>
              <a:r>
                <a:rPr lang="en-US" altLang="zh-CN" sz="2200" b="1" dirty="0">
                  <a:solidFill>
                    <a:schemeClr val="tx2">
                      <a:lumMod val="60000"/>
                      <a:lumOff val="40000"/>
                    </a:schemeClr>
                  </a:solidFill>
                  <a:latin typeface="Times New Roman" pitchFamily="18" charset="0"/>
                  <a:ea typeface="楷体_GB2312"/>
                  <a:cs typeface="Times New Roman" pitchFamily="18" charset="0"/>
                </a:rPr>
                <a:t> }</a:t>
              </a:r>
            </a:p>
          </p:txBody>
        </p:sp>
        <p:sp>
          <p:nvSpPr>
            <p:cNvPr id="38919" name="Line 9">
              <a:extLst>
                <a:ext uri="{FF2B5EF4-FFF2-40B4-BE49-F238E27FC236}">
                  <a16:creationId xmlns:a16="http://schemas.microsoft.com/office/drawing/2014/main" id="{0B25F0B8-823C-4799-9764-312334ECC4AD}"/>
                </a:ext>
              </a:extLst>
            </p:cNvPr>
            <p:cNvSpPr>
              <a:spLocks noChangeShapeType="1"/>
            </p:cNvSpPr>
            <p:nvPr/>
          </p:nvSpPr>
          <p:spPr bwMode="auto">
            <a:xfrm flipH="1">
              <a:off x="3611642" y="5353999"/>
              <a:ext cx="649541" cy="0"/>
            </a:xfrm>
            <a:prstGeom prst="line">
              <a:avLst/>
            </a:prstGeom>
            <a:noFill/>
            <a:ln w="12700">
              <a:solidFill>
                <a:schemeClr val="tx2">
                  <a:lumMod val="60000"/>
                  <a:lumOff val="40000"/>
                </a:schemeClr>
              </a:solidFill>
              <a:round/>
              <a:headEnd/>
              <a:tailEnd type="triangle" w="med" len="med"/>
            </a:ln>
          </p:spPr>
          <p:txBody>
            <a:bodyPr/>
            <a:lstStyle/>
            <a:p>
              <a:pPr>
                <a:defRPr/>
              </a:pPr>
              <a:endParaRPr lang="zh-CN" altLang="en-US"/>
            </a:p>
          </p:txBody>
        </p:sp>
        <p:sp>
          <p:nvSpPr>
            <p:cNvPr id="38920" name="Line 10">
              <a:extLst>
                <a:ext uri="{FF2B5EF4-FFF2-40B4-BE49-F238E27FC236}">
                  <a16:creationId xmlns:a16="http://schemas.microsoft.com/office/drawing/2014/main" id="{9EE41F11-94F2-4216-9E50-7C5221D2771F}"/>
                </a:ext>
              </a:extLst>
            </p:cNvPr>
            <p:cNvSpPr>
              <a:spLocks noChangeShapeType="1"/>
            </p:cNvSpPr>
            <p:nvPr/>
          </p:nvSpPr>
          <p:spPr bwMode="auto">
            <a:xfrm flipH="1" flipV="1">
              <a:off x="3611642" y="5835133"/>
              <a:ext cx="647954" cy="0"/>
            </a:xfrm>
            <a:prstGeom prst="line">
              <a:avLst/>
            </a:prstGeom>
            <a:noFill/>
            <a:ln w="12700">
              <a:solidFill>
                <a:schemeClr val="tx2">
                  <a:lumMod val="60000"/>
                  <a:lumOff val="40000"/>
                </a:schemeClr>
              </a:solidFill>
              <a:round/>
              <a:headEnd/>
              <a:tailEnd type="triangle" w="med" len="med"/>
            </a:ln>
          </p:spPr>
          <p:txBody>
            <a:bodyPr/>
            <a:lstStyle/>
            <a:p>
              <a:pPr>
                <a:defRPr/>
              </a:pPr>
              <a:endParaRPr lang="zh-CN" altLang="en-US"/>
            </a:p>
          </p:txBody>
        </p:sp>
        <p:sp>
          <p:nvSpPr>
            <p:cNvPr id="38921" name="Line 11">
              <a:extLst>
                <a:ext uri="{FF2B5EF4-FFF2-40B4-BE49-F238E27FC236}">
                  <a16:creationId xmlns:a16="http://schemas.microsoft.com/office/drawing/2014/main" id="{30AF2A6C-1E36-4509-A782-EB9266F4308A}"/>
                </a:ext>
              </a:extLst>
            </p:cNvPr>
            <p:cNvSpPr>
              <a:spLocks noChangeShapeType="1"/>
            </p:cNvSpPr>
            <p:nvPr/>
          </p:nvSpPr>
          <p:spPr bwMode="auto">
            <a:xfrm flipH="1" flipV="1">
              <a:off x="3610053" y="6218766"/>
              <a:ext cx="649542" cy="0"/>
            </a:xfrm>
            <a:prstGeom prst="line">
              <a:avLst/>
            </a:prstGeom>
            <a:noFill/>
            <a:ln w="12700">
              <a:solidFill>
                <a:schemeClr val="tx2">
                  <a:lumMod val="60000"/>
                  <a:lumOff val="40000"/>
                </a:schemeClr>
              </a:solidFill>
              <a:round/>
              <a:headEnd/>
              <a:tailEnd type="triangle" w="med" len="med"/>
            </a:ln>
          </p:spPr>
          <p:txBody>
            <a:bodyPr/>
            <a:lstStyle/>
            <a:p>
              <a:pPr>
                <a:defRPr/>
              </a:pPr>
              <a:endParaRPr lang="zh-CN" altLang="en-US"/>
            </a:p>
          </p:txBody>
        </p:sp>
      </p:grpSp>
      <p:sp>
        <p:nvSpPr>
          <p:cNvPr id="4" name="矩形 3">
            <a:extLst>
              <a:ext uri="{FF2B5EF4-FFF2-40B4-BE49-F238E27FC236}">
                <a16:creationId xmlns:a16="http://schemas.microsoft.com/office/drawing/2014/main" id="{6F8B8A01-9A0A-4902-B882-E6F72D1226CB}"/>
              </a:ext>
            </a:extLst>
          </p:cNvPr>
          <p:cNvSpPr/>
          <p:nvPr/>
        </p:nvSpPr>
        <p:spPr>
          <a:xfrm>
            <a:off x="611560" y="1879600"/>
            <a:ext cx="8189540" cy="449739"/>
          </a:xfrm>
          <a:prstGeom prst="rect">
            <a:avLst/>
          </a:prstGeom>
          <a:solidFill>
            <a:schemeClr val="accent5">
              <a:lumMod val="60000"/>
              <a:lumOff val="40000"/>
            </a:schemeClr>
          </a:solidFill>
          <a:ln w="12700">
            <a:solidFill>
              <a:schemeClr val="tx1"/>
            </a:solidFill>
          </a:ln>
        </p:spPr>
        <p:txBody>
          <a:bodyPr wrap="square">
            <a:spAutoFit/>
          </a:bodyPr>
          <a:lstStyle/>
          <a:p>
            <a:pPr>
              <a:lnSpc>
                <a:spcPts val="3000"/>
              </a:lnSpc>
              <a:defRPr/>
            </a:pPr>
            <a:r>
              <a:rPr lang="zh-CN" altLang="en-US" sz="2000" b="1" dirty="0">
                <a:latin typeface="Times New Roman" panose="02020603050405020304" pitchFamily="18" charset="0"/>
                <a:ea typeface="+mn-ea"/>
                <a:cs typeface="Times New Roman" panose="02020603050405020304" pitchFamily="18" charset="0"/>
              </a:rPr>
              <a:t>如果 </a:t>
            </a:r>
            <a:r>
              <a:rPr lang="en-US" altLang="zh-CN" sz="2000" b="1" i="1" dirty="0">
                <a:latin typeface="Times New Roman" panose="02020603050405020304" pitchFamily="18" charset="0"/>
                <a:ea typeface="+mn-ea"/>
                <a:cs typeface="Times New Roman" panose="02020603050405020304" pitchFamily="18" charset="0"/>
              </a:rPr>
              <a:t>A</a:t>
            </a:r>
            <a:r>
              <a:rPr lang="zh-CN" altLang="en-US" sz="2000" b="1" dirty="0">
                <a:latin typeface="Times New Roman" panose="02020603050405020304" pitchFamily="18" charset="0"/>
                <a:ea typeface="+mn-ea"/>
                <a:cs typeface="Times New Roman" panose="02020603050405020304" pitchFamily="18" charset="0"/>
              </a:rPr>
              <a:t>是某个句型的最右符号，则将结束符“</a:t>
            </a:r>
            <a:r>
              <a:rPr lang="en-US" altLang="zh-CN" sz="2000" b="1" dirty="0">
                <a:latin typeface="Times New Roman" panose="02020603050405020304" pitchFamily="18" charset="0"/>
                <a:ea typeface="+mn-ea"/>
                <a:cs typeface="Times New Roman" panose="02020603050405020304" pitchFamily="18" charset="0"/>
              </a:rPr>
              <a:t>$</a:t>
            </a:r>
            <a:r>
              <a:rPr lang="zh-CN" altLang="en-US" sz="2000" b="1" dirty="0">
                <a:latin typeface="Times New Roman" panose="02020603050405020304" pitchFamily="18" charset="0"/>
                <a:ea typeface="+mn-ea"/>
                <a:cs typeface="Times New Roman" panose="02020603050405020304" pitchFamily="18" charset="0"/>
              </a:rPr>
              <a:t>”添加到</a:t>
            </a:r>
            <a:r>
              <a:rPr lang="en-US" altLang="zh-CN" sz="2000" b="1" i="1" dirty="0">
                <a:latin typeface="Times New Roman" panose="02020603050405020304" pitchFamily="18" charset="0"/>
                <a:ea typeface="+mn-ea"/>
                <a:cs typeface="Times New Roman" panose="02020603050405020304" pitchFamily="18" charset="0"/>
              </a:rPr>
              <a:t>FOLLOW</a:t>
            </a:r>
            <a:r>
              <a:rPr lang="en-US" altLang="zh-CN" sz="2000" b="1" dirty="0">
                <a:latin typeface="Times New Roman" panose="02020603050405020304" pitchFamily="18" charset="0"/>
                <a:ea typeface="+mn-ea"/>
                <a:cs typeface="Times New Roman" panose="02020603050405020304" pitchFamily="18" charset="0"/>
              </a:rPr>
              <a:t>(</a:t>
            </a:r>
            <a:r>
              <a:rPr lang="en-US" altLang="zh-CN" sz="2000" b="1" i="1" dirty="0">
                <a:latin typeface="Times New Roman" panose="02020603050405020304" pitchFamily="18" charset="0"/>
                <a:ea typeface="+mn-ea"/>
                <a:cs typeface="Times New Roman" panose="02020603050405020304" pitchFamily="18" charset="0"/>
              </a:rPr>
              <a:t>A</a:t>
            </a:r>
            <a:r>
              <a:rPr lang="en-US" altLang="zh-CN" sz="2000" b="1" dirty="0">
                <a:latin typeface="Times New Roman" panose="02020603050405020304" pitchFamily="18" charset="0"/>
                <a:ea typeface="+mn-ea"/>
                <a:cs typeface="Times New Roman" panose="02020603050405020304" pitchFamily="18" charset="0"/>
              </a:rPr>
              <a:t>)</a:t>
            </a:r>
            <a:r>
              <a:rPr lang="zh-CN" altLang="en-US" sz="2000" b="1" dirty="0">
                <a:latin typeface="Times New Roman" panose="02020603050405020304" pitchFamily="18" charset="0"/>
                <a:ea typeface="+mn-ea"/>
                <a:cs typeface="Times New Roman" panose="02020603050405020304" pitchFamily="18" charset="0"/>
              </a:rPr>
              <a:t>中</a:t>
            </a:r>
            <a:endParaRPr lang="zh-CN" altLang="en-US" sz="2000" dirty="0">
              <a:latin typeface="Times New Roman" panose="02020603050405020304" pitchFamily="18" charset="0"/>
              <a:ea typeface="+mn-ea"/>
              <a:cs typeface="Times New Roman" panose="02020603050405020304" pitchFamily="18" charset="0"/>
            </a:endParaRPr>
          </a:p>
        </p:txBody>
      </p:sp>
      <p:sp>
        <p:nvSpPr>
          <p:cNvPr id="5" name="矩形 4">
            <a:extLst>
              <a:ext uri="{FF2B5EF4-FFF2-40B4-BE49-F238E27FC236}">
                <a16:creationId xmlns:a16="http://schemas.microsoft.com/office/drawing/2014/main" id="{E20EC860-CD86-426E-BB19-B44636E812B8}"/>
              </a:ext>
            </a:extLst>
          </p:cNvPr>
          <p:cNvSpPr/>
          <p:nvPr/>
        </p:nvSpPr>
        <p:spPr>
          <a:xfrm>
            <a:off x="5076056" y="3253434"/>
            <a:ext cx="2457724" cy="400110"/>
          </a:xfrm>
          <a:prstGeom prst="rect">
            <a:avLst/>
          </a:prstGeom>
        </p:spPr>
        <p:txBody>
          <a:bodyPr wrap="none">
            <a:spAutoFit/>
          </a:bodyPr>
          <a:lstStyle/>
          <a:p>
            <a:r>
              <a:rPr lang="en-US" altLang="zh-CN" sz="2000" b="1" i="1" dirty="0">
                <a:latin typeface="Times New Roman" panose="02020603050405020304" pitchFamily="18" charset="0"/>
                <a:ea typeface="楷体_GB2312"/>
                <a:cs typeface="Times New Roman" panose="02020603050405020304" pitchFamily="18" charset="0"/>
              </a:rPr>
              <a:t>FOLLOW</a:t>
            </a:r>
            <a:r>
              <a:rPr lang="en-US" altLang="zh-CN" sz="2000" b="1" dirty="0">
                <a:latin typeface="Times New Roman" panose="02020603050405020304" pitchFamily="18" charset="0"/>
                <a:ea typeface="楷体_GB2312"/>
                <a:cs typeface="Times New Roman" panose="02020603050405020304" pitchFamily="18" charset="0"/>
              </a:rPr>
              <a:t>(</a:t>
            </a:r>
            <a:r>
              <a:rPr lang="en-US" altLang="zh-CN" sz="2000" b="1" i="1" dirty="0">
                <a:latin typeface="Times New Roman" panose="02020603050405020304" pitchFamily="18" charset="0"/>
                <a:ea typeface="楷体_GB2312"/>
                <a:cs typeface="Times New Roman" panose="02020603050405020304" pitchFamily="18" charset="0"/>
              </a:rPr>
              <a:t>B</a:t>
            </a:r>
            <a:r>
              <a:rPr lang="en-US" altLang="zh-CN" sz="2000" b="1" dirty="0">
                <a:latin typeface="Times New Roman" panose="02020603050405020304" pitchFamily="18" charset="0"/>
                <a:ea typeface="楷体_GB2312"/>
                <a:cs typeface="Times New Roman" panose="02020603050405020304" pitchFamily="18" charset="0"/>
              </a:rPr>
              <a:t>) = {</a:t>
            </a:r>
            <a:r>
              <a:rPr lang="en-US" altLang="zh-CN" sz="2000" b="1" i="1" dirty="0">
                <a:latin typeface="Times New Roman" panose="02020603050405020304" pitchFamily="18" charset="0"/>
                <a:ea typeface="楷体_GB2312"/>
                <a:cs typeface="Times New Roman" panose="02020603050405020304" pitchFamily="18" charset="0"/>
              </a:rPr>
              <a:t>a</a:t>
            </a:r>
            <a:r>
              <a:rPr lang="en-US" altLang="zh-CN" sz="2000" b="1" dirty="0">
                <a:latin typeface="Times New Roman" panose="02020603050405020304" pitchFamily="18" charset="0"/>
                <a:ea typeface="楷体_GB2312"/>
                <a:cs typeface="Times New Roman" panose="02020603050405020304" pitchFamily="18" charset="0"/>
              </a:rPr>
              <a:t>, </a:t>
            </a:r>
            <a:r>
              <a:rPr lang="en-US" altLang="zh-CN" sz="2000" b="1" i="1" dirty="0">
                <a:latin typeface="Times New Roman" panose="02020603050405020304" pitchFamily="18" charset="0"/>
                <a:ea typeface="楷体_GB2312"/>
                <a:cs typeface="Times New Roman" panose="02020603050405020304" pitchFamily="18" charset="0"/>
              </a:rPr>
              <a:t>c</a:t>
            </a:r>
            <a:r>
              <a:rPr lang="en-US" altLang="zh-CN" sz="2000" b="1" dirty="0">
                <a:latin typeface="Times New Roman" panose="02020603050405020304" pitchFamily="18" charset="0"/>
                <a:ea typeface="楷体_GB2312"/>
                <a:cs typeface="Times New Roman" panose="02020603050405020304" pitchFamily="18" charset="0"/>
              </a:rPr>
              <a:t>}</a:t>
            </a:r>
            <a:endParaRPr lang="zh-CN" altLang="en-US" sz="2000" dirty="0">
              <a:latin typeface="Times New Roman" panose="02020603050405020304" pitchFamily="18" charset="0"/>
              <a:cs typeface="Times New Roman" panose="02020603050405020304" pitchFamily="18" charset="0"/>
            </a:endParaRPr>
          </a:p>
        </p:txBody>
      </p:sp>
      <p:sp>
        <p:nvSpPr>
          <p:cNvPr id="7" name="灯片编号占位符 6">
            <a:extLst>
              <a:ext uri="{FF2B5EF4-FFF2-40B4-BE49-F238E27FC236}">
                <a16:creationId xmlns:a16="http://schemas.microsoft.com/office/drawing/2014/main" id="{E854A39C-A042-4551-AC9E-EBACEC1350B0}"/>
              </a:ext>
            </a:extLst>
          </p:cNvPr>
          <p:cNvSpPr>
            <a:spLocks noGrp="1"/>
          </p:cNvSpPr>
          <p:nvPr>
            <p:ph type="sldNum" sz="quarter" idx="12"/>
          </p:nvPr>
        </p:nvSpPr>
        <p:spPr/>
        <p:txBody>
          <a:bodyPr/>
          <a:lstStyle/>
          <a:p>
            <a:pPr>
              <a:defRPr/>
            </a:pPr>
            <a:fld id="{EA567855-7F13-4FC5-AD61-2B82F6443E16}" type="slidenum">
              <a:rPr lang="zh-CN" altLang="en-US" smtClean="0"/>
              <a:pPr>
                <a:defRPr/>
              </a:pPr>
              <a:t>34</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nodeType="clickEffect">
                                  <p:stCondLst>
                                    <p:cond delay="0"/>
                                  </p:stCondLst>
                                  <p:childTnLst>
                                    <p:set>
                                      <p:cBhvr>
                                        <p:cTn id="13" dur="1" fill="hold">
                                          <p:stCondLst>
                                            <p:cond delay="0"/>
                                          </p:stCondLst>
                                        </p:cTn>
                                        <p:tgtEl>
                                          <p:spTgt spid="3">
                                            <p:txEl>
                                              <p:pRg st="5" end="5"/>
                                            </p:txEl>
                                          </p:spTgt>
                                        </p:tgtEl>
                                        <p:attrNameLst>
                                          <p:attrName>style.visibility</p:attrName>
                                        </p:attrNameLst>
                                      </p:cBhvr>
                                      <p:to>
                                        <p:strVal val="visible"/>
                                      </p:to>
                                    </p:set>
                                    <p:anim calcmode="lin" valueType="num">
                                      <p:cBhvr>
                                        <p:cTn id="14" dur="500" fill="hold"/>
                                        <p:tgtEl>
                                          <p:spTgt spid="3">
                                            <p:txEl>
                                              <p:pRg st="5" end="5"/>
                                            </p:txEl>
                                          </p:spTgt>
                                        </p:tgtEl>
                                        <p:attrNameLst>
                                          <p:attrName>ppt_w</p:attrName>
                                        </p:attrNameLst>
                                      </p:cBhvr>
                                      <p:tavLst>
                                        <p:tav tm="0">
                                          <p:val>
                                            <p:fltVal val="0"/>
                                          </p:val>
                                        </p:tav>
                                        <p:tav tm="100000">
                                          <p:val>
                                            <p:strVal val="#ppt_w"/>
                                          </p:val>
                                        </p:tav>
                                      </p:tavLst>
                                    </p:anim>
                                    <p:anim calcmode="lin" valueType="num">
                                      <p:cBhvr>
                                        <p:cTn id="15" dur="500" fill="hold"/>
                                        <p:tgtEl>
                                          <p:spTgt spid="3">
                                            <p:txEl>
                                              <p:pRg st="5" end="5"/>
                                            </p:txEl>
                                          </p:spTgt>
                                        </p:tgtEl>
                                        <p:attrNameLst>
                                          <p:attrName>ppt_h</p:attrName>
                                        </p:attrNameLst>
                                      </p:cBhvr>
                                      <p:tavLst>
                                        <p:tav tm="0">
                                          <p:val>
                                            <p:fltVal val="0"/>
                                          </p:val>
                                        </p:tav>
                                        <p:tav tm="100000">
                                          <p:val>
                                            <p:strVal val="#ppt_h"/>
                                          </p:val>
                                        </p:tav>
                                      </p:tavLst>
                                    </p:anim>
                                    <p:animEffect transition="in" filter="fade">
                                      <p:cBhvr>
                                        <p:cTn id="16" dur="500"/>
                                        <p:tgtEl>
                                          <p:spTgt spid="3">
                                            <p:txEl>
                                              <p:pRg st="5" end="5"/>
                                            </p:txEl>
                                          </p:spTgt>
                                        </p:tgtEl>
                                      </p:cBhvr>
                                    </p:animEffect>
                                  </p:childTnLst>
                                </p:cTn>
                              </p:par>
                              <p:par>
                                <p:cTn id="17" presetID="53"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 calcmode="lin" valueType="num">
                                      <p:cBhvr>
                                        <p:cTn id="19" dur="500" fill="hold"/>
                                        <p:tgtEl>
                                          <p:spTgt spid="3">
                                            <p:txEl>
                                              <p:pRg st="6" end="6"/>
                                            </p:txEl>
                                          </p:spTgt>
                                        </p:tgtEl>
                                        <p:attrNameLst>
                                          <p:attrName>ppt_w</p:attrName>
                                        </p:attrNameLst>
                                      </p:cBhvr>
                                      <p:tavLst>
                                        <p:tav tm="0">
                                          <p:val>
                                            <p:fltVal val="0"/>
                                          </p:val>
                                        </p:tav>
                                        <p:tav tm="100000">
                                          <p:val>
                                            <p:strVal val="#ppt_w"/>
                                          </p:val>
                                        </p:tav>
                                      </p:tavLst>
                                    </p:anim>
                                    <p:anim calcmode="lin" valueType="num">
                                      <p:cBhvr>
                                        <p:cTn id="20" dur="500" fill="hold"/>
                                        <p:tgtEl>
                                          <p:spTgt spid="3">
                                            <p:txEl>
                                              <p:pRg st="6" end="6"/>
                                            </p:txEl>
                                          </p:spTgt>
                                        </p:tgtEl>
                                        <p:attrNameLst>
                                          <p:attrName>ppt_h</p:attrName>
                                        </p:attrNameLst>
                                      </p:cBhvr>
                                      <p:tavLst>
                                        <p:tav tm="0">
                                          <p:val>
                                            <p:fltVal val="0"/>
                                          </p:val>
                                        </p:tav>
                                        <p:tav tm="100000">
                                          <p:val>
                                            <p:strVal val="#ppt_h"/>
                                          </p:val>
                                        </p:tav>
                                      </p:tavLst>
                                    </p:anim>
                                    <p:animEffect transition="in" filter="fade">
                                      <p:cBhvr>
                                        <p:cTn id="21" dur="500"/>
                                        <p:tgtEl>
                                          <p:spTgt spid="3">
                                            <p:txEl>
                                              <p:pRg st="6" end="6"/>
                                            </p:txEl>
                                          </p:spTgt>
                                        </p:tgtEl>
                                      </p:cBhvr>
                                    </p:animEffect>
                                  </p:childTnLst>
                                </p:cTn>
                              </p:par>
                              <p:par>
                                <p:cTn id="22" presetID="53" presetClass="entr" presetSubtype="0" fill="hold" nodeType="withEffect">
                                  <p:stCondLst>
                                    <p:cond delay="0"/>
                                  </p:stCondLst>
                                  <p:childTnLst>
                                    <p:set>
                                      <p:cBhvr>
                                        <p:cTn id="23" dur="1" fill="hold">
                                          <p:stCondLst>
                                            <p:cond delay="0"/>
                                          </p:stCondLst>
                                        </p:cTn>
                                        <p:tgtEl>
                                          <p:spTgt spid="3">
                                            <p:txEl>
                                              <p:pRg st="7" end="7"/>
                                            </p:txEl>
                                          </p:spTgt>
                                        </p:tgtEl>
                                        <p:attrNameLst>
                                          <p:attrName>style.visibility</p:attrName>
                                        </p:attrNameLst>
                                      </p:cBhvr>
                                      <p:to>
                                        <p:strVal val="visible"/>
                                      </p:to>
                                    </p:set>
                                    <p:anim calcmode="lin" valueType="num">
                                      <p:cBhvr>
                                        <p:cTn id="24" dur="500" fill="hold"/>
                                        <p:tgtEl>
                                          <p:spTgt spid="3">
                                            <p:txEl>
                                              <p:pRg st="7" end="7"/>
                                            </p:txEl>
                                          </p:spTgt>
                                        </p:tgtEl>
                                        <p:attrNameLst>
                                          <p:attrName>ppt_w</p:attrName>
                                        </p:attrNameLst>
                                      </p:cBhvr>
                                      <p:tavLst>
                                        <p:tav tm="0">
                                          <p:val>
                                            <p:fltVal val="0"/>
                                          </p:val>
                                        </p:tav>
                                        <p:tav tm="100000">
                                          <p:val>
                                            <p:strVal val="#ppt_w"/>
                                          </p:val>
                                        </p:tav>
                                      </p:tavLst>
                                    </p:anim>
                                    <p:anim calcmode="lin" valueType="num">
                                      <p:cBhvr>
                                        <p:cTn id="25" dur="500" fill="hold"/>
                                        <p:tgtEl>
                                          <p:spTgt spid="3">
                                            <p:txEl>
                                              <p:pRg st="7" end="7"/>
                                            </p:txEl>
                                          </p:spTgt>
                                        </p:tgtEl>
                                        <p:attrNameLst>
                                          <p:attrName>ppt_h</p:attrName>
                                        </p:attrNameLst>
                                      </p:cBhvr>
                                      <p:tavLst>
                                        <p:tav tm="0">
                                          <p:val>
                                            <p:fltVal val="0"/>
                                          </p:val>
                                        </p:tav>
                                        <p:tav tm="100000">
                                          <p:val>
                                            <p:strVal val="#ppt_h"/>
                                          </p:val>
                                        </p:tav>
                                      </p:tavLst>
                                    </p:anim>
                                    <p:animEffect transition="in" filter="fade">
                                      <p:cBhvr>
                                        <p:cTn id="26" dur="500"/>
                                        <p:tgtEl>
                                          <p:spTgt spid="3">
                                            <p:txEl>
                                              <p:pRg st="7" end="7"/>
                                            </p:txEl>
                                          </p:spTgt>
                                        </p:tgtEl>
                                      </p:cBhvr>
                                    </p:animEffect>
                                  </p:childTnLst>
                                </p:cTn>
                              </p:par>
                              <p:par>
                                <p:cTn id="27" presetID="53"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anim calcmode="lin" valueType="num">
                                      <p:cBhvr>
                                        <p:cTn id="29" dur="500" fill="hold"/>
                                        <p:tgtEl>
                                          <p:spTgt spid="3">
                                            <p:txEl>
                                              <p:pRg st="8" end="8"/>
                                            </p:txEl>
                                          </p:spTgt>
                                        </p:tgtEl>
                                        <p:attrNameLst>
                                          <p:attrName>ppt_w</p:attrName>
                                        </p:attrNameLst>
                                      </p:cBhvr>
                                      <p:tavLst>
                                        <p:tav tm="0">
                                          <p:val>
                                            <p:fltVal val="0"/>
                                          </p:val>
                                        </p:tav>
                                        <p:tav tm="100000">
                                          <p:val>
                                            <p:strVal val="#ppt_w"/>
                                          </p:val>
                                        </p:tav>
                                      </p:tavLst>
                                    </p:anim>
                                    <p:anim calcmode="lin" valueType="num">
                                      <p:cBhvr>
                                        <p:cTn id="30" dur="500" fill="hold"/>
                                        <p:tgtEl>
                                          <p:spTgt spid="3">
                                            <p:txEl>
                                              <p:pRg st="8" end="8"/>
                                            </p:txEl>
                                          </p:spTgt>
                                        </p:tgtEl>
                                        <p:attrNameLst>
                                          <p:attrName>ppt_h</p:attrName>
                                        </p:attrNameLst>
                                      </p:cBhvr>
                                      <p:tavLst>
                                        <p:tav tm="0">
                                          <p:val>
                                            <p:fltVal val="0"/>
                                          </p:val>
                                        </p:tav>
                                        <p:tav tm="100000">
                                          <p:val>
                                            <p:strVal val="#ppt_h"/>
                                          </p:val>
                                        </p:tav>
                                      </p:tavLst>
                                    </p:anim>
                                    <p:animEffect transition="in" filter="fade">
                                      <p:cBhvr>
                                        <p:cTn id="31" dur="500"/>
                                        <p:tgtEl>
                                          <p:spTgt spid="3">
                                            <p:txEl>
                                              <p:pRg st="8" end="8"/>
                                            </p:txEl>
                                          </p:spTgt>
                                        </p:tgtEl>
                                      </p:cBhvr>
                                    </p:animEffect>
                                  </p:childTnLst>
                                </p:cTn>
                              </p:par>
                              <p:par>
                                <p:cTn id="32" presetID="53" presetClass="entr" presetSubtype="0" fill="hold" nodeType="withEffect">
                                  <p:stCondLst>
                                    <p:cond delay="0"/>
                                  </p:stCondLst>
                                  <p:childTnLst>
                                    <p:set>
                                      <p:cBhvr>
                                        <p:cTn id="33" dur="1" fill="hold">
                                          <p:stCondLst>
                                            <p:cond delay="0"/>
                                          </p:stCondLst>
                                        </p:cTn>
                                        <p:tgtEl>
                                          <p:spTgt spid="3">
                                            <p:txEl>
                                              <p:pRg st="9" end="9"/>
                                            </p:txEl>
                                          </p:spTgt>
                                        </p:tgtEl>
                                        <p:attrNameLst>
                                          <p:attrName>style.visibility</p:attrName>
                                        </p:attrNameLst>
                                      </p:cBhvr>
                                      <p:to>
                                        <p:strVal val="visible"/>
                                      </p:to>
                                    </p:set>
                                    <p:anim calcmode="lin" valueType="num">
                                      <p:cBhvr>
                                        <p:cTn id="34" dur="500" fill="hold"/>
                                        <p:tgtEl>
                                          <p:spTgt spid="3">
                                            <p:txEl>
                                              <p:pRg st="9" end="9"/>
                                            </p:txEl>
                                          </p:spTgt>
                                        </p:tgtEl>
                                        <p:attrNameLst>
                                          <p:attrName>ppt_w</p:attrName>
                                        </p:attrNameLst>
                                      </p:cBhvr>
                                      <p:tavLst>
                                        <p:tav tm="0">
                                          <p:val>
                                            <p:fltVal val="0"/>
                                          </p:val>
                                        </p:tav>
                                        <p:tav tm="100000">
                                          <p:val>
                                            <p:strVal val="#ppt_w"/>
                                          </p:val>
                                        </p:tav>
                                      </p:tavLst>
                                    </p:anim>
                                    <p:anim calcmode="lin" valueType="num">
                                      <p:cBhvr>
                                        <p:cTn id="35" dur="500" fill="hold"/>
                                        <p:tgtEl>
                                          <p:spTgt spid="3">
                                            <p:txEl>
                                              <p:pRg st="9" end="9"/>
                                            </p:txEl>
                                          </p:spTgt>
                                        </p:tgtEl>
                                        <p:attrNameLst>
                                          <p:attrName>ppt_h</p:attrName>
                                        </p:attrNameLst>
                                      </p:cBhvr>
                                      <p:tavLst>
                                        <p:tav tm="0">
                                          <p:val>
                                            <p:fltVal val="0"/>
                                          </p:val>
                                        </p:tav>
                                        <p:tav tm="100000">
                                          <p:val>
                                            <p:strVal val="#ppt_h"/>
                                          </p:val>
                                        </p:tav>
                                      </p:tavLst>
                                    </p:anim>
                                    <p:animEffect transition="in" filter="fade">
                                      <p:cBhvr>
                                        <p:cTn id="36" dur="500"/>
                                        <p:tgtEl>
                                          <p:spTgt spid="3">
                                            <p:txEl>
                                              <p:pRg st="9" end="9"/>
                                            </p:txEl>
                                          </p:spTgt>
                                        </p:tgtEl>
                                      </p:cBhvr>
                                    </p:animEffect>
                                  </p:childTnLst>
                                </p:cTn>
                              </p:par>
                              <p:par>
                                <p:cTn id="37" presetID="53" presetClass="entr" presetSubtype="0" fill="hold" nodeType="with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anim calcmode="lin" valueType="num">
                                      <p:cBhvr>
                                        <p:cTn id="39" dur="500" fill="hold"/>
                                        <p:tgtEl>
                                          <p:spTgt spid="3">
                                            <p:txEl>
                                              <p:pRg st="10" end="10"/>
                                            </p:txEl>
                                          </p:spTgt>
                                        </p:tgtEl>
                                        <p:attrNameLst>
                                          <p:attrName>ppt_w</p:attrName>
                                        </p:attrNameLst>
                                      </p:cBhvr>
                                      <p:tavLst>
                                        <p:tav tm="0">
                                          <p:val>
                                            <p:fltVal val="0"/>
                                          </p:val>
                                        </p:tav>
                                        <p:tav tm="100000">
                                          <p:val>
                                            <p:strVal val="#ppt_w"/>
                                          </p:val>
                                        </p:tav>
                                      </p:tavLst>
                                    </p:anim>
                                    <p:anim calcmode="lin" valueType="num">
                                      <p:cBhvr>
                                        <p:cTn id="40" dur="500" fill="hold"/>
                                        <p:tgtEl>
                                          <p:spTgt spid="3">
                                            <p:txEl>
                                              <p:pRg st="10" end="10"/>
                                            </p:txEl>
                                          </p:spTgt>
                                        </p:tgtEl>
                                        <p:attrNameLst>
                                          <p:attrName>ppt_h</p:attrName>
                                        </p:attrNameLst>
                                      </p:cBhvr>
                                      <p:tavLst>
                                        <p:tav tm="0">
                                          <p:val>
                                            <p:fltVal val="0"/>
                                          </p:val>
                                        </p:tav>
                                        <p:tav tm="100000">
                                          <p:val>
                                            <p:strVal val="#ppt_h"/>
                                          </p:val>
                                        </p:tav>
                                      </p:tavLst>
                                    </p:anim>
                                    <p:animEffect transition="in" filter="fade">
                                      <p:cBhvr>
                                        <p:cTn id="41" dur="500"/>
                                        <p:tgtEl>
                                          <p:spTgt spid="3">
                                            <p:txEl>
                                              <p:pRg st="10" end="10"/>
                                            </p:txEl>
                                          </p:spTgt>
                                        </p:tgtEl>
                                      </p:cBhvr>
                                    </p:animEffect>
                                  </p:childTnLst>
                                </p:cTn>
                              </p:par>
                              <p:par>
                                <p:cTn id="42" presetID="53" presetClass="entr" presetSubtype="0" fill="hold" nodeType="withEffect">
                                  <p:stCondLst>
                                    <p:cond delay="0"/>
                                  </p:stCondLst>
                                  <p:childTnLst>
                                    <p:set>
                                      <p:cBhvr>
                                        <p:cTn id="43" dur="1" fill="hold">
                                          <p:stCondLst>
                                            <p:cond delay="0"/>
                                          </p:stCondLst>
                                        </p:cTn>
                                        <p:tgtEl>
                                          <p:spTgt spid="3">
                                            <p:txEl>
                                              <p:pRg st="11" end="11"/>
                                            </p:txEl>
                                          </p:spTgt>
                                        </p:tgtEl>
                                        <p:attrNameLst>
                                          <p:attrName>style.visibility</p:attrName>
                                        </p:attrNameLst>
                                      </p:cBhvr>
                                      <p:to>
                                        <p:strVal val="visible"/>
                                      </p:to>
                                    </p:set>
                                    <p:anim calcmode="lin" valueType="num">
                                      <p:cBhvr>
                                        <p:cTn id="44" dur="500" fill="hold"/>
                                        <p:tgtEl>
                                          <p:spTgt spid="3">
                                            <p:txEl>
                                              <p:pRg st="11" end="11"/>
                                            </p:txEl>
                                          </p:spTgt>
                                        </p:tgtEl>
                                        <p:attrNameLst>
                                          <p:attrName>ppt_w</p:attrName>
                                        </p:attrNameLst>
                                      </p:cBhvr>
                                      <p:tavLst>
                                        <p:tav tm="0">
                                          <p:val>
                                            <p:fltVal val="0"/>
                                          </p:val>
                                        </p:tav>
                                        <p:tav tm="100000">
                                          <p:val>
                                            <p:strVal val="#ppt_w"/>
                                          </p:val>
                                        </p:tav>
                                      </p:tavLst>
                                    </p:anim>
                                    <p:anim calcmode="lin" valueType="num">
                                      <p:cBhvr>
                                        <p:cTn id="45" dur="500" fill="hold"/>
                                        <p:tgtEl>
                                          <p:spTgt spid="3">
                                            <p:txEl>
                                              <p:pRg st="11" end="11"/>
                                            </p:txEl>
                                          </p:spTgt>
                                        </p:tgtEl>
                                        <p:attrNameLst>
                                          <p:attrName>ppt_h</p:attrName>
                                        </p:attrNameLst>
                                      </p:cBhvr>
                                      <p:tavLst>
                                        <p:tav tm="0">
                                          <p:val>
                                            <p:fltVal val="0"/>
                                          </p:val>
                                        </p:tav>
                                        <p:tav tm="100000">
                                          <p:val>
                                            <p:strVal val="#ppt_h"/>
                                          </p:val>
                                        </p:tav>
                                      </p:tavLst>
                                    </p:anim>
                                    <p:animEffect transition="in" filter="fade">
                                      <p:cBhvr>
                                        <p:cTn id="46" dur="500"/>
                                        <p:tgtEl>
                                          <p:spTgt spid="3">
                                            <p:txEl>
                                              <p:pRg st="11" end="11"/>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grpId="0" nodeType="clickEffect">
                                  <p:stCondLst>
                                    <p:cond delay="0"/>
                                  </p:stCondLst>
                                  <p:childTnLst>
                                    <p:set>
                                      <p:cBhvr>
                                        <p:cTn id="50" dur="1" fill="hold">
                                          <p:stCondLst>
                                            <p:cond delay="0"/>
                                          </p:stCondLst>
                                        </p:cTn>
                                        <p:tgtEl>
                                          <p:spTgt spid="5"/>
                                        </p:tgtEl>
                                        <p:attrNameLst>
                                          <p:attrName>style.visibility</p:attrName>
                                        </p:attrNameLst>
                                      </p:cBhvr>
                                      <p:to>
                                        <p:strVal val="visible"/>
                                      </p:to>
                                    </p:set>
                                    <p:animEffect transition="in" filter="wipe(down)">
                                      <p:cBhvr>
                                        <p:cTn id="51" dur="500"/>
                                        <p:tgtEl>
                                          <p:spTgt spid="5"/>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53" presetClass="entr" presetSubtype="0" fill="hold" nodeType="clickEffect">
                                  <p:stCondLst>
                                    <p:cond delay="0"/>
                                  </p:stCondLst>
                                  <p:childTnLst>
                                    <p:set>
                                      <p:cBhvr>
                                        <p:cTn id="55" dur="1" fill="hold">
                                          <p:stCondLst>
                                            <p:cond delay="0"/>
                                          </p:stCondLst>
                                        </p:cTn>
                                        <p:tgtEl>
                                          <p:spTgt spid="2"/>
                                        </p:tgtEl>
                                        <p:attrNameLst>
                                          <p:attrName>style.visibility</p:attrName>
                                        </p:attrNameLst>
                                      </p:cBhvr>
                                      <p:to>
                                        <p:strVal val="visible"/>
                                      </p:to>
                                    </p:set>
                                    <p:anim calcmode="lin" valueType="num">
                                      <p:cBhvr>
                                        <p:cTn id="56" dur="500" fill="hold"/>
                                        <p:tgtEl>
                                          <p:spTgt spid="2"/>
                                        </p:tgtEl>
                                        <p:attrNameLst>
                                          <p:attrName>ppt_w</p:attrName>
                                        </p:attrNameLst>
                                      </p:cBhvr>
                                      <p:tavLst>
                                        <p:tav tm="0">
                                          <p:val>
                                            <p:fltVal val="0"/>
                                          </p:val>
                                        </p:tav>
                                        <p:tav tm="100000">
                                          <p:val>
                                            <p:strVal val="#ppt_w"/>
                                          </p:val>
                                        </p:tav>
                                      </p:tavLst>
                                    </p:anim>
                                    <p:anim calcmode="lin" valueType="num">
                                      <p:cBhvr>
                                        <p:cTn id="57" dur="500" fill="hold"/>
                                        <p:tgtEl>
                                          <p:spTgt spid="2"/>
                                        </p:tgtEl>
                                        <p:attrNameLst>
                                          <p:attrName>ppt_h</p:attrName>
                                        </p:attrNameLst>
                                      </p:cBhvr>
                                      <p:tavLst>
                                        <p:tav tm="0">
                                          <p:val>
                                            <p:fltVal val="0"/>
                                          </p:val>
                                        </p:tav>
                                        <p:tav tm="100000">
                                          <p:val>
                                            <p:strVal val="#ppt_h"/>
                                          </p:val>
                                        </p:tav>
                                      </p:tavLst>
                                    </p:anim>
                                    <p:animEffect transition="in" filter="fade">
                                      <p:cBhvr>
                                        <p:cTn id="5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3">
            <a:extLst>
              <a:ext uri="{FF2B5EF4-FFF2-40B4-BE49-F238E27FC236}">
                <a16:creationId xmlns:a16="http://schemas.microsoft.com/office/drawing/2014/main" id="{84138B7D-0722-46E9-A81B-C9F2816C6E30}"/>
              </a:ext>
            </a:extLst>
          </p:cNvPr>
          <p:cNvSpPr>
            <a:spLocks noGrp="1" noChangeArrowheads="1"/>
          </p:cNvSpPr>
          <p:nvPr>
            <p:ph idx="1"/>
          </p:nvPr>
        </p:nvSpPr>
        <p:spPr>
          <a:xfrm>
            <a:off x="428625" y="917575"/>
            <a:ext cx="8486775" cy="3225800"/>
          </a:xfrm>
        </p:spPr>
        <p:txBody>
          <a:bodyPr/>
          <a:lstStyle/>
          <a:p>
            <a:pPr eaLnBrk="1" hangingPunct="1">
              <a:lnSpc>
                <a:spcPts val="3200"/>
              </a:lnSpc>
              <a:buClrTx/>
              <a:buFont typeface="Wingdings" panose="05000000000000000000" pitchFamily="2" charset="2"/>
              <a:buChar char="Ø"/>
              <a:defRPr/>
            </a:pPr>
            <a:r>
              <a:rPr lang="zh-CN" altLang="en-US" sz="2500" b="1" u="sng" dirty="0">
                <a:solidFill>
                  <a:schemeClr val="tx1"/>
                </a:solidFill>
                <a:cs typeface="Times New Roman" panose="02020603050405020304" pitchFamily="18" charset="0"/>
              </a:rPr>
              <a:t>产生式</a:t>
            </a:r>
            <a:r>
              <a:rPr lang="en-US" altLang="zh-CN" sz="2500" b="1" i="1" u="sng" dirty="0">
                <a:solidFill>
                  <a:schemeClr val="tx1"/>
                </a:solidFill>
                <a:cs typeface="Times New Roman" panose="02020603050405020304" pitchFamily="18" charset="0"/>
              </a:rPr>
              <a:t>A</a:t>
            </a:r>
            <a:r>
              <a:rPr lang="en-US" altLang="zh-CN" sz="2500" b="1" u="sng" dirty="0">
                <a:solidFill>
                  <a:schemeClr val="tx1"/>
                </a:solidFill>
                <a:cs typeface="Times New Roman" panose="02020603050405020304" pitchFamily="18" charset="0"/>
              </a:rPr>
              <a:t>→</a:t>
            </a:r>
            <a:r>
              <a:rPr lang="en-US" altLang="zh-CN" sz="2500" b="1" i="1" u="sng" dirty="0">
                <a:solidFill>
                  <a:schemeClr val="tx1"/>
                </a:solidFill>
                <a:cs typeface="Times New Roman" panose="02020603050405020304" pitchFamily="18" charset="0"/>
              </a:rPr>
              <a:t>β</a:t>
            </a:r>
            <a:r>
              <a:rPr lang="zh-CN" altLang="en-US" sz="2500" b="1" u="sng" dirty="0">
                <a:solidFill>
                  <a:schemeClr val="tx1"/>
                </a:solidFill>
                <a:cs typeface="Times New Roman" panose="02020603050405020304" pitchFamily="18" charset="0"/>
              </a:rPr>
              <a:t>的</a:t>
            </a:r>
            <a:r>
              <a:rPr lang="zh-CN" altLang="en-US" sz="2500" b="1" u="sng" dirty="0">
                <a:solidFill>
                  <a:srgbClr val="FF0000"/>
                </a:solidFill>
                <a:cs typeface="Times New Roman" panose="02020603050405020304" pitchFamily="18" charset="0"/>
              </a:rPr>
              <a:t>可选集</a:t>
            </a:r>
            <a:r>
              <a:rPr lang="zh-CN" altLang="en-US" sz="2500" b="1" u="sng" dirty="0">
                <a:solidFill>
                  <a:schemeClr val="tx1"/>
                </a:solidFill>
                <a:cs typeface="Times New Roman" panose="02020603050405020304" pitchFamily="18" charset="0"/>
              </a:rPr>
              <a:t>是指可以选用该产生式进行推导时对应的输入符号的集合</a:t>
            </a:r>
            <a:r>
              <a:rPr lang="zh-CN" altLang="en-US" sz="2500" b="1" dirty="0">
                <a:solidFill>
                  <a:schemeClr val="tx1"/>
                </a:solidFill>
                <a:cs typeface="Times New Roman" panose="02020603050405020304" pitchFamily="18" charset="0"/>
              </a:rPr>
              <a:t>，记为</a:t>
            </a:r>
            <a:r>
              <a:rPr lang="en-US" altLang="zh-CN" sz="2500" b="1" i="1" dirty="0">
                <a:solidFill>
                  <a:srgbClr val="FF0000"/>
                </a:solidFill>
                <a:cs typeface="Times New Roman" panose="02020603050405020304" pitchFamily="18" charset="0"/>
              </a:rPr>
              <a:t>SELECT</a:t>
            </a:r>
            <a:r>
              <a:rPr lang="en-US" altLang="zh-CN" sz="2500" b="1" dirty="0">
                <a:solidFill>
                  <a:srgbClr val="FF0000"/>
                </a:solidFill>
                <a:cs typeface="Times New Roman" panose="02020603050405020304" pitchFamily="18" charset="0"/>
              </a:rPr>
              <a:t>( </a:t>
            </a:r>
            <a:r>
              <a:rPr lang="en-US" altLang="zh-CN" sz="2500" b="1" i="1" dirty="0">
                <a:solidFill>
                  <a:srgbClr val="FF0000"/>
                </a:solidFill>
                <a:cs typeface="Times New Roman" panose="02020603050405020304" pitchFamily="18" charset="0"/>
              </a:rPr>
              <a:t>A</a:t>
            </a:r>
            <a:r>
              <a:rPr lang="en-US" altLang="zh-CN" sz="2500" b="1" dirty="0">
                <a:solidFill>
                  <a:srgbClr val="FF0000"/>
                </a:solidFill>
                <a:cs typeface="Times New Roman" panose="02020603050405020304" pitchFamily="18" charset="0"/>
              </a:rPr>
              <a:t>→</a:t>
            </a:r>
            <a:r>
              <a:rPr lang="en-US" altLang="zh-CN" sz="2500" b="1" i="1" dirty="0">
                <a:solidFill>
                  <a:srgbClr val="FF0000"/>
                </a:solidFill>
                <a:cs typeface="Times New Roman" panose="02020603050405020304" pitchFamily="18" charset="0"/>
              </a:rPr>
              <a:t>β </a:t>
            </a:r>
            <a:r>
              <a:rPr lang="en-US" altLang="zh-CN" sz="2500" b="1" dirty="0">
                <a:solidFill>
                  <a:srgbClr val="FF0000"/>
                </a:solidFill>
                <a:cs typeface="Times New Roman" panose="02020603050405020304" pitchFamily="18" charset="0"/>
              </a:rPr>
              <a:t>)</a:t>
            </a:r>
          </a:p>
          <a:p>
            <a:pPr lvl="1" eaLnBrk="1" hangingPunct="1">
              <a:lnSpc>
                <a:spcPts val="3200"/>
              </a:lnSpc>
              <a:buClrTx/>
              <a:buFont typeface="Wingdings" panose="05000000000000000000" pitchFamily="2" charset="2"/>
              <a:buChar char="Ø"/>
              <a:defRPr/>
            </a:pPr>
            <a:r>
              <a:rPr lang="en-US" altLang="zh-CN" sz="2500" b="1" i="1" dirty="0">
                <a:solidFill>
                  <a:schemeClr val="tx1"/>
                </a:solidFill>
                <a:cs typeface="Times New Roman" panose="02020603050405020304" pitchFamily="18" charset="0"/>
              </a:rPr>
              <a:t>SELECT</a:t>
            </a:r>
            <a:r>
              <a:rPr lang="en-US" altLang="zh-CN" sz="2500" b="1" dirty="0">
                <a:solidFill>
                  <a:schemeClr val="tx1"/>
                </a:solidFill>
                <a:cs typeface="Times New Roman" panose="02020603050405020304" pitchFamily="18" charset="0"/>
              </a:rPr>
              <a:t>( </a:t>
            </a:r>
            <a:r>
              <a:rPr lang="en-US" altLang="zh-CN" sz="2500" b="1" i="1" dirty="0" err="1">
                <a:solidFill>
                  <a:schemeClr val="tx1"/>
                </a:solidFill>
                <a:cs typeface="Times New Roman" panose="02020603050405020304" pitchFamily="18" charset="0"/>
              </a:rPr>
              <a:t>A</a:t>
            </a:r>
            <a:r>
              <a:rPr lang="en-US" altLang="zh-CN" sz="2500" b="1" dirty="0" err="1">
                <a:solidFill>
                  <a:schemeClr val="tx1"/>
                </a:solidFill>
                <a:cs typeface="Times New Roman" panose="02020603050405020304" pitchFamily="18" charset="0"/>
              </a:rPr>
              <a:t>→</a:t>
            </a:r>
            <a:r>
              <a:rPr lang="en-US" altLang="zh-CN" sz="2500" b="1" i="1" dirty="0" err="1">
                <a:solidFill>
                  <a:schemeClr val="tx1"/>
                </a:solidFill>
                <a:cs typeface="Times New Roman" panose="02020603050405020304" pitchFamily="18" charset="0"/>
              </a:rPr>
              <a:t>a</a:t>
            </a:r>
            <a:r>
              <a:rPr lang="en-US" altLang="zh-CN" sz="2500" b="1" i="1" dirty="0">
                <a:solidFill>
                  <a:schemeClr val="tx1"/>
                </a:solidFill>
                <a:cs typeface="Times New Roman" panose="02020603050405020304" pitchFamily="18" charset="0"/>
              </a:rPr>
              <a:t>β </a:t>
            </a:r>
            <a:r>
              <a:rPr lang="en-US" altLang="zh-CN" sz="2500" b="1" dirty="0">
                <a:solidFill>
                  <a:schemeClr val="tx1"/>
                </a:solidFill>
                <a:cs typeface="Times New Roman" panose="02020603050405020304" pitchFamily="18" charset="0"/>
              </a:rPr>
              <a:t>) = { </a:t>
            </a:r>
            <a:r>
              <a:rPr lang="en-US" altLang="zh-CN" sz="2500" b="1" i="1" dirty="0">
                <a:solidFill>
                  <a:schemeClr val="tx1"/>
                </a:solidFill>
                <a:cs typeface="Times New Roman" panose="02020603050405020304" pitchFamily="18" charset="0"/>
              </a:rPr>
              <a:t>a </a:t>
            </a:r>
            <a:r>
              <a:rPr lang="en-US" altLang="zh-CN" sz="2500" b="1" dirty="0">
                <a:solidFill>
                  <a:schemeClr val="tx1"/>
                </a:solidFill>
                <a:cs typeface="Times New Roman" panose="02020603050405020304" pitchFamily="18" charset="0"/>
              </a:rPr>
              <a:t>}</a:t>
            </a:r>
          </a:p>
          <a:p>
            <a:pPr lvl="1" eaLnBrk="1" hangingPunct="1">
              <a:lnSpc>
                <a:spcPts val="3200"/>
              </a:lnSpc>
              <a:buClrTx/>
              <a:buFont typeface="Wingdings" panose="05000000000000000000" pitchFamily="2" charset="2"/>
              <a:buChar char="Ø"/>
              <a:defRPr/>
            </a:pPr>
            <a:r>
              <a:rPr lang="en-US" altLang="zh-CN" sz="2500" b="1" i="1" dirty="0">
                <a:solidFill>
                  <a:schemeClr val="tx1"/>
                </a:solidFill>
                <a:cs typeface="Times New Roman" panose="02020603050405020304" pitchFamily="18" charset="0"/>
              </a:rPr>
              <a:t>SELECT</a:t>
            </a:r>
            <a:r>
              <a:rPr lang="en-US" altLang="zh-CN" sz="2500" b="1" dirty="0">
                <a:solidFill>
                  <a:schemeClr val="tx1"/>
                </a:solidFill>
                <a:cs typeface="Times New Roman" panose="02020603050405020304" pitchFamily="18" charset="0"/>
              </a:rPr>
              <a:t>( </a:t>
            </a:r>
            <a:r>
              <a:rPr lang="en-US" altLang="zh-CN" sz="2500" b="1" i="1" dirty="0" err="1">
                <a:solidFill>
                  <a:schemeClr val="tx1"/>
                </a:solidFill>
                <a:cs typeface="Times New Roman" panose="02020603050405020304" pitchFamily="18" charset="0"/>
              </a:rPr>
              <a:t>A</a:t>
            </a:r>
            <a:r>
              <a:rPr lang="en-US" altLang="zh-CN" sz="2500" b="1" dirty="0" err="1">
                <a:solidFill>
                  <a:schemeClr val="tx1"/>
                </a:solidFill>
                <a:cs typeface="Times New Roman" panose="02020603050405020304" pitchFamily="18" charset="0"/>
              </a:rPr>
              <a:t>→</a:t>
            </a:r>
            <a:r>
              <a:rPr lang="en-US" altLang="zh-CN" sz="2500" b="1" i="1" dirty="0" err="1">
                <a:solidFill>
                  <a:schemeClr val="tx1"/>
                </a:solidFill>
                <a:cs typeface="Times New Roman" panose="02020603050405020304" pitchFamily="18" charset="0"/>
              </a:rPr>
              <a:t>ε</a:t>
            </a:r>
            <a:r>
              <a:rPr lang="en-US" altLang="zh-CN" sz="2500" b="1" i="1" dirty="0">
                <a:solidFill>
                  <a:schemeClr val="tx1"/>
                </a:solidFill>
                <a:cs typeface="Times New Roman" panose="02020603050405020304" pitchFamily="18" charset="0"/>
              </a:rPr>
              <a:t> </a:t>
            </a:r>
            <a:r>
              <a:rPr lang="en-US" altLang="zh-CN" sz="2500" b="1" dirty="0">
                <a:solidFill>
                  <a:schemeClr val="tx1"/>
                </a:solidFill>
                <a:cs typeface="Times New Roman" panose="02020603050405020304" pitchFamily="18" charset="0"/>
              </a:rPr>
              <a:t>)=</a:t>
            </a:r>
            <a:r>
              <a:rPr lang="en-US" altLang="zh-CN" sz="2500" b="1" i="1" dirty="0">
                <a:solidFill>
                  <a:schemeClr val="tx1"/>
                </a:solidFill>
                <a:cs typeface="Times New Roman" panose="02020603050405020304" pitchFamily="18" charset="0"/>
              </a:rPr>
              <a:t>FOLLOW</a:t>
            </a:r>
            <a:r>
              <a:rPr lang="en-US" altLang="zh-CN" sz="2500" b="1" dirty="0">
                <a:solidFill>
                  <a:schemeClr val="tx1"/>
                </a:solidFill>
                <a:cs typeface="Times New Roman" panose="02020603050405020304" pitchFamily="18" charset="0"/>
              </a:rPr>
              <a:t>( </a:t>
            </a:r>
            <a:r>
              <a:rPr lang="en-US" altLang="zh-CN" sz="2500" b="1" i="1" dirty="0">
                <a:solidFill>
                  <a:schemeClr val="tx1"/>
                </a:solidFill>
                <a:cs typeface="Times New Roman" panose="02020603050405020304" pitchFamily="18" charset="0"/>
              </a:rPr>
              <a:t>A </a:t>
            </a:r>
            <a:r>
              <a:rPr lang="en-US" altLang="zh-CN" sz="2500" b="1" dirty="0">
                <a:solidFill>
                  <a:schemeClr val="tx1"/>
                </a:solidFill>
                <a:cs typeface="Times New Roman" panose="02020603050405020304" pitchFamily="18" charset="0"/>
              </a:rPr>
              <a:t>) </a:t>
            </a:r>
          </a:p>
          <a:p>
            <a:pPr eaLnBrk="1" hangingPunct="1">
              <a:lnSpc>
                <a:spcPts val="3200"/>
              </a:lnSpc>
              <a:buClrTx/>
              <a:buFont typeface="Wingdings" panose="05000000000000000000" pitchFamily="2" charset="2"/>
              <a:buChar char="Ø"/>
              <a:defRPr/>
            </a:pPr>
            <a:r>
              <a:rPr lang="en-US" altLang="zh-CN" sz="2500" b="1" i="1" dirty="0">
                <a:solidFill>
                  <a:schemeClr val="tx1"/>
                </a:solidFill>
                <a:ea typeface="楷体_GB2312" pitchFamily="49" charset="-122"/>
                <a:cs typeface="Times New Roman" panose="02020603050405020304" pitchFamily="18" charset="0"/>
              </a:rPr>
              <a:t>q</a:t>
            </a:r>
            <a:r>
              <a:rPr lang="en-US" altLang="zh-CN" sz="2500" b="1" dirty="0">
                <a:solidFill>
                  <a:schemeClr val="tx1"/>
                </a:solidFill>
                <a:ea typeface="楷体_GB2312" pitchFamily="49" charset="-122"/>
                <a:cs typeface="Times New Roman" panose="02020603050405020304" pitchFamily="18" charset="0"/>
              </a:rPr>
              <a:t>_</a:t>
            </a:r>
            <a:r>
              <a:rPr lang="zh-CN" altLang="en-US" sz="2500" b="1" dirty="0">
                <a:solidFill>
                  <a:schemeClr val="tx1"/>
                </a:solidFill>
                <a:latin typeface="楷体" panose="02010609060101010101" pitchFamily="49" charset="-122"/>
                <a:ea typeface="楷体" panose="02010609060101010101" pitchFamily="49" charset="-122"/>
                <a:cs typeface="Times New Roman" panose="02020603050405020304" pitchFamily="18" charset="0"/>
              </a:rPr>
              <a:t>文法</a:t>
            </a:r>
            <a:endParaRPr lang="en-US" altLang="zh-CN" sz="2500" b="1" dirty="0">
              <a:solidFill>
                <a:schemeClr val="tx1"/>
              </a:solidFill>
              <a:latin typeface="楷体" panose="02010609060101010101" pitchFamily="49" charset="-122"/>
              <a:ea typeface="楷体" panose="02010609060101010101" pitchFamily="49" charset="-122"/>
              <a:cs typeface="Times New Roman" panose="02020603050405020304" pitchFamily="18" charset="0"/>
            </a:endParaRPr>
          </a:p>
          <a:p>
            <a:pPr lvl="1" eaLnBrk="1" hangingPunct="1">
              <a:lnSpc>
                <a:spcPts val="3200"/>
              </a:lnSpc>
              <a:buClrTx/>
              <a:buFont typeface="Wingdings" panose="05000000000000000000" pitchFamily="2" charset="2"/>
              <a:buChar char="Ø"/>
              <a:defRPr/>
            </a:pPr>
            <a:r>
              <a:rPr lang="zh-CN" altLang="en-US" sz="2500" b="1" dirty="0">
                <a:solidFill>
                  <a:schemeClr val="tx1"/>
                </a:solidFill>
                <a:latin typeface="楷体" panose="02010609060101010101" pitchFamily="49" charset="-122"/>
                <a:ea typeface="楷体" panose="02010609060101010101" pitchFamily="49" charset="-122"/>
                <a:cs typeface="Times New Roman" panose="02020603050405020304" pitchFamily="18" charset="0"/>
              </a:rPr>
              <a:t>每个产生式的右部或为</a:t>
            </a:r>
            <a:r>
              <a:rPr lang="en-US" altLang="zh-CN" sz="2500" b="1" i="1" dirty="0">
                <a:solidFill>
                  <a:schemeClr val="tx2">
                    <a:lumMod val="60000"/>
                    <a:lumOff val="40000"/>
                  </a:schemeClr>
                </a:solidFill>
                <a:cs typeface="Times New Roman" panose="02020603050405020304" pitchFamily="18" charset="0"/>
              </a:rPr>
              <a:t>ε</a:t>
            </a:r>
            <a:r>
              <a:rPr lang="en-US" altLang="zh-CN" sz="2500" b="1" i="1" dirty="0">
                <a:solidFill>
                  <a:srgbClr val="FF0000"/>
                </a:solidFill>
                <a:cs typeface="Times New Roman" panose="02020603050405020304" pitchFamily="18" charset="0"/>
              </a:rPr>
              <a:t> </a:t>
            </a:r>
            <a:r>
              <a:rPr lang="zh-CN" altLang="en-US" sz="2500" b="1" dirty="0">
                <a:solidFill>
                  <a:schemeClr val="tx1"/>
                </a:solidFill>
                <a:latin typeface="楷体" panose="02010609060101010101" pitchFamily="49" charset="-122"/>
                <a:ea typeface="楷体" panose="02010609060101010101" pitchFamily="49" charset="-122"/>
                <a:cs typeface="Times New Roman" panose="02020603050405020304" pitchFamily="18" charset="0"/>
              </a:rPr>
              <a:t>，或</a:t>
            </a:r>
            <a:r>
              <a:rPr lang="zh-CN" altLang="en-US" sz="2500" b="1" dirty="0">
                <a:solidFill>
                  <a:schemeClr val="tx2">
                    <a:lumMod val="60000"/>
                    <a:lumOff val="40000"/>
                  </a:schemeClr>
                </a:solidFill>
                <a:latin typeface="楷体" panose="02010609060101010101" pitchFamily="49" charset="-122"/>
                <a:ea typeface="楷体" panose="02010609060101010101" pitchFamily="49" charset="-122"/>
                <a:cs typeface="Times New Roman" panose="02020603050405020304" pitchFamily="18" charset="0"/>
              </a:rPr>
              <a:t>以终结符开始</a:t>
            </a:r>
          </a:p>
          <a:p>
            <a:pPr lvl="1" eaLnBrk="1" hangingPunct="1">
              <a:lnSpc>
                <a:spcPts val="3200"/>
              </a:lnSpc>
              <a:buClrTx/>
              <a:buFont typeface="Wingdings" panose="05000000000000000000" pitchFamily="2" charset="2"/>
              <a:buChar char="Ø"/>
              <a:defRPr/>
            </a:pPr>
            <a:r>
              <a:rPr lang="zh-CN" altLang="en-US" sz="2500" b="1" dirty="0">
                <a:solidFill>
                  <a:schemeClr val="tx1"/>
                </a:solidFill>
                <a:latin typeface="楷体" panose="02010609060101010101" pitchFamily="49" charset="-122"/>
                <a:ea typeface="楷体" panose="02010609060101010101" pitchFamily="49" charset="-122"/>
                <a:cs typeface="Times New Roman" panose="02020603050405020304" pitchFamily="18" charset="0"/>
              </a:rPr>
              <a:t>具有相同左部的产生式有</a:t>
            </a:r>
            <a:r>
              <a:rPr lang="zh-CN" altLang="en-US" sz="2500" b="1" dirty="0">
                <a:solidFill>
                  <a:schemeClr val="tx2">
                    <a:lumMod val="60000"/>
                    <a:lumOff val="40000"/>
                  </a:schemeClr>
                </a:solidFill>
                <a:latin typeface="楷体" panose="02010609060101010101" pitchFamily="49" charset="-122"/>
                <a:ea typeface="楷体" panose="02010609060101010101" pitchFamily="49" charset="-122"/>
                <a:cs typeface="Times New Roman" panose="02020603050405020304" pitchFamily="18" charset="0"/>
              </a:rPr>
              <a:t>不相交的可选集</a:t>
            </a:r>
            <a:endParaRPr lang="en-US" altLang="zh-CN" sz="2500" b="1" dirty="0">
              <a:solidFill>
                <a:schemeClr val="tx2">
                  <a:lumMod val="60000"/>
                  <a:lumOff val="40000"/>
                </a:schemeClr>
              </a:solidFill>
              <a:latin typeface="楷体" panose="02010609060101010101" pitchFamily="49" charset="-122"/>
              <a:ea typeface="楷体" panose="02010609060101010101" pitchFamily="49" charset="-122"/>
              <a:cs typeface="Times New Roman" panose="02020603050405020304" pitchFamily="18" charset="0"/>
            </a:endParaRPr>
          </a:p>
          <a:p>
            <a:pPr lvl="1" eaLnBrk="1" hangingPunct="1">
              <a:lnSpc>
                <a:spcPct val="90000"/>
              </a:lnSpc>
              <a:buFont typeface="Wingdings" panose="05000000000000000000" pitchFamily="2" charset="2"/>
              <a:buNone/>
              <a:defRPr/>
            </a:pPr>
            <a:endParaRPr lang="en-US" altLang="zh-CN" sz="2000" b="1" dirty="0">
              <a:cs typeface="Times New Roman" panose="02020603050405020304" pitchFamily="18" charset="0"/>
            </a:endParaRPr>
          </a:p>
        </p:txBody>
      </p:sp>
      <p:sp>
        <p:nvSpPr>
          <p:cNvPr id="39939" name="标题 1">
            <a:extLst>
              <a:ext uri="{FF2B5EF4-FFF2-40B4-BE49-F238E27FC236}">
                <a16:creationId xmlns:a16="http://schemas.microsoft.com/office/drawing/2014/main" id="{7787AC45-D998-4CEF-BACF-EC45EBEE8CA8}"/>
              </a:ext>
            </a:extLst>
          </p:cNvPr>
          <p:cNvSpPr>
            <a:spLocks noGrp="1"/>
          </p:cNvSpPr>
          <p:nvPr>
            <p:ph type="title"/>
          </p:nvPr>
        </p:nvSpPr>
        <p:spPr>
          <a:xfrm>
            <a:off x="755650" y="268288"/>
            <a:ext cx="7931150" cy="358775"/>
          </a:xfrm>
        </p:spPr>
        <p:txBody>
          <a:bodyPr/>
          <a:lstStyle/>
          <a:p>
            <a:pPr>
              <a:defRPr/>
            </a:pPr>
            <a:r>
              <a:rPr lang="zh-CN" altLang="en-US" sz="3000" spc="300" dirty="0">
                <a:solidFill>
                  <a:schemeClr val="tx1"/>
                </a:solidFill>
                <a:latin typeface="微软雅黑" pitchFamily="34" charset="-122"/>
                <a:ea typeface="微软雅黑" pitchFamily="34" charset="-122"/>
              </a:rPr>
              <a:t>产生式的可选集</a:t>
            </a:r>
          </a:p>
        </p:txBody>
      </p:sp>
      <p:sp>
        <p:nvSpPr>
          <p:cNvPr id="5" name="线形标注 2 4">
            <a:extLst>
              <a:ext uri="{FF2B5EF4-FFF2-40B4-BE49-F238E27FC236}">
                <a16:creationId xmlns:a16="http://schemas.microsoft.com/office/drawing/2014/main" id="{E1F9E229-37B4-4F7F-A610-2ECC82B50519}"/>
              </a:ext>
            </a:extLst>
          </p:cNvPr>
          <p:cNvSpPr/>
          <p:nvPr/>
        </p:nvSpPr>
        <p:spPr>
          <a:xfrm>
            <a:off x="2428875" y="4298950"/>
            <a:ext cx="6103938" cy="487363"/>
          </a:xfrm>
          <a:prstGeom prst="borderCallout2">
            <a:avLst>
              <a:gd name="adj1" fmla="val 16754"/>
              <a:gd name="adj2" fmla="val 12"/>
              <a:gd name="adj3" fmla="val 12794"/>
              <a:gd name="adj4" fmla="val -10657"/>
              <a:gd name="adj5" fmla="val -23306"/>
              <a:gd name="adj6" fmla="val -13591"/>
            </a:avLst>
          </a:prstGeom>
          <a:solidFill>
            <a:schemeClr val="accent5">
              <a:lumMod val="60000"/>
              <a:lumOff val="4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2500" b="1" i="1" dirty="0">
                <a:solidFill>
                  <a:schemeClr val="tx1"/>
                </a:solidFill>
                <a:latin typeface="Times New Roman" pitchFamily="18" charset="0"/>
                <a:cs typeface="Times New Roman" pitchFamily="18" charset="0"/>
              </a:rPr>
              <a:t>q</a:t>
            </a:r>
            <a:r>
              <a:rPr lang="en-US" altLang="zh-CN" sz="2500" b="1" dirty="0">
                <a:solidFill>
                  <a:schemeClr val="tx1"/>
                </a:solidFill>
                <a:latin typeface="楷体_GB2312" pitchFamily="49" charset="-122"/>
                <a:ea typeface="楷体_GB2312" pitchFamily="49" charset="-122"/>
              </a:rPr>
              <a:t>_</a:t>
            </a:r>
            <a:r>
              <a:rPr lang="zh-CN" altLang="en-US" sz="2500" b="1" dirty="0">
                <a:solidFill>
                  <a:schemeClr val="tx1"/>
                </a:solidFill>
                <a:latin typeface="楷体" pitchFamily="49" charset="-122"/>
                <a:ea typeface="楷体" pitchFamily="49" charset="-122"/>
              </a:rPr>
              <a:t>文法不含右部以</a:t>
            </a:r>
            <a:r>
              <a:rPr lang="zh-CN" altLang="en-US" sz="2500" b="1" dirty="0">
                <a:solidFill>
                  <a:srgbClr val="3333FF"/>
                </a:solidFill>
                <a:latin typeface="楷体" pitchFamily="49" charset="-122"/>
                <a:ea typeface="楷体" pitchFamily="49" charset="-122"/>
              </a:rPr>
              <a:t>非终结符</a:t>
            </a:r>
            <a:r>
              <a:rPr lang="zh-CN" altLang="en-US" sz="2500" b="1" dirty="0">
                <a:solidFill>
                  <a:schemeClr val="tx1"/>
                </a:solidFill>
                <a:latin typeface="楷体" pitchFamily="49" charset="-122"/>
                <a:ea typeface="楷体" pitchFamily="49" charset="-122"/>
              </a:rPr>
              <a:t>打头的产生式</a:t>
            </a:r>
            <a:endParaRPr lang="zh-CN" altLang="en-US" sz="2500" dirty="0">
              <a:solidFill>
                <a:schemeClr val="tx1"/>
              </a:solidFill>
              <a:latin typeface="楷体" pitchFamily="49" charset="-122"/>
              <a:ea typeface="楷体" pitchFamily="49" charset="-122"/>
            </a:endParaRPr>
          </a:p>
        </p:txBody>
      </p:sp>
      <p:sp>
        <p:nvSpPr>
          <p:cNvPr id="3" name="灯片编号占位符 2">
            <a:extLst>
              <a:ext uri="{FF2B5EF4-FFF2-40B4-BE49-F238E27FC236}">
                <a16:creationId xmlns:a16="http://schemas.microsoft.com/office/drawing/2014/main" id="{749333C1-F399-4B18-9135-5EAA958835AC}"/>
              </a:ext>
            </a:extLst>
          </p:cNvPr>
          <p:cNvSpPr>
            <a:spLocks noGrp="1"/>
          </p:cNvSpPr>
          <p:nvPr>
            <p:ph type="sldNum" sz="quarter" idx="12"/>
          </p:nvPr>
        </p:nvSpPr>
        <p:spPr/>
        <p:txBody>
          <a:bodyPr/>
          <a:lstStyle/>
          <a:p>
            <a:pPr>
              <a:defRPr/>
            </a:pPr>
            <a:fld id="{EA567855-7F13-4FC5-AD61-2B82F6443E16}" type="slidenum">
              <a:rPr lang="zh-CN" altLang="en-US" smtClean="0"/>
              <a:pPr>
                <a:defRPr/>
              </a:pPr>
              <a:t>35</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82946">
                                            <p:txEl>
                                              <p:pRg st="1" end="1"/>
                                            </p:txEl>
                                          </p:spTgt>
                                        </p:tgtEl>
                                        <p:attrNameLst>
                                          <p:attrName>style.visibility</p:attrName>
                                        </p:attrNameLst>
                                      </p:cBhvr>
                                      <p:to>
                                        <p:strVal val="visible"/>
                                      </p:to>
                                    </p:set>
                                    <p:anim calcmode="lin" valueType="num">
                                      <p:cBhvr>
                                        <p:cTn id="7" dur="500" fill="hold"/>
                                        <p:tgtEl>
                                          <p:spTgt spid="82946">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82946">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82946">
                                            <p:txEl>
                                              <p:pRg st="1" end="1"/>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nodeType="clickEffect">
                                  <p:stCondLst>
                                    <p:cond delay="0"/>
                                  </p:stCondLst>
                                  <p:childTnLst>
                                    <p:set>
                                      <p:cBhvr>
                                        <p:cTn id="13" dur="1" fill="hold">
                                          <p:stCondLst>
                                            <p:cond delay="0"/>
                                          </p:stCondLst>
                                        </p:cTn>
                                        <p:tgtEl>
                                          <p:spTgt spid="82946">
                                            <p:txEl>
                                              <p:pRg st="2" end="2"/>
                                            </p:txEl>
                                          </p:spTgt>
                                        </p:tgtEl>
                                        <p:attrNameLst>
                                          <p:attrName>style.visibility</p:attrName>
                                        </p:attrNameLst>
                                      </p:cBhvr>
                                      <p:to>
                                        <p:strVal val="visible"/>
                                      </p:to>
                                    </p:set>
                                    <p:anim calcmode="lin" valueType="num">
                                      <p:cBhvr>
                                        <p:cTn id="14" dur="500" fill="hold"/>
                                        <p:tgtEl>
                                          <p:spTgt spid="82946">
                                            <p:txEl>
                                              <p:pRg st="2" end="2"/>
                                            </p:txEl>
                                          </p:spTgt>
                                        </p:tgtEl>
                                        <p:attrNameLst>
                                          <p:attrName>ppt_w</p:attrName>
                                        </p:attrNameLst>
                                      </p:cBhvr>
                                      <p:tavLst>
                                        <p:tav tm="0">
                                          <p:val>
                                            <p:fltVal val="0"/>
                                          </p:val>
                                        </p:tav>
                                        <p:tav tm="100000">
                                          <p:val>
                                            <p:strVal val="#ppt_w"/>
                                          </p:val>
                                        </p:tav>
                                      </p:tavLst>
                                    </p:anim>
                                    <p:anim calcmode="lin" valueType="num">
                                      <p:cBhvr>
                                        <p:cTn id="15" dur="500" fill="hold"/>
                                        <p:tgtEl>
                                          <p:spTgt spid="82946">
                                            <p:txEl>
                                              <p:pRg st="2" end="2"/>
                                            </p:txEl>
                                          </p:spTgt>
                                        </p:tgtEl>
                                        <p:attrNameLst>
                                          <p:attrName>ppt_h</p:attrName>
                                        </p:attrNameLst>
                                      </p:cBhvr>
                                      <p:tavLst>
                                        <p:tav tm="0">
                                          <p:val>
                                            <p:fltVal val="0"/>
                                          </p:val>
                                        </p:tav>
                                        <p:tav tm="100000">
                                          <p:val>
                                            <p:strVal val="#ppt_h"/>
                                          </p:val>
                                        </p:tav>
                                      </p:tavLst>
                                    </p:anim>
                                    <p:animEffect transition="in" filter="fade">
                                      <p:cBhvr>
                                        <p:cTn id="16" dur="500"/>
                                        <p:tgtEl>
                                          <p:spTgt spid="82946">
                                            <p:txEl>
                                              <p:pRg st="2" end="2"/>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16" fill="hold" nodeType="clickEffect">
                                  <p:stCondLst>
                                    <p:cond delay="0"/>
                                  </p:stCondLst>
                                  <p:childTnLst>
                                    <p:set>
                                      <p:cBhvr>
                                        <p:cTn id="20" dur="1" fill="hold">
                                          <p:stCondLst>
                                            <p:cond delay="0"/>
                                          </p:stCondLst>
                                        </p:cTn>
                                        <p:tgtEl>
                                          <p:spTgt spid="82946">
                                            <p:txEl>
                                              <p:pRg st="3" end="3"/>
                                            </p:txEl>
                                          </p:spTgt>
                                        </p:tgtEl>
                                        <p:attrNameLst>
                                          <p:attrName>style.visibility</p:attrName>
                                        </p:attrNameLst>
                                      </p:cBhvr>
                                      <p:to>
                                        <p:strVal val="visible"/>
                                      </p:to>
                                    </p:set>
                                    <p:anim calcmode="lin" valueType="num">
                                      <p:cBhvr>
                                        <p:cTn id="21" dur="500" fill="hold"/>
                                        <p:tgtEl>
                                          <p:spTgt spid="82946">
                                            <p:txEl>
                                              <p:pRg st="3" end="3"/>
                                            </p:txEl>
                                          </p:spTgt>
                                        </p:tgtEl>
                                        <p:attrNameLst>
                                          <p:attrName>ppt_w</p:attrName>
                                        </p:attrNameLst>
                                      </p:cBhvr>
                                      <p:tavLst>
                                        <p:tav tm="0">
                                          <p:val>
                                            <p:fltVal val="0"/>
                                          </p:val>
                                        </p:tav>
                                        <p:tav tm="100000">
                                          <p:val>
                                            <p:strVal val="#ppt_w"/>
                                          </p:val>
                                        </p:tav>
                                      </p:tavLst>
                                    </p:anim>
                                    <p:anim calcmode="lin" valueType="num">
                                      <p:cBhvr>
                                        <p:cTn id="22" dur="500" fill="hold"/>
                                        <p:tgtEl>
                                          <p:spTgt spid="82946">
                                            <p:txEl>
                                              <p:pRg st="3" end="3"/>
                                            </p:txEl>
                                          </p:spTgt>
                                        </p:tgtEl>
                                        <p:attrNameLst>
                                          <p:attrName>ppt_h</p:attrName>
                                        </p:attrNameLst>
                                      </p:cBhvr>
                                      <p:tavLst>
                                        <p:tav tm="0">
                                          <p:val>
                                            <p:fltVal val="0"/>
                                          </p:val>
                                        </p:tav>
                                        <p:tav tm="100000">
                                          <p:val>
                                            <p:strVal val="#ppt_h"/>
                                          </p:val>
                                        </p:tav>
                                      </p:tavLst>
                                    </p:anim>
                                    <p:animEffect transition="in" filter="fade">
                                      <p:cBhvr>
                                        <p:cTn id="23" dur="500"/>
                                        <p:tgtEl>
                                          <p:spTgt spid="82946">
                                            <p:txEl>
                                              <p:pRg st="3" end="3"/>
                                            </p:txEl>
                                          </p:spTgt>
                                        </p:tgtEl>
                                      </p:cBhvr>
                                    </p:animEffect>
                                  </p:childTnLst>
                                </p:cTn>
                              </p:par>
                              <p:par>
                                <p:cTn id="24" presetID="53" presetClass="entr" presetSubtype="16" fill="hold" nodeType="withEffect">
                                  <p:stCondLst>
                                    <p:cond delay="0"/>
                                  </p:stCondLst>
                                  <p:childTnLst>
                                    <p:set>
                                      <p:cBhvr>
                                        <p:cTn id="25" dur="1" fill="hold">
                                          <p:stCondLst>
                                            <p:cond delay="0"/>
                                          </p:stCondLst>
                                        </p:cTn>
                                        <p:tgtEl>
                                          <p:spTgt spid="82946">
                                            <p:txEl>
                                              <p:pRg st="4" end="4"/>
                                            </p:txEl>
                                          </p:spTgt>
                                        </p:tgtEl>
                                        <p:attrNameLst>
                                          <p:attrName>style.visibility</p:attrName>
                                        </p:attrNameLst>
                                      </p:cBhvr>
                                      <p:to>
                                        <p:strVal val="visible"/>
                                      </p:to>
                                    </p:set>
                                    <p:anim calcmode="lin" valueType="num">
                                      <p:cBhvr>
                                        <p:cTn id="26" dur="500" fill="hold"/>
                                        <p:tgtEl>
                                          <p:spTgt spid="82946">
                                            <p:txEl>
                                              <p:pRg st="4" end="4"/>
                                            </p:txEl>
                                          </p:spTgt>
                                        </p:tgtEl>
                                        <p:attrNameLst>
                                          <p:attrName>ppt_w</p:attrName>
                                        </p:attrNameLst>
                                      </p:cBhvr>
                                      <p:tavLst>
                                        <p:tav tm="0">
                                          <p:val>
                                            <p:fltVal val="0"/>
                                          </p:val>
                                        </p:tav>
                                        <p:tav tm="100000">
                                          <p:val>
                                            <p:strVal val="#ppt_w"/>
                                          </p:val>
                                        </p:tav>
                                      </p:tavLst>
                                    </p:anim>
                                    <p:anim calcmode="lin" valueType="num">
                                      <p:cBhvr>
                                        <p:cTn id="27" dur="500" fill="hold"/>
                                        <p:tgtEl>
                                          <p:spTgt spid="82946">
                                            <p:txEl>
                                              <p:pRg st="4" end="4"/>
                                            </p:txEl>
                                          </p:spTgt>
                                        </p:tgtEl>
                                        <p:attrNameLst>
                                          <p:attrName>ppt_h</p:attrName>
                                        </p:attrNameLst>
                                      </p:cBhvr>
                                      <p:tavLst>
                                        <p:tav tm="0">
                                          <p:val>
                                            <p:fltVal val="0"/>
                                          </p:val>
                                        </p:tav>
                                        <p:tav tm="100000">
                                          <p:val>
                                            <p:strVal val="#ppt_h"/>
                                          </p:val>
                                        </p:tav>
                                      </p:tavLst>
                                    </p:anim>
                                    <p:animEffect transition="in" filter="fade">
                                      <p:cBhvr>
                                        <p:cTn id="28" dur="500"/>
                                        <p:tgtEl>
                                          <p:spTgt spid="82946">
                                            <p:txEl>
                                              <p:pRg st="4" end="4"/>
                                            </p:txEl>
                                          </p:spTgt>
                                        </p:tgtEl>
                                      </p:cBhvr>
                                    </p:animEffect>
                                  </p:childTnLst>
                                </p:cTn>
                              </p:par>
                              <p:par>
                                <p:cTn id="29" presetID="53" presetClass="entr" presetSubtype="16" fill="hold" nodeType="withEffect">
                                  <p:stCondLst>
                                    <p:cond delay="0"/>
                                  </p:stCondLst>
                                  <p:childTnLst>
                                    <p:set>
                                      <p:cBhvr>
                                        <p:cTn id="30" dur="1" fill="hold">
                                          <p:stCondLst>
                                            <p:cond delay="0"/>
                                          </p:stCondLst>
                                        </p:cTn>
                                        <p:tgtEl>
                                          <p:spTgt spid="82946">
                                            <p:txEl>
                                              <p:pRg st="5" end="5"/>
                                            </p:txEl>
                                          </p:spTgt>
                                        </p:tgtEl>
                                        <p:attrNameLst>
                                          <p:attrName>style.visibility</p:attrName>
                                        </p:attrNameLst>
                                      </p:cBhvr>
                                      <p:to>
                                        <p:strVal val="visible"/>
                                      </p:to>
                                    </p:set>
                                    <p:anim calcmode="lin" valueType="num">
                                      <p:cBhvr>
                                        <p:cTn id="31" dur="500" fill="hold"/>
                                        <p:tgtEl>
                                          <p:spTgt spid="82946">
                                            <p:txEl>
                                              <p:pRg st="5" end="5"/>
                                            </p:txEl>
                                          </p:spTgt>
                                        </p:tgtEl>
                                        <p:attrNameLst>
                                          <p:attrName>ppt_w</p:attrName>
                                        </p:attrNameLst>
                                      </p:cBhvr>
                                      <p:tavLst>
                                        <p:tav tm="0">
                                          <p:val>
                                            <p:fltVal val="0"/>
                                          </p:val>
                                        </p:tav>
                                        <p:tav tm="100000">
                                          <p:val>
                                            <p:strVal val="#ppt_w"/>
                                          </p:val>
                                        </p:tav>
                                      </p:tavLst>
                                    </p:anim>
                                    <p:anim calcmode="lin" valueType="num">
                                      <p:cBhvr>
                                        <p:cTn id="32" dur="500" fill="hold"/>
                                        <p:tgtEl>
                                          <p:spTgt spid="82946">
                                            <p:txEl>
                                              <p:pRg st="5" end="5"/>
                                            </p:txEl>
                                          </p:spTgt>
                                        </p:tgtEl>
                                        <p:attrNameLst>
                                          <p:attrName>ppt_h</p:attrName>
                                        </p:attrNameLst>
                                      </p:cBhvr>
                                      <p:tavLst>
                                        <p:tav tm="0">
                                          <p:val>
                                            <p:fltVal val="0"/>
                                          </p:val>
                                        </p:tav>
                                        <p:tav tm="100000">
                                          <p:val>
                                            <p:strVal val="#ppt_h"/>
                                          </p:val>
                                        </p:tav>
                                      </p:tavLst>
                                    </p:anim>
                                    <p:animEffect transition="in" filter="fade">
                                      <p:cBhvr>
                                        <p:cTn id="33" dur="500"/>
                                        <p:tgtEl>
                                          <p:spTgt spid="82946">
                                            <p:txEl>
                                              <p:pRg st="5" end="5"/>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53" presetClass="entr" presetSubtype="0" fill="hold" grpId="0" nodeType="clickEffect">
                                  <p:stCondLst>
                                    <p:cond delay="0"/>
                                  </p:stCondLst>
                                  <p:childTnLst>
                                    <p:set>
                                      <p:cBhvr>
                                        <p:cTn id="37" dur="1" fill="hold">
                                          <p:stCondLst>
                                            <p:cond delay="0"/>
                                          </p:stCondLst>
                                        </p:cTn>
                                        <p:tgtEl>
                                          <p:spTgt spid="5"/>
                                        </p:tgtEl>
                                        <p:attrNameLst>
                                          <p:attrName>style.visibility</p:attrName>
                                        </p:attrNameLst>
                                      </p:cBhvr>
                                      <p:to>
                                        <p:strVal val="visible"/>
                                      </p:to>
                                    </p:set>
                                    <p:anim calcmode="lin" valueType="num">
                                      <p:cBhvr>
                                        <p:cTn id="38" dur="500" fill="hold"/>
                                        <p:tgtEl>
                                          <p:spTgt spid="5"/>
                                        </p:tgtEl>
                                        <p:attrNameLst>
                                          <p:attrName>ppt_w</p:attrName>
                                        </p:attrNameLst>
                                      </p:cBhvr>
                                      <p:tavLst>
                                        <p:tav tm="0">
                                          <p:val>
                                            <p:fltVal val="0"/>
                                          </p:val>
                                        </p:tav>
                                        <p:tav tm="100000">
                                          <p:val>
                                            <p:strVal val="#ppt_w"/>
                                          </p:val>
                                        </p:tav>
                                      </p:tavLst>
                                    </p:anim>
                                    <p:anim calcmode="lin" valueType="num">
                                      <p:cBhvr>
                                        <p:cTn id="39" dur="500" fill="hold"/>
                                        <p:tgtEl>
                                          <p:spTgt spid="5"/>
                                        </p:tgtEl>
                                        <p:attrNameLst>
                                          <p:attrName>ppt_h</p:attrName>
                                        </p:attrNameLst>
                                      </p:cBhvr>
                                      <p:tavLst>
                                        <p:tav tm="0">
                                          <p:val>
                                            <p:fltVal val="0"/>
                                          </p:val>
                                        </p:tav>
                                        <p:tav tm="100000">
                                          <p:val>
                                            <p:strVal val="#ppt_h"/>
                                          </p:val>
                                        </p:tav>
                                      </p:tavLst>
                                    </p:anim>
                                    <p:animEffect transition="in" filter="fade">
                                      <p:cBhvr>
                                        <p:cTn id="4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内容占位符 2">
            <a:extLst>
              <a:ext uri="{FF2B5EF4-FFF2-40B4-BE49-F238E27FC236}">
                <a16:creationId xmlns:a16="http://schemas.microsoft.com/office/drawing/2014/main" id="{D2227AA4-603E-43F4-B9A1-CA2F5FEA6DE5}"/>
              </a:ext>
            </a:extLst>
          </p:cNvPr>
          <p:cNvSpPr>
            <a:spLocks noGrp="1"/>
          </p:cNvSpPr>
          <p:nvPr>
            <p:ph idx="1"/>
          </p:nvPr>
        </p:nvSpPr>
        <p:spPr>
          <a:xfrm>
            <a:off x="395536" y="714375"/>
            <a:ext cx="8136904" cy="3822700"/>
          </a:xfrm>
        </p:spPr>
        <p:txBody>
          <a:bodyPr/>
          <a:lstStyle/>
          <a:p>
            <a:pPr eaLnBrk="1" hangingPunct="1">
              <a:lnSpc>
                <a:spcPts val="3000"/>
              </a:lnSpc>
              <a:buClrTx/>
              <a:buFont typeface="Wingdings" panose="05000000000000000000" pitchFamily="2" charset="2"/>
              <a:buChar char="Ø"/>
            </a:pPr>
            <a:r>
              <a:rPr lang="zh-CN" altLang="en-US" sz="2500" b="1" dirty="0">
                <a:solidFill>
                  <a:schemeClr val="tx1"/>
                </a:solidFill>
              </a:rPr>
              <a:t> </a:t>
            </a:r>
            <a:r>
              <a:rPr lang="zh-CN" altLang="en-US" sz="2500" b="1" dirty="0">
                <a:solidFill>
                  <a:srgbClr val="FF0000"/>
                </a:solidFill>
              </a:rPr>
              <a:t>串首终结符</a:t>
            </a:r>
            <a:endParaRPr lang="en-US" altLang="zh-CN" sz="2500" b="1" dirty="0">
              <a:solidFill>
                <a:srgbClr val="FF0000"/>
              </a:solidFill>
            </a:endParaRPr>
          </a:p>
          <a:p>
            <a:pPr lvl="1" eaLnBrk="1" hangingPunct="1">
              <a:lnSpc>
                <a:spcPts val="3000"/>
              </a:lnSpc>
              <a:buClrTx/>
              <a:buFont typeface="Wingdings" panose="05000000000000000000" pitchFamily="2" charset="2"/>
              <a:buChar char="Ø"/>
            </a:pPr>
            <a:r>
              <a:rPr lang="zh-CN" altLang="en-US" sz="2400" b="1" u="sng" dirty="0">
                <a:solidFill>
                  <a:srgbClr val="0070C0"/>
                </a:solidFill>
              </a:rPr>
              <a:t>串首</a:t>
            </a:r>
            <a:r>
              <a:rPr lang="zh-CN" altLang="en-US" sz="2400" b="1" u="sng" dirty="0">
                <a:solidFill>
                  <a:schemeClr val="tx1"/>
                </a:solidFill>
              </a:rPr>
              <a:t>第一个符号，并且是</a:t>
            </a:r>
            <a:r>
              <a:rPr lang="zh-CN" altLang="en-US" sz="2400" b="1" u="sng" dirty="0">
                <a:solidFill>
                  <a:srgbClr val="0070C0"/>
                </a:solidFill>
              </a:rPr>
              <a:t>终结符</a:t>
            </a:r>
            <a:r>
              <a:rPr lang="zh-CN" altLang="en-US" sz="2400" b="1" u="sng" dirty="0">
                <a:solidFill>
                  <a:schemeClr val="tx1"/>
                </a:solidFill>
              </a:rPr>
              <a:t>。简称</a:t>
            </a:r>
            <a:r>
              <a:rPr lang="zh-CN" altLang="en-US" sz="2400" b="1" u="sng" dirty="0">
                <a:solidFill>
                  <a:srgbClr val="0070C0"/>
                </a:solidFill>
              </a:rPr>
              <a:t>首终结符。</a:t>
            </a:r>
            <a:endParaRPr lang="en-US" altLang="zh-CN" sz="2400" b="1" u="sng" dirty="0">
              <a:solidFill>
                <a:srgbClr val="0070C0"/>
              </a:solidFill>
            </a:endParaRPr>
          </a:p>
          <a:p>
            <a:pPr eaLnBrk="1" hangingPunct="1">
              <a:lnSpc>
                <a:spcPts val="3000"/>
              </a:lnSpc>
              <a:buClrTx/>
              <a:buFont typeface="Wingdings" panose="05000000000000000000" pitchFamily="2" charset="2"/>
              <a:buChar char="Ø"/>
            </a:pPr>
            <a:r>
              <a:rPr lang="zh-CN" altLang="en-US" sz="2500" b="1" dirty="0">
                <a:solidFill>
                  <a:schemeClr val="tx1"/>
                </a:solidFill>
                <a:cs typeface="Times New Roman" panose="02020603050405020304" pitchFamily="18" charset="0"/>
              </a:rPr>
              <a:t>给定一个文法符号串</a:t>
            </a:r>
            <a:r>
              <a:rPr lang="en-US" altLang="zh-CN" sz="2500" b="1" i="1" dirty="0">
                <a:solidFill>
                  <a:schemeClr val="tx1"/>
                </a:solidFill>
                <a:cs typeface="Times New Roman" panose="02020603050405020304" pitchFamily="18" charset="0"/>
              </a:rPr>
              <a:t>α</a:t>
            </a:r>
            <a:r>
              <a:rPr lang="zh-CN" altLang="en-US" sz="2500" b="1" dirty="0">
                <a:solidFill>
                  <a:schemeClr val="tx1"/>
                </a:solidFill>
                <a:cs typeface="Times New Roman" panose="02020603050405020304" pitchFamily="18" charset="0"/>
              </a:rPr>
              <a:t>， </a:t>
            </a:r>
            <a:r>
              <a:rPr lang="en-US" altLang="zh-CN" sz="2500" b="1" i="1" dirty="0">
                <a:solidFill>
                  <a:schemeClr val="tx1"/>
                </a:solidFill>
                <a:cs typeface="Times New Roman" panose="02020603050405020304" pitchFamily="18" charset="0"/>
              </a:rPr>
              <a:t>α</a:t>
            </a:r>
            <a:r>
              <a:rPr lang="zh-CN" altLang="en-US" sz="2500" b="1" dirty="0">
                <a:solidFill>
                  <a:schemeClr val="tx1"/>
                </a:solidFill>
                <a:cs typeface="Times New Roman" panose="02020603050405020304" pitchFamily="18" charset="0"/>
              </a:rPr>
              <a:t>的</a:t>
            </a:r>
            <a:r>
              <a:rPr lang="zh-CN" altLang="en-US" sz="2500" b="1" dirty="0">
                <a:solidFill>
                  <a:srgbClr val="FF0000"/>
                </a:solidFill>
                <a:cs typeface="Times New Roman" panose="02020603050405020304" pitchFamily="18" charset="0"/>
              </a:rPr>
              <a:t>串首终结符集</a:t>
            </a:r>
            <a:r>
              <a:rPr lang="en-US" altLang="zh-CN" sz="2500" b="1" i="1" dirty="0">
                <a:solidFill>
                  <a:srgbClr val="FF0000"/>
                </a:solidFill>
                <a:cs typeface="Times New Roman" panose="02020603050405020304" pitchFamily="18" charset="0"/>
              </a:rPr>
              <a:t>FIRST</a:t>
            </a:r>
            <a:r>
              <a:rPr lang="en-US" altLang="zh-CN" sz="2500" b="1" dirty="0">
                <a:solidFill>
                  <a:srgbClr val="FF0000"/>
                </a:solidFill>
                <a:cs typeface="Times New Roman" panose="02020603050405020304" pitchFamily="18" charset="0"/>
              </a:rPr>
              <a:t>(</a:t>
            </a:r>
            <a:r>
              <a:rPr lang="en-US" altLang="zh-CN" sz="2500" b="1" i="1" dirty="0">
                <a:solidFill>
                  <a:srgbClr val="FF0000"/>
                </a:solidFill>
                <a:cs typeface="Times New Roman" panose="02020603050405020304" pitchFamily="18" charset="0"/>
              </a:rPr>
              <a:t>α</a:t>
            </a:r>
            <a:r>
              <a:rPr lang="en-US" altLang="zh-CN" sz="2500" b="1" dirty="0">
                <a:solidFill>
                  <a:srgbClr val="FF0000"/>
                </a:solidFill>
                <a:cs typeface="Times New Roman" panose="02020603050405020304" pitchFamily="18" charset="0"/>
              </a:rPr>
              <a:t>)</a:t>
            </a:r>
            <a:r>
              <a:rPr lang="zh-CN" altLang="en-US" sz="2500" b="1" dirty="0">
                <a:solidFill>
                  <a:schemeClr val="tx1"/>
                </a:solidFill>
                <a:cs typeface="Times New Roman" panose="02020603050405020304" pitchFamily="18" charset="0"/>
              </a:rPr>
              <a:t>被定义为可以从</a:t>
            </a:r>
            <a:r>
              <a:rPr lang="el-GR" altLang="zh-CN" sz="2500" b="1" i="1" dirty="0">
                <a:solidFill>
                  <a:schemeClr val="tx1"/>
                </a:solidFill>
                <a:cs typeface="Times New Roman" panose="02020603050405020304" pitchFamily="18" charset="0"/>
              </a:rPr>
              <a:t>α</a:t>
            </a:r>
            <a:r>
              <a:rPr lang="zh-CN" altLang="en-US" sz="2500" b="1" dirty="0">
                <a:solidFill>
                  <a:schemeClr val="tx1"/>
                </a:solidFill>
                <a:cs typeface="Times New Roman" panose="02020603050405020304" pitchFamily="18" charset="0"/>
              </a:rPr>
              <a:t>推导出的所有</a:t>
            </a:r>
            <a:r>
              <a:rPr lang="zh-CN" altLang="en-US" sz="2500" b="1" dirty="0">
                <a:solidFill>
                  <a:srgbClr val="2D83F4"/>
                </a:solidFill>
                <a:cs typeface="Times New Roman" panose="02020603050405020304" pitchFamily="18" charset="0"/>
              </a:rPr>
              <a:t>串首终结符</a:t>
            </a:r>
            <a:r>
              <a:rPr lang="zh-CN" altLang="en-US" sz="2500" b="1" dirty="0">
                <a:solidFill>
                  <a:schemeClr val="tx1"/>
                </a:solidFill>
              </a:rPr>
              <a:t>构成的集合。</a:t>
            </a:r>
            <a:r>
              <a:rPr lang="zh-CN" altLang="en-US" sz="2500" b="1" dirty="0">
                <a:solidFill>
                  <a:srgbClr val="2D83F4"/>
                </a:solidFill>
              </a:rPr>
              <a:t>如果</a:t>
            </a:r>
            <a:r>
              <a:rPr lang="en-US" altLang="zh-CN" sz="2500" b="1" i="1" dirty="0">
                <a:solidFill>
                  <a:srgbClr val="2D83F4"/>
                </a:solidFill>
                <a:ea typeface="楷体_GB2312"/>
                <a:cs typeface="楷体_GB2312"/>
              </a:rPr>
              <a:t>α </a:t>
            </a:r>
            <a:r>
              <a:rPr lang="en-US" altLang="zh-CN" sz="2500" b="1" dirty="0">
                <a:solidFill>
                  <a:srgbClr val="2D83F4"/>
                </a:solidFill>
                <a:ea typeface="楷体_GB2312"/>
                <a:cs typeface="楷体_GB2312"/>
                <a:sym typeface="Symbol" panose="05050102010706020507" pitchFamily="18" charset="2"/>
              </a:rPr>
              <a:t></a:t>
            </a:r>
            <a:r>
              <a:rPr lang="en-US" altLang="zh-CN" sz="2500" b="1" baseline="30000" dirty="0">
                <a:solidFill>
                  <a:srgbClr val="2D83F4"/>
                </a:solidFill>
                <a:ea typeface="楷体_GB2312"/>
                <a:cs typeface="楷体_GB2312"/>
              </a:rPr>
              <a:t>*</a:t>
            </a:r>
            <a:r>
              <a:rPr lang="en-US" altLang="zh-CN" sz="2500" b="1" dirty="0">
                <a:solidFill>
                  <a:srgbClr val="2D83F4"/>
                </a:solidFill>
                <a:ea typeface="楷体_GB2312"/>
                <a:cs typeface="楷体_GB2312"/>
              </a:rPr>
              <a:t> </a:t>
            </a:r>
            <a:r>
              <a:rPr lang="en-US" altLang="zh-CN" sz="2500" b="1" i="1" dirty="0">
                <a:solidFill>
                  <a:srgbClr val="2D83F4"/>
                </a:solidFill>
                <a:ea typeface="楷体_GB2312"/>
                <a:cs typeface="楷体_GB2312"/>
              </a:rPr>
              <a:t>ε</a:t>
            </a:r>
            <a:r>
              <a:rPr lang="zh-CN" altLang="en-US" sz="2500" b="1" dirty="0">
                <a:solidFill>
                  <a:srgbClr val="2D83F4"/>
                </a:solidFill>
              </a:rPr>
              <a:t>，那么</a:t>
            </a:r>
            <a:r>
              <a:rPr lang="en-US" altLang="zh-CN" sz="2500" b="1" i="1" dirty="0">
                <a:solidFill>
                  <a:srgbClr val="2D83F4"/>
                </a:solidFill>
                <a:ea typeface="楷体_GB2312"/>
                <a:cs typeface="楷体_GB2312"/>
              </a:rPr>
              <a:t>ε</a:t>
            </a:r>
            <a:r>
              <a:rPr lang="zh-CN" altLang="en-US" sz="2500" b="1" dirty="0">
                <a:solidFill>
                  <a:srgbClr val="2D83F4"/>
                </a:solidFill>
              </a:rPr>
              <a:t>也在</a:t>
            </a:r>
            <a:r>
              <a:rPr lang="en-US" altLang="zh-CN" sz="2500" b="1" i="1" dirty="0">
                <a:solidFill>
                  <a:srgbClr val="2D83F4"/>
                </a:solidFill>
              </a:rPr>
              <a:t>FIRST</a:t>
            </a:r>
            <a:r>
              <a:rPr lang="en-US" altLang="zh-CN" sz="2500" b="1" dirty="0">
                <a:solidFill>
                  <a:srgbClr val="2D83F4"/>
                </a:solidFill>
              </a:rPr>
              <a:t>(</a:t>
            </a:r>
            <a:r>
              <a:rPr lang="en-US" altLang="zh-CN" sz="2500" b="1" i="1" dirty="0">
                <a:solidFill>
                  <a:srgbClr val="2D83F4"/>
                </a:solidFill>
              </a:rPr>
              <a:t>α</a:t>
            </a:r>
            <a:r>
              <a:rPr lang="en-US" altLang="zh-CN" sz="2500" b="1" dirty="0">
                <a:solidFill>
                  <a:srgbClr val="2D83F4"/>
                </a:solidFill>
              </a:rPr>
              <a:t>)</a:t>
            </a:r>
            <a:r>
              <a:rPr lang="zh-CN" altLang="en-US" sz="2500" b="1" dirty="0">
                <a:solidFill>
                  <a:srgbClr val="2D83F4"/>
                </a:solidFill>
              </a:rPr>
              <a:t>中</a:t>
            </a:r>
            <a:endParaRPr lang="en-US" altLang="zh-CN" sz="2500" b="1" dirty="0">
              <a:solidFill>
                <a:srgbClr val="2D83F4"/>
              </a:solidFill>
            </a:endParaRPr>
          </a:p>
          <a:p>
            <a:pPr lvl="1" eaLnBrk="1" hangingPunct="1">
              <a:lnSpc>
                <a:spcPts val="3000"/>
              </a:lnSpc>
              <a:buClrTx/>
              <a:buFont typeface="Wingdings" panose="05000000000000000000" pitchFamily="2" charset="2"/>
              <a:buChar char="Ø"/>
            </a:pPr>
            <a:r>
              <a:rPr lang="zh-CN" altLang="en-US" sz="2400" b="1" dirty="0">
                <a:solidFill>
                  <a:schemeClr val="tx1"/>
                </a:solidFill>
                <a:latin typeface="楷体" panose="02010609060101010101" pitchFamily="49" charset="-122"/>
                <a:sym typeface="Symbol" panose="05050102010706020507" pitchFamily="18" charset="2"/>
              </a:rPr>
              <a:t>对于</a:t>
            </a:r>
            <a:r>
              <a:rPr lang="en-US" altLang="zh-CN" sz="2400" b="1" dirty="0">
                <a:solidFill>
                  <a:schemeClr val="tx1"/>
                </a:solidFill>
                <a:ea typeface="楷体_GB2312"/>
                <a:cs typeface="楷体_GB2312"/>
                <a:sym typeface="Symbol" panose="05050102010706020507" pitchFamily="18" charset="2"/>
              </a:rPr>
              <a:t> </a:t>
            </a:r>
            <a:r>
              <a:rPr lang="zh-CN" altLang="en-US" sz="2400" b="1" dirty="0">
                <a:solidFill>
                  <a:schemeClr val="tx1"/>
                </a:solidFill>
                <a:ea typeface="楷体_GB2312"/>
                <a:cs typeface="楷体_GB2312"/>
                <a:sym typeface="Symbol" panose="05050102010706020507" pitchFamily="18" charset="2"/>
              </a:rPr>
              <a:t></a:t>
            </a:r>
            <a:r>
              <a:rPr lang="en-US" altLang="zh-CN" sz="2400" b="1" i="1" dirty="0">
                <a:solidFill>
                  <a:schemeClr val="tx1"/>
                </a:solidFill>
                <a:ea typeface="楷体_GB2312"/>
                <a:cs typeface="楷体_GB2312"/>
              </a:rPr>
              <a:t>α</a:t>
            </a:r>
            <a:r>
              <a:rPr lang="en-US" altLang="zh-CN" sz="2400" b="1" dirty="0">
                <a:solidFill>
                  <a:schemeClr val="tx1"/>
                </a:solidFill>
                <a:ea typeface="楷体_GB2312"/>
                <a:cs typeface="楷体_GB2312"/>
              </a:rPr>
              <a:t>∈(</a:t>
            </a:r>
            <a:r>
              <a:rPr lang="en-US" altLang="zh-CN" sz="2400" b="1" i="1" dirty="0">
                <a:solidFill>
                  <a:schemeClr val="tx1"/>
                </a:solidFill>
                <a:ea typeface="楷体_GB2312"/>
                <a:cs typeface="楷体_GB2312"/>
              </a:rPr>
              <a:t>V</a:t>
            </a:r>
            <a:r>
              <a:rPr lang="en-US" altLang="zh-CN" sz="2400" b="1" i="1" baseline="-25000" dirty="0">
                <a:solidFill>
                  <a:schemeClr val="tx1"/>
                </a:solidFill>
                <a:ea typeface="楷体_GB2312"/>
                <a:cs typeface="楷体_GB2312"/>
              </a:rPr>
              <a:t>T</a:t>
            </a:r>
            <a:r>
              <a:rPr lang="en-US" altLang="zh-CN" sz="2400" b="1" dirty="0">
                <a:solidFill>
                  <a:schemeClr val="tx1"/>
                </a:solidFill>
                <a:ea typeface="楷体_GB2312"/>
                <a:cs typeface="楷体_GB2312"/>
              </a:rPr>
              <a:t>∪</a:t>
            </a:r>
            <a:r>
              <a:rPr lang="en-US" altLang="zh-CN" sz="2400" b="1" i="1" dirty="0">
                <a:solidFill>
                  <a:schemeClr val="tx1"/>
                </a:solidFill>
                <a:ea typeface="楷体_GB2312"/>
                <a:cs typeface="楷体_GB2312"/>
              </a:rPr>
              <a:t>V </a:t>
            </a:r>
            <a:r>
              <a:rPr lang="en-US" altLang="zh-CN" sz="2400" b="1" i="1" baseline="-25000" dirty="0">
                <a:solidFill>
                  <a:schemeClr val="tx1"/>
                </a:solidFill>
                <a:ea typeface="楷体_GB2312"/>
                <a:cs typeface="楷体_GB2312"/>
              </a:rPr>
              <a:t>N</a:t>
            </a:r>
            <a:r>
              <a:rPr lang="en-US" altLang="zh-CN" sz="2400" b="1" dirty="0">
                <a:solidFill>
                  <a:schemeClr val="tx1"/>
                </a:solidFill>
                <a:ea typeface="楷体_GB2312"/>
                <a:cs typeface="楷体_GB2312"/>
              </a:rPr>
              <a:t>)</a:t>
            </a:r>
            <a:r>
              <a:rPr lang="en-US" altLang="zh-CN" sz="2400" b="1" baseline="30000" dirty="0">
                <a:solidFill>
                  <a:schemeClr val="tx1"/>
                </a:solidFill>
                <a:ea typeface="楷体_GB2312"/>
                <a:cs typeface="楷体_GB2312"/>
              </a:rPr>
              <a:t>+</a:t>
            </a:r>
            <a:r>
              <a:rPr lang="en-US" altLang="zh-CN" sz="2400" b="1" dirty="0">
                <a:solidFill>
                  <a:schemeClr val="tx1"/>
                </a:solidFill>
                <a:ea typeface="楷体_GB2312"/>
                <a:cs typeface="楷体_GB2312"/>
              </a:rPr>
              <a:t>, </a:t>
            </a:r>
            <a:r>
              <a:rPr lang="en-US" altLang="zh-CN" sz="2400" b="1" i="1" dirty="0">
                <a:solidFill>
                  <a:srgbClr val="0070C0"/>
                </a:solidFill>
                <a:ea typeface="楷体_GB2312"/>
                <a:cs typeface="楷体_GB2312"/>
              </a:rPr>
              <a:t>FIRST</a:t>
            </a:r>
            <a:r>
              <a:rPr lang="en-US" altLang="zh-CN" sz="2400" b="1" dirty="0">
                <a:solidFill>
                  <a:srgbClr val="0070C0"/>
                </a:solidFill>
                <a:ea typeface="楷体_GB2312"/>
                <a:cs typeface="楷体_GB2312"/>
              </a:rPr>
              <a:t>(</a:t>
            </a:r>
            <a:r>
              <a:rPr lang="en-US" altLang="zh-CN" sz="2400" b="1" i="1" dirty="0">
                <a:solidFill>
                  <a:srgbClr val="0070C0"/>
                </a:solidFill>
                <a:ea typeface="楷体_GB2312"/>
                <a:cs typeface="楷体_GB2312"/>
              </a:rPr>
              <a:t>α</a:t>
            </a:r>
            <a:r>
              <a:rPr lang="en-US" altLang="zh-CN" sz="2400" b="1" dirty="0">
                <a:solidFill>
                  <a:srgbClr val="0070C0"/>
                </a:solidFill>
                <a:ea typeface="楷体_GB2312"/>
                <a:cs typeface="楷体_GB2312"/>
              </a:rPr>
              <a:t>)</a:t>
            </a:r>
            <a:r>
              <a:rPr lang="en-US" altLang="zh-CN" sz="2400" b="1" dirty="0">
                <a:solidFill>
                  <a:schemeClr val="tx1"/>
                </a:solidFill>
                <a:ea typeface="楷体_GB2312"/>
                <a:cs typeface="楷体_GB2312"/>
              </a:rPr>
              <a:t>={ </a:t>
            </a:r>
            <a:r>
              <a:rPr lang="en-US" altLang="zh-CN" sz="2400" b="1" i="1" dirty="0">
                <a:solidFill>
                  <a:schemeClr val="tx1"/>
                </a:solidFill>
                <a:ea typeface="楷体_GB2312"/>
                <a:cs typeface="楷体_GB2312"/>
              </a:rPr>
              <a:t>a</a:t>
            </a:r>
            <a:r>
              <a:rPr lang="en-US" altLang="zh-CN" sz="2400" b="1" dirty="0">
                <a:solidFill>
                  <a:schemeClr val="tx1"/>
                </a:solidFill>
                <a:ea typeface="楷体_GB2312"/>
                <a:cs typeface="楷体_GB2312"/>
              </a:rPr>
              <a:t> | </a:t>
            </a:r>
            <a:r>
              <a:rPr lang="en-US" altLang="zh-CN" sz="2400" b="1" i="1" dirty="0">
                <a:solidFill>
                  <a:schemeClr val="tx1"/>
                </a:solidFill>
                <a:ea typeface="楷体_GB2312"/>
                <a:cs typeface="楷体_GB2312"/>
              </a:rPr>
              <a:t>α </a:t>
            </a:r>
            <a:r>
              <a:rPr lang="en-US" altLang="zh-CN" sz="2400" b="1" dirty="0">
                <a:solidFill>
                  <a:schemeClr val="tx1"/>
                </a:solidFill>
                <a:ea typeface="楷体_GB2312"/>
                <a:cs typeface="楷体_GB2312"/>
                <a:sym typeface="Symbol" panose="05050102010706020507" pitchFamily="18" charset="2"/>
              </a:rPr>
              <a:t></a:t>
            </a:r>
            <a:r>
              <a:rPr lang="en-US" altLang="zh-CN" sz="2400" b="1" baseline="30000" dirty="0">
                <a:solidFill>
                  <a:schemeClr val="tx1"/>
                </a:solidFill>
                <a:ea typeface="楷体_GB2312"/>
                <a:cs typeface="楷体_GB2312"/>
              </a:rPr>
              <a:t>*</a:t>
            </a:r>
            <a:r>
              <a:rPr lang="en-US" altLang="zh-CN" sz="2400" b="1" dirty="0">
                <a:solidFill>
                  <a:srgbClr val="FF0000"/>
                </a:solidFill>
                <a:ea typeface="楷体_GB2312"/>
                <a:cs typeface="楷体_GB2312"/>
              </a:rPr>
              <a:t> </a:t>
            </a:r>
            <a:r>
              <a:rPr lang="en-US" altLang="zh-CN" sz="2400" b="1" i="1" dirty="0">
                <a:solidFill>
                  <a:schemeClr val="tx1"/>
                </a:solidFill>
                <a:ea typeface="楷体_GB2312"/>
                <a:cs typeface="楷体_GB2312"/>
              </a:rPr>
              <a:t>aβ</a:t>
            </a:r>
            <a:r>
              <a:rPr lang="zh-CN" altLang="en-US" sz="2400" b="1" dirty="0">
                <a:solidFill>
                  <a:schemeClr val="tx1"/>
                </a:solidFill>
                <a:ea typeface="楷体_GB2312"/>
                <a:cs typeface="楷体_GB2312"/>
              </a:rPr>
              <a:t>，</a:t>
            </a:r>
            <a:r>
              <a:rPr lang="en-US" altLang="zh-CN" sz="2400" b="1" i="1" dirty="0">
                <a:solidFill>
                  <a:schemeClr val="tx1"/>
                </a:solidFill>
                <a:ea typeface="楷体_GB2312"/>
                <a:cs typeface="楷体_GB2312"/>
              </a:rPr>
              <a:t>a</a:t>
            </a:r>
            <a:r>
              <a:rPr lang="en-US" altLang="zh-CN" sz="2400" b="1" dirty="0">
                <a:solidFill>
                  <a:schemeClr val="tx1"/>
                </a:solidFill>
                <a:ea typeface="楷体_GB2312"/>
                <a:cs typeface="楷体_GB2312"/>
              </a:rPr>
              <a:t>∈</a:t>
            </a:r>
            <a:r>
              <a:rPr lang="en-US" altLang="zh-CN" sz="2400" b="1" i="1" dirty="0">
                <a:solidFill>
                  <a:schemeClr val="tx1"/>
                </a:solidFill>
                <a:ea typeface="楷体_GB2312"/>
                <a:cs typeface="楷体_GB2312"/>
              </a:rPr>
              <a:t> V</a:t>
            </a:r>
            <a:r>
              <a:rPr lang="en-US" altLang="zh-CN" sz="2400" b="1" i="1" baseline="-25000" dirty="0">
                <a:solidFill>
                  <a:schemeClr val="tx1"/>
                </a:solidFill>
                <a:ea typeface="楷体_GB2312"/>
                <a:cs typeface="楷体_GB2312"/>
              </a:rPr>
              <a:t>T</a:t>
            </a:r>
            <a:r>
              <a:rPr lang="zh-CN" altLang="en-US" sz="2400" b="1" dirty="0">
                <a:solidFill>
                  <a:schemeClr val="tx1"/>
                </a:solidFill>
                <a:ea typeface="楷体_GB2312"/>
                <a:cs typeface="楷体_GB2312"/>
              </a:rPr>
              <a:t>，</a:t>
            </a:r>
            <a:r>
              <a:rPr lang="en-US" altLang="zh-CN" sz="2400" b="1" i="1" dirty="0">
                <a:solidFill>
                  <a:schemeClr val="tx1"/>
                </a:solidFill>
                <a:ea typeface="楷体_GB2312"/>
                <a:cs typeface="楷体_GB2312"/>
              </a:rPr>
              <a:t>β</a:t>
            </a:r>
            <a:r>
              <a:rPr lang="en-US" altLang="zh-CN" sz="2400" b="1" dirty="0">
                <a:solidFill>
                  <a:schemeClr val="tx1"/>
                </a:solidFill>
                <a:ea typeface="楷体_GB2312"/>
                <a:cs typeface="楷体_GB2312"/>
              </a:rPr>
              <a:t>∈(</a:t>
            </a:r>
            <a:r>
              <a:rPr lang="en-US" altLang="zh-CN" sz="2400" b="1" i="1" dirty="0">
                <a:solidFill>
                  <a:schemeClr val="tx1"/>
                </a:solidFill>
                <a:ea typeface="楷体_GB2312"/>
                <a:cs typeface="楷体_GB2312"/>
              </a:rPr>
              <a:t>V </a:t>
            </a:r>
            <a:r>
              <a:rPr lang="en-US" altLang="zh-CN" sz="2400" b="1" i="1" baseline="-25000" dirty="0">
                <a:solidFill>
                  <a:schemeClr val="tx1"/>
                </a:solidFill>
                <a:ea typeface="楷体_GB2312"/>
                <a:cs typeface="楷体_GB2312"/>
              </a:rPr>
              <a:t>T</a:t>
            </a:r>
            <a:r>
              <a:rPr lang="en-US" altLang="zh-CN" sz="2400" b="1" dirty="0">
                <a:solidFill>
                  <a:schemeClr val="tx1"/>
                </a:solidFill>
                <a:ea typeface="楷体_GB2312"/>
                <a:cs typeface="楷体_GB2312"/>
              </a:rPr>
              <a:t>∪</a:t>
            </a:r>
            <a:r>
              <a:rPr lang="en-US" altLang="zh-CN" sz="2400" b="1" i="1" dirty="0">
                <a:solidFill>
                  <a:schemeClr val="tx1"/>
                </a:solidFill>
                <a:ea typeface="楷体_GB2312"/>
                <a:cs typeface="楷体_GB2312"/>
              </a:rPr>
              <a:t> V </a:t>
            </a:r>
            <a:r>
              <a:rPr lang="en-US" altLang="zh-CN" sz="2400" b="1" i="1" baseline="-25000" dirty="0">
                <a:solidFill>
                  <a:schemeClr val="tx1"/>
                </a:solidFill>
                <a:ea typeface="楷体_GB2312"/>
                <a:cs typeface="楷体_GB2312"/>
              </a:rPr>
              <a:t>N</a:t>
            </a:r>
            <a:r>
              <a:rPr lang="en-US" altLang="zh-CN" sz="2400" b="1" dirty="0">
                <a:solidFill>
                  <a:schemeClr val="tx1"/>
                </a:solidFill>
                <a:ea typeface="楷体_GB2312"/>
                <a:cs typeface="楷体_GB2312"/>
              </a:rPr>
              <a:t>)</a:t>
            </a:r>
            <a:r>
              <a:rPr lang="en-US" altLang="zh-CN" sz="2400" b="1" baseline="30000" dirty="0">
                <a:solidFill>
                  <a:schemeClr val="tx1"/>
                </a:solidFill>
                <a:ea typeface="楷体_GB2312"/>
                <a:cs typeface="楷体_GB2312"/>
              </a:rPr>
              <a:t>*</a:t>
            </a:r>
            <a:r>
              <a:rPr lang="en-US" altLang="zh-CN" sz="2400" b="1" dirty="0">
                <a:solidFill>
                  <a:schemeClr val="tx1"/>
                </a:solidFill>
                <a:ea typeface="楷体_GB2312"/>
                <a:cs typeface="楷体_GB2312"/>
              </a:rPr>
              <a:t>}</a:t>
            </a:r>
            <a:r>
              <a:rPr lang="zh-CN" altLang="en-US" sz="2400" b="1" dirty="0">
                <a:solidFill>
                  <a:schemeClr val="tx1"/>
                </a:solidFill>
                <a:ea typeface="楷体_GB2312"/>
                <a:cs typeface="楷体_GB2312"/>
              </a:rPr>
              <a:t>；</a:t>
            </a:r>
            <a:endParaRPr lang="en-US" altLang="zh-CN" sz="2400" b="1" dirty="0">
              <a:solidFill>
                <a:schemeClr val="tx1"/>
              </a:solidFill>
              <a:ea typeface="楷体_GB2312"/>
              <a:cs typeface="楷体_GB2312"/>
            </a:endParaRPr>
          </a:p>
          <a:p>
            <a:pPr lvl="1" eaLnBrk="1" hangingPunct="1">
              <a:lnSpc>
                <a:spcPts val="3000"/>
              </a:lnSpc>
            </a:pPr>
            <a:r>
              <a:rPr lang="zh-CN" altLang="en-US" sz="2400" b="1" dirty="0">
                <a:solidFill>
                  <a:schemeClr val="tx1"/>
                </a:solidFill>
                <a:latin typeface="楷体" panose="02010609060101010101" pitchFamily="49" charset="-122"/>
              </a:rPr>
              <a:t>如果</a:t>
            </a:r>
            <a:r>
              <a:rPr lang="en-US" altLang="zh-CN" sz="2400" b="1" dirty="0">
                <a:solidFill>
                  <a:schemeClr val="tx1"/>
                </a:solidFill>
                <a:ea typeface="楷体_GB2312"/>
                <a:cs typeface="楷体_GB2312"/>
              </a:rPr>
              <a:t> </a:t>
            </a:r>
            <a:r>
              <a:rPr lang="en-US" altLang="zh-CN" sz="2400" b="1" i="1" dirty="0">
                <a:solidFill>
                  <a:schemeClr val="tx1"/>
                </a:solidFill>
                <a:ea typeface="楷体_GB2312"/>
                <a:cs typeface="楷体_GB2312"/>
              </a:rPr>
              <a:t>α </a:t>
            </a:r>
            <a:r>
              <a:rPr lang="en-US" altLang="zh-CN" sz="2400" b="1" dirty="0">
                <a:solidFill>
                  <a:schemeClr val="tx1"/>
                </a:solidFill>
                <a:ea typeface="楷体_GB2312"/>
                <a:cs typeface="楷体_GB2312"/>
                <a:sym typeface="Symbol" panose="05050102010706020507" pitchFamily="18" charset="2"/>
              </a:rPr>
              <a:t></a:t>
            </a:r>
            <a:r>
              <a:rPr lang="en-US" altLang="zh-CN" sz="2400" b="1" baseline="30000" dirty="0">
                <a:solidFill>
                  <a:schemeClr val="tx1"/>
                </a:solidFill>
                <a:ea typeface="楷体_GB2312"/>
                <a:cs typeface="楷体_GB2312"/>
              </a:rPr>
              <a:t>*</a:t>
            </a:r>
            <a:r>
              <a:rPr lang="en-US" altLang="zh-CN" sz="2400" b="1" dirty="0">
                <a:solidFill>
                  <a:schemeClr val="tx1"/>
                </a:solidFill>
                <a:ea typeface="楷体_GB2312"/>
                <a:cs typeface="楷体_GB2312"/>
              </a:rPr>
              <a:t> </a:t>
            </a:r>
            <a:r>
              <a:rPr lang="en-US" altLang="zh-CN" sz="2400" b="1" i="1" dirty="0">
                <a:solidFill>
                  <a:schemeClr val="tx1"/>
                </a:solidFill>
                <a:ea typeface="楷体_GB2312"/>
                <a:cs typeface="楷体_GB2312"/>
              </a:rPr>
              <a:t>ε</a:t>
            </a:r>
            <a:r>
              <a:rPr lang="zh-CN" altLang="en-US" sz="2400" b="1" dirty="0">
                <a:solidFill>
                  <a:schemeClr val="tx1"/>
                </a:solidFill>
                <a:ea typeface="楷体_GB2312"/>
                <a:cs typeface="楷体_GB2312"/>
              </a:rPr>
              <a:t>，</a:t>
            </a:r>
            <a:r>
              <a:rPr lang="zh-CN" altLang="en-US" sz="2400" b="1" dirty="0">
                <a:solidFill>
                  <a:schemeClr val="tx1"/>
                </a:solidFill>
                <a:latin typeface="楷体" panose="02010609060101010101" pitchFamily="49" charset="-122"/>
              </a:rPr>
              <a:t>那么</a:t>
            </a:r>
            <a:r>
              <a:rPr lang="en-US" altLang="zh-CN" sz="2400" b="1" dirty="0">
                <a:solidFill>
                  <a:schemeClr val="tx1"/>
                </a:solidFill>
                <a:ea typeface="楷体_GB2312"/>
                <a:cs typeface="楷体_GB2312"/>
              </a:rPr>
              <a:t> </a:t>
            </a:r>
            <a:r>
              <a:rPr lang="en-US" altLang="zh-CN" sz="2400" b="1" i="1" dirty="0">
                <a:solidFill>
                  <a:schemeClr val="tx1"/>
                </a:solidFill>
                <a:ea typeface="楷体_GB2312"/>
                <a:cs typeface="楷体_GB2312"/>
              </a:rPr>
              <a:t>FIRST</a:t>
            </a:r>
            <a:r>
              <a:rPr lang="en-US" altLang="zh-CN" sz="2400" b="1" dirty="0">
                <a:solidFill>
                  <a:schemeClr val="tx1"/>
                </a:solidFill>
                <a:ea typeface="楷体_GB2312"/>
                <a:cs typeface="楷体_GB2312"/>
              </a:rPr>
              <a:t>(</a:t>
            </a:r>
            <a:r>
              <a:rPr lang="en-US" altLang="zh-CN" sz="2400" b="1" i="1" dirty="0">
                <a:solidFill>
                  <a:schemeClr val="tx1"/>
                </a:solidFill>
                <a:ea typeface="楷体_GB2312"/>
                <a:cs typeface="楷体_GB2312"/>
              </a:rPr>
              <a:t>α</a:t>
            </a:r>
            <a:r>
              <a:rPr lang="en-US" altLang="zh-CN" sz="2400" b="1" dirty="0">
                <a:solidFill>
                  <a:schemeClr val="tx1"/>
                </a:solidFill>
                <a:ea typeface="楷体_GB2312"/>
                <a:cs typeface="楷体_GB2312"/>
              </a:rPr>
              <a:t>) = </a:t>
            </a:r>
            <a:r>
              <a:rPr lang="en-US" altLang="zh-CN" sz="2400" b="1" i="1" dirty="0">
                <a:solidFill>
                  <a:schemeClr val="tx1"/>
                </a:solidFill>
                <a:ea typeface="楷体_GB2312"/>
                <a:cs typeface="楷体_GB2312"/>
              </a:rPr>
              <a:t>FIRST</a:t>
            </a:r>
            <a:r>
              <a:rPr lang="en-US" altLang="zh-CN" sz="2400" b="1" dirty="0">
                <a:solidFill>
                  <a:schemeClr val="tx1"/>
                </a:solidFill>
                <a:ea typeface="楷体_GB2312"/>
                <a:cs typeface="楷体_GB2312"/>
              </a:rPr>
              <a:t>(</a:t>
            </a:r>
            <a:r>
              <a:rPr lang="en-US" altLang="zh-CN" sz="2400" b="1" i="1" dirty="0">
                <a:solidFill>
                  <a:schemeClr val="tx1"/>
                </a:solidFill>
                <a:ea typeface="楷体_GB2312"/>
                <a:cs typeface="楷体_GB2312"/>
              </a:rPr>
              <a:t>α</a:t>
            </a:r>
            <a:r>
              <a:rPr lang="en-US" altLang="zh-CN" sz="2400" b="1" dirty="0">
                <a:solidFill>
                  <a:schemeClr val="tx1"/>
                </a:solidFill>
                <a:ea typeface="楷体_GB2312"/>
                <a:cs typeface="楷体_GB2312"/>
              </a:rPr>
              <a:t>) </a:t>
            </a:r>
            <a:r>
              <a:rPr lang="en-US" altLang="zh-CN" sz="2400" dirty="0">
                <a:ea typeface="楷体_GB2312"/>
                <a:cs typeface="楷体_GB2312"/>
              </a:rPr>
              <a:t>∪</a:t>
            </a:r>
            <a:r>
              <a:rPr lang="en-US" altLang="zh-CN" sz="2400" b="1" dirty="0">
                <a:solidFill>
                  <a:srgbClr val="0070C0"/>
                </a:solidFill>
                <a:ea typeface="楷体_GB2312"/>
                <a:cs typeface="楷体_GB2312"/>
              </a:rPr>
              <a:t>{</a:t>
            </a:r>
            <a:r>
              <a:rPr lang="en-US" altLang="zh-CN" sz="2400" b="1" i="1" dirty="0">
                <a:solidFill>
                  <a:srgbClr val="0070C0"/>
                </a:solidFill>
                <a:ea typeface="楷体_GB2312"/>
                <a:cs typeface="楷体_GB2312"/>
              </a:rPr>
              <a:t>ε</a:t>
            </a:r>
            <a:r>
              <a:rPr lang="en-US" altLang="zh-CN" sz="2400" b="1" dirty="0">
                <a:solidFill>
                  <a:srgbClr val="0070C0"/>
                </a:solidFill>
                <a:ea typeface="楷体_GB2312"/>
                <a:cs typeface="楷体_GB2312"/>
              </a:rPr>
              <a:t>}</a:t>
            </a:r>
            <a:endParaRPr lang="zh-CN" altLang="en-US" sz="2400" b="1" dirty="0">
              <a:solidFill>
                <a:srgbClr val="0070C0"/>
              </a:solidFill>
              <a:ea typeface="楷体_GB2312"/>
              <a:cs typeface="楷体_GB2312"/>
            </a:endParaRPr>
          </a:p>
        </p:txBody>
      </p:sp>
      <p:sp>
        <p:nvSpPr>
          <p:cNvPr id="40963" name="标题 1">
            <a:extLst>
              <a:ext uri="{FF2B5EF4-FFF2-40B4-BE49-F238E27FC236}">
                <a16:creationId xmlns:a16="http://schemas.microsoft.com/office/drawing/2014/main" id="{BC70BBEE-E707-4421-BE10-C30990FCC376}"/>
              </a:ext>
            </a:extLst>
          </p:cNvPr>
          <p:cNvSpPr>
            <a:spLocks noGrp="1"/>
          </p:cNvSpPr>
          <p:nvPr>
            <p:ph type="title"/>
          </p:nvPr>
        </p:nvSpPr>
        <p:spPr>
          <a:xfrm>
            <a:off x="755650" y="268288"/>
            <a:ext cx="7931150" cy="358775"/>
          </a:xfrm>
        </p:spPr>
        <p:txBody>
          <a:bodyPr/>
          <a:lstStyle/>
          <a:p>
            <a:pPr>
              <a:defRPr/>
            </a:pPr>
            <a:r>
              <a:rPr lang="zh-CN" altLang="en-US" sz="3000" spc="300" dirty="0">
                <a:solidFill>
                  <a:schemeClr val="tx1"/>
                </a:solidFill>
                <a:latin typeface="微软雅黑" pitchFamily="34" charset="-122"/>
                <a:ea typeface="微软雅黑" pitchFamily="34" charset="-122"/>
              </a:rPr>
              <a:t>串首终结符集</a:t>
            </a:r>
          </a:p>
        </p:txBody>
      </p:sp>
      <p:sp>
        <p:nvSpPr>
          <p:cNvPr id="3" name="灯片编号占位符 2">
            <a:extLst>
              <a:ext uri="{FF2B5EF4-FFF2-40B4-BE49-F238E27FC236}">
                <a16:creationId xmlns:a16="http://schemas.microsoft.com/office/drawing/2014/main" id="{24B6525C-0414-4A8F-89D2-67F33135B2D9}"/>
              </a:ext>
            </a:extLst>
          </p:cNvPr>
          <p:cNvSpPr>
            <a:spLocks noGrp="1"/>
          </p:cNvSpPr>
          <p:nvPr>
            <p:ph type="sldNum" sz="quarter" idx="12"/>
          </p:nvPr>
        </p:nvSpPr>
        <p:spPr/>
        <p:txBody>
          <a:bodyPr/>
          <a:lstStyle/>
          <a:p>
            <a:pPr>
              <a:defRPr/>
            </a:pPr>
            <a:fld id="{EA567855-7F13-4FC5-AD61-2B82F6443E16}" type="slidenum">
              <a:rPr lang="zh-CN" altLang="en-US" smtClean="0"/>
              <a:pPr>
                <a:defRPr/>
              </a:pPr>
              <a:t>36</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nodeType="clickEffect">
                                  <p:stCondLst>
                                    <p:cond delay="0"/>
                                  </p:stCondLst>
                                  <p:childTnLst>
                                    <p:set>
                                      <p:cBhvr>
                                        <p:cTn id="6" dur="1" fill="hold">
                                          <p:stCondLst>
                                            <p:cond delay="0"/>
                                          </p:stCondLst>
                                        </p:cTn>
                                        <p:tgtEl>
                                          <p:spTgt spid="37891">
                                            <p:txEl>
                                              <p:pRg st="2" end="2"/>
                                            </p:txEl>
                                          </p:spTgt>
                                        </p:tgtEl>
                                        <p:attrNameLst>
                                          <p:attrName>style.visibility</p:attrName>
                                        </p:attrNameLst>
                                      </p:cBhvr>
                                      <p:to>
                                        <p:strVal val="visible"/>
                                      </p:to>
                                    </p:set>
                                    <p:anim calcmode="lin" valueType="num">
                                      <p:cBhvr>
                                        <p:cTn id="7" dur="500" fill="hold"/>
                                        <p:tgtEl>
                                          <p:spTgt spid="37891">
                                            <p:txEl>
                                              <p:pRg st="2" end="2"/>
                                            </p:txEl>
                                          </p:spTgt>
                                        </p:tgtEl>
                                        <p:attrNameLst>
                                          <p:attrName>ppt_w</p:attrName>
                                        </p:attrNameLst>
                                      </p:cBhvr>
                                      <p:tavLst>
                                        <p:tav tm="0">
                                          <p:val>
                                            <p:fltVal val="0"/>
                                          </p:val>
                                        </p:tav>
                                        <p:tav tm="100000">
                                          <p:val>
                                            <p:strVal val="#ppt_w"/>
                                          </p:val>
                                        </p:tav>
                                      </p:tavLst>
                                    </p:anim>
                                    <p:anim calcmode="lin" valueType="num">
                                      <p:cBhvr>
                                        <p:cTn id="8" dur="500" fill="hold"/>
                                        <p:tgtEl>
                                          <p:spTgt spid="37891">
                                            <p:txEl>
                                              <p:pRg st="2" end="2"/>
                                            </p:txEl>
                                          </p:spTgt>
                                        </p:tgtEl>
                                        <p:attrNameLst>
                                          <p:attrName>ppt_h</p:attrName>
                                        </p:attrNameLst>
                                      </p:cBhvr>
                                      <p:tavLst>
                                        <p:tav tm="0">
                                          <p:val>
                                            <p:fltVal val="0"/>
                                          </p:val>
                                        </p:tav>
                                        <p:tav tm="100000">
                                          <p:val>
                                            <p:strVal val="#ppt_h"/>
                                          </p:val>
                                        </p:tav>
                                      </p:tavLst>
                                    </p:anim>
                                    <p:animEffect transition="in" filter="fade">
                                      <p:cBhvr>
                                        <p:cTn id="9" dur="500"/>
                                        <p:tgtEl>
                                          <p:spTgt spid="37891">
                                            <p:txEl>
                                              <p:pRg st="2" end="2"/>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nodeType="clickEffect">
                                  <p:stCondLst>
                                    <p:cond delay="0"/>
                                  </p:stCondLst>
                                  <p:childTnLst>
                                    <p:set>
                                      <p:cBhvr>
                                        <p:cTn id="13" dur="1" fill="hold">
                                          <p:stCondLst>
                                            <p:cond delay="0"/>
                                          </p:stCondLst>
                                        </p:cTn>
                                        <p:tgtEl>
                                          <p:spTgt spid="37891">
                                            <p:txEl>
                                              <p:pRg st="3" end="3"/>
                                            </p:txEl>
                                          </p:spTgt>
                                        </p:tgtEl>
                                        <p:attrNameLst>
                                          <p:attrName>style.visibility</p:attrName>
                                        </p:attrNameLst>
                                      </p:cBhvr>
                                      <p:to>
                                        <p:strVal val="visible"/>
                                      </p:to>
                                    </p:set>
                                    <p:anim calcmode="lin" valueType="num">
                                      <p:cBhvr>
                                        <p:cTn id="14" dur="500" fill="hold"/>
                                        <p:tgtEl>
                                          <p:spTgt spid="37891">
                                            <p:txEl>
                                              <p:pRg st="3" end="3"/>
                                            </p:txEl>
                                          </p:spTgt>
                                        </p:tgtEl>
                                        <p:attrNameLst>
                                          <p:attrName>ppt_w</p:attrName>
                                        </p:attrNameLst>
                                      </p:cBhvr>
                                      <p:tavLst>
                                        <p:tav tm="0">
                                          <p:val>
                                            <p:fltVal val="0"/>
                                          </p:val>
                                        </p:tav>
                                        <p:tav tm="100000">
                                          <p:val>
                                            <p:strVal val="#ppt_w"/>
                                          </p:val>
                                        </p:tav>
                                      </p:tavLst>
                                    </p:anim>
                                    <p:anim calcmode="lin" valueType="num">
                                      <p:cBhvr>
                                        <p:cTn id="15" dur="500" fill="hold"/>
                                        <p:tgtEl>
                                          <p:spTgt spid="37891">
                                            <p:txEl>
                                              <p:pRg st="3" end="3"/>
                                            </p:txEl>
                                          </p:spTgt>
                                        </p:tgtEl>
                                        <p:attrNameLst>
                                          <p:attrName>ppt_h</p:attrName>
                                        </p:attrNameLst>
                                      </p:cBhvr>
                                      <p:tavLst>
                                        <p:tav tm="0">
                                          <p:val>
                                            <p:fltVal val="0"/>
                                          </p:val>
                                        </p:tav>
                                        <p:tav tm="100000">
                                          <p:val>
                                            <p:strVal val="#ppt_h"/>
                                          </p:val>
                                        </p:tav>
                                      </p:tavLst>
                                    </p:anim>
                                    <p:animEffect transition="in" filter="fade">
                                      <p:cBhvr>
                                        <p:cTn id="16" dur="500"/>
                                        <p:tgtEl>
                                          <p:spTgt spid="37891">
                                            <p:txEl>
                                              <p:pRg st="3" end="3"/>
                                            </p:txEl>
                                          </p:spTgt>
                                        </p:tgtEl>
                                      </p:cBhvr>
                                    </p:animEffect>
                                  </p:childTnLst>
                                </p:cTn>
                              </p:par>
                              <p:par>
                                <p:cTn id="17" presetID="53" presetClass="entr" presetSubtype="0" fill="hold" nodeType="withEffect">
                                  <p:stCondLst>
                                    <p:cond delay="0"/>
                                  </p:stCondLst>
                                  <p:childTnLst>
                                    <p:set>
                                      <p:cBhvr>
                                        <p:cTn id="18" dur="1" fill="hold">
                                          <p:stCondLst>
                                            <p:cond delay="0"/>
                                          </p:stCondLst>
                                        </p:cTn>
                                        <p:tgtEl>
                                          <p:spTgt spid="37891">
                                            <p:txEl>
                                              <p:pRg st="4" end="4"/>
                                            </p:txEl>
                                          </p:spTgt>
                                        </p:tgtEl>
                                        <p:attrNameLst>
                                          <p:attrName>style.visibility</p:attrName>
                                        </p:attrNameLst>
                                      </p:cBhvr>
                                      <p:to>
                                        <p:strVal val="visible"/>
                                      </p:to>
                                    </p:set>
                                    <p:anim calcmode="lin" valueType="num">
                                      <p:cBhvr>
                                        <p:cTn id="19" dur="500" fill="hold"/>
                                        <p:tgtEl>
                                          <p:spTgt spid="37891">
                                            <p:txEl>
                                              <p:pRg st="4" end="4"/>
                                            </p:txEl>
                                          </p:spTgt>
                                        </p:tgtEl>
                                        <p:attrNameLst>
                                          <p:attrName>ppt_w</p:attrName>
                                        </p:attrNameLst>
                                      </p:cBhvr>
                                      <p:tavLst>
                                        <p:tav tm="0">
                                          <p:val>
                                            <p:fltVal val="0"/>
                                          </p:val>
                                        </p:tav>
                                        <p:tav tm="100000">
                                          <p:val>
                                            <p:strVal val="#ppt_w"/>
                                          </p:val>
                                        </p:tav>
                                      </p:tavLst>
                                    </p:anim>
                                    <p:anim calcmode="lin" valueType="num">
                                      <p:cBhvr>
                                        <p:cTn id="20" dur="500" fill="hold"/>
                                        <p:tgtEl>
                                          <p:spTgt spid="37891">
                                            <p:txEl>
                                              <p:pRg st="4" end="4"/>
                                            </p:txEl>
                                          </p:spTgt>
                                        </p:tgtEl>
                                        <p:attrNameLst>
                                          <p:attrName>ppt_h</p:attrName>
                                        </p:attrNameLst>
                                      </p:cBhvr>
                                      <p:tavLst>
                                        <p:tav tm="0">
                                          <p:val>
                                            <p:fltVal val="0"/>
                                          </p:val>
                                        </p:tav>
                                        <p:tav tm="100000">
                                          <p:val>
                                            <p:strVal val="#ppt_h"/>
                                          </p:val>
                                        </p:tav>
                                      </p:tavLst>
                                    </p:anim>
                                    <p:animEffect transition="in" filter="fade">
                                      <p:cBhvr>
                                        <p:cTn id="21" dur="500"/>
                                        <p:tgtEl>
                                          <p:spTgt spid="3789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a:extLst>
              <a:ext uri="{FF2B5EF4-FFF2-40B4-BE49-F238E27FC236}">
                <a16:creationId xmlns:a16="http://schemas.microsoft.com/office/drawing/2014/main" id="{52C5C343-BEEF-4583-AFB3-1B8D327C85B9}"/>
              </a:ext>
            </a:extLst>
          </p:cNvPr>
          <p:cNvSpPr/>
          <p:nvPr/>
        </p:nvSpPr>
        <p:spPr>
          <a:xfrm>
            <a:off x="3522663" y="2522538"/>
            <a:ext cx="4730750" cy="2692400"/>
          </a:xfrm>
          <a:prstGeom prst="rect">
            <a:avLst/>
          </a:prstGeom>
        </p:spPr>
        <p:txBody>
          <a:bodyPr>
            <a:spAutoFit/>
          </a:bodyPr>
          <a:lstStyle/>
          <a:p>
            <a:pPr fontAlgn="auto">
              <a:spcBef>
                <a:spcPct val="20000"/>
              </a:spcBef>
              <a:spcAft>
                <a:spcPts val="0"/>
              </a:spcAft>
              <a:buClr>
                <a:srgbClr val="31B6FD"/>
              </a:buClr>
              <a:buSzPct val="100000"/>
              <a:defRPr/>
            </a:pPr>
            <a:r>
              <a:rPr kumimoji="1" lang="en-US" altLang="zh-CN" sz="2500" b="1" i="1" dirty="0">
                <a:latin typeface="Times New Roman" pitchFamily="18" charset="0"/>
                <a:ea typeface="楷体_GB2312" pitchFamily="49" charset="-122"/>
                <a:cs typeface="Times New Roman" pitchFamily="18" charset="0"/>
              </a:rPr>
              <a:t>FIRST </a:t>
            </a:r>
            <a:r>
              <a:rPr kumimoji="1" lang="en-US" altLang="zh-CN" sz="2500" b="1" dirty="0">
                <a:latin typeface="Times New Roman" pitchFamily="18" charset="0"/>
                <a:ea typeface="楷体_GB2312" pitchFamily="49" charset="-122"/>
                <a:cs typeface="Times New Roman" pitchFamily="18" charset="0"/>
              </a:rPr>
              <a:t>( </a:t>
            </a:r>
            <a:r>
              <a:rPr kumimoji="1" lang="en-US" altLang="zh-CN" sz="2500" b="1" i="1" dirty="0">
                <a:latin typeface="Times New Roman" pitchFamily="18" charset="0"/>
                <a:ea typeface="楷体_GB2312" pitchFamily="49" charset="-122"/>
                <a:cs typeface="Times New Roman" pitchFamily="18" charset="0"/>
              </a:rPr>
              <a:t>E</a:t>
            </a:r>
            <a:r>
              <a:rPr kumimoji="1" lang="en-US" altLang="zh-CN" sz="2500" b="1" dirty="0">
                <a:latin typeface="Times New Roman" pitchFamily="18" charset="0"/>
                <a:ea typeface="楷体_GB2312" pitchFamily="49" charset="-122"/>
                <a:cs typeface="Times New Roman" pitchFamily="18" charset="0"/>
              </a:rPr>
              <a:t>  ) = {		} </a:t>
            </a:r>
          </a:p>
          <a:p>
            <a:pPr fontAlgn="auto">
              <a:spcBef>
                <a:spcPct val="20000"/>
              </a:spcBef>
              <a:spcAft>
                <a:spcPts val="0"/>
              </a:spcAft>
              <a:buClr>
                <a:srgbClr val="073E87"/>
              </a:buClr>
              <a:buSzPct val="75000"/>
              <a:defRPr/>
            </a:pPr>
            <a:r>
              <a:rPr kumimoji="1" lang="en-US" altLang="zh-CN" sz="2500" b="1" i="1" dirty="0">
                <a:latin typeface="Times New Roman" pitchFamily="18" charset="0"/>
                <a:ea typeface="楷体_GB2312" pitchFamily="49" charset="-122"/>
                <a:cs typeface="Times New Roman" pitchFamily="18" charset="0"/>
              </a:rPr>
              <a:t>FIRST </a:t>
            </a:r>
            <a:r>
              <a:rPr kumimoji="1" lang="en-US" altLang="zh-CN" sz="2500" b="1" dirty="0">
                <a:latin typeface="Times New Roman" pitchFamily="18" charset="0"/>
                <a:ea typeface="楷体_GB2312" pitchFamily="49" charset="-122"/>
                <a:cs typeface="Times New Roman" pitchFamily="18" charset="0"/>
              </a:rPr>
              <a:t>( </a:t>
            </a:r>
            <a:r>
              <a:rPr kumimoji="1" lang="en-US" altLang="zh-CN" sz="2500" b="1" i="1" dirty="0">
                <a:latin typeface="Times New Roman" pitchFamily="18" charset="0"/>
                <a:ea typeface="楷体_GB2312" pitchFamily="49" charset="-122"/>
                <a:cs typeface="Times New Roman" pitchFamily="18" charset="0"/>
              </a:rPr>
              <a:t>E' </a:t>
            </a:r>
            <a:r>
              <a:rPr kumimoji="1" lang="en-US" altLang="zh-CN" sz="2500" b="1" dirty="0">
                <a:latin typeface="Times New Roman" pitchFamily="18" charset="0"/>
                <a:ea typeface="楷体_GB2312" pitchFamily="49" charset="-122"/>
                <a:cs typeface="Times New Roman" pitchFamily="18" charset="0"/>
              </a:rPr>
              <a:t>) = {		} </a:t>
            </a:r>
          </a:p>
          <a:p>
            <a:pPr fontAlgn="auto">
              <a:spcBef>
                <a:spcPct val="20000"/>
              </a:spcBef>
              <a:spcAft>
                <a:spcPts val="0"/>
              </a:spcAft>
              <a:buClr>
                <a:srgbClr val="073E87"/>
              </a:buClr>
              <a:buSzPct val="75000"/>
              <a:defRPr/>
            </a:pPr>
            <a:r>
              <a:rPr kumimoji="1" lang="en-US" altLang="zh-CN" sz="2500" b="1" i="1" dirty="0">
                <a:latin typeface="Times New Roman" pitchFamily="18" charset="0"/>
                <a:ea typeface="楷体_GB2312" pitchFamily="49" charset="-122"/>
                <a:cs typeface="Times New Roman" pitchFamily="18" charset="0"/>
              </a:rPr>
              <a:t>FIRST </a:t>
            </a:r>
            <a:r>
              <a:rPr kumimoji="1" lang="en-US" altLang="zh-CN" sz="2500" b="1" dirty="0">
                <a:latin typeface="Times New Roman" pitchFamily="18" charset="0"/>
                <a:ea typeface="楷体_GB2312" pitchFamily="49" charset="-122"/>
                <a:cs typeface="Times New Roman" pitchFamily="18" charset="0"/>
              </a:rPr>
              <a:t>( </a:t>
            </a:r>
            <a:r>
              <a:rPr kumimoji="1" lang="en-US" altLang="zh-CN" sz="2500" b="1" i="1" dirty="0">
                <a:latin typeface="Times New Roman" pitchFamily="18" charset="0"/>
                <a:ea typeface="楷体_GB2312" pitchFamily="49" charset="-122"/>
                <a:cs typeface="Times New Roman" pitchFamily="18" charset="0"/>
              </a:rPr>
              <a:t>T</a:t>
            </a:r>
            <a:r>
              <a:rPr kumimoji="1" lang="en-US" altLang="zh-CN" sz="2500" b="1" dirty="0">
                <a:latin typeface="Times New Roman" pitchFamily="18" charset="0"/>
                <a:ea typeface="楷体_GB2312" pitchFamily="49" charset="-122"/>
                <a:cs typeface="Times New Roman" pitchFamily="18" charset="0"/>
              </a:rPr>
              <a:t> )  = {		} </a:t>
            </a:r>
          </a:p>
          <a:p>
            <a:pPr fontAlgn="auto">
              <a:spcBef>
                <a:spcPct val="20000"/>
              </a:spcBef>
              <a:spcAft>
                <a:spcPts val="0"/>
              </a:spcAft>
              <a:buClr>
                <a:srgbClr val="073E87"/>
              </a:buClr>
              <a:buSzPct val="75000"/>
              <a:defRPr/>
            </a:pPr>
            <a:r>
              <a:rPr kumimoji="1" lang="en-US" altLang="zh-CN" sz="2500" b="1" i="1" dirty="0">
                <a:latin typeface="Times New Roman" pitchFamily="18" charset="0"/>
                <a:ea typeface="楷体_GB2312" pitchFamily="49" charset="-122"/>
                <a:cs typeface="Times New Roman" pitchFamily="18" charset="0"/>
              </a:rPr>
              <a:t>FIRST </a:t>
            </a:r>
            <a:r>
              <a:rPr kumimoji="1" lang="en-US" altLang="zh-CN" sz="2500" b="1" dirty="0">
                <a:latin typeface="Times New Roman" pitchFamily="18" charset="0"/>
                <a:ea typeface="楷体_GB2312" pitchFamily="49" charset="-122"/>
                <a:cs typeface="Times New Roman" pitchFamily="18" charset="0"/>
              </a:rPr>
              <a:t>( </a:t>
            </a:r>
            <a:r>
              <a:rPr kumimoji="1" lang="en-US" altLang="zh-CN" sz="2500" b="1" i="1" dirty="0">
                <a:latin typeface="Times New Roman" pitchFamily="18" charset="0"/>
                <a:ea typeface="楷体_GB2312" pitchFamily="49" charset="-122"/>
                <a:cs typeface="Times New Roman" pitchFamily="18" charset="0"/>
              </a:rPr>
              <a:t>T'</a:t>
            </a:r>
            <a:r>
              <a:rPr kumimoji="1" lang="en-US" altLang="zh-CN" sz="2500" b="1" dirty="0">
                <a:latin typeface="Times New Roman" pitchFamily="18" charset="0"/>
                <a:ea typeface="楷体_GB2312" pitchFamily="49" charset="-122"/>
                <a:cs typeface="Times New Roman" pitchFamily="18" charset="0"/>
              </a:rPr>
              <a:t> ) = {		} </a:t>
            </a:r>
          </a:p>
          <a:p>
            <a:pPr fontAlgn="auto">
              <a:spcBef>
                <a:spcPct val="20000"/>
              </a:spcBef>
              <a:spcAft>
                <a:spcPts val="0"/>
              </a:spcAft>
              <a:buClr>
                <a:srgbClr val="073E87"/>
              </a:buClr>
              <a:buSzPct val="75000"/>
              <a:defRPr/>
            </a:pPr>
            <a:r>
              <a:rPr kumimoji="1" lang="en-US" altLang="zh-CN" sz="2500" b="1" i="1" dirty="0">
                <a:latin typeface="Times New Roman" pitchFamily="18" charset="0"/>
                <a:ea typeface="楷体_GB2312" pitchFamily="49" charset="-122"/>
                <a:cs typeface="Times New Roman" pitchFamily="18" charset="0"/>
              </a:rPr>
              <a:t>FIRST </a:t>
            </a:r>
            <a:r>
              <a:rPr kumimoji="1" lang="en-US" altLang="zh-CN" sz="2500" b="1" dirty="0">
                <a:latin typeface="Times New Roman" pitchFamily="18" charset="0"/>
                <a:ea typeface="楷体_GB2312" pitchFamily="49" charset="-122"/>
                <a:cs typeface="Times New Roman" pitchFamily="18" charset="0"/>
              </a:rPr>
              <a:t>( </a:t>
            </a:r>
            <a:r>
              <a:rPr kumimoji="1" lang="en-US" altLang="zh-CN" sz="2500" b="1" i="1" dirty="0">
                <a:latin typeface="Times New Roman" pitchFamily="18" charset="0"/>
                <a:ea typeface="楷体_GB2312" pitchFamily="49" charset="-122"/>
                <a:cs typeface="Times New Roman" pitchFamily="18" charset="0"/>
              </a:rPr>
              <a:t>F</a:t>
            </a:r>
            <a:r>
              <a:rPr kumimoji="1" lang="en-US" altLang="zh-CN" sz="2500" b="1" dirty="0">
                <a:latin typeface="Times New Roman" pitchFamily="18" charset="0"/>
                <a:ea typeface="楷体_GB2312" pitchFamily="49" charset="-122"/>
                <a:cs typeface="Times New Roman" pitchFamily="18" charset="0"/>
              </a:rPr>
              <a:t> )  = {		</a:t>
            </a:r>
            <a:r>
              <a:rPr kumimoji="1" lang="en-US" altLang="zh-CN" sz="2500" b="1" dirty="0">
                <a:effectLst>
                  <a:outerShdw blurRad="38100" dist="38100" dir="2700000" algn="tl">
                    <a:srgbClr val="C0C0C0"/>
                  </a:outerShdw>
                </a:effectLst>
                <a:latin typeface="Times New Roman" pitchFamily="18" charset="0"/>
                <a:ea typeface="楷体_GB2312" pitchFamily="49" charset="-122"/>
                <a:cs typeface="Times New Roman" pitchFamily="18" charset="0"/>
              </a:rPr>
              <a:t>} </a:t>
            </a:r>
          </a:p>
          <a:p>
            <a:pPr marL="274320" indent="-274320" fontAlgn="auto">
              <a:spcBef>
                <a:spcPct val="20000"/>
              </a:spcBef>
              <a:spcAft>
                <a:spcPts val="0"/>
              </a:spcAft>
              <a:buClr>
                <a:srgbClr val="31B6FD"/>
              </a:buClr>
              <a:buSzPct val="100000"/>
              <a:buFont typeface="Symbol" pitchFamily="18" charset="2"/>
              <a:buChar char=""/>
              <a:defRPr/>
            </a:pPr>
            <a:endParaRPr lang="en-US" altLang="zh-CN" sz="2000" b="1" dirty="0">
              <a:solidFill>
                <a:srgbClr val="073E87"/>
              </a:solidFill>
              <a:latin typeface="Times New Roman" panose="02020603050405020304" pitchFamily="18" charset="0"/>
              <a:ea typeface="华文楷体"/>
              <a:cs typeface="Times New Roman" panose="02020603050405020304" pitchFamily="18" charset="0"/>
              <a:sym typeface="Symbol" pitchFamily="18" charset="2"/>
            </a:endParaRPr>
          </a:p>
        </p:txBody>
      </p:sp>
      <p:sp>
        <p:nvSpPr>
          <p:cNvPr id="46082" name="标题 1">
            <a:extLst>
              <a:ext uri="{FF2B5EF4-FFF2-40B4-BE49-F238E27FC236}">
                <a16:creationId xmlns:a16="http://schemas.microsoft.com/office/drawing/2014/main" id="{0E132275-0D8D-4491-A433-26CE77D49F86}"/>
              </a:ext>
            </a:extLst>
          </p:cNvPr>
          <p:cNvSpPr>
            <a:spLocks noGrp="1"/>
          </p:cNvSpPr>
          <p:nvPr>
            <p:ph type="title"/>
          </p:nvPr>
        </p:nvSpPr>
        <p:spPr>
          <a:xfrm>
            <a:off x="755650" y="268288"/>
            <a:ext cx="7931150" cy="358775"/>
          </a:xfrm>
        </p:spPr>
        <p:txBody>
          <a:bodyPr/>
          <a:lstStyle/>
          <a:p>
            <a:pPr eaLnBrk="1" hangingPunct="1">
              <a:defRPr/>
            </a:pPr>
            <a:r>
              <a:rPr lang="zh-CN" altLang="en-US" sz="3000" spc="300" dirty="0">
                <a:solidFill>
                  <a:schemeClr val="tx1"/>
                </a:solidFill>
                <a:latin typeface="微软雅黑" pitchFamily="34" charset="-122"/>
                <a:ea typeface="微软雅黑" pitchFamily="34" charset="-122"/>
                <a:cs typeface="Times New Roman" pitchFamily="18" charset="0"/>
              </a:rPr>
              <a:t>计算文法符号</a:t>
            </a:r>
            <a:r>
              <a:rPr lang="en-US" altLang="zh-CN" sz="3000" i="1" spc="300" dirty="0">
                <a:solidFill>
                  <a:schemeClr val="tx1"/>
                </a:solidFill>
                <a:ea typeface="微软雅黑" pitchFamily="34" charset="-122"/>
                <a:cs typeface="Times New Roman" pitchFamily="18" charset="0"/>
              </a:rPr>
              <a:t>X</a:t>
            </a:r>
            <a:r>
              <a:rPr lang="zh-CN" altLang="en-US" sz="3000" spc="300" dirty="0">
                <a:solidFill>
                  <a:schemeClr val="tx1"/>
                </a:solidFill>
                <a:latin typeface="微软雅黑" pitchFamily="34" charset="-122"/>
                <a:ea typeface="微软雅黑" pitchFamily="34" charset="-122"/>
                <a:cs typeface="Times New Roman" pitchFamily="18" charset="0"/>
              </a:rPr>
              <a:t>的</a:t>
            </a:r>
            <a:r>
              <a:rPr lang="en-US" altLang="zh-CN" sz="3000" i="1" dirty="0">
                <a:solidFill>
                  <a:schemeClr val="tx1"/>
                </a:solidFill>
                <a:ea typeface="微软雅黑" pitchFamily="34" charset="-122"/>
                <a:cs typeface="Times New Roman" pitchFamily="18" charset="0"/>
              </a:rPr>
              <a:t>FIRST</a:t>
            </a:r>
            <a:r>
              <a:rPr lang="en-US" altLang="zh-CN" sz="3000" dirty="0">
                <a:solidFill>
                  <a:schemeClr val="tx1"/>
                </a:solidFill>
                <a:ea typeface="微软雅黑" pitchFamily="34" charset="-122"/>
                <a:cs typeface="Times New Roman" pitchFamily="18" charset="0"/>
              </a:rPr>
              <a:t>(</a:t>
            </a:r>
            <a:r>
              <a:rPr lang="en-US" altLang="zh-CN" sz="3000" i="1" dirty="0">
                <a:solidFill>
                  <a:schemeClr val="tx1"/>
                </a:solidFill>
                <a:ea typeface="微软雅黑" pitchFamily="34" charset="-122"/>
                <a:cs typeface="Times New Roman" pitchFamily="18" charset="0"/>
              </a:rPr>
              <a:t>X </a:t>
            </a:r>
            <a:r>
              <a:rPr lang="en-US" altLang="zh-CN" sz="3000" dirty="0">
                <a:solidFill>
                  <a:schemeClr val="tx1"/>
                </a:solidFill>
                <a:ea typeface="微软雅黑" pitchFamily="34" charset="-122"/>
                <a:cs typeface="Times New Roman" pitchFamily="18" charset="0"/>
              </a:rPr>
              <a:t>)</a:t>
            </a:r>
            <a:endParaRPr lang="zh-CN" altLang="en-US" sz="3000" dirty="0">
              <a:solidFill>
                <a:schemeClr val="tx1"/>
              </a:solidFill>
              <a:ea typeface="微软雅黑" pitchFamily="34" charset="-122"/>
              <a:cs typeface="Times New Roman" pitchFamily="18" charset="0"/>
            </a:endParaRPr>
          </a:p>
        </p:txBody>
      </p:sp>
      <p:sp>
        <p:nvSpPr>
          <p:cNvPr id="10" name="内容占位符 1">
            <a:extLst>
              <a:ext uri="{FF2B5EF4-FFF2-40B4-BE49-F238E27FC236}">
                <a16:creationId xmlns:a16="http://schemas.microsoft.com/office/drawing/2014/main" id="{E47A7D8C-77D5-4BCD-8C43-853F5561CFE9}"/>
              </a:ext>
            </a:extLst>
          </p:cNvPr>
          <p:cNvSpPr>
            <a:spLocks noGrp="1"/>
          </p:cNvSpPr>
          <p:nvPr>
            <p:ph idx="1"/>
          </p:nvPr>
        </p:nvSpPr>
        <p:spPr>
          <a:xfrm>
            <a:off x="863600" y="2071688"/>
            <a:ext cx="7092776" cy="2948334"/>
          </a:xfrm>
        </p:spPr>
        <p:txBody>
          <a:bodyPr/>
          <a:lstStyle/>
          <a:p>
            <a:pPr>
              <a:buClrTx/>
              <a:buFont typeface="Wingdings" panose="05000000000000000000" pitchFamily="2" charset="2"/>
              <a:buChar char="Ø"/>
              <a:defRPr/>
            </a:pPr>
            <a:r>
              <a:rPr lang="zh-CN" altLang="en-US" sz="2500" b="1" dirty="0">
                <a:solidFill>
                  <a:schemeClr val="tx1"/>
                </a:solidFill>
                <a:cs typeface="Times New Roman" panose="02020603050405020304" pitchFamily="18" charset="0"/>
                <a:sym typeface="Symbol" panose="05050102010706020507" pitchFamily="18" charset="2"/>
              </a:rPr>
              <a:t>例</a:t>
            </a:r>
            <a:endParaRPr lang="en-US" altLang="zh-CN" sz="2500" b="1" dirty="0">
              <a:solidFill>
                <a:schemeClr val="tx1"/>
              </a:solidFill>
              <a:cs typeface="Times New Roman" panose="02020603050405020304" pitchFamily="18" charset="0"/>
              <a:sym typeface="Symbol" panose="05050102010706020507" pitchFamily="18" charset="2"/>
            </a:endParaRPr>
          </a:p>
          <a:p>
            <a:pPr>
              <a:buClr>
                <a:schemeClr val="tx2"/>
              </a:buClr>
              <a:buSzPct val="75000"/>
              <a:buFont typeface="Symbol" panose="05050102010706020507" pitchFamily="18" charset="2"/>
              <a:buNone/>
              <a:defRPr/>
            </a:pPr>
            <a:r>
              <a:rPr kumimoji="1" lang="en-US" altLang="zh-CN" sz="2500" b="1" dirty="0">
                <a:solidFill>
                  <a:schemeClr val="tx1"/>
                </a:solidFill>
                <a:latin typeface="宋体" panose="02010600030101010101" pitchFamily="2" charset="-122"/>
                <a:ea typeface="宋体" panose="02010600030101010101" pitchFamily="2" charset="-122"/>
                <a:cs typeface="Times New Roman" panose="02020603050405020304" pitchFamily="18" charset="0"/>
              </a:rPr>
              <a:t>① </a:t>
            </a:r>
            <a:r>
              <a:rPr kumimoji="1" lang="en-US" altLang="zh-CN" sz="2500" b="1" i="1" dirty="0">
                <a:solidFill>
                  <a:schemeClr val="tx1"/>
                </a:solidFill>
                <a:ea typeface="楷体_GB2312"/>
                <a:cs typeface="Times New Roman" panose="02020603050405020304" pitchFamily="18" charset="0"/>
              </a:rPr>
              <a:t>E </a:t>
            </a:r>
            <a:r>
              <a:rPr kumimoji="1" lang="en-US" altLang="zh-CN" sz="2500" b="1" dirty="0">
                <a:solidFill>
                  <a:schemeClr val="tx1"/>
                </a:solidFill>
                <a:ea typeface="楷体_GB2312"/>
                <a:cs typeface="Times New Roman" panose="02020603050405020304" pitchFamily="18" charset="0"/>
              </a:rPr>
              <a:t>→ </a:t>
            </a:r>
            <a:r>
              <a:rPr kumimoji="1" lang="en-US" altLang="zh-CN" sz="2500" b="1" i="1" dirty="0">
                <a:solidFill>
                  <a:schemeClr val="tx1"/>
                </a:solidFill>
                <a:ea typeface="楷体_GB2312"/>
                <a:cs typeface="Times New Roman" panose="02020603050405020304" pitchFamily="18" charset="0"/>
              </a:rPr>
              <a:t>TE'</a:t>
            </a:r>
            <a:r>
              <a:rPr kumimoji="1" lang="en-US" altLang="zh-CN" sz="2500" b="1" dirty="0">
                <a:solidFill>
                  <a:schemeClr val="tx1"/>
                </a:solidFill>
                <a:ea typeface="楷体_GB2312"/>
                <a:cs typeface="Times New Roman" panose="02020603050405020304" pitchFamily="18" charset="0"/>
              </a:rPr>
              <a:t> 		</a:t>
            </a:r>
          </a:p>
          <a:p>
            <a:pPr>
              <a:buClr>
                <a:schemeClr val="tx2"/>
              </a:buClr>
              <a:buSzPct val="75000"/>
              <a:buFont typeface="Symbol" panose="05050102010706020507" pitchFamily="18" charset="2"/>
              <a:buNone/>
              <a:defRPr/>
            </a:pPr>
            <a:r>
              <a:rPr kumimoji="1" lang="en-US" altLang="zh-CN" sz="2500" b="1" dirty="0">
                <a:solidFill>
                  <a:schemeClr val="tx1"/>
                </a:solidFill>
                <a:latin typeface="宋体" panose="02010600030101010101" pitchFamily="2" charset="-122"/>
                <a:ea typeface="宋体" panose="02010600030101010101" pitchFamily="2" charset="-122"/>
                <a:cs typeface="Times New Roman" panose="02020603050405020304" pitchFamily="18" charset="0"/>
              </a:rPr>
              <a:t>② </a:t>
            </a:r>
            <a:r>
              <a:rPr kumimoji="1" lang="en-US" altLang="zh-CN" sz="2500" b="1" i="1" dirty="0">
                <a:solidFill>
                  <a:schemeClr val="tx1"/>
                </a:solidFill>
                <a:ea typeface="楷体_GB2312"/>
                <a:cs typeface="Times New Roman" panose="02020603050405020304" pitchFamily="18" charset="0"/>
              </a:rPr>
              <a:t>E'</a:t>
            </a:r>
            <a:r>
              <a:rPr kumimoji="1" lang="en-US" altLang="zh-CN" sz="2500" b="1" dirty="0">
                <a:solidFill>
                  <a:schemeClr val="tx1"/>
                </a:solidFill>
                <a:ea typeface="楷体_GB2312"/>
                <a:cs typeface="Times New Roman" panose="02020603050405020304" pitchFamily="18" charset="0"/>
              </a:rPr>
              <a:t> → +</a:t>
            </a:r>
            <a:r>
              <a:rPr kumimoji="1" lang="en-US" altLang="zh-CN" sz="2500" b="1" i="1" dirty="0">
                <a:solidFill>
                  <a:schemeClr val="tx1"/>
                </a:solidFill>
                <a:ea typeface="楷体_GB2312"/>
                <a:cs typeface="Times New Roman" panose="02020603050405020304" pitchFamily="18" charset="0"/>
              </a:rPr>
              <a:t>TE'</a:t>
            </a:r>
            <a:r>
              <a:rPr kumimoji="1" lang="en-US" altLang="zh-CN" sz="2500" b="1" dirty="0">
                <a:solidFill>
                  <a:schemeClr val="tx1"/>
                </a:solidFill>
                <a:ea typeface="楷体_GB2312"/>
                <a:cs typeface="Times New Roman" panose="02020603050405020304" pitchFamily="18" charset="0"/>
              </a:rPr>
              <a:t> |</a:t>
            </a:r>
            <a:r>
              <a:rPr kumimoji="1" lang="en-US" altLang="zh-CN" sz="2500" b="1" i="1" dirty="0">
                <a:solidFill>
                  <a:schemeClr val="tx1"/>
                </a:solidFill>
                <a:ea typeface="楷体_GB2312"/>
                <a:cs typeface="Times New Roman" panose="02020603050405020304" pitchFamily="18" charset="0"/>
              </a:rPr>
              <a:t>ε</a:t>
            </a:r>
            <a:r>
              <a:rPr kumimoji="1" lang="en-US" altLang="zh-CN" sz="2500" b="1" dirty="0">
                <a:solidFill>
                  <a:schemeClr val="tx1"/>
                </a:solidFill>
                <a:ea typeface="楷体_GB2312"/>
                <a:cs typeface="Times New Roman" panose="02020603050405020304" pitchFamily="18" charset="0"/>
              </a:rPr>
              <a:t> 		</a:t>
            </a:r>
          </a:p>
          <a:p>
            <a:pPr>
              <a:buClr>
                <a:schemeClr val="tx2"/>
              </a:buClr>
              <a:buSzPct val="75000"/>
              <a:buFont typeface="Symbol" panose="05050102010706020507" pitchFamily="18" charset="2"/>
              <a:buNone/>
              <a:defRPr/>
            </a:pPr>
            <a:r>
              <a:rPr kumimoji="1" lang="en-US" altLang="zh-CN" sz="2500" b="1" dirty="0">
                <a:solidFill>
                  <a:schemeClr val="tx1"/>
                </a:solidFill>
                <a:latin typeface="宋体" panose="02010600030101010101" pitchFamily="2" charset="-122"/>
                <a:ea typeface="宋体" panose="02010600030101010101" pitchFamily="2" charset="-122"/>
                <a:cs typeface="Times New Roman" panose="02020603050405020304" pitchFamily="18" charset="0"/>
              </a:rPr>
              <a:t>③ </a:t>
            </a:r>
            <a:r>
              <a:rPr kumimoji="1" lang="en-US" altLang="zh-CN" sz="2500" b="1" i="1" dirty="0">
                <a:solidFill>
                  <a:schemeClr val="tx1"/>
                </a:solidFill>
                <a:ea typeface="楷体_GB2312"/>
                <a:cs typeface="Times New Roman" panose="02020603050405020304" pitchFamily="18" charset="0"/>
              </a:rPr>
              <a:t>T</a:t>
            </a:r>
            <a:r>
              <a:rPr kumimoji="1" lang="en-US" altLang="zh-CN" sz="2500" b="1" dirty="0">
                <a:solidFill>
                  <a:schemeClr val="tx1"/>
                </a:solidFill>
                <a:ea typeface="楷体_GB2312"/>
                <a:cs typeface="Times New Roman" panose="02020603050405020304" pitchFamily="18" charset="0"/>
              </a:rPr>
              <a:t> → </a:t>
            </a:r>
            <a:r>
              <a:rPr kumimoji="1" lang="en-US" altLang="zh-CN" sz="2500" b="1" i="1" dirty="0">
                <a:solidFill>
                  <a:schemeClr val="tx1"/>
                </a:solidFill>
                <a:ea typeface="楷体_GB2312"/>
                <a:cs typeface="Times New Roman" panose="02020603050405020304" pitchFamily="18" charset="0"/>
              </a:rPr>
              <a:t>FT'</a:t>
            </a:r>
            <a:r>
              <a:rPr kumimoji="1" lang="en-US" altLang="zh-CN" sz="2500" b="1" dirty="0">
                <a:solidFill>
                  <a:schemeClr val="tx1"/>
                </a:solidFill>
                <a:ea typeface="楷体_GB2312"/>
                <a:cs typeface="Times New Roman" panose="02020603050405020304" pitchFamily="18" charset="0"/>
              </a:rPr>
              <a:t> 		</a:t>
            </a:r>
          </a:p>
          <a:p>
            <a:pPr>
              <a:buClr>
                <a:schemeClr val="tx2"/>
              </a:buClr>
              <a:buSzPct val="75000"/>
              <a:buFont typeface="Symbol" panose="05050102010706020507" pitchFamily="18" charset="2"/>
              <a:buNone/>
              <a:defRPr/>
            </a:pPr>
            <a:r>
              <a:rPr kumimoji="1" lang="en-US" altLang="zh-CN" sz="2500" b="1" dirty="0">
                <a:solidFill>
                  <a:schemeClr val="tx1"/>
                </a:solidFill>
                <a:latin typeface="宋体" panose="02010600030101010101" pitchFamily="2" charset="-122"/>
                <a:ea typeface="宋体" panose="02010600030101010101" pitchFamily="2" charset="-122"/>
                <a:cs typeface="Times New Roman" panose="02020603050405020304" pitchFamily="18" charset="0"/>
              </a:rPr>
              <a:t>④ </a:t>
            </a:r>
            <a:r>
              <a:rPr kumimoji="1" lang="en-US" altLang="zh-CN" sz="2500" b="1" i="1" dirty="0">
                <a:solidFill>
                  <a:schemeClr val="tx1"/>
                </a:solidFill>
                <a:ea typeface="楷体_GB2312"/>
                <a:cs typeface="Times New Roman" panose="02020603050405020304" pitchFamily="18" charset="0"/>
              </a:rPr>
              <a:t>T' </a:t>
            </a:r>
            <a:r>
              <a:rPr kumimoji="1" lang="en-US" altLang="zh-CN" sz="2500" b="1" dirty="0">
                <a:solidFill>
                  <a:schemeClr val="tx1"/>
                </a:solidFill>
                <a:ea typeface="楷体_GB2312"/>
                <a:cs typeface="Times New Roman" panose="02020603050405020304" pitchFamily="18" charset="0"/>
              </a:rPr>
              <a:t>→ *</a:t>
            </a:r>
            <a:r>
              <a:rPr kumimoji="1" lang="en-US" altLang="zh-CN" sz="2500" b="1" i="1" dirty="0">
                <a:solidFill>
                  <a:schemeClr val="tx1"/>
                </a:solidFill>
                <a:ea typeface="楷体_GB2312"/>
                <a:cs typeface="Times New Roman" panose="02020603050405020304" pitchFamily="18" charset="0"/>
              </a:rPr>
              <a:t>FT' </a:t>
            </a:r>
            <a:r>
              <a:rPr kumimoji="1" lang="en-US" altLang="zh-CN" sz="2500" b="1" dirty="0">
                <a:solidFill>
                  <a:schemeClr val="tx1"/>
                </a:solidFill>
                <a:ea typeface="楷体_GB2312"/>
                <a:cs typeface="Times New Roman" panose="02020603050405020304" pitchFamily="18" charset="0"/>
              </a:rPr>
              <a:t>|</a:t>
            </a:r>
            <a:r>
              <a:rPr kumimoji="1" lang="en-US" altLang="zh-CN" sz="2500" b="1" i="1" dirty="0">
                <a:solidFill>
                  <a:schemeClr val="tx1"/>
                </a:solidFill>
                <a:ea typeface="楷体_GB2312"/>
                <a:cs typeface="Times New Roman" panose="02020603050405020304" pitchFamily="18" charset="0"/>
              </a:rPr>
              <a:t>ε</a:t>
            </a:r>
            <a:r>
              <a:rPr kumimoji="1" lang="en-US" altLang="zh-CN" sz="2500" b="1" dirty="0">
                <a:solidFill>
                  <a:schemeClr val="tx1"/>
                </a:solidFill>
                <a:ea typeface="楷体_GB2312"/>
                <a:cs typeface="Times New Roman" panose="02020603050405020304" pitchFamily="18" charset="0"/>
              </a:rPr>
              <a:t>		</a:t>
            </a:r>
          </a:p>
          <a:p>
            <a:pPr>
              <a:buClr>
                <a:schemeClr val="tx2"/>
              </a:buClr>
              <a:buSzPct val="75000"/>
              <a:buFont typeface="Symbol" panose="05050102010706020507" pitchFamily="18" charset="2"/>
              <a:buNone/>
              <a:defRPr/>
            </a:pPr>
            <a:r>
              <a:rPr kumimoji="1" lang="en-US" altLang="zh-CN" sz="2500" b="1" dirty="0">
                <a:solidFill>
                  <a:schemeClr val="tx1"/>
                </a:solidFill>
                <a:latin typeface="宋体" panose="02010600030101010101" pitchFamily="2" charset="-122"/>
                <a:ea typeface="宋体" panose="02010600030101010101" pitchFamily="2" charset="-122"/>
                <a:cs typeface="Times New Roman" panose="02020603050405020304" pitchFamily="18" charset="0"/>
              </a:rPr>
              <a:t>⑤ </a:t>
            </a:r>
            <a:r>
              <a:rPr kumimoji="1" lang="en-US" altLang="zh-CN" sz="2500" b="1" i="1" dirty="0">
                <a:solidFill>
                  <a:schemeClr val="tx1"/>
                </a:solidFill>
                <a:ea typeface="楷体_GB2312"/>
                <a:cs typeface="Times New Roman" panose="02020603050405020304" pitchFamily="18" charset="0"/>
              </a:rPr>
              <a:t>F</a:t>
            </a:r>
            <a:r>
              <a:rPr kumimoji="1" lang="en-US" altLang="zh-CN" sz="2500" b="1" dirty="0">
                <a:solidFill>
                  <a:schemeClr val="tx1"/>
                </a:solidFill>
                <a:ea typeface="楷体_GB2312"/>
                <a:cs typeface="Times New Roman" panose="02020603050405020304" pitchFamily="18" charset="0"/>
              </a:rPr>
              <a:t> → (</a:t>
            </a:r>
            <a:r>
              <a:rPr kumimoji="1" lang="en-US" altLang="zh-CN" sz="2500" b="1" i="1" dirty="0">
                <a:solidFill>
                  <a:schemeClr val="tx1"/>
                </a:solidFill>
                <a:ea typeface="楷体_GB2312"/>
                <a:cs typeface="Times New Roman" panose="02020603050405020304" pitchFamily="18" charset="0"/>
              </a:rPr>
              <a:t>E</a:t>
            </a:r>
            <a:r>
              <a:rPr kumimoji="1" lang="en-US" altLang="zh-CN" sz="2500" b="1" dirty="0">
                <a:solidFill>
                  <a:schemeClr val="tx1"/>
                </a:solidFill>
                <a:ea typeface="楷体_GB2312"/>
                <a:cs typeface="Times New Roman" panose="02020603050405020304" pitchFamily="18" charset="0"/>
              </a:rPr>
              <a:t>)|id		</a:t>
            </a:r>
            <a:endParaRPr kumimoji="1" lang="en-US" altLang="zh-CN" sz="2500" b="1" dirty="0">
              <a:solidFill>
                <a:schemeClr val="tx1"/>
              </a:solidFill>
              <a:effectLst>
                <a:outerShdw blurRad="38100" dist="38100" dir="2700000" algn="tl">
                  <a:srgbClr val="C0C0C0"/>
                </a:outerShdw>
              </a:effectLst>
              <a:ea typeface="楷体_GB2312"/>
              <a:cs typeface="Times New Roman" panose="02020603050405020304" pitchFamily="18" charset="0"/>
            </a:endParaRPr>
          </a:p>
          <a:p>
            <a:pPr>
              <a:defRPr/>
            </a:pPr>
            <a:endParaRPr lang="en-US" altLang="zh-CN" sz="2000" b="1" dirty="0">
              <a:cs typeface="Times New Roman" panose="02020603050405020304" pitchFamily="18" charset="0"/>
              <a:sym typeface="Symbol" panose="05050102010706020507" pitchFamily="18" charset="2"/>
            </a:endParaRPr>
          </a:p>
        </p:txBody>
      </p:sp>
      <p:sp>
        <p:nvSpPr>
          <p:cNvPr id="12" name="矩形 11">
            <a:extLst>
              <a:ext uri="{FF2B5EF4-FFF2-40B4-BE49-F238E27FC236}">
                <a16:creationId xmlns:a16="http://schemas.microsoft.com/office/drawing/2014/main" id="{649BE1A9-CEB5-491A-943B-E9C0DD2E84C6}"/>
              </a:ext>
            </a:extLst>
          </p:cNvPr>
          <p:cNvSpPr>
            <a:spLocks noChangeArrowheads="1"/>
          </p:cNvSpPr>
          <p:nvPr/>
        </p:nvSpPr>
        <p:spPr bwMode="auto">
          <a:xfrm>
            <a:off x="6007100" y="3032125"/>
            <a:ext cx="446088"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500" b="1" dirty="0">
                <a:solidFill>
                  <a:srgbClr val="FF0000"/>
                </a:solidFill>
                <a:latin typeface="Times New Roman" panose="02020603050405020304" pitchFamily="18" charset="0"/>
                <a:ea typeface="楷体_GB2312"/>
                <a:cs typeface="Times New Roman" panose="02020603050405020304" pitchFamily="18" charset="0"/>
              </a:rPr>
              <a:t>+</a:t>
            </a:r>
            <a:r>
              <a:rPr kumimoji="1" lang="en-US" altLang="zh-CN" sz="2500" b="1" dirty="0">
                <a:solidFill>
                  <a:srgbClr val="073E87"/>
                </a:solidFill>
                <a:latin typeface="Times New Roman" panose="02020603050405020304" pitchFamily="18" charset="0"/>
                <a:ea typeface="楷体_GB2312"/>
                <a:cs typeface="Times New Roman" panose="02020603050405020304" pitchFamily="18" charset="0"/>
              </a:rPr>
              <a:t> </a:t>
            </a:r>
            <a:endParaRPr lang="zh-CN" altLang="en-US" sz="2500" b="1" dirty="0">
              <a:ea typeface="楷体_GB2312"/>
              <a:cs typeface="Times New Roman" panose="02020603050405020304" pitchFamily="18" charset="0"/>
            </a:endParaRPr>
          </a:p>
        </p:txBody>
      </p:sp>
      <p:sp>
        <p:nvSpPr>
          <p:cNvPr id="13" name="矩形 12">
            <a:extLst>
              <a:ext uri="{FF2B5EF4-FFF2-40B4-BE49-F238E27FC236}">
                <a16:creationId xmlns:a16="http://schemas.microsoft.com/office/drawing/2014/main" id="{E8F10A11-10B6-4A3F-9F86-794A41AE817F}"/>
              </a:ext>
            </a:extLst>
          </p:cNvPr>
          <p:cNvSpPr>
            <a:spLocks noChangeArrowheads="1"/>
          </p:cNvSpPr>
          <p:nvPr/>
        </p:nvSpPr>
        <p:spPr bwMode="auto">
          <a:xfrm>
            <a:off x="6343651" y="3000375"/>
            <a:ext cx="744582"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zh-CN" altLang="en-US" sz="2500" b="1" i="1" dirty="0">
                <a:solidFill>
                  <a:srgbClr val="FF0000"/>
                </a:solidFill>
                <a:latin typeface="Times New Roman" panose="02020603050405020304" pitchFamily="18" charset="0"/>
                <a:ea typeface="楷体_GB2312"/>
                <a:cs typeface="Times New Roman" panose="02020603050405020304" pitchFamily="18" charset="0"/>
              </a:rPr>
              <a:t>，</a:t>
            </a:r>
            <a:r>
              <a:rPr kumimoji="1" lang="en-US" altLang="zh-CN" sz="2500" b="1" i="1" dirty="0">
                <a:solidFill>
                  <a:srgbClr val="FF0000"/>
                </a:solidFill>
                <a:latin typeface="Times New Roman" panose="02020603050405020304" pitchFamily="18" charset="0"/>
                <a:ea typeface="楷体_GB2312"/>
                <a:cs typeface="Times New Roman" panose="02020603050405020304" pitchFamily="18" charset="0"/>
              </a:rPr>
              <a:t>ε</a:t>
            </a:r>
            <a:endParaRPr lang="zh-CN" altLang="en-US" sz="2500" b="1" dirty="0">
              <a:ea typeface="楷体_GB2312"/>
              <a:cs typeface="Times New Roman" panose="02020603050405020304" pitchFamily="18" charset="0"/>
            </a:endParaRPr>
          </a:p>
        </p:txBody>
      </p:sp>
      <p:sp>
        <p:nvSpPr>
          <p:cNvPr id="14" name="矩形 13">
            <a:extLst>
              <a:ext uri="{FF2B5EF4-FFF2-40B4-BE49-F238E27FC236}">
                <a16:creationId xmlns:a16="http://schemas.microsoft.com/office/drawing/2014/main" id="{8A7B71C9-DEDA-4B09-BEE7-6C9799C9CA60}"/>
              </a:ext>
            </a:extLst>
          </p:cNvPr>
          <p:cNvSpPr>
            <a:spLocks noChangeArrowheads="1"/>
          </p:cNvSpPr>
          <p:nvPr/>
        </p:nvSpPr>
        <p:spPr bwMode="auto">
          <a:xfrm>
            <a:off x="6022975" y="3949700"/>
            <a:ext cx="42545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500" b="1">
                <a:solidFill>
                  <a:srgbClr val="FF0000"/>
                </a:solidFill>
                <a:latin typeface="Times New Roman" panose="02020603050405020304" pitchFamily="18" charset="0"/>
                <a:ea typeface="楷体_GB2312"/>
                <a:cs typeface="Times New Roman" panose="02020603050405020304" pitchFamily="18" charset="0"/>
              </a:rPr>
              <a:t>*</a:t>
            </a:r>
            <a:r>
              <a:rPr kumimoji="1" lang="en-US" altLang="zh-CN" sz="2500" b="1">
                <a:solidFill>
                  <a:srgbClr val="073E87"/>
                </a:solidFill>
                <a:latin typeface="Times New Roman" panose="02020603050405020304" pitchFamily="18" charset="0"/>
                <a:ea typeface="楷体_GB2312"/>
                <a:cs typeface="Times New Roman" panose="02020603050405020304" pitchFamily="18" charset="0"/>
              </a:rPr>
              <a:t> </a:t>
            </a:r>
            <a:endParaRPr lang="zh-CN" altLang="en-US" sz="2500" b="1">
              <a:ea typeface="楷体_GB2312"/>
              <a:cs typeface="Times New Roman" panose="02020603050405020304" pitchFamily="18" charset="0"/>
            </a:endParaRPr>
          </a:p>
        </p:txBody>
      </p:sp>
      <p:sp>
        <p:nvSpPr>
          <p:cNvPr id="15" name="矩形 14">
            <a:extLst>
              <a:ext uri="{FF2B5EF4-FFF2-40B4-BE49-F238E27FC236}">
                <a16:creationId xmlns:a16="http://schemas.microsoft.com/office/drawing/2014/main" id="{57C4A9EB-8D80-48E1-96D9-FC890CD377BE}"/>
              </a:ext>
            </a:extLst>
          </p:cNvPr>
          <p:cNvSpPr>
            <a:spLocks noChangeArrowheads="1"/>
          </p:cNvSpPr>
          <p:nvPr/>
        </p:nvSpPr>
        <p:spPr bwMode="auto">
          <a:xfrm>
            <a:off x="6343651" y="3878263"/>
            <a:ext cx="744582"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zh-CN" altLang="en-US" sz="2500" b="1" i="1" dirty="0">
                <a:solidFill>
                  <a:srgbClr val="FF0000"/>
                </a:solidFill>
                <a:latin typeface="Times New Roman" panose="02020603050405020304" pitchFamily="18" charset="0"/>
                <a:ea typeface="楷体_GB2312"/>
                <a:cs typeface="Times New Roman" panose="02020603050405020304" pitchFamily="18" charset="0"/>
              </a:rPr>
              <a:t>，</a:t>
            </a:r>
            <a:r>
              <a:rPr kumimoji="1" lang="en-US" altLang="zh-CN" sz="2500" b="1" i="1" dirty="0">
                <a:solidFill>
                  <a:srgbClr val="FF0000"/>
                </a:solidFill>
                <a:latin typeface="Times New Roman" panose="02020603050405020304" pitchFamily="18" charset="0"/>
                <a:ea typeface="楷体_GB2312"/>
                <a:cs typeface="Times New Roman" panose="02020603050405020304" pitchFamily="18" charset="0"/>
              </a:rPr>
              <a:t>ε</a:t>
            </a:r>
            <a:r>
              <a:rPr kumimoji="1" lang="en-US" altLang="zh-CN" sz="2500" b="1" dirty="0">
                <a:solidFill>
                  <a:srgbClr val="FF0000"/>
                </a:solidFill>
                <a:latin typeface="Times New Roman" panose="02020603050405020304" pitchFamily="18" charset="0"/>
                <a:ea typeface="楷体_GB2312"/>
                <a:cs typeface="Times New Roman" panose="02020603050405020304" pitchFamily="18" charset="0"/>
              </a:rPr>
              <a:t> </a:t>
            </a:r>
            <a:endParaRPr lang="zh-CN" altLang="en-US" sz="2500" b="1" dirty="0">
              <a:ea typeface="楷体_GB2312"/>
              <a:cs typeface="Times New Roman" panose="02020603050405020304" pitchFamily="18" charset="0"/>
            </a:endParaRPr>
          </a:p>
        </p:txBody>
      </p:sp>
      <p:sp>
        <p:nvSpPr>
          <p:cNvPr id="16" name="矩形 15">
            <a:extLst>
              <a:ext uri="{FF2B5EF4-FFF2-40B4-BE49-F238E27FC236}">
                <a16:creationId xmlns:a16="http://schemas.microsoft.com/office/drawing/2014/main" id="{015C57F2-522D-4B9C-9433-FBF1EAFA6D31}"/>
              </a:ext>
            </a:extLst>
          </p:cNvPr>
          <p:cNvSpPr>
            <a:spLocks noChangeArrowheads="1"/>
          </p:cNvSpPr>
          <p:nvPr/>
        </p:nvSpPr>
        <p:spPr bwMode="auto">
          <a:xfrm>
            <a:off x="5967413" y="3446463"/>
            <a:ext cx="1120820"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500" b="1" dirty="0">
                <a:solidFill>
                  <a:srgbClr val="FF0000"/>
                </a:solidFill>
                <a:latin typeface="Times New Roman" panose="02020603050405020304" pitchFamily="18" charset="0"/>
                <a:ea typeface="楷体_GB2312"/>
                <a:cs typeface="Times New Roman" panose="02020603050405020304" pitchFamily="18" charset="0"/>
              </a:rPr>
              <a:t>(  </a:t>
            </a:r>
            <a:r>
              <a:rPr kumimoji="1" lang="zh-CN" altLang="en-US" sz="2500" b="1" dirty="0">
                <a:solidFill>
                  <a:srgbClr val="FF0000"/>
                </a:solidFill>
                <a:latin typeface="Times New Roman" panose="02020603050405020304" pitchFamily="18" charset="0"/>
                <a:ea typeface="楷体_GB2312"/>
                <a:cs typeface="Times New Roman" panose="02020603050405020304" pitchFamily="18" charset="0"/>
              </a:rPr>
              <a:t>，</a:t>
            </a:r>
            <a:r>
              <a:rPr kumimoji="1" lang="en-US" altLang="zh-CN" sz="2500" b="1" dirty="0">
                <a:solidFill>
                  <a:srgbClr val="FF0000"/>
                </a:solidFill>
                <a:latin typeface="Times New Roman" panose="02020603050405020304" pitchFamily="18" charset="0"/>
                <a:ea typeface="楷体_GB2312"/>
                <a:cs typeface="Times New Roman" panose="02020603050405020304" pitchFamily="18" charset="0"/>
              </a:rPr>
              <a:t>id </a:t>
            </a:r>
            <a:endParaRPr lang="zh-CN" altLang="en-US" sz="2500" b="1" dirty="0">
              <a:ea typeface="楷体_GB2312"/>
              <a:cs typeface="Times New Roman" panose="02020603050405020304" pitchFamily="18" charset="0"/>
            </a:endParaRPr>
          </a:p>
        </p:txBody>
      </p:sp>
      <p:sp>
        <p:nvSpPr>
          <p:cNvPr id="17" name="矩形 16">
            <a:extLst>
              <a:ext uri="{FF2B5EF4-FFF2-40B4-BE49-F238E27FC236}">
                <a16:creationId xmlns:a16="http://schemas.microsoft.com/office/drawing/2014/main" id="{E640F1F9-DDDB-4831-B14C-B449D68DF757}"/>
              </a:ext>
            </a:extLst>
          </p:cNvPr>
          <p:cNvSpPr>
            <a:spLocks noChangeArrowheads="1"/>
          </p:cNvSpPr>
          <p:nvPr/>
        </p:nvSpPr>
        <p:spPr bwMode="auto">
          <a:xfrm>
            <a:off x="5967413" y="4381500"/>
            <a:ext cx="1120820"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500" b="1" dirty="0">
                <a:solidFill>
                  <a:srgbClr val="FF0000"/>
                </a:solidFill>
                <a:latin typeface="Times New Roman" panose="02020603050405020304" pitchFamily="18" charset="0"/>
                <a:ea typeface="楷体_GB2312"/>
                <a:cs typeface="Times New Roman" panose="02020603050405020304" pitchFamily="18" charset="0"/>
              </a:rPr>
              <a:t>(</a:t>
            </a:r>
            <a:r>
              <a:rPr kumimoji="1" lang="en-US" altLang="zh-CN" sz="2500" b="1" dirty="0">
                <a:solidFill>
                  <a:srgbClr val="073E87"/>
                </a:solidFill>
                <a:latin typeface="Times New Roman" panose="02020603050405020304" pitchFamily="18" charset="0"/>
                <a:ea typeface="楷体_GB2312"/>
                <a:cs typeface="Times New Roman" panose="02020603050405020304" pitchFamily="18" charset="0"/>
              </a:rPr>
              <a:t> </a:t>
            </a:r>
            <a:r>
              <a:rPr kumimoji="1" lang="en-US" altLang="zh-CN" sz="2500" b="1" dirty="0">
                <a:solidFill>
                  <a:srgbClr val="FF0000"/>
                </a:solidFill>
                <a:latin typeface="Times New Roman" panose="02020603050405020304" pitchFamily="18" charset="0"/>
                <a:ea typeface="楷体_GB2312"/>
                <a:cs typeface="Times New Roman" panose="02020603050405020304" pitchFamily="18" charset="0"/>
              </a:rPr>
              <a:t> </a:t>
            </a:r>
            <a:r>
              <a:rPr kumimoji="1" lang="zh-CN" altLang="en-US" sz="2500" b="1" dirty="0">
                <a:solidFill>
                  <a:srgbClr val="FF0000"/>
                </a:solidFill>
                <a:latin typeface="Times New Roman" panose="02020603050405020304" pitchFamily="18" charset="0"/>
                <a:ea typeface="楷体_GB2312"/>
                <a:cs typeface="Times New Roman" panose="02020603050405020304" pitchFamily="18" charset="0"/>
              </a:rPr>
              <a:t>，</a:t>
            </a:r>
            <a:r>
              <a:rPr kumimoji="1" lang="en-US" altLang="zh-CN" sz="2500" b="1" dirty="0">
                <a:solidFill>
                  <a:srgbClr val="FF0000"/>
                </a:solidFill>
                <a:latin typeface="Times New Roman" panose="02020603050405020304" pitchFamily="18" charset="0"/>
                <a:ea typeface="楷体_GB2312"/>
                <a:cs typeface="Times New Roman" panose="02020603050405020304" pitchFamily="18" charset="0"/>
              </a:rPr>
              <a:t>id</a:t>
            </a:r>
            <a:r>
              <a:rPr kumimoji="1" lang="en-US" altLang="zh-CN" sz="2500" b="1" dirty="0">
                <a:solidFill>
                  <a:srgbClr val="073E87"/>
                </a:solidFill>
                <a:latin typeface="Times New Roman" panose="02020603050405020304" pitchFamily="18" charset="0"/>
                <a:ea typeface="楷体_GB2312"/>
                <a:cs typeface="Times New Roman" panose="02020603050405020304" pitchFamily="18" charset="0"/>
              </a:rPr>
              <a:t> </a:t>
            </a:r>
            <a:endParaRPr lang="zh-CN" altLang="en-US" sz="2500" b="1" dirty="0">
              <a:ea typeface="楷体_GB2312"/>
              <a:cs typeface="Times New Roman" panose="02020603050405020304" pitchFamily="18" charset="0"/>
            </a:endParaRPr>
          </a:p>
        </p:txBody>
      </p:sp>
      <p:sp>
        <p:nvSpPr>
          <p:cNvPr id="18" name="矩形 17">
            <a:extLst>
              <a:ext uri="{FF2B5EF4-FFF2-40B4-BE49-F238E27FC236}">
                <a16:creationId xmlns:a16="http://schemas.microsoft.com/office/drawing/2014/main" id="{8E11A968-CFE0-4110-838C-1548F4A6A469}"/>
              </a:ext>
            </a:extLst>
          </p:cNvPr>
          <p:cNvSpPr>
            <a:spLocks noChangeArrowheads="1"/>
          </p:cNvSpPr>
          <p:nvPr/>
        </p:nvSpPr>
        <p:spPr bwMode="auto">
          <a:xfrm>
            <a:off x="5967413" y="2543175"/>
            <a:ext cx="1120820"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500" b="1" dirty="0">
                <a:solidFill>
                  <a:srgbClr val="FF0000"/>
                </a:solidFill>
                <a:latin typeface="Times New Roman" panose="02020603050405020304" pitchFamily="18" charset="0"/>
                <a:ea typeface="楷体_GB2312"/>
                <a:cs typeface="Times New Roman" panose="02020603050405020304" pitchFamily="18" charset="0"/>
              </a:rPr>
              <a:t>(  </a:t>
            </a:r>
            <a:r>
              <a:rPr kumimoji="1" lang="zh-CN" altLang="en-US" sz="2500" b="1" dirty="0">
                <a:solidFill>
                  <a:srgbClr val="FF0000"/>
                </a:solidFill>
                <a:latin typeface="Times New Roman" panose="02020603050405020304" pitchFamily="18" charset="0"/>
                <a:ea typeface="楷体_GB2312"/>
                <a:cs typeface="Times New Roman" panose="02020603050405020304" pitchFamily="18" charset="0"/>
              </a:rPr>
              <a:t>，</a:t>
            </a:r>
            <a:r>
              <a:rPr kumimoji="1" lang="en-US" altLang="zh-CN" sz="2500" b="1" dirty="0">
                <a:solidFill>
                  <a:srgbClr val="FF0000"/>
                </a:solidFill>
                <a:latin typeface="Times New Roman" panose="02020603050405020304" pitchFamily="18" charset="0"/>
                <a:ea typeface="楷体_GB2312"/>
                <a:cs typeface="Times New Roman" panose="02020603050405020304" pitchFamily="18" charset="0"/>
              </a:rPr>
              <a:t>id</a:t>
            </a:r>
            <a:r>
              <a:rPr kumimoji="1" lang="en-US" altLang="zh-CN" sz="2500" dirty="0">
                <a:solidFill>
                  <a:srgbClr val="FF0000"/>
                </a:solidFill>
                <a:latin typeface="Times New Roman" panose="02020603050405020304" pitchFamily="18" charset="0"/>
                <a:ea typeface="楷体_GB2312"/>
                <a:cs typeface="Times New Roman" panose="02020603050405020304" pitchFamily="18" charset="0"/>
              </a:rPr>
              <a:t> </a:t>
            </a:r>
            <a:endParaRPr lang="zh-CN" altLang="en-US" sz="2500" dirty="0">
              <a:ea typeface="楷体_GB2312"/>
              <a:cs typeface="Times New Roman" panose="02020603050405020304" pitchFamily="18" charset="0"/>
            </a:endParaRPr>
          </a:p>
        </p:txBody>
      </p:sp>
      <p:sp>
        <p:nvSpPr>
          <p:cNvPr id="4" name="矩形 3">
            <a:extLst>
              <a:ext uri="{FF2B5EF4-FFF2-40B4-BE49-F238E27FC236}">
                <a16:creationId xmlns:a16="http://schemas.microsoft.com/office/drawing/2014/main" id="{8D7C77D9-225A-4532-B2D7-7F02D80A7921}"/>
              </a:ext>
            </a:extLst>
          </p:cNvPr>
          <p:cNvSpPr/>
          <p:nvPr/>
        </p:nvSpPr>
        <p:spPr>
          <a:xfrm>
            <a:off x="142875" y="990600"/>
            <a:ext cx="8858250" cy="938213"/>
          </a:xfrm>
          <a:prstGeom prst="rect">
            <a:avLst/>
          </a:prstGeom>
          <a:solidFill>
            <a:schemeClr val="accent5">
              <a:lumMod val="60000"/>
              <a:lumOff val="40000"/>
            </a:schemeClr>
          </a:solidFill>
          <a:ln>
            <a:solidFill>
              <a:schemeClr val="tx1"/>
            </a:solidFill>
          </a:ln>
        </p:spPr>
        <p:txBody>
          <a:bodyPr anchor="ctr">
            <a:spAutoFit/>
          </a:bodyPr>
          <a:lstStyle>
            <a:lvl1pPr marL="342900" indent="-342900">
              <a:defRPr>
                <a:solidFill>
                  <a:schemeClr val="tx1"/>
                </a:solidFill>
                <a:latin typeface="Tahoma" panose="020B0604030504040204" pitchFamily="34" charset="0"/>
                <a:ea typeface="宋体" panose="02010600030101010101" pitchFamily="2" charset="-122"/>
              </a:defRPr>
            </a:lvl1pPr>
            <a:lvl2pPr marL="576263" indent="-2730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lvl="1" eaLnBrk="1" hangingPunct="1">
              <a:spcBef>
                <a:spcPct val="20000"/>
              </a:spcBef>
              <a:buSzPct val="100000"/>
              <a:buFont typeface="Wingdings" pitchFamily="2" charset="2"/>
              <a:buChar char="Ø"/>
              <a:defRPr/>
            </a:pPr>
            <a:r>
              <a:rPr lang="en-US" altLang="zh-CN" sz="2500" b="1" i="1" dirty="0">
                <a:latin typeface="Times New Roman" panose="02020603050405020304" pitchFamily="18" charset="0"/>
                <a:ea typeface="华文楷体" panose="02010600040101010101" pitchFamily="2" charset="-122"/>
                <a:cs typeface="Times New Roman" panose="02020603050405020304" pitchFamily="18" charset="0"/>
              </a:rPr>
              <a:t>FIRST </a:t>
            </a:r>
            <a:r>
              <a:rPr lang="en-US" altLang="zh-CN" sz="2500" b="1"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500" b="1" i="1" dirty="0">
                <a:latin typeface="Times New Roman" panose="02020603050405020304" pitchFamily="18" charset="0"/>
                <a:ea typeface="华文楷体" panose="02010600040101010101" pitchFamily="2" charset="-122"/>
                <a:cs typeface="Times New Roman" panose="02020603050405020304" pitchFamily="18" charset="0"/>
              </a:rPr>
              <a:t>X </a:t>
            </a:r>
            <a:r>
              <a:rPr lang="en-US" altLang="zh-CN" sz="2500"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500" b="1" spc="-300" dirty="0">
                <a:latin typeface="Times New Roman" panose="02020603050405020304" pitchFamily="18" charset="0"/>
                <a:ea typeface="华文楷体" panose="02010600040101010101" pitchFamily="2" charset="-122"/>
                <a:cs typeface="Times New Roman" panose="02020603050405020304" pitchFamily="18" charset="0"/>
              </a:rPr>
              <a:t>：可</a:t>
            </a:r>
            <a:r>
              <a:rPr lang="zh-CN" altLang="en-US" sz="2500" b="1" dirty="0">
                <a:latin typeface="Times New Roman" panose="02020603050405020304" pitchFamily="18" charset="0"/>
                <a:ea typeface="华文楷体" panose="02010600040101010101" pitchFamily="2" charset="-122"/>
                <a:cs typeface="Times New Roman" panose="02020603050405020304" pitchFamily="18" charset="0"/>
              </a:rPr>
              <a:t>以从</a:t>
            </a:r>
            <a:r>
              <a:rPr lang="en-US" altLang="zh-CN" sz="2500" b="1" i="1" dirty="0">
                <a:latin typeface="Times New Roman" panose="02020603050405020304" pitchFamily="18" charset="0"/>
                <a:ea typeface="华文楷体" panose="02010600040101010101" pitchFamily="2" charset="-122"/>
                <a:cs typeface="Times New Roman" panose="02020603050405020304" pitchFamily="18" charset="0"/>
              </a:rPr>
              <a:t>X</a:t>
            </a:r>
            <a:r>
              <a:rPr lang="zh-CN" altLang="en-US" sz="2500" b="1" dirty="0">
                <a:latin typeface="Times New Roman" panose="02020603050405020304" pitchFamily="18" charset="0"/>
                <a:ea typeface="华文楷体" panose="02010600040101010101" pitchFamily="2" charset="-122"/>
                <a:cs typeface="Times New Roman" panose="02020603050405020304" pitchFamily="18" charset="0"/>
              </a:rPr>
              <a:t>推导出的所有</a:t>
            </a:r>
            <a:r>
              <a:rPr lang="zh-CN" altLang="en-US" sz="2500" b="1" dirty="0">
                <a:solidFill>
                  <a:srgbClr val="3333FF"/>
                </a:solidFill>
                <a:latin typeface="Times New Roman" panose="02020603050405020304" pitchFamily="18" charset="0"/>
                <a:ea typeface="华文楷体" panose="02010600040101010101" pitchFamily="2" charset="-122"/>
                <a:cs typeface="Times New Roman" panose="02020603050405020304" pitchFamily="18" charset="0"/>
              </a:rPr>
              <a:t>串首终结符</a:t>
            </a:r>
            <a:r>
              <a:rPr lang="zh-CN" altLang="en-US" sz="2500" b="1" dirty="0">
                <a:latin typeface="Times New Roman" panose="02020603050405020304" pitchFamily="18" charset="0"/>
                <a:ea typeface="华文楷体" panose="02010600040101010101" pitchFamily="2" charset="-122"/>
                <a:cs typeface="Times New Roman" panose="02020603050405020304" pitchFamily="18" charset="0"/>
              </a:rPr>
              <a:t>构成的集合</a:t>
            </a:r>
            <a:endParaRPr lang="en-US" altLang="zh-CN" sz="2500" b="1" dirty="0">
              <a:latin typeface="Times New Roman" panose="02020603050405020304" pitchFamily="18" charset="0"/>
              <a:ea typeface="楷体_GB2312"/>
              <a:cs typeface="Times New Roman" panose="02020603050405020304" pitchFamily="18" charset="0"/>
            </a:endParaRPr>
          </a:p>
          <a:p>
            <a:pPr lvl="1" eaLnBrk="1" hangingPunct="1">
              <a:spcBef>
                <a:spcPct val="20000"/>
              </a:spcBef>
              <a:buSzPct val="100000"/>
              <a:buFont typeface="Wingdings" pitchFamily="2" charset="2"/>
              <a:buChar char="Ø"/>
              <a:defRPr/>
            </a:pPr>
            <a:r>
              <a:rPr lang="zh-CN" altLang="en-US" sz="2500" b="1" dirty="0">
                <a:latin typeface="楷体" panose="02010609060101010101" pitchFamily="49" charset="-122"/>
                <a:ea typeface="华文楷体" panose="02010600040101010101" pitchFamily="2" charset="-122"/>
                <a:cs typeface="Times New Roman" panose="02020603050405020304" pitchFamily="18" charset="0"/>
              </a:rPr>
              <a:t>如果</a:t>
            </a:r>
            <a:r>
              <a:rPr lang="en-US" altLang="zh-CN" sz="2500" b="1" dirty="0">
                <a:latin typeface="Times New Roman" panose="02020603050405020304" pitchFamily="18" charset="0"/>
                <a:ea typeface="楷体_GB2312"/>
                <a:cs typeface="Times New Roman" panose="02020603050405020304" pitchFamily="18" charset="0"/>
              </a:rPr>
              <a:t> </a:t>
            </a:r>
            <a:r>
              <a:rPr lang="en-US" altLang="zh-CN" sz="2500" b="1" i="1" dirty="0">
                <a:latin typeface="Times New Roman" panose="02020603050405020304" pitchFamily="18" charset="0"/>
                <a:ea typeface="楷体_GB2312"/>
                <a:cs typeface="Times New Roman" panose="02020603050405020304" pitchFamily="18" charset="0"/>
              </a:rPr>
              <a:t>X </a:t>
            </a:r>
            <a:r>
              <a:rPr lang="en-US" altLang="zh-CN" sz="2500" b="1" dirty="0">
                <a:latin typeface="Times New Roman" panose="02020603050405020304" pitchFamily="18" charset="0"/>
                <a:ea typeface="楷体_GB2312"/>
                <a:cs typeface="Times New Roman" panose="02020603050405020304" pitchFamily="18" charset="0"/>
                <a:sym typeface="Symbol" panose="05050102010706020507" pitchFamily="18" charset="2"/>
              </a:rPr>
              <a:t></a:t>
            </a:r>
            <a:r>
              <a:rPr lang="en-US" altLang="zh-CN" sz="2500" b="1" baseline="30000" dirty="0">
                <a:latin typeface="Times New Roman" panose="02020603050405020304" pitchFamily="18" charset="0"/>
                <a:ea typeface="楷体_GB2312"/>
                <a:cs typeface="Times New Roman" panose="02020603050405020304" pitchFamily="18" charset="0"/>
              </a:rPr>
              <a:t>*</a:t>
            </a:r>
            <a:r>
              <a:rPr lang="en-US" altLang="zh-CN" sz="2500" b="1" dirty="0">
                <a:latin typeface="Times New Roman" panose="02020603050405020304" pitchFamily="18" charset="0"/>
                <a:ea typeface="楷体_GB2312"/>
                <a:cs typeface="Times New Roman" panose="02020603050405020304" pitchFamily="18" charset="0"/>
              </a:rPr>
              <a:t> </a:t>
            </a:r>
            <a:r>
              <a:rPr lang="en-US" altLang="zh-CN" sz="2500" b="1" i="1" dirty="0">
                <a:latin typeface="Times New Roman" panose="02020603050405020304" pitchFamily="18" charset="0"/>
                <a:ea typeface="楷体_GB2312"/>
                <a:cs typeface="Times New Roman" panose="02020603050405020304" pitchFamily="18" charset="0"/>
              </a:rPr>
              <a:t>ε</a:t>
            </a:r>
            <a:r>
              <a:rPr lang="zh-CN" altLang="en-US" sz="2500" b="1" dirty="0">
                <a:latin typeface="Times New Roman" panose="02020603050405020304" pitchFamily="18" charset="0"/>
                <a:ea typeface="楷体_GB2312"/>
                <a:cs typeface="Times New Roman" panose="02020603050405020304" pitchFamily="18" charset="0"/>
              </a:rPr>
              <a:t>，</a:t>
            </a:r>
            <a:r>
              <a:rPr lang="zh-CN" altLang="en-US" sz="2500" b="1" dirty="0">
                <a:latin typeface="楷体" panose="02010609060101010101" pitchFamily="49" charset="-122"/>
                <a:ea typeface="华文楷体" panose="02010600040101010101" pitchFamily="2" charset="-122"/>
                <a:cs typeface="Times New Roman" panose="02020603050405020304" pitchFamily="18" charset="0"/>
              </a:rPr>
              <a:t>那么</a:t>
            </a:r>
            <a:r>
              <a:rPr lang="en-US" altLang="zh-CN" sz="2500" b="1" dirty="0">
                <a:latin typeface="Times New Roman" panose="02020603050405020304" pitchFamily="18" charset="0"/>
                <a:ea typeface="楷体_GB2312"/>
                <a:cs typeface="Times New Roman" panose="02020603050405020304" pitchFamily="18" charset="0"/>
              </a:rPr>
              <a:t> </a:t>
            </a:r>
            <a:r>
              <a:rPr lang="en-US" altLang="zh-CN" sz="2500" b="1" i="1" dirty="0">
                <a:latin typeface="Times New Roman" panose="02020603050405020304" pitchFamily="18" charset="0"/>
                <a:ea typeface="楷体_GB2312"/>
                <a:cs typeface="Times New Roman" panose="02020603050405020304" pitchFamily="18" charset="0"/>
              </a:rPr>
              <a:t>FIRST</a:t>
            </a:r>
            <a:r>
              <a:rPr lang="en-US" altLang="zh-CN" sz="2500" b="1" dirty="0">
                <a:latin typeface="Times New Roman" panose="02020603050405020304" pitchFamily="18" charset="0"/>
                <a:ea typeface="楷体_GB2312"/>
                <a:cs typeface="Times New Roman" panose="02020603050405020304" pitchFamily="18" charset="0"/>
              </a:rPr>
              <a:t>(</a:t>
            </a:r>
            <a:r>
              <a:rPr lang="en-US" altLang="zh-CN" sz="2500" b="1" i="1" dirty="0">
                <a:latin typeface="Times New Roman" panose="02020603050405020304" pitchFamily="18" charset="0"/>
                <a:ea typeface="楷体_GB2312"/>
                <a:cs typeface="Times New Roman" panose="02020603050405020304" pitchFamily="18" charset="0"/>
              </a:rPr>
              <a:t>α</a:t>
            </a:r>
            <a:r>
              <a:rPr lang="en-US" altLang="zh-CN" sz="2500" b="1" dirty="0">
                <a:latin typeface="Times New Roman" panose="02020603050405020304" pitchFamily="18" charset="0"/>
                <a:ea typeface="楷体_GB2312"/>
                <a:cs typeface="Times New Roman" panose="02020603050405020304" pitchFamily="18" charset="0"/>
              </a:rPr>
              <a:t>)</a:t>
            </a:r>
            <a:r>
              <a:rPr lang="en-US" altLang="zh-CN" sz="2500" b="1" i="1" dirty="0">
                <a:latin typeface="Times New Roman" panose="02020603050405020304" pitchFamily="18" charset="0"/>
                <a:ea typeface="楷体_GB2312"/>
                <a:cs typeface="Times New Roman" panose="02020603050405020304" pitchFamily="18" charset="0"/>
              </a:rPr>
              <a:t> = FIRST</a:t>
            </a:r>
            <a:r>
              <a:rPr lang="en-US" altLang="zh-CN" sz="2500" b="1" dirty="0">
                <a:latin typeface="Times New Roman" panose="02020603050405020304" pitchFamily="18" charset="0"/>
                <a:ea typeface="楷体_GB2312"/>
                <a:cs typeface="Times New Roman" panose="02020603050405020304" pitchFamily="18" charset="0"/>
              </a:rPr>
              <a:t>(</a:t>
            </a:r>
            <a:r>
              <a:rPr lang="en-US" altLang="zh-CN" sz="2500" b="1" i="1" dirty="0">
                <a:latin typeface="Times New Roman" panose="02020603050405020304" pitchFamily="18" charset="0"/>
                <a:ea typeface="楷体_GB2312"/>
                <a:cs typeface="Times New Roman" panose="02020603050405020304" pitchFamily="18" charset="0"/>
              </a:rPr>
              <a:t>α</a:t>
            </a:r>
            <a:r>
              <a:rPr lang="en-US" altLang="zh-CN" sz="2500" b="1" dirty="0">
                <a:latin typeface="Times New Roman" panose="02020603050405020304" pitchFamily="18" charset="0"/>
                <a:ea typeface="楷体_GB2312"/>
                <a:cs typeface="Times New Roman" panose="02020603050405020304" pitchFamily="18" charset="0"/>
              </a:rPr>
              <a:t>)</a:t>
            </a:r>
            <a:r>
              <a:rPr lang="en-US" altLang="zh-CN" sz="2500" b="1" i="1" dirty="0">
                <a:latin typeface="Times New Roman" panose="02020603050405020304" pitchFamily="18" charset="0"/>
                <a:ea typeface="楷体_GB2312"/>
                <a:cs typeface="Times New Roman" panose="02020603050405020304" pitchFamily="18" charset="0"/>
              </a:rPr>
              <a:t> ∩</a:t>
            </a:r>
            <a:r>
              <a:rPr lang="en-US" altLang="zh-CN" sz="2500" b="1" dirty="0">
                <a:latin typeface="Times New Roman" panose="02020603050405020304" pitchFamily="18" charset="0"/>
                <a:ea typeface="楷体_GB2312"/>
                <a:cs typeface="Times New Roman" panose="02020603050405020304" pitchFamily="18" charset="0"/>
              </a:rPr>
              <a:t>{</a:t>
            </a:r>
            <a:r>
              <a:rPr lang="en-US" altLang="zh-CN" sz="2500" b="1" i="1" dirty="0">
                <a:latin typeface="Times New Roman" panose="02020603050405020304" pitchFamily="18" charset="0"/>
                <a:ea typeface="楷体_GB2312"/>
                <a:cs typeface="Times New Roman" panose="02020603050405020304" pitchFamily="18" charset="0"/>
              </a:rPr>
              <a:t>ε</a:t>
            </a:r>
            <a:r>
              <a:rPr lang="en-US" altLang="zh-CN" sz="2500" b="1" dirty="0">
                <a:latin typeface="Times New Roman" panose="02020603050405020304" pitchFamily="18" charset="0"/>
                <a:ea typeface="楷体_GB2312"/>
                <a:cs typeface="Times New Roman" panose="02020603050405020304" pitchFamily="18" charset="0"/>
              </a:rPr>
              <a:t>}</a:t>
            </a:r>
            <a:endParaRPr lang="zh-CN" altLang="en-US" sz="2500" b="1" dirty="0">
              <a:latin typeface="Times New Roman" panose="02020603050405020304" pitchFamily="18" charset="0"/>
              <a:ea typeface="楷体_GB2312"/>
              <a:cs typeface="Times New Roman" panose="02020603050405020304" pitchFamily="18" charset="0"/>
            </a:endParaRPr>
          </a:p>
        </p:txBody>
      </p:sp>
      <p:sp>
        <p:nvSpPr>
          <p:cNvPr id="3" name="灯片编号占位符 2">
            <a:extLst>
              <a:ext uri="{FF2B5EF4-FFF2-40B4-BE49-F238E27FC236}">
                <a16:creationId xmlns:a16="http://schemas.microsoft.com/office/drawing/2014/main" id="{39092A5E-C514-41AB-BF56-5814E7BF77AB}"/>
              </a:ext>
            </a:extLst>
          </p:cNvPr>
          <p:cNvSpPr>
            <a:spLocks noGrp="1"/>
          </p:cNvSpPr>
          <p:nvPr>
            <p:ph type="sldNum" sz="quarter" idx="12"/>
          </p:nvPr>
        </p:nvSpPr>
        <p:spPr/>
        <p:txBody>
          <a:bodyPr/>
          <a:lstStyle/>
          <a:p>
            <a:pPr>
              <a:defRPr/>
            </a:pPr>
            <a:fld id="{EA567855-7F13-4FC5-AD61-2B82F6443E16}" type="slidenum">
              <a:rPr lang="zh-CN" altLang="en-US" smtClean="0"/>
              <a:pPr>
                <a:defRPr/>
              </a:pPr>
              <a:t>37</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nodeType="clickEffect">
                                  <p:stCondLst>
                                    <p:cond delay="0"/>
                                  </p:stCondLst>
                                  <p:childTnLst>
                                    <p:set>
                                      <p:cBhvr>
                                        <p:cTn id="13" dur="1" fill="hold">
                                          <p:stCondLst>
                                            <p:cond delay="0"/>
                                          </p:stCondLst>
                                        </p:cTn>
                                        <p:tgtEl>
                                          <p:spTgt spid="10">
                                            <p:txEl>
                                              <p:pRg st="0" end="0"/>
                                            </p:txEl>
                                          </p:spTgt>
                                        </p:tgtEl>
                                        <p:attrNameLst>
                                          <p:attrName>style.visibility</p:attrName>
                                        </p:attrNameLst>
                                      </p:cBhvr>
                                      <p:to>
                                        <p:strVal val="visible"/>
                                      </p:to>
                                    </p:set>
                                    <p:anim calcmode="lin" valueType="num">
                                      <p:cBhvr>
                                        <p:cTn id="14" dur="500" fill="hold"/>
                                        <p:tgtEl>
                                          <p:spTgt spid="10">
                                            <p:txEl>
                                              <p:pRg st="0" end="0"/>
                                            </p:txEl>
                                          </p:spTgt>
                                        </p:tgtEl>
                                        <p:attrNameLst>
                                          <p:attrName>ppt_w</p:attrName>
                                        </p:attrNameLst>
                                      </p:cBhvr>
                                      <p:tavLst>
                                        <p:tav tm="0">
                                          <p:val>
                                            <p:fltVal val="0"/>
                                          </p:val>
                                        </p:tav>
                                        <p:tav tm="100000">
                                          <p:val>
                                            <p:strVal val="#ppt_w"/>
                                          </p:val>
                                        </p:tav>
                                      </p:tavLst>
                                    </p:anim>
                                    <p:anim calcmode="lin" valueType="num">
                                      <p:cBhvr>
                                        <p:cTn id="15" dur="500" fill="hold"/>
                                        <p:tgtEl>
                                          <p:spTgt spid="10">
                                            <p:txEl>
                                              <p:pRg st="0" end="0"/>
                                            </p:txEl>
                                          </p:spTgt>
                                        </p:tgtEl>
                                        <p:attrNameLst>
                                          <p:attrName>ppt_h</p:attrName>
                                        </p:attrNameLst>
                                      </p:cBhvr>
                                      <p:tavLst>
                                        <p:tav tm="0">
                                          <p:val>
                                            <p:fltVal val="0"/>
                                          </p:val>
                                        </p:tav>
                                        <p:tav tm="100000">
                                          <p:val>
                                            <p:strVal val="#ppt_h"/>
                                          </p:val>
                                        </p:tav>
                                      </p:tavLst>
                                    </p:anim>
                                    <p:animEffect transition="in" filter="fade">
                                      <p:cBhvr>
                                        <p:cTn id="16" dur="500"/>
                                        <p:tgtEl>
                                          <p:spTgt spid="10">
                                            <p:txEl>
                                              <p:pRg st="0" end="0"/>
                                            </p:txEl>
                                          </p:spTgt>
                                        </p:tgtEl>
                                      </p:cBhvr>
                                    </p:animEffect>
                                  </p:childTnLst>
                                </p:cTn>
                              </p:par>
                              <p:par>
                                <p:cTn id="17" presetID="53" presetClass="entr" presetSubtype="0" fill="hold" nodeType="withEffect">
                                  <p:stCondLst>
                                    <p:cond delay="0"/>
                                  </p:stCondLst>
                                  <p:childTnLst>
                                    <p:set>
                                      <p:cBhvr>
                                        <p:cTn id="18" dur="1" fill="hold">
                                          <p:stCondLst>
                                            <p:cond delay="0"/>
                                          </p:stCondLst>
                                        </p:cTn>
                                        <p:tgtEl>
                                          <p:spTgt spid="10">
                                            <p:txEl>
                                              <p:pRg st="1" end="1"/>
                                            </p:txEl>
                                          </p:spTgt>
                                        </p:tgtEl>
                                        <p:attrNameLst>
                                          <p:attrName>style.visibility</p:attrName>
                                        </p:attrNameLst>
                                      </p:cBhvr>
                                      <p:to>
                                        <p:strVal val="visible"/>
                                      </p:to>
                                    </p:set>
                                    <p:anim calcmode="lin" valueType="num">
                                      <p:cBhvr>
                                        <p:cTn id="19" dur="500" fill="hold"/>
                                        <p:tgtEl>
                                          <p:spTgt spid="10">
                                            <p:txEl>
                                              <p:pRg st="1" end="1"/>
                                            </p:txEl>
                                          </p:spTgt>
                                        </p:tgtEl>
                                        <p:attrNameLst>
                                          <p:attrName>ppt_w</p:attrName>
                                        </p:attrNameLst>
                                      </p:cBhvr>
                                      <p:tavLst>
                                        <p:tav tm="0">
                                          <p:val>
                                            <p:fltVal val="0"/>
                                          </p:val>
                                        </p:tav>
                                        <p:tav tm="100000">
                                          <p:val>
                                            <p:strVal val="#ppt_w"/>
                                          </p:val>
                                        </p:tav>
                                      </p:tavLst>
                                    </p:anim>
                                    <p:anim calcmode="lin" valueType="num">
                                      <p:cBhvr>
                                        <p:cTn id="20" dur="500" fill="hold"/>
                                        <p:tgtEl>
                                          <p:spTgt spid="10">
                                            <p:txEl>
                                              <p:pRg st="1" end="1"/>
                                            </p:txEl>
                                          </p:spTgt>
                                        </p:tgtEl>
                                        <p:attrNameLst>
                                          <p:attrName>ppt_h</p:attrName>
                                        </p:attrNameLst>
                                      </p:cBhvr>
                                      <p:tavLst>
                                        <p:tav tm="0">
                                          <p:val>
                                            <p:fltVal val="0"/>
                                          </p:val>
                                        </p:tav>
                                        <p:tav tm="100000">
                                          <p:val>
                                            <p:strVal val="#ppt_h"/>
                                          </p:val>
                                        </p:tav>
                                      </p:tavLst>
                                    </p:anim>
                                    <p:animEffect transition="in" filter="fade">
                                      <p:cBhvr>
                                        <p:cTn id="21" dur="500"/>
                                        <p:tgtEl>
                                          <p:spTgt spid="10">
                                            <p:txEl>
                                              <p:pRg st="1" end="1"/>
                                            </p:txEl>
                                          </p:spTgt>
                                        </p:tgtEl>
                                      </p:cBhvr>
                                    </p:animEffect>
                                  </p:childTnLst>
                                </p:cTn>
                              </p:par>
                              <p:par>
                                <p:cTn id="22" presetID="53" presetClass="entr" presetSubtype="0" fill="hold" nodeType="withEffect">
                                  <p:stCondLst>
                                    <p:cond delay="0"/>
                                  </p:stCondLst>
                                  <p:childTnLst>
                                    <p:set>
                                      <p:cBhvr>
                                        <p:cTn id="23" dur="1" fill="hold">
                                          <p:stCondLst>
                                            <p:cond delay="0"/>
                                          </p:stCondLst>
                                        </p:cTn>
                                        <p:tgtEl>
                                          <p:spTgt spid="10">
                                            <p:txEl>
                                              <p:pRg st="2" end="2"/>
                                            </p:txEl>
                                          </p:spTgt>
                                        </p:tgtEl>
                                        <p:attrNameLst>
                                          <p:attrName>style.visibility</p:attrName>
                                        </p:attrNameLst>
                                      </p:cBhvr>
                                      <p:to>
                                        <p:strVal val="visible"/>
                                      </p:to>
                                    </p:set>
                                    <p:anim calcmode="lin" valueType="num">
                                      <p:cBhvr>
                                        <p:cTn id="24" dur="500" fill="hold"/>
                                        <p:tgtEl>
                                          <p:spTgt spid="10">
                                            <p:txEl>
                                              <p:pRg st="2" end="2"/>
                                            </p:txEl>
                                          </p:spTgt>
                                        </p:tgtEl>
                                        <p:attrNameLst>
                                          <p:attrName>ppt_w</p:attrName>
                                        </p:attrNameLst>
                                      </p:cBhvr>
                                      <p:tavLst>
                                        <p:tav tm="0">
                                          <p:val>
                                            <p:fltVal val="0"/>
                                          </p:val>
                                        </p:tav>
                                        <p:tav tm="100000">
                                          <p:val>
                                            <p:strVal val="#ppt_w"/>
                                          </p:val>
                                        </p:tav>
                                      </p:tavLst>
                                    </p:anim>
                                    <p:anim calcmode="lin" valueType="num">
                                      <p:cBhvr>
                                        <p:cTn id="25" dur="500" fill="hold"/>
                                        <p:tgtEl>
                                          <p:spTgt spid="10">
                                            <p:txEl>
                                              <p:pRg st="2" end="2"/>
                                            </p:txEl>
                                          </p:spTgt>
                                        </p:tgtEl>
                                        <p:attrNameLst>
                                          <p:attrName>ppt_h</p:attrName>
                                        </p:attrNameLst>
                                      </p:cBhvr>
                                      <p:tavLst>
                                        <p:tav tm="0">
                                          <p:val>
                                            <p:fltVal val="0"/>
                                          </p:val>
                                        </p:tav>
                                        <p:tav tm="100000">
                                          <p:val>
                                            <p:strVal val="#ppt_h"/>
                                          </p:val>
                                        </p:tav>
                                      </p:tavLst>
                                    </p:anim>
                                    <p:animEffect transition="in" filter="fade">
                                      <p:cBhvr>
                                        <p:cTn id="26" dur="500"/>
                                        <p:tgtEl>
                                          <p:spTgt spid="10">
                                            <p:txEl>
                                              <p:pRg st="2" end="2"/>
                                            </p:txEl>
                                          </p:spTgt>
                                        </p:tgtEl>
                                      </p:cBhvr>
                                    </p:animEffect>
                                  </p:childTnLst>
                                </p:cTn>
                              </p:par>
                              <p:par>
                                <p:cTn id="27" presetID="53" presetClass="entr" presetSubtype="0" fill="hold" nodeType="withEffect">
                                  <p:stCondLst>
                                    <p:cond delay="0"/>
                                  </p:stCondLst>
                                  <p:childTnLst>
                                    <p:set>
                                      <p:cBhvr>
                                        <p:cTn id="28" dur="1" fill="hold">
                                          <p:stCondLst>
                                            <p:cond delay="0"/>
                                          </p:stCondLst>
                                        </p:cTn>
                                        <p:tgtEl>
                                          <p:spTgt spid="10">
                                            <p:txEl>
                                              <p:pRg st="3" end="3"/>
                                            </p:txEl>
                                          </p:spTgt>
                                        </p:tgtEl>
                                        <p:attrNameLst>
                                          <p:attrName>style.visibility</p:attrName>
                                        </p:attrNameLst>
                                      </p:cBhvr>
                                      <p:to>
                                        <p:strVal val="visible"/>
                                      </p:to>
                                    </p:set>
                                    <p:anim calcmode="lin" valueType="num">
                                      <p:cBhvr>
                                        <p:cTn id="29" dur="500" fill="hold"/>
                                        <p:tgtEl>
                                          <p:spTgt spid="10">
                                            <p:txEl>
                                              <p:pRg st="3" end="3"/>
                                            </p:txEl>
                                          </p:spTgt>
                                        </p:tgtEl>
                                        <p:attrNameLst>
                                          <p:attrName>ppt_w</p:attrName>
                                        </p:attrNameLst>
                                      </p:cBhvr>
                                      <p:tavLst>
                                        <p:tav tm="0">
                                          <p:val>
                                            <p:fltVal val="0"/>
                                          </p:val>
                                        </p:tav>
                                        <p:tav tm="100000">
                                          <p:val>
                                            <p:strVal val="#ppt_w"/>
                                          </p:val>
                                        </p:tav>
                                      </p:tavLst>
                                    </p:anim>
                                    <p:anim calcmode="lin" valueType="num">
                                      <p:cBhvr>
                                        <p:cTn id="30" dur="500" fill="hold"/>
                                        <p:tgtEl>
                                          <p:spTgt spid="10">
                                            <p:txEl>
                                              <p:pRg st="3" end="3"/>
                                            </p:txEl>
                                          </p:spTgt>
                                        </p:tgtEl>
                                        <p:attrNameLst>
                                          <p:attrName>ppt_h</p:attrName>
                                        </p:attrNameLst>
                                      </p:cBhvr>
                                      <p:tavLst>
                                        <p:tav tm="0">
                                          <p:val>
                                            <p:fltVal val="0"/>
                                          </p:val>
                                        </p:tav>
                                        <p:tav tm="100000">
                                          <p:val>
                                            <p:strVal val="#ppt_h"/>
                                          </p:val>
                                        </p:tav>
                                      </p:tavLst>
                                    </p:anim>
                                    <p:animEffect transition="in" filter="fade">
                                      <p:cBhvr>
                                        <p:cTn id="31" dur="500"/>
                                        <p:tgtEl>
                                          <p:spTgt spid="10">
                                            <p:txEl>
                                              <p:pRg st="3" end="3"/>
                                            </p:txEl>
                                          </p:spTgt>
                                        </p:tgtEl>
                                      </p:cBhvr>
                                    </p:animEffect>
                                  </p:childTnLst>
                                </p:cTn>
                              </p:par>
                              <p:par>
                                <p:cTn id="32" presetID="53" presetClass="entr" presetSubtype="0" fill="hold" nodeType="withEffect">
                                  <p:stCondLst>
                                    <p:cond delay="0"/>
                                  </p:stCondLst>
                                  <p:childTnLst>
                                    <p:set>
                                      <p:cBhvr>
                                        <p:cTn id="33" dur="1" fill="hold">
                                          <p:stCondLst>
                                            <p:cond delay="0"/>
                                          </p:stCondLst>
                                        </p:cTn>
                                        <p:tgtEl>
                                          <p:spTgt spid="10">
                                            <p:txEl>
                                              <p:pRg st="4" end="4"/>
                                            </p:txEl>
                                          </p:spTgt>
                                        </p:tgtEl>
                                        <p:attrNameLst>
                                          <p:attrName>style.visibility</p:attrName>
                                        </p:attrNameLst>
                                      </p:cBhvr>
                                      <p:to>
                                        <p:strVal val="visible"/>
                                      </p:to>
                                    </p:set>
                                    <p:anim calcmode="lin" valueType="num">
                                      <p:cBhvr>
                                        <p:cTn id="34" dur="500" fill="hold"/>
                                        <p:tgtEl>
                                          <p:spTgt spid="10">
                                            <p:txEl>
                                              <p:pRg st="4" end="4"/>
                                            </p:txEl>
                                          </p:spTgt>
                                        </p:tgtEl>
                                        <p:attrNameLst>
                                          <p:attrName>ppt_w</p:attrName>
                                        </p:attrNameLst>
                                      </p:cBhvr>
                                      <p:tavLst>
                                        <p:tav tm="0">
                                          <p:val>
                                            <p:fltVal val="0"/>
                                          </p:val>
                                        </p:tav>
                                        <p:tav tm="100000">
                                          <p:val>
                                            <p:strVal val="#ppt_w"/>
                                          </p:val>
                                        </p:tav>
                                      </p:tavLst>
                                    </p:anim>
                                    <p:anim calcmode="lin" valueType="num">
                                      <p:cBhvr>
                                        <p:cTn id="35" dur="500" fill="hold"/>
                                        <p:tgtEl>
                                          <p:spTgt spid="10">
                                            <p:txEl>
                                              <p:pRg st="4" end="4"/>
                                            </p:txEl>
                                          </p:spTgt>
                                        </p:tgtEl>
                                        <p:attrNameLst>
                                          <p:attrName>ppt_h</p:attrName>
                                        </p:attrNameLst>
                                      </p:cBhvr>
                                      <p:tavLst>
                                        <p:tav tm="0">
                                          <p:val>
                                            <p:fltVal val="0"/>
                                          </p:val>
                                        </p:tav>
                                        <p:tav tm="100000">
                                          <p:val>
                                            <p:strVal val="#ppt_h"/>
                                          </p:val>
                                        </p:tav>
                                      </p:tavLst>
                                    </p:anim>
                                    <p:animEffect transition="in" filter="fade">
                                      <p:cBhvr>
                                        <p:cTn id="36" dur="500"/>
                                        <p:tgtEl>
                                          <p:spTgt spid="10">
                                            <p:txEl>
                                              <p:pRg st="4" end="4"/>
                                            </p:txEl>
                                          </p:spTgt>
                                        </p:tgtEl>
                                      </p:cBhvr>
                                    </p:animEffect>
                                  </p:childTnLst>
                                </p:cTn>
                              </p:par>
                              <p:par>
                                <p:cTn id="37" presetID="53" presetClass="entr" presetSubtype="0" fill="hold" nodeType="withEffect">
                                  <p:stCondLst>
                                    <p:cond delay="0"/>
                                  </p:stCondLst>
                                  <p:childTnLst>
                                    <p:set>
                                      <p:cBhvr>
                                        <p:cTn id="38" dur="1" fill="hold">
                                          <p:stCondLst>
                                            <p:cond delay="0"/>
                                          </p:stCondLst>
                                        </p:cTn>
                                        <p:tgtEl>
                                          <p:spTgt spid="10">
                                            <p:txEl>
                                              <p:pRg st="5" end="5"/>
                                            </p:txEl>
                                          </p:spTgt>
                                        </p:tgtEl>
                                        <p:attrNameLst>
                                          <p:attrName>style.visibility</p:attrName>
                                        </p:attrNameLst>
                                      </p:cBhvr>
                                      <p:to>
                                        <p:strVal val="visible"/>
                                      </p:to>
                                    </p:set>
                                    <p:anim calcmode="lin" valueType="num">
                                      <p:cBhvr>
                                        <p:cTn id="39" dur="500" fill="hold"/>
                                        <p:tgtEl>
                                          <p:spTgt spid="10">
                                            <p:txEl>
                                              <p:pRg st="5" end="5"/>
                                            </p:txEl>
                                          </p:spTgt>
                                        </p:tgtEl>
                                        <p:attrNameLst>
                                          <p:attrName>ppt_w</p:attrName>
                                        </p:attrNameLst>
                                      </p:cBhvr>
                                      <p:tavLst>
                                        <p:tav tm="0">
                                          <p:val>
                                            <p:fltVal val="0"/>
                                          </p:val>
                                        </p:tav>
                                        <p:tav tm="100000">
                                          <p:val>
                                            <p:strVal val="#ppt_w"/>
                                          </p:val>
                                        </p:tav>
                                      </p:tavLst>
                                    </p:anim>
                                    <p:anim calcmode="lin" valueType="num">
                                      <p:cBhvr>
                                        <p:cTn id="40" dur="500" fill="hold"/>
                                        <p:tgtEl>
                                          <p:spTgt spid="10">
                                            <p:txEl>
                                              <p:pRg st="5" end="5"/>
                                            </p:txEl>
                                          </p:spTgt>
                                        </p:tgtEl>
                                        <p:attrNameLst>
                                          <p:attrName>ppt_h</p:attrName>
                                        </p:attrNameLst>
                                      </p:cBhvr>
                                      <p:tavLst>
                                        <p:tav tm="0">
                                          <p:val>
                                            <p:fltVal val="0"/>
                                          </p:val>
                                        </p:tav>
                                        <p:tav tm="100000">
                                          <p:val>
                                            <p:strVal val="#ppt_h"/>
                                          </p:val>
                                        </p:tav>
                                      </p:tavLst>
                                    </p:anim>
                                    <p:animEffect transition="in" filter="fade">
                                      <p:cBhvr>
                                        <p:cTn id="41" dur="500"/>
                                        <p:tgtEl>
                                          <p:spTgt spid="10">
                                            <p:txEl>
                                              <p:pRg st="5" end="5"/>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53" presetClass="entr" presetSubtype="0" fill="hold" grpId="0" nodeType="clickEffect">
                                  <p:stCondLst>
                                    <p:cond delay="0"/>
                                  </p:stCondLst>
                                  <p:childTnLst>
                                    <p:set>
                                      <p:cBhvr>
                                        <p:cTn id="45" dur="1" fill="hold">
                                          <p:stCondLst>
                                            <p:cond delay="0"/>
                                          </p:stCondLst>
                                        </p:cTn>
                                        <p:tgtEl>
                                          <p:spTgt spid="19"/>
                                        </p:tgtEl>
                                        <p:attrNameLst>
                                          <p:attrName>style.visibility</p:attrName>
                                        </p:attrNameLst>
                                      </p:cBhvr>
                                      <p:to>
                                        <p:strVal val="visible"/>
                                      </p:to>
                                    </p:set>
                                    <p:anim calcmode="lin" valueType="num">
                                      <p:cBhvr>
                                        <p:cTn id="46" dur="500" fill="hold"/>
                                        <p:tgtEl>
                                          <p:spTgt spid="19"/>
                                        </p:tgtEl>
                                        <p:attrNameLst>
                                          <p:attrName>ppt_w</p:attrName>
                                        </p:attrNameLst>
                                      </p:cBhvr>
                                      <p:tavLst>
                                        <p:tav tm="0">
                                          <p:val>
                                            <p:fltVal val="0"/>
                                          </p:val>
                                        </p:tav>
                                        <p:tav tm="100000">
                                          <p:val>
                                            <p:strVal val="#ppt_w"/>
                                          </p:val>
                                        </p:tav>
                                      </p:tavLst>
                                    </p:anim>
                                    <p:anim calcmode="lin" valueType="num">
                                      <p:cBhvr>
                                        <p:cTn id="47" dur="500" fill="hold"/>
                                        <p:tgtEl>
                                          <p:spTgt spid="19"/>
                                        </p:tgtEl>
                                        <p:attrNameLst>
                                          <p:attrName>ppt_h</p:attrName>
                                        </p:attrNameLst>
                                      </p:cBhvr>
                                      <p:tavLst>
                                        <p:tav tm="0">
                                          <p:val>
                                            <p:fltVal val="0"/>
                                          </p:val>
                                        </p:tav>
                                        <p:tav tm="100000">
                                          <p:val>
                                            <p:strVal val="#ppt_h"/>
                                          </p:val>
                                        </p:tav>
                                      </p:tavLst>
                                    </p:anim>
                                    <p:animEffect transition="in" filter="fade">
                                      <p:cBhvr>
                                        <p:cTn id="48" dur="500"/>
                                        <p:tgtEl>
                                          <p:spTgt spid="19"/>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53" presetClass="entr" presetSubtype="0" fill="hold" grpId="0" nodeType="clickEffect">
                                  <p:stCondLst>
                                    <p:cond delay="0"/>
                                  </p:stCondLst>
                                  <p:childTnLst>
                                    <p:set>
                                      <p:cBhvr>
                                        <p:cTn id="52" dur="1" fill="hold">
                                          <p:stCondLst>
                                            <p:cond delay="0"/>
                                          </p:stCondLst>
                                        </p:cTn>
                                        <p:tgtEl>
                                          <p:spTgt spid="12"/>
                                        </p:tgtEl>
                                        <p:attrNameLst>
                                          <p:attrName>style.visibility</p:attrName>
                                        </p:attrNameLst>
                                      </p:cBhvr>
                                      <p:to>
                                        <p:strVal val="visible"/>
                                      </p:to>
                                    </p:set>
                                    <p:anim calcmode="lin" valueType="num">
                                      <p:cBhvr>
                                        <p:cTn id="53" dur="500" fill="hold"/>
                                        <p:tgtEl>
                                          <p:spTgt spid="12"/>
                                        </p:tgtEl>
                                        <p:attrNameLst>
                                          <p:attrName>ppt_w</p:attrName>
                                        </p:attrNameLst>
                                      </p:cBhvr>
                                      <p:tavLst>
                                        <p:tav tm="0">
                                          <p:val>
                                            <p:fltVal val="0"/>
                                          </p:val>
                                        </p:tav>
                                        <p:tav tm="100000">
                                          <p:val>
                                            <p:strVal val="#ppt_w"/>
                                          </p:val>
                                        </p:tav>
                                      </p:tavLst>
                                    </p:anim>
                                    <p:anim calcmode="lin" valueType="num">
                                      <p:cBhvr>
                                        <p:cTn id="54" dur="500" fill="hold"/>
                                        <p:tgtEl>
                                          <p:spTgt spid="12"/>
                                        </p:tgtEl>
                                        <p:attrNameLst>
                                          <p:attrName>ppt_h</p:attrName>
                                        </p:attrNameLst>
                                      </p:cBhvr>
                                      <p:tavLst>
                                        <p:tav tm="0">
                                          <p:val>
                                            <p:fltVal val="0"/>
                                          </p:val>
                                        </p:tav>
                                        <p:tav tm="100000">
                                          <p:val>
                                            <p:strVal val="#ppt_h"/>
                                          </p:val>
                                        </p:tav>
                                      </p:tavLst>
                                    </p:anim>
                                    <p:animEffect transition="in" filter="fade">
                                      <p:cBhvr>
                                        <p:cTn id="55" dur="500"/>
                                        <p:tgtEl>
                                          <p:spTgt spid="12"/>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53" presetClass="entr" presetSubtype="0" fill="hold" grpId="0" nodeType="clickEffect">
                                  <p:stCondLst>
                                    <p:cond delay="0"/>
                                  </p:stCondLst>
                                  <p:childTnLst>
                                    <p:set>
                                      <p:cBhvr>
                                        <p:cTn id="59" dur="1" fill="hold">
                                          <p:stCondLst>
                                            <p:cond delay="0"/>
                                          </p:stCondLst>
                                        </p:cTn>
                                        <p:tgtEl>
                                          <p:spTgt spid="13"/>
                                        </p:tgtEl>
                                        <p:attrNameLst>
                                          <p:attrName>style.visibility</p:attrName>
                                        </p:attrNameLst>
                                      </p:cBhvr>
                                      <p:to>
                                        <p:strVal val="visible"/>
                                      </p:to>
                                    </p:set>
                                    <p:anim calcmode="lin" valueType="num">
                                      <p:cBhvr>
                                        <p:cTn id="60" dur="500" fill="hold"/>
                                        <p:tgtEl>
                                          <p:spTgt spid="13"/>
                                        </p:tgtEl>
                                        <p:attrNameLst>
                                          <p:attrName>ppt_w</p:attrName>
                                        </p:attrNameLst>
                                      </p:cBhvr>
                                      <p:tavLst>
                                        <p:tav tm="0">
                                          <p:val>
                                            <p:fltVal val="0"/>
                                          </p:val>
                                        </p:tav>
                                        <p:tav tm="100000">
                                          <p:val>
                                            <p:strVal val="#ppt_w"/>
                                          </p:val>
                                        </p:tav>
                                      </p:tavLst>
                                    </p:anim>
                                    <p:anim calcmode="lin" valueType="num">
                                      <p:cBhvr>
                                        <p:cTn id="61" dur="500" fill="hold"/>
                                        <p:tgtEl>
                                          <p:spTgt spid="13"/>
                                        </p:tgtEl>
                                        <p:attrNameLst>
                                          <p:attrName>ppt_h</p:attrName>
                                        </p:attrNameLst>
                                      </p:cBhvr>
                                      <p:tavLst>
                                        <p:tav tm="0">
                                          <p:val>
                                            <p:fltVal val="0"/>
                                          </p:val>
                                        </p:tav>
                                        <p:tav tm="100000">
                                          <p:val>
                                            <p:strVal val="#ppt_h"/>
                                          </p:val>
                                        </p:tav>
                                      </p:tavLst>
                                    </p:anim>
                                    <p:animEffect transition="in" filter="fade">
                                      <p:cBhvr>
                                        <p:cTn id="62" dur="500"/>
                                        <p:tgtEl>
                                          <p:spTgt spid="13"/>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53" presetClass="entr" presetSubtype="0" fill="hold" grpId="0" nodeType="clickEffect">
                                  <p:stCondLst>
                                    <p:cond delay="0"/>
                                  </p:stCondLst>
                                  <p:childTnLst>
                                    <p:set>
                                      <p:cBhvr>
                                        <p:cTn id="66" dur="1" fill="hold">
                                          <p:stCondLst>
                                            <p:cond delay="0"/>
                                          </p:stCondLst>
                                        </p:cTn>
                                        <p:tgtEl>
                                          <p:spTgt spid="14"/>
                                        </p:tgtEl>
                                        <p:attrNameLst>
                                          <p:attrName>style.visibility</p:attrName>
                                        </p:attrNameLst>
                                      </p:cBhvr>
                                      <p:to>
                                        <p:strVal val="visible"/>
                                      </p:to>
                                    </p:set>
                                    <p:anim calcmode="lin" valueType="num">
                                      <p:cBhvr>
                                        <p:cTn id="67" dur="500" fill="hold"/>
                                        <p:tgtEl>
                                          <p:spTgt spid="14"/>
                                        </p:tgtEl>
                                        <p:attrNameLst>
                                          <p:attrName>ppt_w</p:attrName>
                                        </p:attrNameLst>
                                      </p:cBhvr>
                                      <p:tavLst>
                                        <p:tav tm="0">
                                          <p:val>
                                            <p:fltVal val="0"/>
                                          </p:val>
                                        </p:tav>
                                        <p:tav tm="100000">
                                          <p:val>
                                            <p:strVal val="#ppt_w"/>
                                          </p:val>
                                        </p:tav>
                                      </p:tavLst>
                                    </p:anim>
                                    <p:anim calcmode="lin" valueType="num">
                                      <p:cBhvr>
                                        <p:cTn id="68" dur="500" fill="hold"/>
                                        <p:tgtEl>
                                          <p:spTgt spid="14"/>
                                        </p:tgtEl>
                                        <p:attrNameLst>
                                          <p:attrName>ppt_h</p:attrName>
                                        </p:attrNameLst>
                                      </p:cBhvr>
                                      <p:tavLst>
                                        <p:tav tm="0">
                                          <p:val>
                                            <p:fltVal val="0"/>
                                          </p:val>
                                        </p:tav>
                                        <p:tav tm="100000">
                                          <p:val>
                                            <p:strVal val="#ppt_h"/>
                                          </p:val>
                                        </p:tav>
                                      </p:tavLst>
                                    </p:anim>
                                    <p:animEffect transition="in" filter="fade">
                                      <p:cBhvr>
                                        <p:cTn id="69" dur="500"/>
                                        <p:tgtEl>
                                          <p:spTgt spid="14"/>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53" presetClass="entr" presetSubtype="0" fill="hold" grpId="0" nodeType="clickEffect">
                                  <p:stCondLst>
                                    <p:cond delay="0"/>
                                  </p:stCondLst>
                                  <p:childTnLst>
                                    <p:set>
                                      <p:cBhvr>
                                        <p:cTn id="73" dur="1" fill="hold">
                                          <p:stCondLst>
                                            <p:cond delay="0"/>
                                          </p:stCondLst>
                                        </p:cTn>
                                        <p:tgtEl>
                                          <p:spTgt spid="15"/>
                                        </p:tgtEl>
                                        <p:attrNameLst>
                                          <p:attrName>style.visibility</p:attrName>
                                        </p:attrNameLst>
                                      </p:cBhvr>
                                      <p:to>
                                        <p:strVal val="visible"/>
                                      </p:to>
                                    </p:set>
                                    <p:anim calcmode="lin" valueType="num">
                                      <p:cBhvr>
                                        <p:cTn id="74" dur="500" fill="hold"/>
                                        <p:tgtEl>
                                          <p:spTgt spid="15"/>
                                        </p:tgtEl>
                                        <p:attrNameLst>
                                          <p:attrName>ppt_w</p:attrName>
                                        </p:attrNameLst>
                                      </p:cBhvr>
                                      <p:tavLst>
                                        <p:tav tm="0">
                                          <p:val>
                                            <p:fltVal val="0"/>
                                          </p:val>
                                        </p:tav>
                                        <p:tav tm="100000">
                                          <p:val>
                                            <p:strVal val="#ppt_w"/>
                                          </p:val>
                                        </p:tav>
                                      </p:tavLst>
                                    </p:anim>
                                    <p:anim calcmode="lin" valueType="num">
                                      <p:cBhvr>
                                        <p:cTn id="75" dur="500" fill="hold"/>
                                        <p:tgtEl>
                                          <p:spTgt spid="15"/>
                                        </p:tgtEl>
                                        <p:attrNameLst>
                                          <p:attrName>ppt_h</p:attrName>
                                        </p:attrNameLst>
                                      </p:cBhvr>
                                      <p:tavLst>
                                        <p:tav tm="0">
                                          <p:val>
                                            <p:fltVal val="0"/>
                                          </p:val>
                                        </p:tav>
                                        <p:tav tm="100000">
                                          <p:val>
                                            <p:strVal val="#ppt_h"/>
                                          </p:val>
                                        </p:tav>
                                      </p:tavLst>
                                    </p:anim>
                                    <p:animEffect transition="in" filter="fade">
                                      <p:cBhvr>
                                        <p:cTn id="76" dur="500"/>
                                        <p:tgtEl>
                                          <p:spTgt spid="15"/>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53" presetClass="entr" presetSubtype="0" fill="hold" grpId="0" nodeType="clickEffect">
                                  <p:stCondLst>
                                    <p:cond delay="0"/>
                                  </p:stCondLst>
                                  <p:childTnLst>
                                    <p:set>
                                      <p:cBhvr>
                                        <p:cTn id="80" dur="1" fill="hold">
                                          <p:stCondLst>
                                            <p:cond delay="0"/>
                                          </p:stCondLst>
                                        </p:cTn>
                                        <p:tgtEl>
                                          <p:spTgt spid="17"/>
                                        </p:tgtEl>
                                        <p:attrNameLst>
                                          <p:attrName>style.visibility</p:attrName>
                                        </p:attrNameLst>
                                      </p:cBhvr>
                                      <p:to>
                                        <p:strVal val="visible"/>
                                      </p:to>
                                    </p:set>
                                    <p:anim calcmode="lin" valueType="num">
                                      <p:cBhvr>
                                        <p:cTn id="81" dur="500" fill="hold"/>
                                        <p:tgtEl>
                                          <p:spTgt spid="17"/>
                                        </p:tgtEl>
                                        <p:attrNameLst>
                                          <p:attrName>ppt_w</p:attrName>
                                        </p:attrNameLst>
                                      </p:cBhvr>
                                      <p:tavLst>
                                        <p:tav tm="0">
                                          <p:val>
                                            <p:fltVal val="0"/>
                                          </p:val>
                                        </p:tav>
                                        <p:tav tm="100000">
                                          <p:val>
                                            <p:strVal val="#ppt_w"/>
                                          </p:val>
                                        </p:tav>
                                      </p:tavLst>
                                    </p:anim>
                                    <p:anim calcmode="lin" valueType="num">
                                      <p:cBhvr>
                                        <p:cTn id="82" dur="500" fill="hold"/>
                                        <p:tgtEl>
                                          <p:spTgt spid="17"/>
                                        </p:tgtEl>
                                        <p:attrNameLst>
                                          <p:attrName>ppt_h</p:attrName>
                                        </p:attrNameLst>
                                      </p:cBhvr>
                                      <p:tavLst>
                                        <p:tav tm="0">
                                          <p:val>
                                            <p:fltVal val="0"/>
                                          </p:val>
                                        </p:tav>
                                        <p:tav tm="100000">
                                          <p:val>
                                            <p:strVal val="#ppt_h"/>
                                          </p:val>
                                        </p:tav>
                                      </p:tavLst>
                                    </p:anim>
                                    <p:animEffect transition="in" filter="fade">
                                      <p:cBhvr>
                                        <p:cTn id="83" dur="500"/>
                                        <p:tgtEl>
                                          <p:spTgt spid="17"/>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53" presetClass="entr" presetSubtype="0" fill="hold" grpId="0" nodeType="clickEffect">
                                  <p:stCondLst>
                                    <p:cond delay="0"/>
                                  </p:stCondLst>
                                  <p:childTnLst>
                                    <p:set>
                                      <p:cBhvr>
                                        <p:cTn id="87" dur="1" fill="hold">
                                          <p:stCondLst>
                                            <p:cond delay="0"/>
                                          </p:stCondLst>
                                        </p:cTn>
                                        <p:tgtEl>
                                          <p:spTgt spid="16"/>
                                        </p:tgtEl>
                                        <p:attrNameLst>
                                          <p:attrName>style.visibility</p:attrName>
                                        </p:attrNameLst>
                                      </p:cBhvr>
                                      <p:to>
                                        <p:strVal val="visible"/>
                                      </p:to>
                                    </p:set>
                                    <p:anim calcmode="lin" valueType="num">
                                      <p:cBhvr>
                                        <p:cTn id="88" dur="500" fill="hold"/>
                                        <p:tgtEl>
                                          <p:spTgt spid="16"/>
                                        </p:tgtEl>
                                        <p:attrNameLst>
                                          <p:attrName>ppt_w</p:attrName>
                                        </p:attrNameLst>
                                      </p:cBhvr>
                                      <p:tavLst>
                                        <p:tav tm="0">
                                          <p:val>
                                            <p:fltVal val="0"/>
                                          </p:val>
                                        </p:tav>
                                        <p:tav tm="100000">
                                          <p:val>
                                            <p:strVal val="#ppt_w"/>
                                          </p:val>
                                        </p:tav>
                                      </p:tavLst>
                                    </p:anim>
                                    <p:anim calcmode="lin" valueType="num">
                                      <p:cBhvr>
                                        <p:cTn id="89" dur="500" fill="hold"/>
                                        <p:tgtEl>
                                          <p:spTgt spid="16"/>
                                        </p:tgtEl>
                                        <p:attrNameLst>
                                          <p:attrName>ppt_h</p:attrName>
                                        </p:attrNameLst>
                                      </p:cBhvr>
                                      <p:tavLst>
                                        <p:tav tm="0">
                                          <p:val>
                                            <p:fltVal val="0"/>
                                          </p:val>
                                        </p:tav>
                                        <p:tav tm="100000">
                                          <p:val>
                                            <p:strVal val="#ppt_h"/>
                                          </p:val>
                                        </p:tav>
                                      </p:tavLst>
                                    </p:anim>
                                    <p:animEffect transition="in" filter="fade">
                                      <p:cBhvr>
                                        <p:cTn id="90" dur="500"/>
                                        <p:tgtEl>
                                          <p:spTgt spid="16"/>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53" presetClass="entr" presetSubtype="0" fill="hold" grpId="0" nodeType="clickEffect">
                                  <p:stCondLst>
                                    <p:cond delay="0"/>
                                  </p:stCondLst>
                                  <p:childTnLst>
                                    <p:set>
                                      <p:cBhvr>
                                        <p:cTn id="94" dur="1" fill="hold">
                                          <p:stCondLst>
                                            <p:cond delay="0"/>
                                          </p:stCondLst>
                                        </p:cTn>
                                        <p:tgtEl>
                                          <p:spTgt spid="18"/>
                                        </p:tgtEl>
                                        <p:attrNameLst>
                                          <p:attrName>style.visibility</p:attrName>
                                        </p:attrNameLst>
                                      </p:cBhvr>
                                      <p:to>
                                        <p:strVal val="visible"/>
                                      </p:to>
                                    </p:set>
                                    <p:anim calcmode="lin" valueType="num">
                                      <p:cBhvr>
                                        <p:cTn id="95" dur="500" fill="hold"/>
                                        <p:tgtEl>
                                          <p:spTgt spid="18"/>
                                        </p:tgtEl>
                                        <p:attrNameLst>
                                          <p:attrName>ppt_w</p:attrName>
                                        </p:attrNameLst>
                                      </p:cBhvr>
                                      <p:tavLst>
                                        <p:tav tm="0">
                                          <p:val>
                                            <p:fltVal val="0"/>
                                          </p:val>
                                        </p:tav>
                                        <p:tav tm="100000">
                                          <p:val>
                                            <p:strVal val="#ppt_w"/>
                                          </p:val>
                                        </p:tav>
                                      </p:tavLst>
                                    </p:anim>
                                    <p:anim calcmode="lin" valueType="num">
                                      <p:cBhvr>
                                        <p:cTn id="96" dur="500" fill="hold"/>
                                        <p:tgtEl>
                                          <p:spTgt spid="18"/>
                                        </p:tgtEl>
                                        <p:attrNameLst>
                                          <p:attrName>ppt_h</p:attrName>
                                        </p:attrNameLst>
                                      </p:cBhvr>
                                      <p:tavLst>
                                        <p:tav tm="0">
                                          <p:val>
                                            <p:fltVal val="0"/>
                                          </p:val>
                                        </p:tav>
                                        <p:tav tm="100000">
                                          <p:val>
                                            <p:strVal val="#ppt_h"/>
                                          </p:val>
                                        </p:tav>
                                      </p:tavLst>
                                    </p:anim>
                                    <p:animEffect transition="in" filter="fade">
                                      <p:cBhvr>
                                        <p:cTn id="9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12" grpId="0"/>
      <p:bldP spid="13" grpId="0"/>
      <p:bldP spid="14" grpId="0"/>
      <p:bldP spid="15" grpId="0"/>
      <p:bldP spid="16" grpId="0"/>
      <p:bldP spid="17" grpId="0"/>
      <p:bldP spid="18" grpId="0"/>
      <p:bldP spid="4"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a:extLst>
              <a:ext uri="{FF2B5EF4-FFF2-40B4-BE49-F238E27FC236}">
                <a16:creationId xmlns:a16="http://schemas.microsoft.com/office/drawing/2014/main" id="{52C5C343-BEEF-4583-AFB3-1B8D327C85B9}"/>
              </a:ext>
            </a:extLst>
          </p:cNvPr>
          <p:cNvSpPr/>
          <p:nvPr/>
        </p:nvSpPr>
        <p:spPr>
          <a:xfrm>
            <a:off x="3411356" y="2511486"/>
            <a:ext cx="5297809" cy="2323713"/>
          </a:xfrm>
          <a:prstGeom prst="rect">
            <a:avLst/>
          </a:prstGeom>
        </p:spPr>
        <p:txBody>
          <a:bodyPr wrap="square">
            <a:spAutoFit/>
          </a:bodyPr>
          <a:lstStyle/>
          <a:p>
            <a:pPr fontAlgn="auto">
              <a:spcBef>
                <a:spcPct val="20000"/>
              </a:spcBef>
              <a:spcAft>
                <a:spcPts val="0"/>
              </a:spcAft>
              <a:buClr>
                <a:srgbClr val="31B6FD"/>
              </a:buClr>
              <a:buSzPct val="100000"/>
              <a:defRPr/>
            </a:pPr>
            <a:r>
              <a:rPr kumimoji="1" lang="en-US" altLang="zh-CN" sz="2500" b="1" i="1" dirty="0">
                <a:latin typeface="Times New Roman" pitchFamily="18" charset="0"/>
                <a:ea typeface="楷体_GB2312" pitchFamily="49" charset="-122"/>
                <a:cs typeface="Times New Roman" pitchFamily="18" charset="0"/>
              </a:rPr>
              <a:t>	FIRST </a:t>
            </a:r>
            <a:r>
              <a:rPr kumimoji="1" lang="en-US" altLang="zh-CN" sz="2500" b="1" dirty="0">
                <a:latin typeface="Times New Roman" pitchFamily="18" charset="0"/>
                <a:ea typeface="楷体_GB2312" pitchFamily="49" charset="-122"/>
                <a:cs typeface="Times New Roman" pitchFamily="18" charset="0"/>
              </a:rPr>
              <a:t>( </a:t>
            </a:r>
            <a:r>
              <a:rPr kumimoji="1" lang="en-US" altLang="zh-CN" sz="2500" b="1" i="1" dirty="0">
                <a:latin typeface="Times New Roman" pitchFamily="18" charset="0"/>
                <a:ea typeface="楷体_GB2312" pitchFamily="49" charset="-122"/>
                <a:cs typeface="Times New Roman" pitchFamily="18" charset="0"/>
              </a:rPr>
              <a:t>S</a:t>
            </a:r>
            <a:r>
              <a:rPr kumimoji="1" lang="en-US" altLang="zh-CN" sz="2500" b="1" dirty="0">
                <a:latin typeface="Times New Roman" pitchFamily="18" charset="0"/>
                <a:ea typeface="楷体_GB2312" pitchFamily="49" charset="-122"/>
                <a:cs typeface="Times New Roman" pitchFamily="18" charset="0"/>
              </a:rPr>
              <a:t> ) = {		} </a:t>
            </a:r>
          </a:p>
          <a:p>
            <a:pPr fontAlgn="auto">
              <a:spcBef>
                <a:spcPct val="20000"/>
              </a:spcBef>
              <a:spcAft>
                <a:spcPts val="0"/>
              </a:spcAft>
              <a:buClr>
                <a:srgbClr val="073E87"/>
              </a:buClr>
              <a:buSzPct val="75000"/>
              <a:defRPr/>
            </a:pPr>
            <a:r>
              <a:rPr kumimoji="1" lang="en-US" altLang="zh-CN" sz="2500" b="1" i="1" dirty="0">
                <a:latin typeface="Times New Roman" pitchFamily="18" charset="0"/>
                <a:ea typeface="楷体_GB2312" pitchFamily="49" charset="-122"/>
                <a:cs typeface="Times New Roman" pitchFamily="18" charset="0"/>
              </a:rPr>
              <a:t>	FIRST </a:t>
            </a:r>
            <a:r>
              <a:rPr kumimoji="1" lang="en-US" altLang="zh-CN" sz="2500" b="1" dirty="0">
                <a:latin typeface="Times New Roman" pitchFamily="18" charset="0"/>
                <a:ea typeface="楷体_GB2312" pitchFamily="49" charset="-122"/>
                <a:cs typeface="Times New Roman" pitchFamily="18" charset="0"/>
              </a:rPr>
              <a:t>( </a:t>
            </a:r>
            <a:r>
              <a:rPr kumimoji="1" lang="en-US" altLang="zh-CN" sz="2500" b="1" i="1" dirty="0">
                <a:latin typeface="Times New Roman" pitchFamily="18" charset="0"/>
                <a:ea typeface="楷体_GB2312" pitchFamily="49" charset="-122"/>
                <a:cs typeface="Times New Roman" pitchFamily="18" charset="0"/>
              </a:rPr>
              <a:t>A </a:t>
            </a:r>
            <a:r>
              <a:rPr kumimoji="1" lang="en-US" altLang="zh-CN" sz="2500" b="1" dirty="0">
                <a:latin typeface="Times New Roman" pitchFamily="18" charset="0"/>
                <a:ea typeface="楷体_GB2312" pitchFamily="49" charset="-122"/>
                <a:cs typeface="Times New Roman" pitchFamily="18" charset="0"/>
              </a:rPr>
              <a:t>) = {		} </a:t>
            </a:r>
          </a:p>
          <a:p>
            <a:pPr fontAlgn="auto">
              <a:spcBef>
                <a:spcPct val="20000"/>
              </a:spcBef>
              <a:spcAft>
                <a:spcPts val="0"/>
              </a:spcAft>
              <a:buClr>
                <a:srgbClr val="073E87"/>
              </a:buClr>
              <a:buSzPct val="75000"/>
              <a:defRPr/>
            </a:pPr>
            <a:r>
              <a:rPr kumimoji="1" lang="en-US" altLang="zh-CN" sz="2500" b="1" i="1" dirty="0">
                <a:latin typeface="Times New Roman" pitchFamily="18" charset="0"/>
                <a:ea typeface="楷体_GB2312" pitchFamily="49" charset="-122"/>
                <a:cs typeface="Times New Roman" pitchFamily="18" charset="0"/>
              </a:rPr>
              <a:t>	FIRST </a:t>
            </a:r>
            <a:r>
              <a:rPr kumimoji="1" lang="en-US" altLang="zh-CN" sz="2500" b="1" dirty="0">
                <a:latin typeface="Times New Roman" pitchFamily="18" charset="0"/>
                <a:ea typeface="楷体_GB2312" pitchFamily="49" charset="-122"/>
                <a:cs typeface="Times New Roman" pitchFamily="18" charset="0"/>
              </a:rPr>
              <a:t>( </a:t>
            </a:r>
            <a:r>
              <a:rPr kumimoji="1" lang="en-US" altLang="zh-CN" sz="2500" b="1" i="1" dirty="0">
                <a:latin typeface="Times New Roman" pitchFamily="18" charset="0"/>
                <a:ea typeface="楷体_GB2312" pitchFamily="49" charset="-122"/>
                <a:cs typeface="Times New Roman" pitchFamily="18" charset="0"/>
              </a:rPr>
              <a:t>B</a:t>
            </a:r>
            <a:r>
              <a:rPr kumimoji="1" lang="en-US" altLang="zh-CN" sz="2500" b="1" dirty="0">
                <a:latin typeface="Times New Roman" pitchFamily="18" charset="0"/>
                <a:ea typeface="楷体_GB2312" pitchFamily="49" charset="-122"/>
                <a:cs typeface="Times New Roman" pitchFamily="18" charset="0"/>
              </a:rPr>
              <a:t> ) = {		} </a:t>
            </a:r>
          </a:p>
          <a:p>
            <a:pPr fontAlgn="auto">
              <a:spcBef>
                <a:spcPct val="20000"/>
              </a:spcBef>
              <a:spcAft>
                <a:spcPts val="0"/>
              </a:spcAft>
              <a:buClr>
                <a:srgbClr val="073E87"/>
              </a:buClr>
              <a:buSzPct val="75000"/>
              <a:defRPr/>
            </a:pPr>
            <a:r>
              <a:rPr kumimoji="1" lang="en-US" altLang="zh-CN" sz="2500" b="1" i="1" dirty="0">
                <a:latin typeface="Times New Roman" pitchFamily="18" charset="0"/>
                <a:ea typeface="楷体_GB2312" pitchFamily="49" charset="-122"/>
                <a:cs typeface="Times New Roman" pitchFamily="18" charset="0"/>
              </a:rPr>
              <a:t>	FIRST </a:t>
            </a:r>
            <a:r>
              <a:rPr kumimoji="1" lang="en-US" altLang="zh-CN" sz="2500" b="1" dirty="0">
                <a:latin typeface="Times New Roman" pitchFamily="18" charset="0"/>
                <a:ea typeface="楷体_GB2312" pitchFamily="49" charset="-122"/>
                <a:cs typeface="Times New Roman" pitchFamily="18" charset="0"/>
              </a:rPr>
              <a:t>( </a:t>
            </a:r>
            <a:r>
              <a:rPr kumimoji="1" lang="en-US" altLang="zh-CN" sz="2500" b="1" i="1" dirty="0">
                <a:latin typeface="Times New Roman" pitchFamily="18" charset="0"/>
                <a:ea typeface="楷体_GB2312" pitchFamily="49" charset="-122"/>
                <a:cs typeface="Times New Roman" pitchFamily="18" charset="0"/>
              </a:rPr>
              <a:t>C</a:t>
            </a:r>
            <a:r>
              <a:rPr kumimoji="1" lang="en-US" altLang="zh-CN" sz="2500" b="1" dirty="0">
                <a:latin typeface="Times New Roman" pitchFamily="18" charset="0"/>
                <a:ea typeface="楷体_GB2312" pitchFamily="49" charset="-122"/>
                <a:cs typeface="Times New Roman" pitchFamily="18" charset="0"/>
              </a:rPr>
              <a:t> ) = {		} </a:t>
            </a:r>
          </a:p>
          <a:p>
            <a:pPr fontAlgn="auto">
              <a:spcBef>
                <a:spcPct val="20000"/>
              </a:spcBef>
              <a:spcAft>
                <a:spcPts val="0"/>
              </a:spcAft>
              <a:buClr>
                <a:srgbClr val="073E87"/>
              </a:buClr>
              <a:buSzPct val="75000"/>
              <a:defRPr/>
            </a:pPr>
            <a:r>
              <a:rPr kumimoji="1" lang="en-US" altLang="zh-CN" sz="2500" b="1" i="1" dirty="0">
                <a:latin typeface="Times New Roman" pitchFamily="18" charset="0"/>
                <a:ea typeface="楷体_GB2312" pitchFamily="49" charset="-122"/>
                <a:cs typeface="Times New Roman" pitchFamily="18" charset="0"/>
              </a:rPr>
              <a:t>	FIRST </a:t>
            </a:r>
            <a:r>
              <a:rPr kumimoji="1" lang="en-US" altLang="zh-CN" sz="2500" b="1" dirty="0">
                <a:latin typeface="Times New Roman" pitchFamily="18" charset="0"/>
                <a:ea typeface="楷体_GB2312" pitchFamily="49" charset="-122"/>
                <a:cs typeface="Times New Roman" pitchFamily="18" charset="0"/>
              </a:rPr>
              <a:t>( </a:t>
            </a:r>
            <a:r>
              <a:rPr kumimoji="1" lang="en-US" altLang="zh-CN" sz="2500" b="1" i="1" dirty="0">
                <a:latin typeface="Times New Roman" pitchFamily="18" charset="0"/>
                <a:ea typeface="楷体_GB2312" pitchFamily="49" charset="-122"/>
                <a:cs typeface="Times New Roman" pitchFamily="18" charset="0"/>
              </a:rPr>
              <a:t>D</a:t>
            </a:r>
            <a:r>
              <a:rPr kumimoji="1" lang="en-US" altLang="zh-CN" sz="2500" b="1" dirty="0">
                <a:latin typeface="Times New Roman" pitchFamily="18" charset="0"/>
                <a:ea typeface="楷体_GB2312" pitchFamily="49" charset="-122"/>
                <a:cs typeface="Times New Roman" pitchFamily="18" charset="0"/>
              </a:rPr>
              <a:t> ) = {		</a:t>
            </a:r>
            <a:r>
              <a:rPr kumimoji="1" lang="en-US" altLang="zh-CN" sz="2500" b="1" dirty="0">
                <a:effectLst>
                  <a:outerShdw blurRad="38100" dist="38100" dir="2700000" algn="tl">
                    <a:srgbClr val="C0C0C0"/>
                  </a:outerShdw>
                </a:effectLst>
                <a:latin typeface="Times New Roman" pitchFamily="18" charset="0"/>
                <a:ea typeface="楷体_GB2312" pitchFamily="49" charset="-122"/>
                <a:cs typeface="Times New Roman" pitchFamily="18" charset="0"/>
              </a:rPr>
              <a:t>} </a:t>
            </a:r>
            <a:endParaRPr lang="en-US" altLang="zh-CN" sz="2000" b="1" dirty="0">
              <a:solidFill>
                <a:srgbClr val="073E87"/>
              </a:solidFill>
              <a:latin typeface="Times New Roman" panose="02020603050405020304" pitchFamily="18" charset="0"/>
              <a:ea typeface="华文楷体"/>
              <a:cs typeface="Times New Roman" panose="02020603050405020304" pitchFamily="18" charset="0"/>
              <a:sym typeface="Symbol" pitchFamily="18" charset="2"/>
            </a:endParaRPr>
          </a:p>
        </p:txBody>
      </p:sp>
      <p:sp>
        <p:nvSpPr>
          <p:cNvPr id="46082" name="标题 1">
            <a:extLst>
              <a:ext uri="{FF2B5EF4-FFF2-40B4-BE49-F238E27FC236}">
                <a16:creationId xmlns:a16="http://schemas.microsoft.com/office/drawing/2014/main" id="{0E132275-0D8D-4491-A433-26CE77D49F86}"/>
              </a:ext>
            </a:extLst>
          </p:cNvPr>
          <p:cNvSpPr>
            <a:spLocks noGrp="1"/>
          </p:cNvSpPr>
          <p:nvPr>
            <p:ph type="title"/>
          </p:nvPr>
        </p:nvSpPr>
        <p:spPr>
          <a:xfrm>
            <a:off x="755650" y="268288"/>
            <a:ext cx="7931150" cy="358775"/>
          </a:xfrm>
        </p:spPr>
        <p:txBody>
          <a:bodyPr/>
          <a:lstStyle/>
          <a:p>
            <a:pPr eaLnBrk="1" hangingPunct="1">
              <a:defRPr/>
            </a:pPr>
            <a:r>
              <a:rPr lang="zh-CN" altLang="en-US" sz="3000" spc="300" dirty="0">
                <a:solidFill>
                  <a:schemeClr val="tx1"/>
                </a:solidFill>
                <a:latin typeface="微软雅黑" pitchFamily="34" charset="-122"/>
                <a:ea typeface="微软雅黑" pitchFamily="34" charset="-122"/>
                <a:cs typeface="Times New Roman" pitchFamily="18" charset="0"/>
              </a:rPr>
              <a:t>计算文法符号</a:t>
            </a:r>
            <a:r>
              <a:rPr lang="en-US" altLang="zh-CN" sz="3000" i="1" spc="300" dirty="0">
                <a:solidFill>
                  <a:schemeClr val="tx1"/>
                </a:solidFill>
                <a:ea typeface="微软雅黑" pitchFamily="34" charset="-122"/>
                <a:cs typeface="Times New Roman" pitchFamily="18" charset="0"/>
              </a:rPr>
              <a:t>X</a:t>
            </a:r>
            <a:r>
              <a:rPr lang="zh-CN" altLang="en-US" sz="3000" spc="300" dirty="0">
                <a:solidFill>
                  <a:schemeClr val="tx1"/>
                </a:solidFill>
                <a:latin typeface="微软雅黑" pitchFamily="34" charset="-122"/>
                <a:ea typeface="微软雅黑" pitchFamily="34" charset="-122"/>
                <a:cs typeface="Times New Roman" pitchFamily="18" charset="0"/>
              </a:rPr>
              <a:t>的</a:t>
            </a:r>
            <a:r>
              <a:rPr lang="en-US" altLang="zh-CN" sz="3000" i="1" dirty="0">
                <a:solidFill>
                  <a:schemeClr val="tx1"/>
                </a:solidFill>
                <a:ea typeface="微软雅黑" pitchFamily="34" charset="-122"/>
                <a:cs typeface="Times New Roman" pitchFamily="18" charset="0"/>
              </a:rPr>
              <a:t>FIRST</a:t>
            </a:r>
            <a:r>
              <a:rPr lang="en-US" altLang="zh-CN" sz="3000" dirty="0">
                <a:solidFill>
                  <a:schemeClr val="tx1"/>
                </a:solidFill>
                <a:ea typeface="微软雅黑" pitchFamily="34" charset="-122"/>
                <a:cs typeface="Times New Roman" pitchFamily="18" charset="0"/>
              </a:rPr>
              <a:t>(</a:t>
            </a:r>
            <a:r>
              <a:rPr lang="en-US" altLang="zh-CN" sz="3000" i="1" dirty="0">
                <a:solidFill>
                  <a:schemeClr val="tx1"/>
                </a:solidFill>
                <a:ea typeface="微软雅黑" pitchFamily="34" charset="-122"/>
                <a:cs typeface="Times New Roman" pitchFamily="18" charset="0"/>
              </a:rPr>
              <a:t>X </a:t>
            </a:r>
            <a:r>
              <a:rPr lang="en-US" altLang="zh-CN" sz="3000" dirty="0">
                <a:solidFill>
                  <a:schemeClr val="tx1"/>
                </a:solidFill>
                <a:ea typeface="微软雅黑" pitchFamily="34" charset="-122"/>
                <a:cs typeface="Times New Roman" pitchFamily="18" charset="0"/>
              </a:rPr>
              <a:t>)</a:t>
            </a:r>
            <a:endParaRPr lang="zh-CN" altLang="en-US" sz="3000" dirty="0">
              <a:solidFill>
                <a:schemeClr val="tx1"/>
              </a:solidFill>
              <a:ea typeface="微软雅黑" pitchFamily="34" charset="-122"/>
              <a:cs typeface="Times New Roman" pitchFamily="18" charset="0"/>
            </a:endParaRPr>
          </a:p>
        </p:txBody>
      </p:sp>
      <p:sp>
        <p:nvSpPr>
          <p:cNvPr id="10" name="内容占位符 1">
            <a:extLst>
              <a:ext uri="{FF2B5EF4-FFF2-40B4-BE49-F238E27FC236}">
                <a16:creationId xmlns:a16="http://schemas.microsoft.com/office/drawing/2014/main" id="{E47A7D8C-77D5-4BCD-8C43-853F5561CFE9}"/>
              </a:ext>
            </a:extLst>
          </p:cNvPr>
          <p:cNvSpPr>
            <a:spLocks noGrp="1"/>
          </p:cNvSpPr>
          <p:nvPr>
            <p:ph idx="1"/>
          </p:nvPr>
        </p:nvSpPr>
        <p:spPr>
          <a:xfrm>
            <a:off x="633368" y="2071688"/>
            <a:ext cx="3204344" cy="2803524"/>
          </a:xfrm>
        </p:spPr>
        <p:txBody>
          <a:bodyPr/>
          <a:lstStyle/>
          <a:p>
            <a:pPr>
              <a:buClrTx/>
              <a:buFont typeface="Wingdings" panose="05000000000000000000" pitchFamily="2" charset="2"/>
              <a:buChar char="Ø"/>
              <a:defRPr/>
            </a:pPr>
            <a:r>
              <a:rPr lang="zh-CN" altLang="en-US" sz="2500" b="1" dirty="0">
                <a:solidFill>
                  <a:schemeClr val="tx1"/>
                </a:solidFill>
                <a:cs typeface="Times New Roman" panose="02020603050405020304" pitchFamily="18" charset="0"/>
                <a:sym typeface="Symbol" panose="05050102010706020507" pitchFamily="18" charset="2"/>
              </a:rPr>
              <a:t>例</a:t>
            </a:r>
            <a:endParaRPr lang="en-US" altLang="zh-CN" sz="2500" b="1" dirty="0">
              <a:solidFill>
                <a:schemeClr val="tx1"/>
              </a:solidFill>
              <a:cs typeface="Times New Roman" panose="02020603050405020304" pitchFamily="18" charset="0"/>
              <a:sym typeface="Symbol" panose="05050102010706020507" pitchFamily="18" charset="2"/>
            </a:endParaRPr>
          </a:p>
          <a:p>
            <a:pPr>
              <a:buClr>
                <a:schemeClr val="tx2"/>
              </a:buClr>
              <a:buSzPct val="75000"/>
              <a:buFont typeface="Symbol" panose="05050102010706020507" pitchFamily="18" charset="2"/>
              <a:buNone/>
              <a:defRPr/>
            </a:pPr>
            <a:r>
              <a:rPr kumimoji="1" lang="en-US" altLang="zh-CN" sz="2500" i="1" dirty="0">
                <a:ea typeface="楷体_GB2312"/>
                <a:cs typeface="Times New Roman" panose="02020603050405020304" pitchFamily="18" charset="0"/>
              </a:rPr>
              <a:t>S</a:t>
            </a:r>
            <a:r>
              <a:rPr kumimoji="1" lang="en-US" altLang="zh-CN" sz="2500" b="1" i="1" dirty="0">
                <a:solidFill>
                  <a:schemeClr val="tx1"/>
                </a:solidFill>
                <a:ea typeface="楷体_GB2312"/>
                <a:cs typeface="Times New Roman" panose="02020603050405020304" pitchFamily="18" charset="0"/>
              </a:rPr>
              <a:t> </a:t>
            </a:r>
            <a:r>
              <a:rPr kumimoji="1" lang="en-US" altLang="zh-CN" sz="2500" b="1" dirty="0">
                <a:solidFill>
                  <a:schemeClr val="tx1"/>
                </a:solidFill>
                <a:ea typeface="楷体_GB2312"/>
                <a:cs typeface="Times New Roman" panose="02020603050405020304" pitchFamily="18" charset="0"/>
              </a:rPr>
              <a:t>→ </a:t>
            </a:r>
            <a:r>
              <a:rPr kumimoji="1" lang="en-US" altLang="zh-CN" sz="2500" b="1" i="1" dirty="0">
                <a:solidFill>
                  <a:schemeClr val="tx1"/>
                </a:solidFill>
                <a:ea typeface="楷体_GB2312"/>
                <a:cs typeface="Times New Roman" panose="02020603050405020304" pitchFamily="18" charset="0"/>
              </a:rPr>
              <a:t>AB</a:t>
            </a:r>
            <a:r>
              <a:rPr kumimoji="1" lang="zh-CN" altLang="en-US" sz="2500" dirty="0">
                <a:ea typeface="楷体_GB2312"/>
                <a:cs typeface="Times New Roman" panose="02020603050405020304" pitchFamily="18" charset="0"/>
              </a:rPr>
              <a:t>，</a:t>
            </a:r>
            <a:r>
              <a:rPr kumimoji="1" lang="en-US" altLang="zh-CN" sz="2500" i="1" dirty="0">
                <a:ea typeface="楷体_GB2312"/>
                <a:cs typeface="Times New Roman" panose="02020603050405020304" pitchFamily="18" charset="0"/>
              </a:rPr>
              <a:t> S </a:t>
            </a:r>
            <a:r>
              <a:rPr kumimoji="1" lang="en-US" altLang="zh-CN" sz="2500" dirty="0">
                <a:ea typeface="楷体_GB2312"/>
                <a:cs typeface="Times New Roman" panose="02020603050405020304" pitchFamily="18" charset="0"/>
              </a:rPr>
              <a:t>→ </a:t>
            </a:r>
            <a:r>
              <a:rPr kumimoji="1" lang="en-US" altLang="zh-CN" sz="2500" i="1" dirty="0" err="1">
                <a:ea typeface="楷体_GB2312"/>
                <a:cs typeface="Times New Roman" panose="02020603050405020304" pitchFamily="18" charset="0"/>
              </a:rPr>
              <a:t>bC</a:t>
            </a:r>
            <a:r>
              <a:rPr kumimoji="1" lang="en-US" altLang="zh-CN" sz="2500" i="1" dirty="0">
                <a:ea typeface="楷体_GB2312"/>
                <a:cs typeface="Times New Roman" panose="02020603050405020304" pitchFamily="18" charset="0"/>
              </a:rPr>
              <a:t> </a:t>
            </a:r>
            <a:r>
              <a:rPr kumimoji="1" lang="en-US" altLang="zh-CN" sz="2500" b="1" dirty="0">
                <a:solidFill>
                  <a:schemeClr val="tx1"/>
                </a:solidFill>
                <a:ea typeface="楷体_GB2312"/>
                <a:cs typeface="Times New Roman" panose="02020603050405020304" pitchFamily="18" charset="0"/>
              </a:rPr>
              <a:t>	</a:t>
            </a:r>
          </a:p>
          <a:p>
            <a:pPr>
              <a:buClr>
                <a:schemeClr val="tx2"/>
              </a:buClr>
              <a:buSzPct val="75000"/>
              <a:buFont typeface="Symbol" panose="05050102010706020507" pitchFamily="18" charset="2"/>
              <a:buNone/>
              <a:defRPr/>
            </a:pPr>
            <a:r>
              <a:rPr kumimoji="1" lang="en-US" altLang="zh-CN" sz="2500" b="1" i="1" dirty="0">
                <a:solidFill>
                  <a:schemeClr val="tx1"/>
                </a:solidFill>
                <a:ea typeface="楷体_GB2312"/>
                <a:cs typeface="Times New Roman" panose="02020603050405020304" pitchFamily="18" charset="0"/>
              </a:rPr>
              <a:t>A</a:t>
            </a:r>
            <a:r>
              <a:rPr kumimoji="1" lang="en-US" altLang="zh-CN" sz="2500" b="1" dirty="0">
                <a:solidFill>
                  <a:schemeClr val="tx1"/>
                </a:solidFill>
                <a:ea typeface="楷体_GB2312"/>
                <a:cs typeface="Times New Roman" panose="02020603050405020304" pitchFamily="18" charset="0"/>
              </a:rPr>
              <a:t> → </a:t>
            </a:r>
            <a:r>
              <a:rPr kumimoji="1" lang="en-US" altLang="zh-CN" sz="2500" b="1" i="1" dirty="0">
                <a:solidFill>
                  <a:schemeClr val="tx1"/>
                </a:solidFill>
                <a:ea typeface="楷体_GB2312"/>
                <a:cs typeface="Times New Roman" panose="02020603050405020304" pitchFamily="18" charset="0"/>
              </a:rPr>
              <a:t>ε</a:t>
            </a:r>
            <a:r>
              <a:rPr kumimoji="1" lang="zh-CN" altLang="en-US" sz="2500" b="1" i="1" dirty="0">
                <a:solidFill>
                  <a:schemeClr val="tx1"/>
                </a:solidFill>
                <a:ea typeface="楷体_GB2312"/>
                <a:cs typeface="Times New Roman" panose="02020603050405020304" pitchFamily="18" charset="0"/>
              </a:rPr>
              <a:t>，</a:t>
            </a:r>
            <a:r>
              <a:rPr kumimoji="1" lang="en-US" altLang="zh-CN" sz="2500" i="1" dirty="0">
                <a:ea typeface="楷体_GB2312"/>
                <a:cs typeface="Times New Roman" panose="02020603050405020304" pitchFamily="18" charset="0"/>
              </a:rPr>
              <a:t>    </a:t>
            </a:r>
            <a:r>
              <a:rPr kumimoji="1" lang="en-US" altLang="zh-CN" sz="2500" b="1" i="1" dirty="0">
                <a:solidFill>
                  <a:schemeClr val="tx1"/>
                </a:solidFill>
                <a:ea typeface="楷体_GB2312"/>
                <a:cs typeface="Times New Roman" panose="02020603050405020304" pitchFamily="18" charset="0"/>
              </a:rPr>
              <a:t>A</a:t>
            </a:r>
            <a:r>
              <a:rPr kumimoji="1" lang="en-US" altLang="zh-CN" sz="2500" i="1" dirty="0">
                <a:ea typeface="楷体_GB2312"/>
                <a:cs typeface="Times New Roman" panose="02020603050405020304" pitchFamily="18" charset="0"/>
              </a:rPr>
              <a:t> </a:t>
            </a:r>
            <a:r>
              <a:rPr kumimoji="1" lang="en-US" altLang="zh-CN" sz="2500" dirty="0">
                <a:ea typeface="楷体_GB2312"/>
                <a:cs typeface="Times New Roman" panose="02020603050405020304" pitchFamily="18" charset="0"/>
              </a:rPr>
              <a:t>→ </a:t>
            </a:r>
            <a:r>
              <a:rPr kumimoji="1" lang="en-US" altLang="zh-CN" sz="2500" i="1" dirty="0">
                <a:ea typeface="楷体_GB2312"/>
                <a:cs typeface="Times New Roman" panose="02020603050405020304" pitchFamily="18" charset="0"/>
              </a:rPr>
              <a:t>b</a:t>
            </a:r>
            <a:r>
              <a:rPr kumimoji="1" lang="en-US" altLang="zh-CN" sz="2500" b="1" dirty="0">
                <a:solidFill>
                  <a:schemeClr val="tx1"/>
                </a:solidFill>
                <a:ea typeface="楷体_GB2312"/>
                <a:cs typeface="Times New Roman" panose="02020603050405020304" pitchFamily="18" charset="0"/>
              </a:rPr>
              <a:t> </a:t>
            </a:r>
          </a:p>
          <a:p>
            <a:pPr>
              <a:buClr>
                <a:schemeClr val="tx2"/>
              </a:buClr>
              <a:buSzPct val="75000"/>
              <a:buFont typeface="Symbol" panose="05050102010706020507" pitchFamily="18" charset="2"/>
              <a:buNone/>
              <a:defRPr/>
            </a:pPr>
            <a:r>
              <a:rPr kumimoji="1" lang="en-US" altLang="zh-CN" sz="2500" i="1" dirty="0">
                <a:ea typeface="楷体_GB2312"/>
                <a:cs typeface="Times New Roman" panose="02020603050405020304" pitchFamily="18" charset="0"/>
              </a:rPr>
              <a:t>B</a:t>
            </a:r>
            <a:r>
              <a:rPr kumimoji="1" lang="en-US" altLang="zh-CN" sz="2500" dirty="0">
                <a:ea typeface="楷体_GB2312"/>
                <a:cs typeface="Times New Roman" panose="02020603050405020304" pitchFamily="18" charset="0"/>
              </a:rPr>
              <a:t>  → </a:t>
            </a:r>
            <a:r>
              <a:rPr kumimoji="1" lang="en-US" altLang="zh-CN" sz="2500" i="1" dirty="0">
                <a:ea typeface="楷体_GB2312"/>
                <a:cs typeface="Times New Roman" panose="02020603050405020304" pitchFamily="18" charset="0"/>
              </a:rPr>
              <a:t>ε</a:t>
            </a:r>
            <a:r>
              <a:rPr kumimoji="1" lang="zh-CN" altLang="en-US" sz="2500" i="1" dirty="0">
                <a:ea typeface="楷体_GB2312"/>
                <a:cs typeface="Times New Roman" panose="02020603050405020304" pitchFamily="18" charset="0"/>
              </a:rPr>
              <a:t>，   </a:t>
            </a:r>
            <a:r>
              <a:rPr kumimoji="1" lang="en-US" altLang="zh-CN" sz="2500" i="1" dirty="0">
                <a:ea typeface="楷体_GB2312"/>
                <a:cs typeface="Times New Roman" panose="02020603050405020304" pitchFamily="18" charset="0"/>
              </a:rPr>
              <a:t>B</a:t>
            </a:r>
            <a:r>
              <a:rPr kumimoji="1" lang="en-US" altLang="zh-CN" sz="2500" b="1" dirty="0">
                <a:solidFill>
                  <a:schemeClr val="tx1"/>
                </a:solidFill>
                <a:ea typeface="楷体_GB2312"/>
                <a:cs typeface="Times New Roman" panose="02020603050405020304" pitchFamily="18" charset="0"/>
              </a:rPr>
              <a:t>→ </a:t>
            </a:r>
            <a:r>
              <a:rPr kumimoji="1" lang="en-US" altLang="zh-CN" sz="2500" b="1" i="1" dirty="0" err="1">
                <a:solidFill>
                  <a:schemeClr val="tx1"/>
                </a:solidFill>
                <a:ea typeface="楷体_GB2312"/>
                <a:cs typeface="Times New Roman" panose="02020603050405020304" pitchFamily="18" charset="0"/>
              </a:rPr>
              <a:t>aD</a:t>
            </a:r>
            <a:r>
              <a:rPr kumimoji="1" lang="en-US" altLang="zh-CN" sz="2500" b="1" dirty="0">
                <a:solidFill>
                  <a:schemeClr val="tx1"/>
                </a:solidFill>
                <a:ea typeface="楷体_GB2312"/>
                <a:cs typeface="Times New Roman" panose="02020603050405020304" pitchFamily="18" charset="0"/>
              </a:rPr>
              <a:t> </a:t>
            </a:r>
          </a:p>
          <a:p>
            <a:pPr>
              <a:buClr>
                <a:schemeClr val="tx2"/>
              </a:buClr>
              <a:buSzPct val="75000"/>
              <a:buFont typeface="Symbol" panose="05050102010706020507" pitchFamily="18" charset="2"/>
              <a:buNone/>
              <a:defRPr/>
            </a:pPr>
            <a:r>
              <a:rPr kumimoji="1" lang="en-US" altLang="zh-CN" sz="2500" i="1" dirty="0">
                <a:ea typeface="宋体" panose="02010600030101010101" pitchFamily="2" charset="-122"/>
                <a:cs typeface="Times New Roman" panose="02020603050405020304" pitchFamily="18" charset="0"/>
              </a:rPr>
              <a:t>C</a:t>
            </a:r>
            <a:r>
              <a:rPr kumimoji="1" lang="en-US" altLang="zh-CN" sz="2500" dirty="0">
                <a:ea typeface="楷体_GB2312"/>
                <a:cs typeface="Times New Roman" panose="02020603050405020304" pitchFamily="18" charset="0"/>
              </a:rPr>
              <a:t> → </a:t>
            </a:r>
            <a:r>
              <a:rPr kumimoji="1" lang="en-US" altLang="zh-CN" sz="2500" i="1" dirty="0">
                <a:ea typeface="楷体_GB2312"/>
                <a:cs typeface="Times New Roman" panose="02020603050405020304" pitchFamily="18" charset="0"/>
              </a:rPr>
              <a:t>AD</a:t>
            </a:r>
            <a:r>
              <a:rPr kumimoji="1" lang="zh-CN" altLang="en-US" sz="2500" i="1" dirty="0">
                <a:ea typeface="楷体_GB2312"/>
                <a:cs typeface="Times New Roman" panose="02020603050405020304" pitchFamily="18" charset="0"/>
              </a:rPr>
              <a:t>，</a:t>
            </a:r>
            <a:r>
              <a:rPr kumimoji="1" lang="en-US" altLang="zh-CN" sz="2500" i="1" dirty="0">
                <a:ea typeface="楷体_GB2312"/>
                <a:cs typeface="Times New Roman" panose="02020603050405020304" pitchFamily="18" charset="0"/>
              </a:rPr>
              <a:t>C</a:t>
            </a:r>
            <a:r>
              <a:rPr kumimoji="1" lang="en-US" altLang="zh-CN" sz="2500" b="1" i="1" dirty="0">
                <a:solidFill>
                  <a:schemeClr val="tx1"/>
                </a:solidFill>
                <a:ea typeface="楷体_GB2312"/>
                <a:cs typeface="Times New Roman" panose="02020603050405020304" pitchFamily="18" charset="0"/>
              </a:rPr>
              <a:t> </a:t>
            </a:r>
            <a:r>
              <a:rPr kumimoji="1" lang="en-US" altLang="zh-CN" sz="2500" b="1" dirty="0">
                <a:solidFill>
                  <a:schemeClr val="tx1"/>
                </a:solidFill>
                <a:ea typeface="楷体_GB2312"/>
                <a:cs typeface="Times New Roman" panose="02020603050405020304" pitchFamily="18" charset="0"/>
              </a:rPr>
              <a:t>→ </a:t>
            </a:r>
            <a:r>
              <a:rPr kumimoji="1" lang="en-US" altLang="zh-CN" sz="2500" b="1" i="1" dirty="0">
                <a:solidFill>
                  <a:schemeClr val="tx1"/>
                </a:solidFill>
                <a:ea typeface="楷体_GB2312"/>
                <a:cs typeface="Times New Roman" panose="02020603050405020304" pitchFamily="18" charset="0"/>
              </a:rPr>
              <a:t>b</a:t>
            </a:r>
          </a:p>
          <a:p>
            <a:pPr>
              <a:buClr>
                <a:schemeClr val="tx2"/>
              </a:buClr>
              <a:buSzPct val="75000"/>
              <a:buFont typeface="Symbol" panose="05050102010706020507" pitchFamily="18" charset="2"/>
              <a:buNone/>
              <a:defRPr/>
            </a:pPr>
            <a:r>
              <a:rPr kumimoji="1" lang="en-US" altLang="zh-CN" sz="2500" i="1" dirty="0">
                <a:ea typeface="宋体" panose="02010600030101010101" pitchFamily="2" charset="-122"/>
                <a:cs typeface="Times New Roman" panose="02020603050405020304" pitchFamily="18" charset="0"/>
              </a:rPr>
              <a:t>D</a:t>
            </a:r>
            <a:r>
              <a:rPr kumimoji="1" lang="en-US" altLang="zh-CN" sz="2500" dirty="0">
                <a:ea typeface="楷体_GB2312"/>
                <a:cs typeface="Times New Roman" panose="02020603050405020304" pitchFamily="18" charset="0"/>
              </a:rPr>
              <a:t> → </a:t>
            </a:r>
            <a:r>
              <a:rPr kumimoji="1" lang="en-US" altLang="zh-CN" sz="2500" i="1" dirty="0" err="1">
                <a:ea typeface="楷体_GB2312"/>
                <a:cs typeface="Times New Roman" panose="02020603050405020304" pitchFamily="18" charset="0"/>
              </a:rPr>
              <a:t>aS</a:t>
            </a:r>
            <a:r>
              <a:rPr kumimoji="1" lang="zh-CN" altLang="en-US" sz="2500" i="1" dirty="0">
                <a:ea typeface="楷体_GB2312"/>
                <a:cs typeface="Times New Roman" panose="02020603050405020304" pitchFamily="18" charset="0"/>
              </a:rPr>
              <a:t>， </a:t>
            </a:r>
            <a:r>
              <a:rPr kumimoji="1" lang="en-US" altLang="zh-CN" sz="2500" i="1" dirty="0">
                <a:ea typeface="楷体_GB2312"/>
                <a:cs typeface="Times New Roman" panose="02020603050405020304" pitchFamily="18" charset="0"/>
              </a:rPr>
              <a:t>D</a:t>
            </a:r>
            <a:r>
              <a:rPr kumimoji="1" lang="en-US" altLang="zh-CN" sz="2500" dirty="0">
                <a:ea typeface="楷体_GB2312"/>
                <a:cs typeface="Times New Roman" panose="02020603050405020304" pitchFamily="18" charset="0"/>
              </a:rPr>
              <a:t> → </a:t>
            </a:r>
            <a:r>
              <a:rPr kumimoji="1" lang="en-US" altLang="zh-CN" sz="2500" i="1" dirty="0">
                <a:ea typeface="楷体_GB2312"/>
                <a:cs typeface="Times New Roman" panose="02020603050405020304" pitchFamily="18" charset="0"/>
              </a:rPr>
              <a:t>c</a:t>
            </a:r>
            <a:r>
              <a:rPr kumimoji="1" lang="en-US" altLang="zh-CN" sz="2500" b="1" dirty="0">
                <a:solidFill>
                  <a:schemeClr val="tx1"/>
                </a:solidFill>
                <a:ea typeface="楷体_GB2312"/>
                <a:cs typeface="Times New Roman" panose="02020603050405020304" pitchFamily="18" charset="0"/>
              </a:rPr>
              <a:t>		</a:t>
            </a:r>
            <a:endParaRPr kumimoji="1" lang="en-US" altLang="zh-CN" sz="2500" b="1" dirty="0">
              <a:solidFill>
                <a:schemeClr val="tx1"/>
              </a:solidFill>
              <a:effectLst>
                <a:outerShdw blurRad="38100" dist="38100" dir="2700000" algn="tl">
                  <a:srgbClr val="C0C0C0"/>
                </a:outerShdw>
              </a:effectLst>
              <a:ea typeface="楷体_GB2312"/>
              <a:cs typeface="Times New Roman" panose="02020603050405020304" pitchFamily="18" charset="0"/>
            </a:endParaRPr>
          </a:p>
          <a:p>
            <a:pPr>
              <a:defRPr/>
            </a:pPr>
            <a:endParaRPr lang="en-US" altLang="zh-CN" sz="2000" b="1" dirty="0">
              <a:cs typeface="Times New Roman" panose="02020603050405020304" pitchFamily="18" charset="0"/>
              <a:sym typeface="Symbol" panose="05050102010706020507" pitchFamily="18" charset="2"/>
            </a:endParaRPr>
          </a:p>
        </p:txBody>
      </p:sp>
      <p:sp>
        <p:nvSpPr>
          <p:cNvPr id="12" name="矩形 11">
            <a:extLst>
              <a:ext uri="{FF2B5EF4-FFF2-40B4-BE49-F238E27FC236}">
                <a16:creationId xmlns:a16="http://schemas.microsoft.com/office/drawing/2014/main" id="{649BE1A9-CEB5-491A-943B-E9C0DD2E84C6}"/>
              </a:ext>
            </a:extLst>
          </p:cNvPr>
          <p:cNvSpPr>
            <a:spLocks noChangeArrowheads="1"/>
          </p:cNvSpPr>
          <p:nvPr/>
        </p:nvSpPr>
        <p:spPr bwMode="auto">
          <a:xfrm>
            <a:off x="6804248" y="2952973"/>
            <a:ext cx="877163"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500" b="1" i="1" dirty="0">
                <a:solidFill>
                  <a:srgbClr val="FF0000"/>
                </a:solidFill>
                <a:latin typeface="Times New Roman" panose="02020603050405020304" pitchFamily="18" charset="0"/>
                <a:ea typeface="楷体_GB2312"/>
                <a:cs typeface="Times New Roman" panose="02020603050405020304" pitchFamily="18" charset="0"/>
              </a:rPr>
              <a:t>b</a:t>
            </a:r>
            <a:r>
              <a:rPr kumimoji="1" lang="zh-CN" altLang="en-US" sz="2500" b="1" i="1" dirty="0">
                <a:solidFill>
                  <a:srgbClr val="FF0000"/>
                </a:solidFill>
                <a:latin typeface="Times New Roman" panose="02020603050405020304" pitchFamily="18" charset="0"/>
                <a:ea typeface="楷体_GB2312"/>
                <a:cs typeface="Times New Roman" panose="02020603050405020304" pitchFamily="18" charset="0"/>
              </a:rPr>
              <a:t>，</a:t>
            </a:r>
            <a:r>
              <a:rPr kumimoji="1" lang="en-US" altLang="zh-CN" sz="2500" b="1" i="1" dirty="0">
                <a:solidFill>
                  <a:srgbClr val="FF0000"/>
                </a:solidFill>
                <a:latin typeface="Times New Roman" panose="02020603050405020304" pitchFamily="18" charset="0"/>
                <a:ea typeface="楷体_GB2312"/>
                <a:cs typeface="Times New Roman" panose="02020603050405020304" pitchFamily="18" charset="0"/>
              </a:rPr>
              <a:t>ε</a:t>
            </a:r>
            <a:r>
              <a:rPr kumimoji="1" lang="en-US" altLang="zh-CN" sz="2500" b="1" dirty="0">
                <a:solidFill>
                  <a:srgbClr val="073E87"/>
                </a:solidFill>
                <a:latin typeface="Times New Roman" panose="02020603050405020304" pitchFamily="18" charset="0"/>
                <a:ea typeface="楷体_GB2312"/>
                <a:cs typeface="Times New Roman" panose="02020603050405020304" pitchFamily="18" charset="0"/>
              </a:rPr>
              <a:t> </a:t>
            </a:r>
            <a:endParaRPr lang="zh-CN" altLang="en-US" sz="2500" b="1" dirty="0">
              <a:ea typeface="楷体_GB2312"/>
              <a:cs typeface="Times New Roman" panose="02020603050405020304" pitchFamily="18" charset="0"/>
            </a:endParaRPr>
          </a:p>
        </p:txBody>
      </p:sp>
      <p:sp>
        <p:nvSpPr>
          <p:cNvPr id="14" name="矩形 13">
            <a:extLst>
              <a:ext uri="{FF2B5EF4-FFF2-40B4-BE49-F238E27FC236}">
                <a16:creationId xmlns:a16="http://schemas.microsoft.com/office/drawing/2014/main" id="{8A7B71C9-DEDA-4B09-BEE7-6C9799C9CA60}"/>
              </a:ext>
            </a:extLst>
          </p:cNvPr>
          <p:cNvSpPr>
            <a:spLocks noChangeArrowheads="1"/>
          </p:cNvSpPr>
          <p:nvPr/>
        </p:nvSpPr>
        <p:spPr bwMode="auto">
          <a:xfrm>
            <a:off x="6660232" y="3938135"/>
            <a:ext cx="425116"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500" b="1" i="1" dirty="0">
                <a:solidFill>
                  <a:srgbClr val="FF0000"/>
                </a:solidFill>
                <a:latin typeface="Times New Roman" panose="02020603050405020304" pitchFamily="18" charset="0"/>
                <a:ea typeface="楷体_GB2312"/>
                <a:cs typeface="Times New Roman" panose="02020603050405020304" pitchFamily="18" charset="0"/>
              </a:rPr>
              <a:t>b</a:t>
            </a:r>
            <a:r>
              <a:rPr kumimoji="1" lang="en-US" altLang="zh-CN" sz="2500" b="1" dirty="0">
                <a:solidFill>
                  <a:srgbClr val="073E87"/>
                </a:solidFill>
                <a:latin typeface="Times New Roman" panose="02020603050405020304" pitchFamily="18" charset="0"/>
                <a:ea typeface="楷体_GB2312"/>
                <a:cs typeface="Times New Roman" panose="02020603050405020304" pitchFamily="18" charset="0"/>
              </a:rPr>
              <a:t> </a:t>
            </a:r>
            <a:endParaRPr lang="zh-CN" altLang="en-US" sz="2500" b="1" dirty="0">
              <a:ea typeface="楷体_GB2312"/>
              <a:cs typeface="Times New Roman" panose="02020603050405020304" pitchFamily="18" charset="0"/>
            </a:endParaRPr>
          </a:p>
        </p:txBody>
      </p:sp>
      <p:sp>
        <p:nvSpPr>
          <p:cNvPr id="16" name="矩形 15">
            <a:extLst>
              <a:ext uri="{FF2B5EF4-FFF2-40B4-BE49-F238E27FC236}">
                <a16:creationId xmlns:a16="http://schemas.microsoft.com/office/drawing/2014/main" id="{015C57F2-522D-4B9C-9433-FBF1EAFA6D31}"/>
              </a:ext>
            </a:extLst>
          </p:cNvPr>
          <p:cNvSpPr>
            <a:spLocks noChangeArrowheads="1"/>
          </p:cNvSpPr>
          <p:nvPr/>
        </p:nvSpPr>
        <p:spPr bwMode="auto">
          <a:xfrm>
            <a:off x="6805866" y="3424609"/>
            <a:ext cx="877163"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500" b="1" i="1" dirty="0">
                <a:solidFill>
                  <a:srgbClr val="FF0000"/>
                </a:solidFill>
                <a:latin typeface="Times New Roman" panose="02020603050405020304" pitchFamily="18" charset="0"/>
                <a:ea typeface="楷体_GB2312"/>
                <a:cs typeface="Times New Roman" panose="02020603050405020304" pitchFamily="18" charset="0"/>
              </a:rPr>
              <a:t>a</a:t>
            </a:r>
            <a:r>
              <a:rPr kumimoji="1" lang="zh-CN" altLang="en-US" sz="2500" b="1" i="1" dirty="0">
                <a:solidFill>
                  <a:srgbClr val="FF0000"/>
                </a:solidFill>
                <a:latin typeface="Times New Roman" panose="02020603050405020304" pitchFamily="18" charset="0"/>
                <a:ea typeface="楷体_GB2312"/>
                <a:cs typeface="Times New Roman" panose="02020603050405020304" pitchFamily="18" charset="0"/>
              </a:rPr>
              <a:t>，</a:t>
            </a:r>
            <a:r>
              <a:rPr kumimoji="1" lang="en-US" altLang="zh-CN" sz="2500" b="1" i="1" dirty="0">
                <a:solidFill>
                  <a:srgbClr val="FF0000"/>
                </a:solidFill>
                <a:latin typeface="Times New Roman" panose="02020603050405020304" pitchFamily="18" charset="0"/>
                <a:ea typeface="楷体_GB2312"/>
                <a:cs typeface="Times New Roman" panose="02020603050405020304" pitchFamily="18" charset="0"/>
              </a:rPr>
              <a:t>ε</a:t>
            </a:r>
            <a:r>
              <a:rPr kumimoji="1" lang="en-US" altLang="zh-CN" sz="2500" b="1" dirty="0">
                <a:solidFill>
                  <a:srgbClr val="FF0000"/>
                </a:solidFill>
                <a:latin typeface="Times New Roman" panose="02020603050405020304" pitchFamily="18" charset="0"/>
                <a:ea typeface="楷体_GB2312"/>
                <a:cs typeface="Times New Roman" panose="02020603050405020304" pitchFamily="18" charset="0"/>
              </a:rPr>
              <a:t> </a:t>
            </a:r>
            <a:endParaRPr lang="zh-CN" altLang="en-US" sz="2500" b="1" dirty="0">
              <a:ea typeface="楷体_GB2312"/>
              <a:cs typeface="Times New Roman" panose="02020603050405020304" pitchFamily="18" charset="0"/>
            </a:endParaRPr>
          </a:p>
        </p:txBody>
      </p:sp>
      <p:sp>
        <p:nvSpPr>
          <p:cNvPr id="17" name="矩形 16">
            <a:extLst>
              <a:ext uri="{FF2B5EF4-FFF2-40B4-BE49-F238E27FC236}">
                <a16:creationId xmlns:a16="http://schemas.microsoft.com/office/drawing/2014/main" id="{E640F1F9-DDDB-4831-B14C-B449D68DF757}"/>
              </a:ext>
            </a:extLst>
          </p:cNvPr>
          <p:cNvSpPr>
            <a:spLocks noChangeArrowheads="1"/>
          </p:cNvSpPr>
          <p:nvPr/>
        </p:nvSpPr>
        <p:spPr bwMode="auto">
          <a:xfrm>
            <a:off x="6842968" y="4320359"/>
            <a:ext cx="888385"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500" b="1" i="1" dirty="0">
                <a:solidFill>
                  <a:srgbClr val="FF0000"/>
                </a:solidFill>
                <a:latin typeface="Times New Roman" panose="02020603050405020304" pitchFamily="18" charset="0"/>
                <a:ea typeface="楷体_GB2312"/>
                <a:cs typeface="Times New Roman" panose="02020603050405020304" pitchFamily="18" charset="0"/>
              </a:rPr>
              <a:t>a</a:t>
            </a:r>
            <a:r>
              <a:rPr kumimoji="1" lang="zh-CN" altLang="en-US" sz="2500" b="1" dirty="0">
                <a:solidFill>
                  <a:srgbClr val="FF0000"/>
                </a:solidFill>
                <a:latin typeface="Times New Roman" panose="02020603050405020304" pitchFamily="18" charset="0"/>
                <a:ea typeface="楷体_GB2312"/>
                <a:cs typeface="Times New Roman" panose="02020603050405020304" pitchFamily="18" charset="0"/>
              </a:rPr>
              <a:t>，</a:t>
            </a:r>
            <a:r>
              <a:rPr kumimoji="1" lang="en-US" altLang="zh-CN" sz="2500" b="1" i="1" dirty="0">
                <a:solidFill>
                  <a:srgbClr val="FF0000"/>
                </a:solidFill>
                <a:latin typeface="Times New Roman" panose="02020603050405020304" pitchFamily="18" charset="0"/>
                <a:ea typeface="楷体_GB2312"/>
                <a:cs typeface="Times New Roman" panose="02020603050405020304" pitchFamily="18" charset="0"/>
              </a:rPr>
              <a:t>c</a:t>
            </a:r>
            <a:r>
              <a:rPr kumimoji="1" lang="en-US" altLang="zh-CN" sz="2500" b="1" dirty="0">
                <a:solidFill>
                  <a:srgbClr val="073E87"/>
                </a:solidFill>
                <a:latin typeface="Times New Roman" panose="02020603050405020304" pitchFamily="18" charset="0"/>
                <a:ea typeface="楷体_GB2312"/>
                <a:cs typeface="Times New Roman" panose="02020603050405020304" pitchFamily="18" charset="0"/>
              </a:rPr>
              <a:t> </a:t>
            </a:r>
            <a:endParaRPr lang="zh-CN" altLang="en-US" sz="2500" b="1" dirty="0">
              <a:ea typeface="楷体_GB2312"/>
              <a:cs typeface="Times New Roman" panose="02020603050405020304" pitchFamily="18" charset="0"/>
            </a:endParaRPr>
          </a:p>
        </p:txBody>
      </p:sp>
      <p:sp>
        <p:nvSpPr>
          <p:cNvPr id="18" name="矩形 17">
            <a:extLst>
              <a:ext uri="{FF2B5EF4-FFF2-40B4-BE49-F238E27FC236}">
                <a16:creationId xmlns:a16="http://schemas.microsoft.com/office/drawing/2014/main" id="{8E11A968-CFE0-4110-838C-1548F4A6A469}"/>
              </a:ext>
            </a:extLst>
          </p:cNvPr>
          <p:cNvSpPr>
            <a:spLocks noChangeArrowheads="1"/>
          </p:cNvSpPr>
          <p:nvPr/>
        </p:nvSpPr>
        <p:spPr bwMode="auto">
          <a:xfrm>
            <a:off x="6637654" y="2544898"/>
            <a:ext cx="425116"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500" b="1" i="1" dirty="0">
                <a:solidFill>
                  <a:srgbClr val="FF0000"/>
                </a:solidFill>
                <a:latin typeface="Times New Roman" panose="02020603050405020304" pitchFamily="18" charset="0"/>
                <a:ea typeface="楷体_GB2312"/>
                <a:cs typeface="Times New Roman" panose="02020603050405020304" pitchFamily="18" charset="0"/>
              </a:rPr>
              <a:t>b</a:t>
            </a:r>
            <a:r>
              <a:rPr kumimoji="1" lang="en-US" altLang="zh-CN" sz="2500" b="1" dirty="0">
                <a:solidFill>
                  <a:srgbClr val="FF0000"/>
                </a:solidFill>
                <a:latin typeface="Times New Roman" panose="02020603050405020304" pitchFamily="18" charset="0"/>
                <a:ea typeface="楷体_GB2312"/>
                <a:cs typeface="Times New Roman" panose="02020603050405020304" pitchFamily="18" charset="0"/>
              </a:rPr>
              <a:t> </a:t>
            </a:r>
            <a:endParaRPr lang="zh-CN" altLang="en-US" sz="2500" b="1" dirty="0">
              <a:ea typeface="楷体_GB2312"/>
              <a:cs typeface="Times New Roman" panose="02020603050405020304" pitchFamily="18" charset="0"/>
            </a:endParaRPr>
          </a:p>
        </p:txBody>
      </p:sp>
      <p:sp>
        <p:nvSpPr>
          <p:cNvPr id="4" name="矩形 3">
            <a:extLst>
              <a:ext uri="{FF2B5EF4-FFF2-40B4-BE49-F238E27FC236}">
                <a16:creationId xmlns:a16="http://schemas.microsoft.com/office/drawing/2014/main" id="{8D7C77D9-225A-4532-B2D7-7F02D80A7921}"/>
              </a:ext>
            </a:extLst>
          </p:cNvPr>
          <p:cNvSpPr/>
          <p:nvPr/>
        </p:nvSpPr>
        <p:spPr>
          <a:xfrm>
            <a:off x="142875" y="990600"/>
            <a:ext cx="8858250" cy="938213"/>
          </a:xfrm>
          <a:prstGeom prst="rect">
            <a:avLst/>
          </a:prstGeom>
          <a:solidFill>
            <a:schemeClr val="accent5">
              <a:lumMod val="60000"/>
              <a:lumOff val="40000"/>
            </a:schemeClr>
          </a:solidFill>
          <a:ln>
            <a:solidFill>
              <a:schemeClr val="tx1"/>
            </a:solidFill>
          </a:ln>
        </p:spPr>
        <p:txBody>
          <a:bodyPr anchor="ctr">
            <a:spAutoFit/>
          </a:bodyPr>
          <a:lstStyle>
            <a:lvl1pPr marL="342900" indent="-342900">
              <a:defRPr>
                <a:solidFill>
                  <a:schemeClr val="tx1"/>
                </a:solidFill>
                <a:latin typeface="Tahoma" panose="020B0604030504040204" pitchFamily="34" charset="0"/>
                <a:ea typeface="宋体" panose="02010600030101010101" pitchFamily="2" charset="-122"/>
              </a:defRPr>
            </a:lvl1pPr>
            <a:lvl2pPr marL="576263" indent="-2730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lvl="1" eaLnBrk="1" hangingPunct="1">
              <a:spcBef>
                <a:spcPct val="20000"/>
              </a:spcBef>
              <a:buSzPct val="100000"/>
              <a:buFont typeface="Wingdings" pitchFamily="2" charset="2"/>
              <a:buChar char="Ø"/>
              <a:defRPr/>
            </a:pPr>
            <a:r>
              <a:rPr lang="en-US" altLang="zh-CN" sz="2500" b="1" i="1" dirty="0">
                <a:latin typeface="Times New Roman" panose="02020603050405020304" pitchFamily="18" charset="0"/>
                <a:ea typeface="华文楷体" panose="02010600040101010101" pitchFamily="2" charset="-122"/>
                <a:cs typeface="Times New Roman" panose="02020603050405020304" pitchFamily="18" charset="0"/>
              </a:rPr>
              <a:t>FIRST </a:t>
            </a:r>
            <a:r>
              <a:rPr lang="en-US" altLang="zh-CN" sz="2500" b="1"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500" b="1" i="1" dirty="0">
                <a:latin typeface="Times New Roman" panose="02020603050405020304" pitchFamily="18" charset="0"/>
                <a:ea typeface="华文楷体" panose="02010600040101010101" pitchFamily="2" charset="-122"/>
                <a:cs typeface="Times New Roman" panose="02020603050405020304" pitchFamily="18" charset="0"/>
              </a:rPr>
              <a:t>X </a:t>
            </a:r>
            <a:r>
              <a:rPr lang="en-US" altLang="zh-CN" sz="2500"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500" b="1" spc="-300" dirty="0">
                <a:latin typeface="Times New Roman" panose="02020603050405020304" pitchFamily="18" charset="0"/>
                <a:ea typeface="华文楷体" panose="02010600040101010101" pitchFamily="2" charset="-122"/>
                <a:cs typeface="Times New Roman" panose="02020603050405020304" pitchFamily="18" charset="0"/>
              </a:rPr>
              <a:t>：可</a:t>
            </a:r>
            <a:r>
              <a:rPr lang="zh-CN" altLang="en-US" sz="2500" b="1" dirty="0">
                <a:latin typeface="Times New Roman" panose="02020603050405020304" pitchFamily="18" charset="0"/>
                <a:ea typeface="华文楷体" panose="02010600040101010101" pitchFamily="2" charset="-122"/>
                <a:cs typeface="Times New Roman" panose="02020603050405020304" pitchFamily="18" charset="0"/>
              </a:rPr>
              <a:t>以从</a:t>
            </a:r>
            <a:r>
              <a:rPr lang="en-US" altLang="zh-CN" sz="2500" b="1" i="1" dirty="0">
                <a:latin typeface="Times New Roman" panose="02020603050405020304" pitchFamily="18" charset="0"/>
                <a:ea typeface="华文楷体" panose="02010600040101010101" pitchFamily="2" charset="-122"/>
                <a:cs typeface="Times New Roman" panose="02020603050405020304" pitchFamily="18" charset="0"/>
              </a:rPr>
              <a:t>X</a:t>
            </a:r>
            <a:r>
              <a:rPr lang="zh-CN" altLang="en-US" sz="2500" b="1" dirty="0">
                <a:latin typeface="Times New Roman" panose="02020603050405020304" pitchFamily="18" charset="0"/>
                <a:ea typeface="华文楷体" panose="02010600040101010101" pitchFamily="2" charset="-122"/>
                <a:cs typeface="Times New Roman" panose="02020603050405020304" pitchFamily="18" charset="0"/>
              </a:rPr>
              <a:t>推导出的所有</a:t>
            </a:r>
            <a:r>
              <a:rPr lang="zh-CN" altLang="en-US" sz="2500" b="1" dirty="0">
                <a:solidFill>
                  <a:srgbClr val="3333FF"/>
                </a:solidFill>
                <a:latin typeface="Times New Roman" panose="02020603050405020304" pitchFamily="18" charset="0"/>
                <a:ea typeface="华文楷体" panose="02010600040101010101" pitchFamily="2" charset="-122"/>
                <a:cs typeface="Times New Roman" panose="02020603050405020304" pitchFamily="18" charset="0"/>
              </a:rPr>
              <a:t>串首终结符</a:t>
            </a:r>
            <a:r>
              <a:rPr lang="zh-CN" altLang="en-US" sz="2500" b="1" dirty="0">
                <a:latin typeface="Times New Roman" panose="02020603050405020304" pitchFamily="18" charset="0"/>
                <a:ea typeface="华文楷体" panose="02010600040101010101" pitchFamily="2" charset="-122"/>
                <a:cs typeface="Times New Roman" panose="02020603050405020304" pitchFamily="18" charset="0"/>
              </a:rPr>
              <a:t>构成的集合</a:t>
            </a:r>
            <a:endParaRPr lang="en-US" altLang="zh-CN" sz="2500" b="1" dirty="0">
              <a:latin typeface="Times New Roman" panose="02020603050405020304" pitchFamily="18" charset="0"/>
              <a:ea typeface="楷体_GB2312"/>
              <a:cs typeface="Times New Roman" panose="02020603050405020304" pitchFamily="18" charset="0"/>
            </a:endParaRPr>
          </a:p>
          <a:p>
            <a:pPr lvl="1" eaLnBrk="1" hangingPunct="1">
              <a:spcBef>
                <a:spcPct val="20000"/>
              </a:spcBef>
              <a:buSzPct val="100000"/>
              <a:buFont typeface="Wingdings" pitchFamily="2" charset="2"/>
              <a:buChar char="Ø"/>
              <a:defRPr/>
            </a:pPr>
            <a:r>
              <a:rPr lang="zh-CN" altLang="en-US" sz="2500" b="1" dirty="0">
                <a:latin typeface="楷体" panose="02010609060101010101" pitchFamily="49" charset="-122"/>
                <a:ea typeface="华文楷体" panose="02010600040101010101" pitchFamily="2" charset="-122"/>
                <a:cs typeface="Times New Roman" panose="02020603050405020304" pitchFamily="18" charset="0"/>
              </a:rPr>
              <a:t>如果</a:t>
            </a:r>
            <a:r>
              <a:rPr lang="en-US" altLang="zh-CN" sz="2500" b="1" dirty="0">
                <a:latin typeface="Times New Roman" panose="02020603050405020304" pitchFamily="18" charset="0"/>
                <a:ea typeface="楷体_GB2312"/>
                <a:cs typeface="Times New Roman" panose="02020603050405020304" pitchFamily="18" charset="0"/>
              </a:rPr>
              <a:t> </a:t>
            </a:r>
            <a:r>
              <a:rPr lang="en-US" altLang="zh-CN" sz="2500" b="1" i="1" dirty="0">
                <a:latin typeface="Times New Roman" panose="02020603050405020304" pitchFamily="18" charset="0"/>
                <a:ea typeface="楷体_GB2312"/>
                <a:cs typeface="Times New Roman" panose="02020603050405020304" pitchFamily="18" charset="0"/>
              </a:rPr>
              <a:t>X </a:t>
            </a:r>
            <a:r>
              <a:rPr lang="en-US" altLang="zh-CN" sz="2500" b="1" dirty="0">
                <a:latin typeface="Times New Roman" panose="02020603050405020304" pitchFamily="18" charset="0"/>
                <a:ea typeface="楷体_GB2312"/>
                <a:cs typeface="Times New Roman" panose="02020603050405020304" pitchFamily="18" charset="0"/>
                <a:sym typeface="Symbol" panose="05050102010706020507" pitchFamily="18" charset="2"/>
              </a:rPr>
              <a:t></a:t>
            </a:r>
            <a:r>
              <a:rPr lang="en-US" altLang="zh-CN" sz="2500" b="1" baseline="30000" dirty="0">
                <a:latin typeface="Times New Roman" panose="02020603050405020304" pitchFamily="18" charset="0"/>
                <a:ea typeface="楷体_GB2312"/>
                <a:cs typeface="Times New Roman" panose="02020603050405020304" pitchFamily="18" charset="0"/>
              </a:rPr>
              <a:t>*</a:t>
            </a:r>
            <a:r>
              <a:rPr lang="en-US" altLang="zh-CN" sz="2500" b="1" dirty="0">
                <a:latin typeface="Times New Roman" panose="02020603050405020304" pitchFamily="18" charset="0"/>
                <a:ea typeface="楷体_GB2312"/>
                <a:cs typeface="Times New Roman" panose="02020603050405020304" pitchFamily="18" charset="0"/>
              </a:rPr>
              <a:t> </a:t>
            </a:r>
            <a:r>
              <a:rPr lang="en-US" altLang="zh-CN" sz="2500" b="1" i="1" dirty="0">
                <a:latin typeface="Times New Roman" panose="02020603050405020304" pitchFamily="18" charset="0"/>
                <a:ea typeface="楷体_GB2312"/>
                <a:cs typeface="Times New Roman" panose="02020603050405020304" pitchFamily="18" charset="0"/>
              </a:rPr>
              <a:t>ε</a:t>
            </a:r>
            <a:r>
              <a:rPr lang="zh-CN" altLang="en-US" sz="2500" b="1" dirty="0">
                <a:latin typeface="Times New Roman" panose="02020603050405020304" pitchFamily="18" charset="0"/>
                <a:ea typeface="楷体_GB2312"/>
                <a:cs typeface="Times New Roman" panose="02020603050405020304" pitchFamily="18" charset="0"/>
              </a:rPr>
              <a:t>，</a:t>
            </a:r>
            <a:r>
              <a:rPr lang="zh-CN" altLang="en-US" sz="2500" b="1" dirty="0">
                <a:latin typeface="楷体" panose="02010609060101010101" pitchFamily="49" charset="-122"/>
                <a:ea typeface="华文楷体" panose="02010600040101010101" pitchFamily="2" charset="-122"/>
                <a:cs typeface="Times New Roman" panose="02020603050405020304" pitchFamily="18" charset="0"/>
              </a:rPr>
              <a:t>那么</a:t>
            </a:r>
            <a:r>
              <a:rPr lang="en-US" altLang="zh-CN" sz="2500" b="1" dirty="0">
                <a:latin typeface="Times New Roman" panose="02020603050405020304" pitchFamily="18" charset="0"/>
                <a:ea typeface="楷体_GB2312"/>
                <a:cs typeface="Times New Roman" panose="02020603050405020304" pitchFamily="18" charset="0"/>
              </a:rPr>
              <a:t> </a:t>
            </a:r>
            <a:r>
              <a:rPr lang="en-US" altLang="zh-CN" sz="2500" b="1" i="1" dirty="0">
                <a:latin typeface="Times New Roman" panose="02020603050405020304" pitchFamily="18" charset="0"/>
                <a:ea typeface="楷体_GB2312"/>
                <a:cs typeface="Times New Roman" panose="02020603050405020304" pitchFamily="18" charset="0"/>
              </a:rPr>
              <a:t>FIRST</a:t>
            </a:r>
            <a:r>
              <a:rPr lang="en-US" altLang="zh-CN" sz="2500" b="1" dirty="0">
                <a:latin typeface="Times New Roman" panose="02020603050405020304" pitchFamily="18" charset="0"/>
                <a:ea typeface="楷体_GB2312"/>
                <a:cs typeface="Times New Roman" panose="02020603050405020304" pitchFamily="18" charset="0"/>
              </a:rPr>
              <a:t>(</a:t>
            </a:r>
            <a:r>
              <a:rPr lang="en-US" altLang="zh-CN" sz="2500" b="1" i="1" dirty="0">
                <a:latin typeface="Times New Roman" panose="02020603050405020304" pitchFamily="18" charset="0"/>
                <a:ea typeface="楷体_GB2312"/>
                <a:cs typeface="Times New Roman" panose="02020603050405020304" pitchFamily="18" charset="0"/>
              </a:rPr>
              <a:t>α</a:t>
            </a:r>
            <a:r>
              <a:rPr lang="en-US" altLang="zh-CN" sz="2500" b="1" dirty="0">
                <a:latin typeface="Times New Roman" panose="02020603050405020304" pitchFamily="18" charset="0"/>
                <a:ea typeface="楷体_GB2312"/>
                <a:cs typeface="Times New Roman" panose="02020603050405020304" pitchFamily="18" charset="0"/>
              </a:rPr>
              <a:t>)</a:t>
            </a:r>
            <a:r>
              <a:rPr lang="en-US" altLang="zh-CN" sz="2500" b="1" i="1" dirty="0">
                <a:latin typeface="Times New Roman" panose="02020603050405020304" pitchFamily="18" charset="0"/>
                <a:ea typeface="楷体_GB2312"/>
                <a:cs typeface="Times New Roman" panose="02020603050405020304" pitchFamily="18" charset="0"/>
              </a:rPr>
              <a:t> = FIRST</a:t>
            </a:r>
            <a:r>
              <a:rPr lang="en-US" altLang="zh-CN" sz="2500" b="1" dirty="0">
                <a:latin typeface="Times New Roman" panose="02020603050405020304" pitchFamily="18" charset="0"/>
                <a:ea typeface="楷体_GB2312"/>
                <a:cs typeface="Times New Roman" panose="02020603050405020304" pitchFamily="18" charset="0"/>
              </a:rPr>
              <a:t>(</a:t>
            </a:r>
            <a:r>
              <a:rPr lang="en-US" altLang="zh-CN" sz="2500" b="1" i="1" dirty="0">
                <a:latin typeface="Times New Roman" panose="02020603050405020304" pitchFamily="18" charset="0"/>
                <a:ea typeface="楷体_GB2312"/>
                <a:cs typeface="Times New Roman" panose="02020603050405020304" pitchFamily="18" charset="0"/>
              </a:rPr>
              <a:t>α</a:t>
            </a:r>
            <a:r>
              <a:rPr lang="en-US" altLang="zh-CN" sz="2500" b="1" dirty="0">
                <a:latin typeface="Times New Roman" panose="02020603050405020304" pitchFamily="18" charset="0"/>
                <a:ea typeface="楷体_GB2312"/>
                <a:cs typeface="Times New Roman" panose="02020603050405020304" pitchFamily="18" charset="0"/>
              </a:rPr>
              <a:t>)</a:t>
            </a:r>
            <a:r>
              <a:rPr lang="en-US" altLang="zh-CN" sz="2500" b="1" i="1" dirty="0">
                <a:latin typeface="Times New Roman" panose="02020603050405020304" pitchFamily="18" charset="0"/>
                <a:ea typeface="楷体_GB2312"/>
                <a:cs typeface="Times New Roman" panose="02020603050405020304" pitchFamily="18" charset="0"/>
              </a:rPr>
              <a:t> ∩</a:t>
            </a:r>
            <a:r>
              <a:rPr lang="en-US" altLang="zh-CN" sz="2500" b="1" dirty="0">
                <a:latin typeface="Times New Roman" panose="02020603050405020304" pitchFamily="18" charset="0"/>
                <a:ea typeface="楷体_GB2312"/>
                <a:cs typeface="Times New Roman" panose="02020603050405020304" pitchFamily="18" charset="0"/>
              </a:rPr>
              <a:t>{</a:t>
            </a:r>
            <a:r>
              <a:rPr lang="en-US" altLang="zh-CN" sz="2500" b="1" i="1" dirty="0">
                <a:latin typeface="Times New Roman" panose="02020603050405020304" pitchFamily="18" charset="0"/>
                <a:ea typeface="楷体_GB2312"/>
                <a:cs typeface="Times New Roman" panose="02020603050405020304" pitchFamily="18" charset="0"/>
              </a:rPr>
              <a:t>ε</a:t>
            </a:r>
            <a:r>
              <a:rPr lang="en-US" altLang="zh-CN" sz="2500" b="1" dirty="0">
                <a:latin typeface="Times New Roman" panose="02020603050405020304" pitchFamily="18" charset="0"/>
                <a:ea typeface="楷体_GB2312"/>
                <a:cs typeface="Times New Roman" panose="02020603050405020304" pitchFamily="18" charset="0"/>
              </a:rPr>
              <a:t>}</a:t>
            </a:r>
            <a:endParaRPr lang="zh-CN" altLang="en-US" sz="2500" b="1" dirty="0">
              <a:latin typeface="Times New Roman" panose="02020603050405020304" pitchFamily="18" charset="0"/>
              <a:ea typeface="楷体_GB2312"/>
              <a:cs typeface="Times New Roman" panose="02020603050405020304" pitchFamily="18" charset="0"/>
            </a:endParaRPr>
          </a:p>
        </p:txBody>
      </p:sp>
      <p:sp>
        <p:nvSpPr>
          <p:cNvPr id="20" name="矩形 19">
            <a:extLst>
              <a:ext uri="{FF2B5EF4-FFF2-40B4-BE49-F238E27FC236}">
                <a16:creationId xmlns:a16="http://schemas.microsoft.com/office/drawing/2014/main" id="{702F8E88-10E1-4252-A7F5-87608F7B6A2C}"/>
              </a:ext>
            </a:extLst>
          </p:cNvPr>
          <p:cNvSpPr>
            <a:spLocks noChangeArrowheads="1"/>
          </p:cNvSpPr>
          <p:nvPr/>
        </p:nvSpPr>
        <p:spPr bwMode="auto">
          <a:xfrm>
            <a:off x="6876256" y="3924080"/>
            <a:ext cx="720080"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zh-CN" altLang="en-US" sz="2500" b="1" i="1" dirty="0">
                <a:solidFill>
                  <a:srgbClr val="FF0000"/>
                </a:solidFill>
                <a:latin typeface="Times New Roman" panose="02020603050405020304" pitchFamily="18" charset="0"/>
                <a:ea typeface="楷体_GB2312"/>
                <a:cs typeface="Times New Roman" panose="02020603050405020304" pitchFamily="18" charset="0"/>
              </a:rPr>
              <a:t>，</a:t>
            </a:r>
            <a:r>
              <a:rPr kumimoji="1" lang="en-US" altLang="zh-CN" sz="2500" b="1" i="1" dirty="0">
                <a:solidFill>
                  <a:srgbClr val="FF0000"/>
                </a:solidFill>
                <a:latin typeface="Times New Roman" panose="02020603050405020304" pitchFamily="18" charset="0"/>
                <a:ea typeface="楷体_GB2312"/>
                <a:cs typeface="Times New Roman" panose="02020603050405020304" pitchFamily="18" charset="0"/>
              </a:rPr>
              <a:t>a</a:t>
            </a:r>
            <a:r>
              <a:rPr kumimoji="1" lang="en-US" altLang="zh-CN" sz="2500" b="1" dirty="0">
                <a:solidFill>
                  <a:srgbClr val="073E87"/>
                </a:solidFill>
                <a:latin typeface="Times New Roman" panose="02020603050405020304" pitchFamily="18" charset="0"/>
                <a:ea typeface="楷体_GB2312"/>
                <a:cs typeface="Times New Roman" panose="02020603050405020304" pitchFamily="18" charset="0"/>
              </a:rPr>
              <a:t> </a:t>
            </a:r>
            <a:endParaRPr lang="zh-CN" altLang="en-US" sz="2500" b="1" dirty="0">
              <a:ea typeface="楷体_GB2312"/>
              <a:cs typeface="Times New Roman" panose="02020603050405020304" pitchFamily="18" charset="0"/>
            </a:endParaRPr>
          </a:p>
        </p:txBody>
      </p:sp>
      <p:sp>
        <p:nvSpPr>
          <p:cNvPr id="21" name="矩形 20">
            <a:extLst>
              <a:ext uri="{FF2B5EF4-FFF2-40B4-BE49-F238E27FC236}">
                <a16:creationId xmlns:a16="http://schemas.microsoft.com/office/drawing/2014/main" id="{06753782-554F-453F-A398-AFF4ED580488}"/>
              </a:ext>
            </a:extLst>
          </p:cNvPr>
          <p:cNvSpPr>
            <a:spLocks noChangeArrowheads="1"/>
          </p:cNvSpPr>
          <p:nvPr/>
        </p:nvSpPr>
        <p:spPr bwMode="auto">
          <a:xfrm>
            <a:off x="6779026" y="2527842"/>
            <a:ext cx="745717"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zh-CN" altLang="en-US" sz="2500" b="1" i="1" dirty="0">
                <a:solidFill>
                  <a:srgbClr val="FF0000"/>
                </a:solidFill>
                <a:latin typeface="Times New Roman" panose="02020603050405020304" pitchFamily="18" charset="0"/>
                <a:ea typeface="楷体_GB2312"/>
                <a:cs typeface="Times New Roman" panose="02020603050405020304" pitchFamily="18" charset="0"/>
              </a:rPr>
              <a:t>，</a:t>
            </a:r>
            <a:r>
              <a:rPr kumimoji="1" lang="en-US" altLang="zh-CN" sz="2500" b="1" i="1" dirty="0">
                <a:solidFill>
                  <a:srgbClr val="FF0000"/>
                </a:solidFill>
                <a:latin typeface="Times New Roman" panose="02020603050405020304" pitchFamily="18" charset="0"/>
                <a:ea typeface="楷体_GB2312"/>
                <a:cs typeface="Times New Roman" panose="02020603050405020304" pitchFamily="18" charset="0"/>
              </a:rPr>
              <a:t>a</a:t>
            </a:r>
            <a:r>
              <a:rPr kumimoji="1" lang="en-US" altLang="zh-CN" sz="2500" b="1" dirty="0">
                <a:solidFill>
                  <a:srgbClr val="FF0000"/>
                </a:solidFill>
                <a:latin typeface="Times New Roman" panose="02020603050405020304" pitchFamily="18" charset="0"/>
                <a:ea typeface="楷体_GB2312"/>
                <a:cs typeface="Times New Roman" panose="02020603050405020304" pitchFamily="18" charset="0"/>
              </a:rPr>
              <a:t> </a:t>
            </a:r>
            <a:endParaRPr lang="zh-CN" altLang="en-US" sz="2500" b="1" dirty="0">
              <a:ea typeface="楷体_GB2312"/>
              <a:cs typeface="Times New Roman" panose="02020603050405020304" pitchFamily="18" charset="0"/>
            </a:endParaRPr>
          </a:p>
        </p:txBody>
      </p:sp>
      <p:sp>
        <p:nvSpPr>
          <p:cNvPr id="22" name="矩形 21">
            <a:extLst>
              <a:ext uri="{FF2B5EF4-FFF2-40B4-BE49-F238E27FC236}">
                <a16:creationId xmlns:a16="http://schemas.microsoft.com/office/drawing/2014/main" id="{4F846FB8-D721-4869-A5D1-AB0D2C49C572}"/>
              </a:ext>
            </a:extLst>
          </p:cNvPr>
          <p:cNvSpPr>
            <a:spLocks noChangeArrowheads="1"/>
          </p:cNvSpPr>
          <p:nvPr/>
        </p:nvSpPr>
        <p:spPr bwMode="auto">
          <a:xfrm>
            <a:off x="7338289" y="2527842"/>
            <a:ext cx="716863"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zh-CN" altLang="en-US" sz="2500" b="1" i="1" dirty="0">
                <a:solidFill>
                  <a:srgbClr val="FF0000"/>
                </a:solidFill>
                <a:latin typeface="Times New Roman" panose="02020603050405020304" pitchFamily="18" charset="0"/>
                <a:ea typeface="楷体_GB2312"/>
                <a:cs typeface="Times New Roman" panose="02020603050405020304" pitchFamily="18" charset="0"/>
              </a:rPr>
              <a:t>，</a:t>
            </a:r>
            <a:r>
              <a:rPr kumimoji="1" lang="en-US" altLang="zh-CN" sz="2500" b="1" i="1" dirty="0">
                <a:solidFill>
                  <a:srgbClr val="FF0000"/>
                </a:solidFill>
                <a:latin typeface="Times New Roman" panose="02020603050405020304" pitchFamily="18" charset="0"/>
                <a:ea typeface="楷体_GB2312"/>
                <a:cs typeface="Times New Roman" panose="02020603050405020304" pitchFamily="18" charset="0"/>
              </a:rPr>
              <a:t>ε</a:t>
            </a:r>
            <a:r>
              <a:rPr kumimoji="1" lang="en-US" altLang="zh-CN" sz="2500" b="1" dirty="0">
                <a:solidFill>
                  <a:srgbClr val="FF0000"/>
                </a:solidFill>
                <a:latin typeface="Times New Roman" panose="02020603050405020304" pitchFamily="18" charset="0"/>
                <a:ea typeface="楷体_GB2312"/>
                <a:cs typeface="Times New Roman" panose="02020603050405020304" pitchFamily="18" charset="0"/>
              </a:rPr>
              <a:t> </a:t>
            </a:r>
            <a:endParaRPr lang="zh-CN" altLang="en-US" sz="2500" b="1" dirty="0">
              <a:ea typeface="楷体_GB2312"/>
              <a:cs typeface="Times New Roman" panose="02020603050405020304" pitchFamily="18" charset="0"/>
            </a:endParaRPr>
          </a:p>
        </p:txBody>
      </p:sp>
      <p:sp>
        <p:nvSpPr>
          <p:cNvPr id="3" name="灯片编号占位符 2">
            <a:extLst>
              <a:ext uri="{FF2B5EF4-FFF2-40B4-BE49-F238E27FC236}">
                <a16:creationId xmlns:a16="http://schemas.microsoft.com/office/drawing/2014/main" id="{493DD71D-59A3-4E45-9E1B-06E99F6FD4FD}"/>
              </a:ext>
            </a:extLst>
          </p:cNvPr>
          <p:cNvSpPr>
            <a:spLocks noGrp="1"/>
          </p:cNvSpPr>
          <p:nvPr>
            <p:ph type="sldNum" sz="quarter" idx="12"/>
          </p:nvPr>
        </p:nvSpPr>
        <p:spPr/>
        <p:txBody>
          <a:bodyPr/>
          <a:lstStyle/>
          <a:p>
            <a:pPr>
              <a:defRPr/>
            </a:pPr>
            <a:fld id="{EA567855-7F13-4FC5-AD61-2B82F6443E16}" type="slidenum">
              <a:rPr lang="zh-CN" altLang="en-US" smtClean="0"/>
              <a:pPr>
                <a:defRPr/>
              </a:pPr>
              <a:t>38</a:t>
            </a:fld>
            <a:endParaRPr lang="en-US" altLang="zh-CN"/>
          </a:p>
        </p:txBody>
      </p:sp>
      <p:sp>
        <p:nvSpPr>
          <p:cNvPr id="15" name="矩形 14">
            <a:extLst>
              <a:ext uri="{FF2B5EF4-FFF2-40B4-BE49-F238E27FC236}">
                <a16:creationId xmlns:a16="http://schemas.microsoft.com/office/drawing/2014/main" id="{8C294A19-4DB1-496F-936B-246A0BF3D8D3}"/>
              </a:ext>
            </a:extLst>
          </p:cNvPr>
          <p:cNvSpPr>
            <a:spLocks noChangeArrowheads="1"/>
          </p:cNvSpPr>
          <p:nvPr/>
        </p:nvSpPr>
        <p:spPr bwMode="auto">
          <a:xfrm>
            <a:off x="7424160" y="3910766"/>
            <a:ext cx="652755"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zh-CN" altLang="en-US" sz="2500" b="1" dirty="0">
                <a:solidFill>
                  <a:srgbClr val="FF0000"/>
                </a:solidFill>
                <a:latin typeface="Times New Roman" panose="02020603050405020304" pitchFamily="18" charset="0"/>
                <a:ea typeface="楷体_GB2312"/>
                <a:cs typeface="Times New Roman" panose="02020603050405020304" pitchFamily="18" charset="0"/>
              </a:rPr>
              <a:t>，</a:t>
            </a:r>
            <a:r>
              <a:rPr kumimoji="1" lang="en-US" altLang="zh-CN" sz="2500" b="1" i="1" dirty="0">
                <a:solidFill>
                  <a:srgbClr val="FF0000"/>
                </a:solidFill>
                <a:latin typeface="Times New Roman" panose="02020603050405020304" pitchFamily="18" charset="0"/>
                <a:ea typeface="楷体_GB2312"/>
                <a:cs typeface="Times New Roman" panose="02020603050405020304" pitchFamily="18" charset="0"/>
              </a:rPr>
              <a:t>c</a:t>
            </a:r>
            <a:r>
              <a:rPr kumimoji="1" lang="en-US" altLang="zh-CN" sz="2500" b="1" dirty="0">
                <a:solidFill>
                  <a:srgbClr val="073E87"/>
                </a:solidFill>
                <a:latin typeface="Times New Roman" panose="02020603050405020304" pitchFamily="18" charset="0"/>
                <a:ea typeface="楷体_GB2312"/>
                <a:cs typeface="Times New Roman" panose="02020603050405020304" pitchFamily="18" charset="0"/>
              </a:rPr>
              <a:t> </a:t>
            </a:r>
            <a:endParaRPr lang="zh-CN" altLang="en-US" sz="2500" b="1" dirty="0">
              <a:ea typeface="楷体_GB2312"/>
              <a:cs typeface="Times New Roman" panose="02020603050405020304" pitchFamily="18" charset="0"/>
            </a:endParaRPr>
          </a:p>
        </p:txBody>
      </p:sp>
    </p:spTree>
    <p:extLst>
      <p:ext uri="{BB962C8B-B14F-4D97-AF65-F5344CB8AC3E}">
        <p14:creationId xmlns:p14="http://schemas.microsoft.com/office/powerpoint/2010/main" val="272765498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0"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 calcmode="lin" valueType="num">
                                      <p:cBhvr>
                                        <p:cTn id="14" dur="500" fill="hold"/>
                                        <p:tgtEl>
                                          <p:spTgt spid="12"/>
                                        </p:tgtEl>
                                        <p:attrNameLst>
                                          <p:attrName>ppt_w</p:attrName>
                                        </p:attrNameLst>
                                      </p:cBhvr>
                                      <p:tavLst>
                                        <p:tav tm="0">
                                          <p:val>
                                            <p:fltVal val="0"/>
                                          </p:val>
                                        </p:tav>
                                        <p:tav tm="100000">
                                          <p:val>
                                            <p:strVal val="#ppt_w"/>
                                          </p:val>
                                        </p:tav>
                                      </p:tavLst>
                                    </p:anim>
                                    <p:anim calcmode="lin" valueType="num">
                                      <p:cBhvr>
                                        <p:cTn id="15" dur="500" fill="hold"/>
                                        <p:tgtEl>
                                          <p:spTgt spid="12"/>
                                        </p:tgtEl>
                                        <p:attrNameLst>
                                          <p:attrName>ppt_h</p:attrName>
                                        </p:attrNameLst>
                                      </p:cBhvr>
                                      <p:tavLst>
                                        <p:tav tm="0">
                                          <p:val>
                                            <p:fltVal val="0"/>
                                          </p:val>
                                        </p:tav>
                                        <p:tav tm="100000">
                                          <p:val>
                                            <p:strVal val="#ppt_h"/>
                                          </p:val>
                                        </p:tav>
                                      </p:tavLst>
                                    </p:anim>
                                    <p:animEffect transition="in" filter="fade">
                                      <p:cBhvr>
                                        <p:cTn id="16" dur="500"/>
                                        <p:tgtEl>
                                          <p:spTgt spid="1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anim calcmode="lin" valueType="num">
                                      <p:cBhvr>
                                        <p:cTn id="21" dur="500" fill="hold"/>
                                        <p:tgtEl>
                                          <p:spTgt spid="16"/>
                                        </p:tgtEl>
                                        <p:attrNameLst>
                                          <p:attrName>ppt_w</p:attrName>
                                        </p:attrNameLst>
                                      </p:cBhvr>
                                      <p:tavLst>
                                        <p:tav tm="0">
                                          <p:val>
                                            <p:fltVal val="0"/>
                                          </p:val>
                                        </p:tav>
                                        <p:tav tm="100000">
                                          <p:val>
                                            <p:strVal val="#ppt_w"/>
                                          </p:val>
                                        </p:tav>
                                      </p:tavLst>
                                    </p:anim>
                                    <p:anim calcmode="lin" valueType="num">
                                      <p:cBhvr>
                                        <p:cTn id="22" dur="500" fill="hold"/>
                                        <p:tgtEl>
                                          <p:spTgt spid="16"/>
                                        </p:tgtEl>
                                        <p:attrNameLst>
                                          <p:attrName>ppt_h</p:attrName>
                                        </p:attrNameLst>
                                      </p:cBhvr>
                                      <p:tavLst>
                                        <p:tav tm="0">
                                          <p:val>
                                            <p:fltVal val="0"/>
                                          </p:val>
                                        </p:tav>
                                        <p:tav tm="100000">
                                          <p:val>
                                            <p:strVal val="#ppt_h"/>
                                          </p:val>
                                        </p:tav>
                                      </p:tavLst>
                                    </p:anim>
                                    <p:animEffect transition="in" filter="fade">
                                      <p:cBhvr>
                                        <p:cTn id="23" dur="500"/>
                                        <p:tgtEl>
                                          <p:spTgt spid="16"/>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 calcmode="lin" valueType="num">
                                      <p:cBhvr>
                                        <p:cTn id="28" dur="500" fill="hold"/>
                                        <p:tgtEl>
                                          <p:spTgt spid="17"/>
                                        </p:tgtEl>
                                        <p:attrNameLst>
                                          <p:attrName>ppt_w</p:attrName>
                                        </p:attrNameLst>
                                      </p:cBhvr>
                                      <p:tavLst>
                                        <p:tav tm="0">
                                          <p:val>
                                            <p:fltVal val="0"/>
                                          </p:val>
                                        </p:tav>
                                        <p:tav tm="100000">
                                          <p:val>
                                            <p:strVal val="#ppt_w"/>
                                          </p:val>
                                        </p:tav>
                                      </p:tavLst>
                                    </p:anim>
                                    <p:anim calcmode="lin" valueType="num">
                                      <p:cBhvr>
                                        <p:cTn id="29" dur="500" fill="hold"/>
                                        <p:tgtEl>
                                          <p:spTgt spid="17"/>
                                        </p:tgtEl>
                                        <p:attrNameLst>
                                          <p:attrName>ppt_h</p:attrName>
                                        </p:attrNameLst>
                                      </p:cBhvr>
                                      <p:tavLst>
                                        <p:tav tm="0">
                                          <p:val>
                                            <p:fltVal val="0"/>
                                          </p:val>
                                        </p:tav>
                                        <p:tav tm="100000">
                                          <p:val>
                                            <p:strVal val="#ppt_h"/>
                                          </p:val>
                                        </p:tav>
                                      </p:tavLst>
                                    </p:anim>
                                    <p:animEffect transition="in" filter="fade">
                                      <p:cBhvr>
                                        <p:cTn id="30" dur="500"/>
                                        <p:tgtEl>
                                          <p:spTgt spid="17"/>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anim calcmode="lin" valueType="num">
                                      <p:cBhvr>
                                        <p:cTn id="35" dur="500" fill="hold"/>
                                        <p:tgtEl>
                                          <p:spTgt spid="14"/>
                                        </p:tgtEl>
                                        <p:attrNameLst>
                                          <p:attrName>ppt_w</p:attrName>
                                        </p:attrNameLst>
                                      </p:cBhvr>
                                      <p:tavLst>
                                        <p:tav tm="0">
                                          <p:val>
                                            <p:fltVal val="0"/>
                                          </p:val>
                                        </p:tav>
                                        <p:tav tm="100000">
                                          <p:val>
                                            <p:strVal val="#ppt_w"/>
                                          </p:val>
                                        </p:tav>
                                      </p:tavLst>
                                    </p:anim>
                                    <p:anim calcmode="lin" valueType="num">
                                      <p:cBhvr>
                                        <p:cTn id="36" dur="500" fill="hold"/>
                                        <p:tgtEl>
                                          <p:spTgt spid="14"/>
                                        </p:tgtEl>
                                        <p:attrNameLst>
                                          <p:attrName>ppt_h</p:attrName>
                                        </p:attrNameLst>
                                      </p:cBhvr>
                                      <p:tavLst>
                                        <p:tav tm="0">
                                          <p:val>
                                            <p:fltVal val="0"/>
                                          </p:val>
                                        </p:tav>
                                        <p:tav tm="100000">
                                          <p:val>
                                            <p:strVal val="#ppt_h"/>
                                          </p:val>
                                        </p:tav>
                                      </p:tavLst>
                                    </p:anim>
                                    <p:animEffect transition="in" filter="fade">
                                      <p:cBhvr>
                                        <p:cTn id="37" dur="500"/>
                                        <p:tgtEl>
                                          <p:spTgt spid="1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3" presetClass="entr" presetSubtype="0" fill="hold" grpId="0" nodeType="clickEffect">
                                  <p:stCondLst>
                                    <p:cond delay="0"/>
                                  </p:stCondLst>
                                  <p:childTnLst>
                                    <p:set>
                                      <p:cBhvr>
                                        <p:cTn id="41" dur="1" fill="hold">
                                          <p:stCondLst>
                                            <p:cond delay="0"/>
                                          </p:stCondLst>
                                        </p:cTn>
                                        <p:tgtEl>
                                          <p:spTgt spid="20"/>
                                        </p:tgtEl>
                                        <p:attrNameLst>
                                          <p:attrName>style.visibility</p:attrName>
                                        </p:attrNameLst>
                                      </p:cBhvr>
                                      <p:to>
                                        <p:strVal val="visible"/>
                                      </p:to>
                                    </p:set>
                                    <p:anim calcmode="lin" valueType="num">
                                      <p:cBhvr>
                                        <p:cTn id="42" dur="500" fill="hold"/>
                                        <p:tgtEl>
                                          <p:spTgt spid="20"/>
                                        </p:tgtEl>
                                        <p:attrNameLst>
                                          <p:attrName>ppt_w</p:attrName>
                                        </p:attrNameLst>
                                      </p:cBhvr>
                                      <p:tavLst>
                                        <p:tav tm="0">
                                          <p:val>
                                            <p:fltVal val="0"/>
                                          </p:val>
                                        </p:tav>
                                        <p:tav tm="100000">
                                          <p:val>
                                            <p:strVal val="#ppt_w"/>
                                          </p:val>
                                        </p:tav>
                                      </p:tavLst>
                                    </p:anim>
                                    <p:anim calcmode="lin" valueType="num">
                                      <p:cBhvr>
                                        <p:cTn id="43" dur="500" fill="hold"/>
                                        <p:tgtEl>
                                          <p:spTgt spid="20"/>
                                        </p:tgtEl>
                                        <p:attrNameLst>
                                          <p:attrName>ppt_h</p:attrName>
                                        </p:attrNameLst>
                                      </p:cBhvr>
                                      <p:tavLst>
                                        <p:tav tm="0">
                                          <p:val>
                                            <p:fltVal val="0"/>
                                          </p:val>
                                        </p:tav>
                                        <p:tav tm="100000">
                                          <p:val>
                                            <p:strVal val="#ppt_h"/>
                                          </p:val>
                                        </p:tav>
                                      </p:tavLst>
                                    </p:anim>
                                    <p:animEffect transition="in" filter="fade">
                                      <p:cBhvr>
                                        <p:cTn id="44" dur="500"/>
                                        <p:tgtEl>
                                          <p:spTgt spid="20"/>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0" fill="hold" grpId="0" nodeType="clickEffect">
                                  <p:stCondLst>
                                    <p:cond delay="0"/>
                                  </p:stCondLst>
                                  <p:childTnLst>
                                    <p:set>
                                      <p:cBhvr>
                                        <p:cTn id="48" dur="1" fill="hold">
                                          <p:stCondLst>
                                            <p:cond delay="0"/>
                                          </p:stCondLst>
                                        </p:cTn>
                                        <p:tgtEl>
                                          <p:spTgt spid="15"/>
                                        </p:tgtEl>
                                        <p:attrNameLst>
                                          <p:attrName>style.visibility</p:attrName>
                                        </p:attrNameLst>
                                      </p:cBhvr>
                                      <p:to>
                                        <p:strVal val="visible"/>
                                      </p:to>
                                    </p:set>
                                    <p:anim calcmode="lin" valueType="num">
                                      <p:cBhvr>
                                        <p:cTn id="49" dur="500" fill="hold"/>
                                        <p:tgtEl>
                                          <p:spTgt spid="15"/>
                                        </p:tgtEl>
                                        <p:attrNameLst>
                                          <p:attrName>ppt_w</p:attrName>
                                        </p:attrNameLst>
                                      </p:cBhvr>
                                      <p:tavLst>
                                        <p:tav tm="0">
                                          <p:val>
                                            <p:fltVal val="0"/>
                                          </p:val>
                                        </p:tav>
                                        <p:tav tm="100000">
                                          <p:val>
                                            <p:strVal val="#ppt_w"/>
                                          </p:val>
                                        </p:tav>
                                      </p:tavLst>
                                    </p:anim>
                                    <p:anim calcmode="lin" valueType="num">
                                      <p:cBhvr>
                                        <p:cTn id="50" dur="500" fill="hold"/>
                                        <p:tgtEl>
                                          <p:spTgt spid="15"/>
                                        </p:tgtEl>
                                        <p:attrNameLst>
                                          <p:attrName>ppt_h</p:attrName>
                                        </p:attrNameLst>
                                      </p:cBhvr>
                                      <p:tavLst>
                                        <p:tav tm="0">
                                          <p:val>
                                            <p:fltVal val="0"/>
                                          </p:val>
                                        </p:tav>
                                        <p:tav tm="100000">
                                          <p:val>
                                            <p:strVal val="#ppt_h"/>
                                          </p:val>
                                        </p:tav>
                                      </p:tavLst>
                                    </p:anim>
                                    <p:animEffect transition="in" filter="fade">
                                      <p:cBhvr>
                                        <p:cTn id="51" dur="500"/>
                                        <p:tgtEl>
                                          <p:spTgt spid="15"/>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ntr" presetSubtype="0" fill="hold" grpId="0" nodeType="clickEffect">
                                  <p:stCondLst>
                                    <p:cond delay="0"/>
                                  </p:stCondLst>
                                  <p:childTnLst>
                                    <p:set>
                                      <p:cBhvr>
                                        <p:cTn id="55" dur="1" fill="hold">
                                          <p:stCondLst>
                                            <p:cond delay="0"/>
                                          </p:stCondLst>
                                        </p:cTn>
                                        <p:tgtEl>
                                          <p:spTgt spid="18"/>
                                        </p:tgtEl>
                                        <p:attrNameLst>
                                          <p:attrName>style.visibility</p:attrName>
                                        </p:attrNameLst>
                                      </p:cBhvr>
                                      <p:to>
                                        <p:strVal val="visible"/>
                                      </p:to>
                                    </p:set>
                                    <p:anim calcmode="lin" valueType="num">
                                      <p:cBhvr>
                                        <p:cTn id="56" dur="500" fill="hold"/>
                                        <p:tgtEl>
                                          <p:spTgt spid="18"/>
                                        </p:tgtEl>
                                        <p:attrNameLst>
                                          <p:attrName>ppt_w</p:attrName>
                                        </p:attrNameLst>
                                      </p:cBhvr>
                                      <p:tavLst>
                                        <p:tav tm="0">
                                          <p:val>
                                            <p:fltVal val="0"/>
                                          </p:val>
                                        </p:tav>
                                        <p:tav tm="100000">
                                          <p:val>
                                            <p:strVal val="#ppt_w"/>
                                          </p:val>
                                        </p:tav>
                                      </p:tavLst>
                                    </p:anim>
                                    <p:anim calcmode="lin" valueType="num">
                                      <p:cBhvr>
                                        <p:cTn id="57" dur="500" fill="hold"/>
                                        <p:tgtEl>
                                          <p:spTgt spid="18"/>
                                        </p:tgtEl>
                                        <p:attrNameLst>
                                          <p:attrName>ppt_h</p:attrName>
                                        </p:attrNameLst>
                                      </p:cBhvr>
                                      <p:tavLst>
                                        <p:tav tm="0">
                                          <p:val>
                                            <p:fltVal val="0"/>
                                          </p:val>
                                        </p:tav>
                                        <p:tav tm="100000">
                                          <p:val>
                                            <p:strVal val="#ppt_h"/>
                                          </p:val>
                                        </p:tav>
                                      </p:tavLst>
                                    </p:anim>
                                    <p:animEffect transition="in" filter="fade">
                                      <p:cBhvr>
                                        <p:cTn id="58" dur="500"/>
                                        <p:tgtEl>
                                          <p:spTgt spid="18"/>
                                        </p:tgtEl>
                                      </p:cBhvr>
                                    </p:animEffect>
                                  </p:childTnLst>
                                </p:cTn>
                              </p:par>
                            </p:childTnLst>
                          </p:cTn>
                        </p:par>
                      </p:childTnLst>
                    </p:cTn>
                  </p:par>
                  <p:par>
                    <p:cTn id="59" fill="hold">
                      <p:stCondLst>
                        <p:cond delay="indefinite"/>
                      </p:stCondLst>
                      <p:childTnLst>
                        <p:par>
                          <p:cTn id="60" fill="hold">
                            <p:stCondLst>
                              <p:cond delay="0"/>
                            </p:stCondLst>
                            <p:childTnLst>
                              <p:par>
                                <p:cTn id="61" presetID="53" presetClass="entr" presetSubtype="0" fill="hold" grpId="0" nodeType="clickEffect">
                                  <p:stCondLst>
                                    <p:cond delay="0"/>
                                  </p:stCondLst>
                                  <p:childTnLst>
                                    <p:set>
                                      <p:cBhvr>
                                        <p:cTn id="62" dur="1" fill="hold">
                                          <p:stCondLst>
                                            <p:cond delay="0"/>
                                          </p:stCondLst>
                                        </p:cTn>
                                        <p:tgtEl>
                                          <p:spTgt spid="21"/>
                                        </p:tgtEl>
                                        <p:attrNameLst>
                                          <p:attrName>style.visibility</p:attrName>
                                        </p:attrNameLst>
                                      </p:cBhvr>
                                      <p:to>
                                        <p:strVal val="visible"/>
                                      </p:to>
                                    </p:set>
                                    <p:anim calcmode="lin" valueType="num">
                                      <p:cBhvr>
                                        <p:cTn id="63" dur="500" fill="hold"/>
                                        <p:tgtEl>
                                          <p:spTgt spid="21"/>
                                        </p:tgtEl>
                                        <p:attrNameLst>
                                          <p:attrName>ppt_w</p:attrName>
                                        </p:attrNameLst>
                                      </p:cBhvr>
                                      <p:tavLst>
                                        <p:tav tm="0">
                                          <p:val>
                                            <p:fltVal val="0"/>
                                          </p:val>
                                        </p:tav>
                                        <p:tav tm="100000">
                                          <p:val>
                                            <p:strVal val="#ppt_w"/>
                                          </p:val>
                                        </p:tav>
                                      </p:tavLst>
                                    </p:anim>
                                    <p:anim calcmode="lin" valueType="num">
                                      <p:cBhvr>
                                        <p:cTn id="64" dur="500" fill="hold"/>
                                        <p:tgtEl>
                                          <p:spTgt spid="21"/>
                                        </p:tgtEl>
                                        <p:attrNameLst>
                                          <p:attrName>ppt_h</p:attrName>
                                        </p:attrNameLst>
                                      </p:cBhvr>
                                      <p:tavLst>
                                        <p:tav tm="0">
                                          <p:val>
                                            <p:fltVal val="0"/>
                                          </p:val>
                                        </p:tav>
                                        <p:tav tm="100000">
                                          <p:val>
                                            <p:strVal val="#ppt_h"/>
                                          </p:val>
                                        </p:tav>
                                      </p:tavLst>
                                    </p:anim>
                                    <p:animEffect transition="in" filter="fade">
                                      <p:cBhvr>
                                        <p:cTn id="65" dur="500"/>
                                        <p:tgtEl>
                                          <p:spTgt spid="21"/>
                                        </p:tgtEl>
                                      </p:cBhvr>
                                    </p:animEffect>
                                  </p:childTnLst>
                                </p:cTn>
                              </p:par>
                            </p:childTnLst>
                          </p:cTn>
                        </p:par>
                      </p:childTnLst>
                    </p:cTn>
                  </p:par>
                  <p:par>
                    <p:cTn id="66" fill="hold">
                      <p:stCondLst>
                        <p:cond delay="indefinite"/>
                      </p:stCondLst>
                      <p:childTnLst>
                        <p:par>
                          <p:cTn id="67" fill="hold">
                            <p:stCondLst>
                              <p:cond delay="0"/>
                            </p:stCondLst>
                            <p:childTnLst>
                              <p:par>
                                <p:cTn id="68" presetID="53" presetClass="entr" presetSubtype="0" fill="hold" grpId="0" nodeType="clickEffect">
                                  <p:stCondLst>
                                    <p:cond delay="0"/>
                                  </p:stCondLst>
                                  <p:childTnLst>
                                    <p:set>
                                      <p:cBhvr>
                                        <p:cTn id="69" dur="1" fill="hold">
                                          <p:stCondLst>
                                            <p:cond delay="0"/>
                                          </p:stCondLst>
                                        </p:cTn>
                                        <p:tgtEl>
                                          <p:spTgt spid="22"/>
                                        </p:tgtEl>
                                        <p:attrNameLst>
                                          <p:attrName>style.visibility</p:attrName>
                                        </p:attrNameLst>
                                      </p:cBhvr>
                                      <p:to>
                                        <p:strVal val="visible"/>
                                      </p:to>
                                    </p:set>
                                    <p:anim calcmode="lin" valueType="num">
                                      <p:cBhvr>
                                        <p:cTn id="70" dur="500" fill="hold"/>
                                        <p:tgtEl>
                                          <p:spTgt spid="22"/>
                                        </p:tgtEl>
                                        <p:attrNameLst>
                                          <p:attrName>ppt_w</p:attrName>
                                        </p:attrNameLst>
                                      </p:cBhvr>
                                      <p:tavLst>
                                        <p:tav tm="0">
                                          <p:val>
                                            <p:fltVal val="0"/>
                                          </p:val>
                                        </p:tav>
                                        <p:tav tm="100000">
                                          <p:val>
                                            <p:strVal val="#ppt_w"/>
                                          </p:val>
                                        </p:tav>
                                      </p:tavLst>
                                    </p:anim>
                                    <p:anim calcmode="lin" valueType="num">
                                      <p:cBhvr>
                                        <p:cTn id="71" dur="500" fill="hold"/>
                                        <p:tgtEl>
                                          <p:spTgt spid="22"/>
                                        </p:tgtEl>
                                        <p:attrNameLst>
                                          <p:attrName>ppt_h</p:attrName>
                                        </p:attrNameLst>
                                      </p:cBhvr>
                                      <p:tavLst>
                                        <p:tav tm="0">
                                          <p:val>
                                            <p:fltVal val="0"/>
                                          </p:val>
                                        </p:tav>
                                        <p:tav tm="100000">
                                          <p:val>
                                            <p:strVal val="#ppt_h"/>
                                          </p:val>
                                        </p:tav>
                                      </p:tavLst>
                                    </p:anim>
                                    <p:animEffect transition="in" filter="fade">
                                      <p:cBhvr>
                                        <p:cTn id="7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12" grpId="0"/>
      <p:bldP spid="14" grpId="0"/>
      <p:bldP spid="16" grpId="0"/>
      <p:bldP spid="17" grpId="0"/>
      <p:bldP spid="18" grpId="0"/>
      <p:bldP spid="20" grpId="0"/>
      <p:bldP spid="21" grpId="0"/>
      <p:bldP spid="22" grpId="0"/>
      <p:bldP spid="15"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内容占位符 2">
            <a:extLst>
              <a:ext uri="{FF2B5EF4-FFF2-40B4-BE49-F238E27FC236}">
                <a16:creationId xmlns:a16="http://schemas.microsoft.com/office/drawing/2014/main" id="{88C5CE11-88AD-47A2-BF80-369C2E352B53}"/>
              </a:ext>
            </a:extLst>
          </p:cNvPr>
          <p:cNvSpPr>
            <a:spLocks noGrp="1"/>
          </p:cNvSpPr>
          <p:nvPr>
            <p:ph idx="1"/>
          </p:nvPr>
        </p:nvSpPr>
        <p:spPr>
          <a:xfrm>
            <a:off x="336550" y="915567"/>
            <a:ext cx="8521700" cy="4104455"/>
          </a:xfrm>
        </p:spPr>
        <p:txBody>
          <a:bodyPr/>
          <a:lstStyle/>
          <a:p>
            <a:pPr eaLnBrk="1" hangingPunct="1">
              <a:buClrTx/>
              <a:buFont typeface="Wingdings" panose="05000000000000000000" pitchFamily="2" charset="2"/>
              <a:buChar char="Ø"/>
              <a:defRPr/>
            </a:pPr>
            <a:r>
              <a:rPr lang="zh-CN" altLang="en-US" b="1" dirty="0">
                <a:solidFill>
                  <a:schemeClr val="tx1"/>
                </a:solidFill>
                <a:cs typeface="Times New Roman" panose="02020603050405020304" pitchFamily="18" charset="0"/>
              </a:rPr>
              <a:t>不断应用下列规则，直到没有新的</a:t>
            </a:r>
            <a:r>
              <a:rPr lang="zh-CN" altLang="en-US" b="1" dirty="0">
                <a:solidFill>
                  <a:schemeClr val="tx2">
                    <a:lumMod val="60000"/>
                    <a:lumOff val="40000"/>
                  </a:schemeClr>
                </a:solidFill>
                <a:cs typeface="Times New Roman" panose="02020603050405020304" pitchFamily="18" charset="0"/>
              </a:rPr>
              <a:t>终结符</a:t>
            </a:r>
            <a:r>
              <a:rPr lang="zh-CN" altLang="en-US" b="1" dirty="0">
                <a:solidFill>
                  <a:schemeClr val="tx1"/>
                </a:solidFill>
                <a:cs typeface="Times New Roman" panose="02020603050405020304" pitchFamily="18" charset="0"/>
              </a:rPr>
              <a:t>或</a:t>
            </a:r>
            <a:r>
              <a:rPr lang="en-US" altLang="zh-CN" b="1" i="1" dirty="0">
                <a:solidFill>
                  <a:schemeClr val="tx2">
                    <a:lumMod val="60000"/>
                    <a:lumOff val="40000"/>
                  </a:schemeClr>
                </a:solidFill>
                <a:ea typeface="楷体_GB2312"/>
                <a:cs typeface="Times New Roman" panose="02020603050405020304" pitchFamily="18" charset="0"/>
              </a:rPr>
              <a:t>ε</a:t>
            </a:r>
            <a:r>
              <a:rPr lang="zh-CN" altLang="en-US" b="1" dirty="0">
                <a:solidFill>
                  <a:schemeClr val="tx1"/>
                </a:solidFill>
                <a:cs typeface="Times New Roman" panose="02020603050405020304" pitchFamily="18" charset="0"/>
              </a:rPr>
              <a:t>可以被加入到任何</a:t>
            </a:r>
            <a:r>
              <a:rPr lang="en-US" altLang="zh-CN" b="1" i="1" dirty="0">
                <a:solidFill>
                  <a:schemeClr val="tx1"/>
                </a:solidFill>
                <a:cs typeface="Times New Roman" panose="02020603050405020304" pitchFamily="18" charset="0"/>
              </a:rPr>
              <a:t>FIRST</a:t>
            </a:r>
            <a:r>
              <a:rPr lang="zh-CN" altLang="en-US" b="1" dirty="0">
                <a:solidFill>
                  <a:schemeClr val="tx1"/>
                </a:solidFill>
                <a:cs typeface="Times New Roman" panose="02020603050405020304" pitchFamily="18" charset="0"/>
              </a:rPr>
              <a:t>集合中为止</a:t>
            </a:r>
            <a:endParaRPr lang="en-US" altLang="zh-CN" b="1" dirty="0">
              <a:solidFill>
                <a:schemeClr val="tx1"/>
              </a:solidFill>
              <a:ea typeface="楷体_GB2312"/>
              <a:cs typeface="Times New Roman" panose="02020603050405020304" pitchFamily="18" charset="0"/>
            </a:endParaRPr>
          </a:p>
          <a:p>
            <a:pPr lvl="1" eaLnBrk="1" hangingPunct="1">
              <a:lnSpc>
                <a:spcPts val="3200"/>
              </a:lnSpc>
              <a:spcBef>
                <a:spcPts val="0"/>
              </a:spcBef>
              <a:defRPr/>
            </a:pPr>
            <a:r>
              <a:rPr lang="zh-CN" altLang="en-US" sz="2000" dirty="0">
                <a:latin typeface="华文楷体" panose="02010600040101010101" pitchFamily="2" charset="-122"/>
                <a:ea typeface="华文楷体" panose="02010600040101010101" pitchFamily="2" charset="-122"/>
                <a:cs typeface="Times New Roman" panose="02020603050405020304" pitchFamily="18" charset="0"/>
              </a:rPr>
              <a:t>若</a:t>
            </a:r>
            <a:r>
              <a:rPr lang="en-US" altLang="zh-CN" sz="2000" b="1" i="1" dirty="0">
                <a:solidFill>
                  <a:schemeClr val="tx1"/>
                </a:solidFill>
                <a:ea typeface="楷体_GB2312"/>
                <a:cs typeface="Times New Roman" panose="02020603050405020304" pitchFamily="18" charset="0"/>
              </a:rPr>
              <a:t>X</a:t>
            </a:r>
            <a:r>
              <a:rPr lang="en-US" altLang="zh-CN" sz="2000" dirty="0">
                <a:ea typeface="楷体_GB2312"/>
                <a:cs typeface="Times New Roman" panose="02020603050405020304" pitchFamily="18" charset="0"/>
              </a:rPr>
              <a:t> ∈</a:t>
            </a:r>
            <a:r>
              <a:rPr lang="en-US" altLang="zh-CN" sz="2000" i="1" dirty="0">
                <a:ea typeface="楷体_GB2312"/>
                <a:cs typeface="Times New Roman" panose="02020603050405020304" pitchFamily="18" charset="0"/>
              </a:rPr>
              <a:t>V</a:t>
            </a:r>
            <a:r>
              <a:rPr lang="en-US" altLang="zh-CN" sz="2000" i="1" baseline="-25000" dirty="0">
                <a:ea typeface="楷体_GB2312"/>
                <a:cs typeface="Times New Roman" panose="02020603050405020304" pitchFamily="18" charset="0"/>
              </a:rPr>
              <a:t>T </a:t>
            </a:r>
            <a:r>
              <a:rPr lang="zh-CN" altLang="en-US" sz="2000" b="1" dirty="0">
                <a:solidFill>
                  <a:schemeClr val="tx1"/>
                </a:solidFill>
                <a:latin typeface="楷体" panose="02010609060101010101" pitchFamily="49" charset="-122"/>
                <a:cs typeface="Times New Roman" panose="02020603050405020304" pitchFamily="18" charset="0"/>
              </a:rPr>
              <a:t>，那么</a:t>
            </a:r>
            <a:r>
              <a:rPr lang="en-US" altLang="zh-CN" sz="2000" b="1" i="1" dirty="0">
                <a:solidFill>
                  <a:srgbClr val="0070C0"/>
                </a:solidFill>
                <a:ea typeface="楷体_GB2312"/>
                <a:cs typeface="Times New Roman" panose="02020603050405020304" pitchFamily="18" charset="0"/>
              </a:rPr>
              <a:t>FIRST </a:t>
            </a:r>
            <a:r>
              <a:rPr lang="en-US" altLang="zh-CN" sz="2000" b="1" dirty="0">
                <a:solidFill>
                  <a:srgbClr val="0070C0"/>
                </a:solidFill>
                <a:ea typeface="楷体_GB2312"/>
                <a:cs typeface="Times New Roman" panose="02020603050405020304" pitchFamily="18" charset="0"/>
              </a:rPr>
              <a:t>( </a:t>
            </a:r>
            <a:r>
              <a:rPr lang="en-US" altLang="zh-CN" sz="2000" b="1" i="1" dirty="0">
                <a:solidFill>
                  <a:srgbClr val="0070C0"/>
                </a:solidFill>
                <a:ea typeface="楷体_GB2312"/>
                <a:cs typeface="Times New Roman" panose="02020603050405020304" pitchFamily="18" charset="0"/>
              </a:rPr>
              <a:t>X </a:t>
            </a:r>
            <a:r>
              <a:rPr lang="en-US" altLang="zh-CN" sz="2000" b="1" dirty="0">
                <a:solidFill>
                  <a:srgbClr val="0070C0"/>
                </a:solidFill>
                <a:ea typeface="楷体_GB2312"/>
                <a:cs typeface="Times New Roman" panose="02020603050405020304" pitchFamily="18" charset="0"/>
              </a:rPr>
              <a:t>) = { </a:t>
            </a:r>
            <a:r>
              <a:rPr lang="en-US" altLang="zh-CN" sz="2000" b="1" i="1" dirty="0">
                <a:solidFill>
                  <a:srgbClr val="0070C0"/>
                </a:solidFill>
                <a:ea typeface="楷体_GB2312"/>
                <a:cs typeface="Times New Roman" panose="02020603050405020304" pitchFamily="18" charset="0"/>
              </a:rPr>
              <a:t>X </a:t>
            </a:r>
            <a:r>
              <a:rPr lang="en-US" altLang="zh-CN" sz="2000" b="1" dirty="0">
                <a:solidFill>
                  <a:srgbClr val="0070C0"/>
                </a:solidFill>
                <a:ea typeface="楷体_GB2312"/>
                <a:cs typeface="Times New Roman" panose="02020603050405020304" pitchFamily="18" charset="0"/>
              </a:rPr>
              <a:t>}</a:t>
            </a:r>
          </a:p>
          <a:p>
            <a:pPr lvl="1" eaLnBrk="1" hangingPunct="1">
              <a:lnSpc>
                <a:spcPts val="3200"/>
              </a:lnSpc>
              <a:spcBef>
                <a:spcPts val="0"/>
              </a:spcBef>
              <a:defRPr/>
            </a:pPr>
            <a:r>
              <a:rPr lang="zh-CN" altLang="en-US" sz="2000" dirty="0"/>
              <a:t>若</a:t>
            </a:r>
            <a:r>
              <a:rPr lang="en-US" altLang="zh-CN" sz="2000" i="1" dirty="0"/>
              <a:t>X</a:t>
            </a:r>
            <a:r>
              <a:rPr lang="en-US" altLang="zh-CN" sz="2000" dirty="0">
                <a:ea typeface="楷体_GB2312"/>
                <a:cs typeface="Times New Roman" panose="02020603050405020304" pitchFamily="18" charset="0"/>
              </a:rPr>
              <a:t> ∈</a:t>
            </a:r>
            <a:r>
              <a:rPr lang="en-US" altLang="zh-CN" sz="2000" i="1" dirty="0">
                <a:ea typeface="楷体_GB2312"/>
                <a:cs typeface="Times New Roman" panose="02020603050405020304" pitchFamily="18" charset="0"/>
              </a:rPr>
              <a:t>V</a:t>
            </a:r>
            <a:r>
              <a:rPr lang="en-US" altLang="zh-CN" sz="2000" i="1" baseline="-25000" dirty="0">
                <a:ea typeface="楷体_GB2312"/>
                <a:cs typeface="Times New Roman" panose="02020603050405020304" pitchFamily="18" charset="0"/>
              </a:rPr>
              <a:t>N </a:t>
            </a:r>
            <a:r>
              <a:rPr lang="zh-CN" altLang="en-US" sz="2000" dirty="0"/>
              <a:t>，且</a:t>
            </a:r>
            <a:r>
              <a:rPr lang="en-US" altLang="zh-CN" sz="2000" dirty="0"/>
              <a:t> </a:t>
            </a:r>
            <a:r>
              <a:rPr lang="zh-CN" altLang="en-US" sz="2000" dirty="0"/>
              <a:t>有</a:t>
            </a:r>
            <a:r>
              <a:rPr lang="en-US" altLang="zh-CN" sz="2000" i="1" dirty="0" err="1">
                <a:solidFill>
                  <a:srgbClr val="0070C0"/>
                </a:solidFill>
                <a:ea typeface="楷体_GB2312"/>
                <a:cs typeface="楷体_GB2312"/>
              </a:rPr>
              <a:t>X</a:t>
            </a:r>
            <a:r>
              <a:rPr lang="en-US" altLang="zh-CN" sz="2000" dirty="0" err="1">
                <a:solidFill>
                  <a:srgbClr val="0070C0"/>
                </a:solidFill>
                <a:ea typeface="楷体_GB2312"/>
                <a:cs typeface="楷体_GB2312"/>
              </a:rPr>
              <a:t>→</a:t>
            </a:r>
            <a:r>
              <a:rPr lang="en-US" altLang="zh-CN" sz="2000" i="1" dirty="0" err="1">
                <a:solidFill>
                  <a:srgbClr val="0070C0"/>
                </a:solidFill>
                <a:ea typeface="楷体_GB2312"/>
                <a:cs typeface="楷体_GB2312"/>
              </a:rPr>
              <a:t>ε</a:t>
            </a:r>
            <a:r>
              <a:rPr lang="en-US" altLang="zh-CN" sz="2000" i="1" dirty="0">
                <a:ea typeface="楷体_GB2312"/>
                <a:cs typeface="楷体_GB2312"/>
              </a:rPr>
              <a:t> </a:t>
            </a:r>
            <a:r>
              <a:rPr lang="en-US" altLang="zh-CN" sz="2000" dirty="0">
                <a:ea typeface="楷体_GB2312"/>
                <a:cs typeface="楷体_GB2312"/>
              </a:rPr>
              <a:t>∈</a:t>
            </a:r>
            <a:r>
              <a:rPr lang="en-US" altLang="zh-CN" sz="2000" i="1" dirty="0">
                <a:ea typeface="楷体_GB2312"/>
                <a:cs typeface="楷体_GB2312"/>
              </a:rPr>
              <a:t>P</a:t>
            </a:r>
            <a:r>
              <a:rPr lang="zh-CN" altLang="en-US" sz="2000" dirty="0"/>
              <a:t>，那么将 </a:t>
            </a:r>
            <a:r>
              <a:rPr lang="en-US" altLang="zh-CN" sz="2000" i="1" dirty="0">
                <a:solidFill>
                  <a:srgbClr val="0070C0"/>
                </a:solidFill>
                <a:ea typeface="楷体_GB2312"/>
                <a:cs typeface="楷体_GB2312"/>
              </a:rPr>
              <a:t>ε </a:t>
            </a:r>
            <a:r>
              <a:rPr lang="zh-CN" altLang="en-US" sz="2000" dirty="0">
                <a:latin typeface="楷体" panose="02010609060101010101" pitchFamily="49" charset="-122"/>
              </a:rPr>
              <a:t>加入到</a:t>
            </a:r>
            <a:r>
              <a:rPr lang="en-US" altLang="zh-CN" sz="2000" i="1" dirty="0"/>
              <a:t>FIRST</a:t>
            </a:r>
            <a:r>
              <a:rPr lang="en-US" altLang="zh-CN" sz="2000" dirty="0"/>
              <a:t>( </a:t>
            </a:r>
            <a:r>
              <a:rPr lang="en-US" altLang="zh-CN" sz="2000" i="1" dirty="0"/>
              <a:t>X </a:t>
            </a:r>
            <a:r>
              <a:rPr lang="en-US" altLang="zh-CN" sz="2000" dirty="0"/>
              <a:t>)</a:t>
            </a:r>
            <a:r>
              <a:rPr lang="zh-CN" altLang="en-US" sz="2000" dirty="0"/>
              <a:t>中</a:t>
            </a:r>
            <a:endParaRPr lang="en-US" altLang="zh-CN" sz="2000" b="1" dirty="0">
              <a:solidFill>
                <a:srgbClr val="0070C0"/>
              </a:solidFill>
              <a:ea typeface="楷体_GB2312"/>
              <a:cs typeface="Times New Roman" panose="02020603050405020304" pitchFamily="18" charset="0"/>
            </a:endParaRPr>
          </a:p>
          <a:p>
            <a:pPr lvl="1" eaLnBrk="1" hangingPunct="1">
              <a:lnSpc>
                <a:spcPts val="3200"/>
              </a:lnSpc>
              <a:spcBef>
                <a:spcPts val="0"/>
              </a:spcBef>
              <a:defRPr/>
            </a:pPr>
            <a:r>
              <a:rPr lang="zh-CN" altLang="en-US" sz="2000" dirty="0">
                <a:latin typeface="楷体" panose="02010609060101010101" pitchFamily="49" charset="-122"/>
                <a:cs typeface="Times New Roman" panose="02020603050405020304" pitchFamily="18" charset="0"/>
              </a:rPr>
              <a:t>若</a:t>
            </a:r>
            <a:r>
              <a:rPr lang="en-US" altLang="zh-CN" sz="2000" i="1" dirty="0">
                <a:cs typeface="Times New Roman" panose="02020603050405020304" pitchFamily="18" charset="0"/>
              </a:rPr>
              <a:t>X</a:t>
            </a:r>
            <a:r>
              <a:rPr lang="en-US" altLang="zh-CN" sz="2000" dirty="0">
                <a:ea typeface="楷体_GB2312"/>
                <a:cs typeface="Times New Roman" panose="02020603050405020304" pitchFamily="18" charset="0"/>
              </a:rPr>
              <a:t> ∈</a:t>
            </a:r>
            <a:r>
              <a:rPr lang="en-US" altLang="zh-CN" sz="2000" i="1" dirty="0">
                <a:ea typeface="楷体_GB2312"/>
                <a:cs typeface="Times New Roman" panose="02020603050405020304" pitchFamily="18" charset="0"/>
              </a:rPr>
              <a:t>V</a:t>
            </a:r>
            <a:r>
              <a:rPr lang="en-US" altLang="zh-CN" sz="2000" i="1" baseline="-25000" dirty="0">
                <a:ea typeface="楷体_GB2312"/>
                <a:cs typeface="Times New Roman" panose="02020603050405020304" pitchFamily="18" charset="0"/>
              </a:rPr>
              <a:t>N </a:t>
            </a:r>
            <a:r>
              <a:rPr lang="zh-CN" altLang="en-US" sz="2000" dirty="0">
                <a:latin typeface="楷体" panose="02010609060101010101" pitchFamily="49" charset="-122"/>
                <a:cs typeface="Times New Roman" panose="02020603050405020304" pitchFamily="18" charset="0"/>
              </a:rPr>
              <a:t>，且有</a:t>
            </a:r>
            <a:r>
              <a:rPr lang="en-US" altLang="zh-CN" sz="2000" i="1" dirty="0" err="1">
                <a:solidFill>
                  <a:srgbClr val="0070C0"/>
                </a:solidFill>
                <a:cs typeface="Times New Roman" panose="02020603050405020304" pitchFamily="18" charset="0"/>
              </a:rPr>
              <a:t>A</a:t>
            </a:r>
            <a:r>
              <a:rPr lang="en-US" altLang="zh-CN" sz="2000" dirty="0" err="1">
                <a:solidFill>
                  <a:srgbClr val="0070C0"/>
                </a:solidFill>
                <a:cs typeface="Times New Roman" panose="02020603050405020304" pitchFamily="18" charset="0"/>
              </a:rPr>
              <a:t>→</a:t>
            </a:r>
            <a:r>
              <a:rPr lang="en-US" altLang="zh-CN" sz="2000" i="1" dirty="0" err="1">
                <a:solidFill>
                  <a:srgbClr val="0070C0"/>
                </a:solidFill>
                <a:cs typeface="Times New Roman" panose="02020603050405020304" pitchFamily="18" charset="0"/>
              </a:rPr>
              <a:t>a</a:t>
            </a:r>
            <a:r>
              <a:rPr lang="en-US" altLang="zh-CN" sz="2000" i="1" dirty="0">
                <a:solidFill>
                  <a:srgbClr val="0070C0"/>
                </a:solidFill>
                <a:cs typeface="Times New Roman" panose="02020603050405020304" pitchFamily="18" charset="0"/>
              </a:rPr>
              <a:t>β</a:t>
            </a:r>
            <a:r>
              <a:rPr lang="en-US" altLang="zh-CN" sz="2000" dirty="0">
                <a:solidFill>
                  <a:srgbClr val="0070C0"/>
                </a:solidFill>
                <a:ea typeface="楷体_GB2312"/>
                <a:cs typeface="楷体_GB2312"/>
              </a:rPr>
              <a:t> </a:t>
            </a:r>
            <a:r>
              <a:rPr lang="en-US" altLang="zh-CN" sz="2000" dirty="0">
                <a:ea typeface="楷体_GB2312"/>
                <a:cs typeface="楷体_GB2312"/>
              </a:rPr>
              <a:t>∈</a:t>
            </a:r>
            <a:r>
              <a:rPr lang="en-US" altLang="zh-CN" sz="2000" i="1" dirty="0">
                <a:ea typeface="楷体_GB2312"/>
                <a:cs typeface="楷体_GB2312"/>
              </a:rPr>
              <a:t>P</a:t>
            </a:r>
            <a:r>
              <a:rPr lang="en-US" altLang="zh-CN" sz="2000" i="1" dirty="0">
                <a:cs typeface="Times New Roman" panose="02020603050405020304" pitchFamily="18" charset="0"/>
              </a:rPr>
              <a:t> </a:t>
            </a:r>
            <a:r>
              <a:rPr lang="zh-CN" altLang="en-US" sz="2000" i="1" dirty="0">
                <a:cs typeface="Times New Roman" panose="02020603050405020304" pitchFamily="18" charset="0"/>
              </a:rPr>
              <a:t>，</a:t>
            </a:r>
            <a:r>
              <a:rPr lang="en-US" altLang="zh-CN" sz="2000" i="1" dirty="0">
                <a:cs typeface="Times New Roman" panose="02020603050405020304" pitchFamily="18" charset="0"/>
              </a:rPr>
              <a:t>a</a:t>
            </a:r>
            <a:r>
              <a:rPr lang="en-US" altLang="zh-CN" sz="2000" dirty="0">
                <a:ea typeface="楷体_GB2312"/>
                <a:cs typeface="Times New Roman" panose="02020603050405020304" pitchFamily="18" charset="0"/>
              </a:rPr>
              <a:t> ∈</a:t>
            </a:r>
            <a:r>
              <a:rPr lang="en-US" altLang="zh-CN" sz="2000" i="1" dirty="0">
                <a:ea typeface="楷体_GB2312"/>
                <a:cs typeface="Times New Roman" panose="02020603050405020304" pitchFamily="18" charset="0"/>
              </a:rPr>
              <a:t>V</a:t>
            </a:r>
            <a:r>
              <a:rPr lang="en-US" altLang="zh-CN" sz="2000" i="1" baseline="-25000" dirty="0">
                <a:ea typeface="楷体_GB2312"/>
                <a:cs typeface="Times New Roman" panose="02020603050405020304" pitchFamily="18" charset="0"/>
              </a:rPr>
              <a:t>T, </a:t>
            </a:r>
            <a:r>
              <a:rPr lang="zh-CN" altLang="en-US" sz="2000" dirty="0"/>
              <a:t>那么将 </a:t>
            </a:r>
            <a:r>
              <a:rPr lang="en-US" altLang="zh-CN" sz="2000" i="1" dirty="0">
                <a:solidFill>
                  <a:srgbClr val="0070C0"/>
                </a:solidFill>
              </a:rPr>
              <a:t>a</a:t>
            </a:r>
            <a:r>
              <a:rPr lang="en-US" altLang="zh-CN" sz="2000" dirty="0"/>
              <a:t> </a:t>
            </a:r>
            <a:r>
              <a:rPr lang="zh-CN" altLang="en-US" sz="2000" dirty="0"/>
              <a:t>加入到</a:t>
            </a:r>
            <a:r>
              <a:rPr lang="en-US" altLang="zh-CN" sz="2000" i="1" dirty="0"/>
              <a:t>FIRST</a:t>
            </a:r>
            <a:r>
              <a:rPr lang="en-US" altLang="zh-CN" sz="2000" dirty="0"/>
              <a:t>( </a:t>
            </a:r>
            <a:r>
              <a:rPr lang="en-US" altLang="zh-CN" sz="2000" i="1" dirty="0"/>
              <a:t>X</a:t>
            </a:r>
            <a:r>
              <a:rPr lang="en-US" altLang="zh-CN" sz="2000" dirty="0"/>
              <a:t> )</a:t>
            </a:r>
            <a:r>
              <a:rPr lang="zh-CN" altLang="en-US" sz="2000" dirty="0"/>
              <a:t>中</a:t>
            </a:r>
            <a:endParaRPr lang="en-US" altLang="zh-CN" sz="2000" dirty="0"/>
          </a:p>
          <a:p>
            <a:pPr lvl="1" eaLnBrk="1" hangingPunct="1">
              <a:lnSpc>
                <a:spcPts val="3200"/>
              </a:lnSpc>
              <a:spcBef>
                <a:spcPts val="0"/>
              </a:spcBef>
              <a:defRPr/>
            </a:pPr>
            <a:r>
              <a:rPr lang="zh-CN" altLang="en-US" sz="2000" dirty="0">
                <a:latin typeface="楷体" panose="02010609060101010101" pitchFamily="49" charset="-122"/>
                <a:cs typeface="Times New Roman" panose="02020603050405020304" pitchFamily="18" charset="0"/>
              </a:rPr>
              <a:t>若</a:t>
            </a:r>
            <a:r>
              <a:rPr lang="en-US" altLang="zh-CN" sz="2000" b="1" i="1" dirty="0">
                <a:solidFill>
                  <a:schemeClr val="tx1"/>
                </a:solidFill>
                <a:ea typeface="楷体_GB2312"/>
                <a:cs typeface="Times New Roman" panose="02020603050405020304" pitchFamily="18" charset="0"/>
              </a:rPr>
              <a:t>X </a:t>
            </a:r>
            <a:r>
              <a:rPr lang="en-US" altLang="zh-CN" sz="2000" dirty="0">
                <a:ea typeface="楷体_GB2312"/>
                <a:cs typeface="Times New Roman" panose="02020603050405020304" pitchFamily="18" charset="0"/>
              </a:rPr>
              <a:t>∈</a:t>
            </a:r>
            <a:r>
              <a:rPr lang="en-US" altLang="zh-CN" sz="2000" i="1" dirty="0">
                <a:ea typeface="楷体_GB2312"/>
                <a:cs typeface="Times New Roman" panose="02020603050405020304" pitchFamily="18" charset="0"/>
              </a:rPr>
              <a:t>V</a:t>
            </a:r>
            <a:r>
              <a:rPr lang="en-US" altLang="zh-CN" sz="2000" i="1" baseline="-25000" dirty="0">
                <a:ea typeface="楷体_GB2312"/>
                <a:cs typeface="Times New Roman" panose="02020603050405020304" pitchFamily="18" charset="0"/>
              </a:rPr>
              <a:t>N </a:t>
            </a:r>
            <a:r>
              <a:rPr lang="zh-CN" altLang="en-US" sz="2000" b="1" dirty="0">
                <a:solidFill>
                  <a:schemeClr val="tx1"/>
                </a:solidFill>
                <a:latin typeface="楷体" panose="02010609060101010101" pitchFamily="49" charset="-122"/>
                <a:cs typeface="Times New Roman" panose="02020603050405020304" pitchFamily="18" charset="0"/>
              </a:rPr>
              <a:t>，且有</a:t>
            </a:r>
            <a:r>
              <a:rPr lang="en-US" altLang="zh-CN" sz="2000" b="1" i="1" dirty="0">
                <a:solidFill>
                  <a:schemeClr val="tx1"/>
                </a:solidFill>
                <a:ea typeface="楷体_GB2312"/>
                <a:cs typeface="Times New Roman" panose="02020603050405020304" pitchFamily="18" charset="0"/>
              </a:rPr>
              <a:t>X</a:t>
            </a:r>
            <a:r>
              <a:rPr lang="en-US" altLang="zh-CN" sz="2000" b="1" dirty="0">
                <a:solidFill>
                  <a:schemeClr val="tx1"/>
                </a:solidFill>
                <a:ea typeface="楷体_GB2312"/>
                <a:cs typeface="Times New Roman" panose="02020603050405020304" pitchFamily="18" charset="0"/>
              </a:rPr>
              <a:t>→</a:t>
            </a:r>
            <a:r>
              <a:rPr lang="en-US" altLang="zh-CN" sz="2000" b="1" i="1" dirty="0">
                <a:solidFill>
                  <a:schemeClr val="tx1"/>
                </a:solidFill>
                <a:ea typeface="楷体_GB2312"/>
                <a:cs typeface="Times New Roman" panose="02020603050405020304" pitchFamily="18" charset="0"/>
              </a:rPr>
              <a:t>Y</a:t>
            </a:r>
            <a:r>
              <a:rPr lang="en-US" altLang="zh-CN" sz="2000" b="1" baseline="-25000" dirty="0">
                <a:solidFill>
                  <a:schemeClr val="tx1"/>
                </a:solidFill>
                <a:ea typeface="楷体_GB2312"/>
                <a:cs typeface="Times New Roman" panose="02020603050405020304" pitchFamily="18" charset="0"/>
              </a:rPr>
              <a:t>1</a:t>
            </a:r>
            <a:r>
              <a:rPr lang="en-US" altLang="zh-CN" sz="2000" b="1" dirty="0">
                <a:solidFill>
                  <a:schemeClr val="tx1"/>
                </a:solidFill>
                <a:ea typeface="楷体_GB2312"/>
                <a:cs typeface="Times New Roman" panose="02020603050405020304" pitchFamily="18" charset="0"/>
              </a:rPr>
              <a:t>…</a:t>
            </a:r>
            <a:r>
              <a:rPr lang="en-US" altLang="zh-CN" sz="2000" b="1" i="1" dirty="0" err="1">
                <a:solidFill>
                  <a:schemeClr val="tx1"/>
                </a:solidFill>
                <a:ea typeface="楷体_GB2312"/>
                <a:cs typeface="Times New Roman" panose="02020603050405020304" pitchFamily="18" charset="0"/>
              </a:rPr>
              <a:t>Y</a:t>
            </a:r>
            <a:r>
              <a:rPr lang="en-US" altLang="zh-CN" sz="2000" b="1" i="1" baseline="-25000" dirty="0" err="1">
                <a:solidFill>
                  <a:schemeClr val="tx1"/>
                </a:solidFill>
                <a:ea typeface="楷体_GB2312"/>
                <a:cs typeface="Times New Roman" panose="02020603050405020304" pitchFamily="18" charset="0"/>
              </a:rPr>
              <a:t>k</a:t>
            </a:r>
            <a:r>
              <a:rPr lang="en-US" altLang="zh-CN" sz="2000" b="1" dirty="0" err="1">
                <a:solidFill>
                  <a:schemeClr val="tx1"/>
                </a:solidFill>
                <a:ea typeface="楷体_GB2312"/>
                <a:cs typeface="Times New Roman" panose="02020603050405020304" pitchFamily="18" charset="0"/>
              </a:rPr>
              <a:t>∈</a:t>
            </a:r>
            <a:r>
              <a:rPr lang="en-US" altLang="zh-CN" sz="2000" b="1" i="1" dirty="0" err="1">
                <a:solidFill>
                  <a:schemeClr val="tx1"/>
                </a:solidFill>
                <a:ea typeface="楷体_GB2312"/>
                <a:cs typeface="Times New Roman" panose="02020603050405020304" pitchFamily="18" charset="0"/>
              </a:rPr>
              <a:t>P</a:t>
            </a:r>
            <a:r>
              <a:rPr lang="en-US" altLang="zh-CN" sz="2000" b="1" dirty="0">
                <a:solidFill>
                  <a:schemeClr val="tx1"/>
                </a:solidFill>
                <a:ea typeface="楷体_GB2312"/>
                <a:cs typeface="Times New Roman" panose="02020603050405020304" pitchFamily="18" charset="0"/>
              </a:rPr>
              <a:t> (</a:t>
            </a:r>
            <a:r>
              <a:rPr lang="en-US" altLang="zh-CN" sz="2000" b="1" i="1" dirty="0">
                <a:solidFill>
                  <a:schemeClr val="tx1"/>
                </a:solidFill>
                <a:ea typeface="楷体_GB2312"/>
                <a:cs typeface="Times New Roman" panose="02020603050405020304" pitchFamily="18" charset="0"/>
              </a:rPr>
              <a:t>k</a:t>
            </a:r>
            <a:r>
              <a:rPr lang="en-US" altLang="zh-CN" sz="2000" b="1" i="1" dirty="0">
                <a:solidFill>
                  <a:schemeClr val="tx1"/>
                </a:solidFill>
                <a:cs typeface="Tahoma" panose="020B0604030504040204" pitchFamily="34" charset="0"/>
              </a:rPr>
              <a:t>≥</a:t>
            </a:r>
            <a:r>
              <a:rPr lang="en-US" altLang="zh-CN" sz="2000" b="1" dirty="0">
                <a:solidFill>
                  <a:schemeClr val="tx1"/>
                </a:solidFill>
                <a:cs typeface="Times New Roman" panose="02020603050405020304" pitchFamily="18" charset="0"/>
              </a:rPr>
              <a:t>1)</a:t>
            </a:r>
            <a:r>
              <a:rPr lang="zh-CN" altLang="en-US" sz="2000" b="1" dirty="0">
                <a:solidFill>
                  <a:schemeClr val="tx1"/>
                </a:solidFill>
                <a:latin typeface="楷体" panose="02010609060101010101" pitchFamily="49" charset="-122"/>
                <a:cs typeface="Times New Roman" panose="02020603050405020304" pitchFamily="18" charset="0"/>
              </a:rPr>
              <a:t>，</a:t>
            </a:r>
            <a:r>
              <a:rPr lang="zh-CN" altLang="en-US" sz="2000" dirty="0">
                <a:latin typeface="楷体" panose="02010609060101010101" pitchFamily="49" charset="-122"/>
                <a:cs typeface="Times New Roman" panose="02020603050405020304" pitchFamily="18" charset="0"/>
              </a:rPr>
              <a:t>且</a:t>
            </a:r>
            <a:r>
              <a:rPr lang="en-US" altLang="zh-CN" sz="2000" i="1" dirty="0">
                <a:ea typeface="楷体_GB2312"/>
                <a:cs typeface="Times New Roman" panose="02020603050405020304" pitchFamily="18" charset="0"/>
              </a:rPr>
              <a:t>Y</a:t>
            </a:r>
            <a:r>
              <a:rPr lang="en-US" altLang="zh-CN" sz="2000" baseline="-25000" dirty="0">
                <a:ea typeface="楷体_GB2312"/>
                <a:cs typeface="Times New Roman" panose="02020603050405020304" pitchFamily="18" charset="0"/>
              </a:rPr>
              <a:t>1</a:t>
            </a:r>
            <a:r>
              <a:rPr lang="en-US" altLang="zh-CN" sz="2000" dirty="0">
                <a:ea typeface="楷体_GB2312"/>
                <a:cs typeface="Times New Roman" panose="02020603050405020304" pitchFamily="18" charset="0"/>
              </a:rPr>
              <a:t> ∈</a:t>
            </a:r>
            <a:r>
              <a:rPr lang="en-US" altLang="zh-CN" sz="2000" i="1" dirty="0">
                <a:ea typeface="楷体_GB2312"/>
                <a:cs typeface="Times New Roman" panose="02020603050405020304" pitchFamily="18" charset="0"/>
              </a:rPr>
              <a:t>V</a:t>
            </a:r>
            <a:r>
              <a:rPr lang="en-US" altLang="zh-CN" sz="2000" i="1" baseline="-25000" dirty="0">
                <a:ea typeface="楷体_GB2312"/>
                <a:cs typeface="Times New Roman" panose="02020603050405020304" pitchFamily="18" charset="0"/>
              </a:rPr>
              <a:t>N </a:t>
            </a:r>
            <a:endParaRPr lang="en-US" altLang="zh-CN" sz="2000" b="1" dirty="0">
              <a:solidFill>
                <a:schemeClr val="tx1"/>
              </a:solidFill>
              <a:latin typeface="楷体" panose="02010609060101010101" pitchFamily="49" charset="-122"/>
              <a:cs typeface="Times New Roman" panose="02020603050405020304" pitchFamily="18" charset="0"/>
            </a:endParaRPr>
          </a:p>
          <a:p>
            <a:pPr marL="303213" lvl="1" indent="0" eaLnBrk="1" hangingPunct="1">
              <a:lnSpc>
                <a:spcPts val="3200"/>
              </a:lnSpc>
              <a:spcBef>
                <a:spcPts val="0"/>
              </a:spcBef>
              <a:buClrTx/>
              <a:buNone/>
              <a:defRPr/>
            </a:pPr>
            <a:r>
              <a:rPr lang="en-US" altLang="zh-CN" sz="2000" dirty="0">
                <a:latin typeface="楷体" panose="02010609060101010101" pitchFamily="49" charset="-122"/>
                <a:cs typeface="Times New Roman" panose="02020603050405020304" pitchFamily="18" charset="0"/>
              </a:rPr>
              <a:t>  </a:t>
            </a:r>
            <a:r>
              <a:rPr lang="zh-CN" altLang="en-US" sz="2000" b="1" dirty="0">
                <a:solidFill>
                  <a:schemeClr val="tx1"/>
                </a:solidFill>
                <a:latin typeface="楷体" panose="02010609060101010101" pitchFamily="49" charset="-122"/>
                <a:cs typeface="Times New Roman" panose="02020603050405020304" pitchFamily="18" charset="0"/>
              </a:rPr>
              <a:t>那么如果对于某个</a:t>
            </a:r>
            <a:r>
              <a:rPr lang="en-US" altLang="zh-CN" sz="2000" b="1" i="1" dirty="0" err="1">
                <a:solidFill>
                  <a:schemeClr val="tx1"/>
                </a:solidFill>
                <a:cs typeface="Times New Roman" panose="02020603050405020304" pitchFamily="18" charset="0"/>
              </a:rPr>
              <a:t>i</a:t>
            </a:r>
            <a:r>
              <a:rPr lang="zh-CN" altLang="en-US" sz="2000" b="1" dirty="0">
                <a:solidFill>
                  <a:schemeClr val="tx1"/>
                </a:solidFill>
                <a:latin typeface="楷体" panose="02010609060101010101" pitchFamily="49" charset="-122"/>
                <a:cs typeface="Times New Roman" panose="02020603050405020304" pitchFamily="18" charset="0"/>
              </a:rPr>
              <a:t>，</a:t>
            </a:r>
            <a:r>
              <a:rPr lang="en-US" altLang="zh-CN" sz="2000" b="1" i="1" dirty="0">
                <a:solidFill>
                  <a:srgbClr val="0070C0"/>
                </a:solidFill>
                <a:cs typeface="Times New Roman" panose="02020603050405020304" pitchFamily="18" charset="0"/>
              </a:rPr>
              <a:t>a</a:t>
            </a:r>
            <a:r>
              <a:rPr lang="zh-CN" altLang="en-US" sz="2000" b="1" dirty="0">
                <a:solidFill>
                  <a:srgbClr val="0070C0"/>
                </a:solidFill>
                <a:latin typeface="楷体" panose="02010609060101010101" pitchFamily="49" charset="-122"/>
                <a:cs typeface="Times New Roman" panose="02020603050405020304" pitchFamily="18" charset="0"/>
              </a:rPr>
              <a:t>在</a:t>
            </a:r>
            <a:r>
              <a:rPr lang="en-US" altLang="zh-CN" sz="2000" b="1" i="1" dirty="0">
                <a:solidFill>
                  <a:srgbClr val="0070C0"/>
                </a:solidFill>
                <a:cs typeface="Times New Roman" panose="02020603050405020304" pitchFamily="18" charset="0"/>
              </a:rPr>
              <a:t>FIRST </a:t>
            </a:r>
            <a:r>
              <a:rPr lang="en-US" altLang="zh-CN" sz="2000" b="1" dirty="0">
                <a:solidFill>
                  <a:srgbClr val="0070C0"/>
                </a:solidFill>
                <a:cs typeface="Times New Roman" panose="02020603050405020304" pitchFamily="18" charset="0"/>
              </a:rPr>
              <a:t>(</a:t>
            </a:r>
            <a:r>
              <a:rPr lang="en-US" altLang="zh-CN" sz="2000" b="1" i="1" dirty="0">
                <a:solidFill>
                  <a:srgbClr val="0070C0"/>
                </a:solidFill>
                <a:ea typeface="楷体_GB2312"/>
                <a:cs typeface="Times New Roman" panose="02020603050405020304" pitchFamily="18" charset="0"/>
              </a:rPr>
              <a:t>Y</a:t>
            </a:r>
            <a:r>
              <a:rPr lang="en-US" altLang="zh-CN" sz="2000" b="1" i="1" baseline="-25000" dirty="0">
                <a:solidFill>
                  <a:srgbClr val="0070C0"/>
                </a:solidFill>
                <a:ea typeface="楷体_GB2312"/>
                <a:cs typeface="Times New Roman" panose="02020603050405020304" pitchFamily="18" charset="0"/>
              </a:rPr>
              <a:t>i </a:t>
            </a:r>
            <a:r>
              <a:rPr lang="en-US" altLang="zh-CN" sz="2000" b="1" dirty="0">
                <a:solidFill>
                  <a:srgbClr val="0070C0"/>
                </a:solidFill>
              </a:rPr>
              <a:t>)</a:t>
            </a:r>
            <a:r>
              <a:rPr lang="zh-CN" altLang="en-US" sz="2000" b="1" dirty="0">
                <a:solidFill>
                  <a:srgbClr val="0070C0"/>
                </a:solidFill>
                <a:latin typeface="楷体" panose="02010609060101010101" pitchFamily="49" charset="-122"/>
              </a:rPr>
              <a:t> </a:t>
            </a:r>
            <a:r>
              <a:rPr lang="zh-CN" altLang="en-US" sz="2000" b="1" dirty="0">
                <a:solidFill>
                  <a:schemeClr val="tx1"/>
                </a:solidFill>
                <a:latin typeface="楷体" panose="02010609060101010101" pitchFamily="49" charset="-122"/>
              </a:rPr>
              <a:t>中且</a:t>
            </a:r>
            <a:r>
              <a:rPr lang="en-US" altLang="zh-CN" sz="2000" b="1" i="1" dirty="0">
                <a:solidFill>
                  <a:schemeClr val="tx1"/>
                </a:solidFill>
                <a:ea typeface="楷体_GB2312"/>
                <a:cs typeface="楷体_GB2312"/>
              </a:rPr>
              <a:t>ε </a:t>
            </a:r>
            <a:r>
              <a:rPr lang="zh-CN" altLang="en-US" sz="2000" b="1" dirty="0">
                <a:solidFill>
                  <a:schemeClr val="tx1"/>
                </a:solidFill>
                <a:latin typeface="楷体" panose="02010609060101010101" pitchFamily="49" charset="-122"/>
              </a:rPr>
              <a:t>在所有的</a:t>
            </a:r>
            <a:r>
              <a:rPr lang="en-US" altLang="zh-CN" sz="2000" b="1" i="1" dirty="0">
                <a:solidFill>
                  <a:schemeClr val="tx1"/>
                </a:solidFill>
              </a:rPr>
              <a:t>FIRST</a:t>
            </a:r>
            <a:r>
              <a:rPr lang="en-US" altLang="zh-CN" sz="2000" b="1" dirty="0">
                <a:solidFill>
                  <a:schemeClr val="tx1"/>
                </a:solidFill>
              </a:rPr>
              <a:t>(</a:t>
            </a:r>
            <a:r>
              <a:rPr lang="en-US" altLang="zh-CN" sz="2000" b="1" i="1" dirty="0">
                <a:solidFill>
                  <a:schemeClr val="tx1"/>
                </a:solidFill>
                <a:ea typeface="楷体_GB2312"/>
                <a:cs typeface="楷体_GB2312"/>
              </a:rPr>
              <a:t>Y</a:t>
            </a:r>
            <a:r>
              <a:rPr lang="en-US" altLang="zh-CN" sz="2000" b="1" baseline="-25000" dirty="0">
                <a:solidFill>
                  <a:schemeClr val="tx1"/>
                </a:solidFill>
                <a:ea typeface="楷体_GB2312"/>
                <a:cs typeface="楷体_GB2312"/>
              </a:rPr>
              <a:t>1</a:t>
            </a:r>
            <a:r>
              <a:rPr lang="en-US" altLang="zh-CN" sz="2000" b="1" dirty="0">
                <a:solidFill>
                  <a:schemeClr val="tx1"/>
                </a:solidFill>
              </a:rPr>
              <a:t>) , … , </a:t>
            </a:r>
            <a:r>
              <a:rPr lang="en-US" altLang="zh-CN" sz="2000" b="1" i="1" dirty="0">
                <a:solidFill>
                  <a:schemeClr val="tx1"/>
                </a:solidFill>
              </a:rPr>
              <a:t>FIRST</a:t>
            </a:r>
            <a:r>
              <a:rPr lang="en-US" altLang="zh-CN" sz="2000" b="1" dirty="0">
                <a:solidFill>
                  <a:schemeClr val="tx1"/>
                </a:solidFill>
              </a:rPr>
              <a:t>(</a:t>
            </a:r>
            <a:r>
              <a:rPr lang="en-US" altLang="zh-CN" sz="2000" b="1" i="1" dirty="0">
                <a:solidFill>
                  <a:schemeClr val="tx1"/>
                </a:solidFill>
                <a:ea typeface="楷体_GB2312"/>
                <a:cs typeface="楷体_GB2312"/>
              </a:rPr>
              <a:t>Y</a:t>
            </a:r>
            <a:r>
              <a:rPr lang="en-US" altLang="zh-CN" sz="2000" b="1" i="1" baseline="-25000" dirty="0">
                <a:solidFill>
                  <a:schemeClr val="tx1"/>
                </a:solidFill>
                <a:ea typeface="楷体_GB2312"/>
                <a:cs typeface="楷体_GB2312"/>
              </a:rPr>
              <a:t>i-1</a:t>
            </a:r>
            <a:r>
              <a:rPr lang="en-US" altLang="zh-CN" sz="2000" b="1" dirty="0">
                <a:solidFill>
                  <a:schemeClr val="tx1"/>
                </a:solidFill>
              </a:rPr>
              <a:t>)</a:t>
            </a:r>
            <a:r>
              <a:rPr lang="zh-CN" altLang="en-US" sz="2000" b="1" dirty="0">
                <a:solidFill>
                  <a:schemeClr val="tx1"/>
                </a:solidFill>
                <a:latin typeface="楷体" panose="02010609060101010101" pitchFamily="49" charset="-122"/>
              </a:rPr>
              <a:t>中</a:t>
            </a:r>
            <a:r>
              <a:rPr lang="en-US" altLang="zh-CN" sz="2000" b="1" dirty="0">
                <a:solidFill>
                  <a:schemeClr val="tx1"/>
                </a:solidFill>
                <a:cs typeface="Times New Roman" panose="02020603050405020304" pitchFamily="18" charset="0"/>
              </a:rPr>
              <a:t>(</a:t>
            </a:r>
            <a:r>
              <a:rPr lang="zh-CN" altLang="en-US" sz="2000" b="1" dirty="0">
                <a:solidFill>
                  <a:schemeClr val="tx1"/>
                </a:solidFill>
                <a:latin typeface="楷体" panose="02010609060101010101" pitchFamily="49" charset="-122"/>
              </a:rPr>
              <a:t>即</a:t>
            </a:r>
            <a:r>
              <a:rPr lang="en-US" altLang="zh-CN" sz="2000" b="1" i="1" dirty="0">
                <a:solidFill>
                  <a:schemeClr val="tx1"/>
                </a:solidFill>
                <a:ea typeface="楷体_GB2312"/>
                <a:cs typeface="楷体_GB2312"/>
              </a:rPr>
              <a:t>Y</a:t>
            </a:r>
            <a:r>
              <a:rPr lang="en-US" altLang="zh-CN" sz="2000" b="1" baseline="-25000" dirty="0">
                <a:solidFill>
                  <a:schemeClr val="tx1"/>
                </a:solidFill>
                <a:ea typeface="楷体_GB2312"/>
                <a:cs typeface="楷体_GB2312"/>
              </a:rPr>
              <a:t>1</a:t>
            </a:r>
            <a:r>
              <a:rPr lang="en-US" altLang="zh-CN" sz="2000" b="1" dirty="0">
                <a:solidFill>
                  <a:schemeClr val="tx1"/>
                </a:solidFill>
                <a:ea typeface="楷体_GB2312"/>
                <a:cs typeface="楷体_GB2312"/>
              </a:rPr>
              <a:t>...</a:t>
            </a:r>
            <a:r>
              <a:rPr lang="en-US" altLang="zh-CN" sz="2000" b="1" i="1" dirty="0">
                <a:solidFill>
                  <a:schemeClr val="tx1"/>
                </a:solidFill>
                <a:ea typeface="楷体_GB2312"/>
                <a:cs typeface="楷体_GB2312"/>
              </a:rPr>
              <a:t>Y</a:t>
            </a:r>
            <a:r>
              <a:rPr lang="en-US" altLang="zh-CN" sz="2000" b="1" i="1" baseline="-25000" dirty="0">
                <a:solidFill>
                  <a:schemeClr val="tx1"/>
                </a:solidFill>
                <a:ea typeface="楷体_GB2312"/>
                <a:cs typeface="楷体_GB2312"/>
              </a:rPr>
              <a:t>i</a:t>
            </a:r>
            <a:r>
              <a:rPr lang="en-US" altLang="zh-CN" sz="2000" b="1" baseline="-25000" dirty="0">
                <a:solidFill>
                  <a:schemeClr val="tx1"/>
                </a:solidFill>
                <a:ea typeface="楷体_GB2312"/>
                <a:cs typeface="楷体_GB2312"/>
              </a:rPr>
              <a:t>-1</a:t>
            </a:r>
            <a:r>
              <a:rPr lang="en-US" altLang="zh-CN" sz="2000" b="1" i="1" baseline="-25000" dirty="0">
                <a:solidFill>
                  <a:schemeClr val="tx1"/>
                </a:solidFill>
                <a:ea typeface="楷体_GB2312"/>
                <a:cs typeface="楷体_GB2312"/>
              </a:rPr>
              <a:t> </a:t>
            </a:r>
            <a:r>
              <a:rPr lang="en-US" altLang="zh-CN" sz="2000" b="1" dirty="0">
                <a:solidFill>
                  <a:schemeClr val="tx1"/>
                </a:solidFill>
                <a:ea typeface="楷体_GB2312"/>
                <a:cs typeface="楷体_GB2312"/>
                <a:sym typeface="Symbol" panose="05050102010706020507" pitchFamily="18" charset="2"/>
              </a:rPr>
              <a:t></a:t>
            </a:r>
            <a:r>
              <a:rPr lang="en-US" altLang="zh-CN" sz="2000" b="1" baseline="30000" dirty="0">
                <a:solidFill>
                  <a:schemeClr val="tx1"/>
                </a:solidFill>
                <a:ea typeface="楷体_GB2312"/>
                <a:cs typeface="楷体_GB2312"/>
              </a:rPr>
              <a:t>* </a:t>
            </a:r>
            <a:r>
              <a:rPr lang="en-US" altLang="zh-CN" sz="2000" b="1" i="1" dirty="0">
                <a:solidFill>
                  <a:schemeClr val="tx1"/>
                </a:solidFill>
                <a:ea typeface="楷体_GB2312"/>
                <a:cs typeface="楷体_GB2312"/>
              </a:rPr>
              <a:t>ε</a:t>
            </a:r>
            <a:r>
              <a:rPr lang="en-US" altLang="zh-CN" sz="2000" b="1" dirty="0">
                <a:solidFill>
                  <a:schemeClr val="tx1"/>
                </a:solidFill>
              </a:rPr>
              <a:t> )</a:t>
            </a:r>
            <a:r>
              <a:rPr lang="zh-CN" altLang="en-US" sz="2000" b="1" dirty="0">
                <a:solidFill>
                  <a:schemeClr val="tx1"/>
                </a:solidFill>
              </a:rPr>
              <a:t>，</a:t>
            </a:r>
            <a:r>
              <a:rPr lang="zh-CN" altLang="en-US" sz="2000" b="1" dirty="0">
                <a:solidFill>
                  <a:schemeClr val="tx1"/>
                </a:solidFill>
                <a:latin typeface="楷体" panose="02010609060101010101" pitchFamily="49" charset="-122"/>
              </a:rPr>
              <a:t>就把</a:t>
            </a:r>
            <a:r>
              <a:rPr lang="en-US" altLang="zh-CN" sz="2000" b="1" i="1" dirty="0">
                <a:solidFill>
                  <a:schemeClr val="tx1"/>
                </a:solidFill>
              </a:rPr>
              <a:t>a</a:t>
            </a:r>
            <a:r>
              <a:rPr lang="zh-CN" altLang="en-US" sz="2000" b="1" dirty="0">
                <a:solidFill>
                  <a:schemeClr val="tx1"/>
                </a:solidFill>
                <a:latin typeface="楷体" panose="02010609060101010101" pitchFamily="49" charset="-122"/>
              </a:rPr>
              <a:t>加入到</a:t>
            </a:r>
            <a:r>
              <a:rPr lang="en-US" altLang="zh-CN" sz="2000" b="1" i="1" dirty="0">
                <a:solidFill>
                  <a:schemeClr val="tx1"/>
                </a:solidFill>
                <a:ea typeface="楷体_GB2312"/>
                <a:cs typeface="楷体_GB2312"/>
              </a:rPr>
              <a:t>FIRST</a:t>
            </a:r>
            <a:r>
              <a:rPr lang="en-US" altLang="zh-CN" sz="2000" b="1" dirty="0">
                <a:solidFill>
                  <a:schemeClr val="tx1"/>
                </a:solidFill>
                <a:ea typeface="楷体_GB2312"/>
                <a:cs typeface="楷体_GB2312"/>
              </a:rPr>
              <a:t>( </a:t>
            </a:r>
            <a:r>
              <a:rPr lang="en-US" altLang="zh-CN" sz="2000" b="1" i="1" dirty="0">
                <a:solidFill>
                  <a:schemeClr val="tx1"/>
                </a:solidFill>
                <a:ea typeface="楷体_GB2312"/>
                <a:cs typeface="楷体_GB2312"/>
              </a:rPr>
              <a:t>X </a:t>
            </a:r>
            <a:r>
              <a:rPr lang="en-US" altLang="zh-CN" sz="2000" b="1" dirty="0">
                <a:solidFill>
                  <a:schemeClr val="tx1"/>
                </a:solidFill>
                <a:ea typeface="楷体_GB2312"/>
                <a:cs typeface="楷体_GB2312"/>
              </a:rPr>
              <a:t>)</a:t>
            </a:r>
            <a:r>
              <a:rPr lang="zh-CN" altLang="en-US" sz="2000" b="1" dirty="0">
                <a:solidFill>
                  <a:schemeClr val="tx1"/>
                </a:solidFill>
                <a:latin typeface="楷体" panose="02010609060101010101" pitchFamily="49" charset="-122"/>
              </a:rPr>
              <a:t>中。</a:t>
            </a:r>
            <a:endParaRPr lang="en-US" altLang="zh-CN" sz="2000" b="1" dirty="0">
              <a:solidFill>
                <a:schemeClr val="tx1"/>
              </a:solidFill>
              <a:latin typeface="楷体" panose="02010609060101010101" pitchFamily="49" charset="-122"/>
            </a:endParaRPr>
          </a:p>
          <a:p>
            <a:pPr marL="303213" lvl="1" indent="0" eaLnBrk="1" hangingPunct="1">
              <a:lnSpc>
                <a:spcPts val="3200"/>
              </a:lnSpc>
              <a:spcBef>
                <a:spcPts val="0"/>
              </a:spcBef>
              <a:buClrTx/>
              <a:buNone/>
              <a:defRPr/>
            </a:pPr>
            <a:r>
              <a:rPr lang="en-US" altLang="zh-CN" sz="2000" dirty="0">
                <a:latin typeface="楷体" panose="02010609060101010101" pitchFamily="49" charset="-122"/>
              </a:rPr>
              <a:t>  </a:t>
            </a:r>
            <a:r>
              <a:rPr lang="zh-CN" altLang="en-US" sz="2000" b="1" dirty="0">
                <a:solidFill>
                  <a:schemeClr val="tx1"/>
                </a:solidFill>
                <a:latin typeface="楷体" panose="02010609060101010101" pitchFamily="49" charset="-122"/>
              </a:rPr>
              <a:t>如果对于所有的 </a:t>
            </a:r>
            <a:r>
              <a:rPr lang="en-US" altLang="zh-CN" sz="2000" b="1" i="1" dirty="0">
                <a:solidFill>
                  <a:schemeClr val="tx1"/>
                </a:solidFill>
              </a:rPr>
              <a:t>j</a:t>
            </a:r>
            <a:r>
              <a:rPr lang="en-US" altLang="zh-CN" sz="2000" b="1" dirty="0">
                <a:solidFill>
                  <a:schemeClr val="tx1"/>
                </a:solidFill>
              </a:rPr>
              <a:t> = 1, 2, . . . , </a:t>
            </a:r>
            <a:r>
              <a:rPr lang="en-US" altLang="zh-CN" sz="2000" b="1" i="1" dirty="0">
                <a:solidFill>
                  <a:schemeClr val="tx1"/>
                </a:solidFill>
              </a:rPr>
              <a:t>k</a:t>
            </a:r>
            <a:r>
              <a:rPr lang="zh-CN" altLang="en-US" sz="2000" b="1" dirty="0">
                <a:solidFill>
                  <a:schemeClr val="tx1"/>
                </a:solidFill>
                <a:latin typeface="楷体" panose="02010609060101010101" pitchFamily="49" charset="-122"/>
              </a:rPr>
              <a:t>，</a:t>
            </a:r>
            <a:r>
              <a:rPr lang="en-US" altLang="zh-CN" sz="2000" b="1" i="1" dirty="0">
                <a:solidFill>
                  <a:schemeClr val="tx1"/>
                </a:solidFill>
                <a:ea typeface="楷体_GB2312"/>
                <a:cs typeface="楷体_GB2312"/>
              </a:rPr>
              <a:t>ε</a:t>
            </a:r>
            <a:r>
              <a:rPr lang="zh-CN" altLang="en-US" sz="2000" b="1" dirty="0">
                <a:solidFill>
                  <a:schemeClr val="tx1"/>
                </a:solidFill>
                <a:latin typeface="楷体" panose="02010609060101010101" pitchFamily="49" charset="-122"/>
              </a:rPr>
              <a:t>在</a:t>
            </a:r>
            <a:r>
              <a:rPr lang="en-US" altLang="zh-CN" sz="2000" b="1" i="1" dirty="0">
                <a:solidFill>
                  <a:schemeClr val="tx1"/>
                </a:solidFill>
              </a:rPr>
              <a:t>FIRST</a:t>
            </a:r>
            <a:r>
              <a:rPr lang="en-US" altLang="zh-CN" sz="2000" b="1" dirty="0">
                <a:solidFill>
                  <a:schemeClr val="tx1"/>
                </a:solidFill>
              </a:rPr>
              <a:t>(</a:t>
            </a:r>
            <a:r>
              <a:rPr lang="en-US" altLang="zh-CN" sz="2000" b="1" i="1" dirty="0" err="1">
                <a:solidFill>
                  <a:schemeClr val="tx1"/>
                </a:solidFill>
                <a:ea typeface="楷体_GB2312"/>
                <a:cs typeface="楷体_GB2312"/>
              </a:rPr>
              <a:t>Y</a:t>
            </a:r>
            <a:r>
              <a:rPr lang="en-US" altLang="zh-CN" sz="2000" b="1" i="1" baseline="-25000" dirty="0" err="1">
                <a:solidFill>
                  <a:schemeClr val="tx1"/>
                </a:solidFill>
                <a:ea typeface="楷体_GB2312"/>
                <a:cs typeface="楷体_GB2312"/>
              </a:rPr>
              <a:t>j</a:t>
            </a:r>
            <a:r>
              <a:rPr lang="en-US" altLang="zh-CN" sz="2000" b="1" dirty="0">
                <a:solidFill>
                  <a:schemeClr val="tx1"/>
                </a:solidFill>
              </a:rPr>
              <a:t>)</a:t>
            </a:r>
            <a:r>
              <a:rPr lang="zh-CN" altLang="en-US" sz="2000" b="1" dirty="0">
                <a:solidFill>
                  <a:schemeClr val="tx1"/>
                </a:solidFill>
                <a:latin typeface="楷体" panose="02010609060101010101" pitchFamily="49" charset="-122"/>
              </a:rPr>
              <a:t>中，那么将</a:t>
            </a:r>
            <a:r>
              <a:rPr lang="en-US" altLang="zh-CN" sz="2000" b="1" i="1" dirty="0">
                <a:solidFill>
                  <a:srgbClr val="0070C0"/>
                </a:solidFill>
                <a:ea typeface="楷体_GB2312"/>
                <a:cs typeface="楷体_GB2312"/>
              </a:rPr>
              <a:t>ε</a:t>
            </a:r>
            <a:r>
              <a:rPr lang="zh-CN" altLang="en-US" sz="2000" b="1" dirty="0">
                <a:solidFill>
                  <a:schemeClr val="tx1"/>
                </a:solidFill>
                <a:latin typeface="楷体" panose="02010609060101010101" pitchFamily="49" charset="-122"/>
              </a:rPr>
              <a:t>加入到</a:t>
            </a:r>
            <a:r>
              <a:rPr lang="en-US" altLang="zh-CN" sz="2000" b="1" i="1" dirty="0">
                <a:solidFill>
                  <a:schemeClr val="tx1"/>
                </a:solidFill>
              </a:rPr>
              <a:t>FIRST</a:t>
            </a:r>
            <a:r>
              <a:rPr lang="en-US" altLang="zh-CN" sz="2000" b="1" dirty="0">
                <a:solidFill>
                  <a:schemeClr val="tx1"/>
                </a:solidFill>
              </a:rPr>
              <a:t>( </a:t>
            </a:r>
            <a:r>
              <a:rPr lang="en-US" altLang="zh-CN" sz="2000" b="1" i="1" dirty="0">
                <a:solidFill>
                  <a:schemeClr val="tx1"/>
                </a:solidFill>
              </a:rPr>
              <a:t>X </a:t>
            </a:r>
            <a:r>
              <a:rPr lang="en-US" altLang="zh-CN" sz="2000" b="1" dirty="0">
                <a:solidFill>
                  <a:schemeClr val="tx1"/>
                </a:solidFill>
              </a:rPr>
              <a:t>) </a:t>
            </a:r>
          </a:p>
        </p:txBody>
      </p:sp>
      <p:sp>
        <p:nvSpPr>
          <p:cNvPr id="47107" name="标题 1">
            <a:extLst>
              <a:ext uri="{FF2B5EF4-FFF2-40B4-BE49-F238E27FC236}">
                <a16:creationId xmlns:a16="http://schemas.microsoft.com/office/drawing/2014/main" id="{4843F1E9-6695-4BFF-BF5C-B018A25A20DA}"/>
              </a:ext>
            </a:extLst>
          </p:cNvPr>
          <p:cNvSpPr>
            <a:spLocks noGrp="1"/>
          </p:cNvSpPr>
          <p:nvPr>
            <p:ph type="title"/>
          </p:nvPr>
        </p:nvSpPr>
        <p:spPr>
          <a:xfrm>
            <a:off x="755650" y="268288"/>
            <a:ext cx="7931150" cy="358775"/>
          </a:xfrm>
        </p:spPr>
        <p:txBody>
          <a:bodyPr/>
          <a:lstStyle/>
          <a:p>
            <a:pPr eaLnBrk="1" hangingPunct="1">
              <a:defRPr/>
            </a:pPr>
            <a:r>
              <a:rPr lang="zh-CN" altLang="en-US" sz="3000" spc="300" dirty="0">
                <a:solidFill>
                  <a:schemeClr val="tx1"/>
                </a:solidFill>
                <a:latin typeface="微软雅黑" pitchFamily="34" charset="-122"/>
                <a:ea typeface="微软雅黑" pitchFamily="34" charset="-122"/>
                <a:cs typeface="Times New Roman" pitchFamily="18" charset="0"/>
              </a:rPr>
              <a:t>算法</a:t>
            </a:r>
            <a:r>
              <a:rPr lang="en-US" altLang="zh-CN" sz="3000" spc="300" dirty="0">
                <a:solidFill>
                  <a:schemeClr val="tx1"/>
                </a:solidFill>
                <a:latin typeface="微软雅黑" pitchFamily="34" charset="-122"/>
                <a:ea typeface="微软雅黑" pitchFamily="34" charset="-122"/>
                <a:cs typeface="Times New Roman" pitchFamily="18" charset="0"/>
              </a:rPr>
              <a:t>——</a:t>
            </a:r>
            <a:r>
              <a:rPr lang="zh-CN" altLang="en-US" spc="300" dirty="0">
                <a:latin typeface="微软雅黑" pitchFamily="34" charset="-122"/>
                <a:ea typeface="微软雅黑" pitchFamily="34" charset="-122"/>
                <a:cs typeface="Times New Roman" pitchFamily="18" charset="0"/>
              </a:rPr>
              <a:t>计算文法符号</a:t>
            </a:r>
            <a:r>
              <a:rPr lang="en-US" altLang="zh-CN" i="1" spc="300" dirty="0">
                <a:ea typeface="微软雅黑" pitchFamily="34" charset="-122"/>
                <a:cs typeface="Times New Roman" pitchFamily="18" charset="0"/>
              </a:rPr>
              <a:t>X</a:t>
            </a:r>
            <a:r>
              <a:rPr lang="zh-CN" altLang="en-US" spc="300" dirty="0">
                <a:latin typeface="微软雅黑" pitchFamily="34" charset="-122"/>
                <a:ea typeface="微软雅黑" pitchFamily="34" charset="-122"/>
                <a:cs typeface="Times New Roman" pitchFamily="18" charset="0"/>
              </a:rPr>
              <a:t>的</a:t>
            </a:r>
            <a:r>
              <a:rPr lang="en-US" altLang="zh-CN" i="1" dirty="0">
                <a:ea typeface="微软雅黑" pitchFamily="34" charset="-122"/>
                <a:cs typeface="Times New Roman" pitchFamily="18" charset="0"/>
              </a:rPr>
              <a:t>FIRST</a:t>
            </a:r>
            <a:r>
              <a:rPr lang="en-US" altLang="zh-CN" dirty="0">
                <a:ea typeface="微软雅黑" pitchFamily="34" charset="-122"/>
                <a:cs typeface="Times New Roman" pitchFamily="18" charset="0"/>
              </a:rPr>
              <a:t>(</a:t>
            </a:r>
            <a:r>
              <a:rPr lang="en-US" altLang="zh-CN" i="1" dirty="0">
                <a:ea typeface="微软雅黑" pitchFamily="34" charset="-122"/>
                <a:cs typeface="Times New Roman" pitchFamily="18" charset="0"/>
              </a:rPr>
              <a:t>X </a:t>
            </a:r>
            <a:r>
              <a:rPr lang="en-US" altLang="zh-CN" dirty="0">
                <a:ea typeface="微软雅黑" pitchFamily="34" charset="-122"/>
                <a:cs typeface="Times New Roman" pitchFamily="18" charset="0"/>
              </a:rPr>
              <a:t>)</a:t>
            </a:r>
            <a:endParaRPr lang="zh-CN" altLang="en-US" sz="3000" spc="300" dirty="0">
              <a:solidFill>
                <a:schemeClr val="tx1"/>
              </a:solidFill>
              <a:latin typeface="微软雅黑" pitchFamily="34" charset="-122"/>
              <a:ea typeface="微软雅黑" pitchFamily="34" charset="-122"/>
              <a:cs typeface="Times New Roman" pitchFamily="18" charset="0"/>
            </a:endParaRPr>
          </a:p>
        </p:txBody>
      </p:sp>
      <p:sp>
        <p:nvSpPr>
          <p:cNvPr id="3" name="灯片编号占位符 2">
            <a:extLst>
              <a:ext uri="{FF2B5EF4-FFF2-40B4-BE49-F238E27FC236}">
                <a16:creationId xmlns:a16="http://schemas.microsoft.com/office/drawing/2014/main" id="{5EAE81BA-3C64-4B96-8208-A9603069B6F2}"/>
              </a:ext>
            </a:extLst>
          </p:cNvPr>
          <p:cNvSpPr>
            <a:spLocks noGrp="1"/>
          </p:cNvSpPr>
          <p:nvPr>
            <p:ph type="sldNum" sz="quarter" idx="12"/>
          </p:nvPr>
        </p:nvSpPr>
        <p:spPr/>
        <p:txBody>
          <a:bodyPr/>
          <a:lstStyle/>
          <a:p>
            <a:pPr>
              <a:defRPr/>
            </a:pPr>
            <a:fld id="{EA567855-7F13-4FC5-AD61-2B82F6443E16}" type="slidenum">
              <a:rPr lang="zh-CN" altLang="en-US" smtClean="0"/>
              <a:pPr>
                <a:defRPr/>
              </a:pPr>
              <a:t>39</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6018">
                                            <p:txEl>
                                              <p:pRg st="0" end="0"/>
                                            </p:txEl>
                                          </p:spTgt>
                                        </p:tgtEl>
                                        <p:attrNameLst>
                                          <p:attrName>style.visibility</p:attrName>
                                        </p:attrNameLst>
                                      </p:cBhvr>
                                      <p:to>
                                        <p:strVal val="visible"/>
                                      </p:to>
                                    </p:set>
                                    <p:animEffect transition="in" filter="wipe(down)">
                                      <p:cBhvr>
                                        <p:cTn id="7" dur="500"/>
                                        <p:tgtEl>
                                          <p:spTgt spid="860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86018">
                                            <p:txEl>
                                              <p:pRg st="1" end="1"/>
                                            </p:txEl>
                                          </p:spTgt>
                                        </p:tgtEl>
                                        <p:attrNameLst>
                                          <p:attrName>style.visibility</p:attrName>
                                        </p:attrNameLst>
                                      </p:cBhvr>
                                      <p:to>
                                        <p:strVal val="visible"/>
                                      </p:to>
                                    </p:set>
                                    <p:animEffect transition="in" filter="wipe(down)">
                                      <p:cBhvr>
                                        <p:cTn id="12" dur="500"/>
                                        <p:tgtEl>
                                          <p:spTgt spid="8601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86018">
                                            <p:txEl>
                                              <p:pRg st="2" end="2"/>
                                            </p:txEl>
                                          </p:spTgt>
                                        </p:tgtEl>
                                        <p:attrNameLst>
                                          <p:attrName>style.visibility</p:attrName>
                                        </p:attrNameLst>
                                      </p:cBhvr>
                                      <p:to>
                                        <p:strVal val="visible"/>
                                      </p:to>
                                    </p:set>
                                    <p:animEffect transition="in" filter="wipe(down)">
                                      <p:cBhvr>
                                        <p:cTn id="17" dur="500"/>
                                        <p:tgtEl>
                                          <p:spTgt spid="8601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86018">
                                            <p:txEl>
                                              <p:pRg st="3" end="3"/>
                                            </p:txEl>
                                          </p:spTgt>
                                        </p:tgtEl>
                                        <p:attrNameLst>
                                          <p:attrName>style.visibility</p:attrName>
                                        </p:attrNameLst>
                                      </p:cBhvr>
                                      <p:to>
                                        <p:strVal val="visible"/>
                                      </p:to>
                                    </p:set>
                                    <p:animEffect transition="in" filter="wipe(down)">
                                      <p:cBhvr>
                                        <p:cTn id="22" dur="500"/>
                                        <p:tgtEl>
                                          <p:spTgt spid="8601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86018">
                                            <p:txEl>
                                              <p:pRg st="4" end="4"/>
                                            </p:txEl>
                                          </p:spTgt>
                                        </p:tgtEl>
                                        <p:attrNameLst>
                                          <p:attrName>style.visibility</p:attrName>
                                        </p:attrNameLst>
                                      </p:cBhvr>
                                      <p:to>
                                        <p:strVal val="visible"/>
                                      </p:to>
                                    </p:set>
                                    <p:animEffect transition="in" filter="wipe(down)">
                                      <p:cBhvr>
                                        <p:cTn id="27" dur="500"/>
                                        <p:tgtEl>
                                          <p:spTgt spid="8601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86018">
                                            <p:txEl>
                                              <p:pRg st="5" end="5"/>
                                            </p:txEl>
                                          </p:spTgt>
                                        </p:tgtEl>
                                        <p:attrNameLst>
                                          <p:attrName>style.visibility</p:attrName>
                                        </p:attrNameLst>
                                      </p:cBhvr>
                                      <p:to>
                                        <p:strVal val="visible"/>
                                      </p:to>
                                    </p:set>
                                    <p:animEffect transition="in" filter="wipe(down)">
                                      <p:cBhvr>
                                        <p:cTn id="32" dur="500"/>
                                        <p:tgtEl>
                                          <p:spTgt spid="8601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86018">
                                            <p:txEl>
                                              <p:pRg st="6" end="6"/>
                                            </p:txEl>
                                          </p:spTgt>
                                        </p:tgtEl>
                                        <p:attrNameLst>
                                          <p:attrName>style.visibility</p:attrName>
                                        </p:attrNameLst>
                                      </p:cBhvr>
                                      <p:to>
                                        <p:strVal val="visible"/>
                                      </p:to>
                                    </p:set>
                                    <p:animEffect transition="in" filter="wipe(down)">
                                      <p:cBhvr>
                                        <p:cTn id="37" dur="500"/>
                                        <p:tgtEl>
                                          <p:spTgt spid="8601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18"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内容占位符 2">
            <a:extLst>
              <a:ext uri="{FF2B5EF4-FFF2-40B4-BE49-F238E27FC236}">
                <a16:creationId xmlns:a16="http://schemas.microsoft.com/office/drawing/2014/main" id="{75ACF2D1-931A-4B19-B5FA-206C1472A8B3}"/>
              </a:ext>
            </a:extLst>
          </p:cNvPr>
          <p:cNvSpPr>
            <a:spLocks noGrp="1"/>
          </p:cNvSpPr>
          <p:nvPr>
            <p:ph idx="1"/>
          </p:nvPr>
        </p:nvSpPr>
        <p:spPr>
          <a:xfrm>
            <a:off x="357188" y="857250"/>
            <a:ext cx="8572500" cy="3514700"/>
          </a:xfrm>
        </p:spPr>
        <p:txBody>
          <a:bodyPr/>
          <a:lstStyle/>
          <a:p>
            <a:pPr eaLnBrk="1" hangingPunct="1">
              <a:lnSpc>
                <a:spcPts val="4200"/>
              </a:lnSpc>
              <a:buClrTx/>
              <a:buFont typeface="Wingdings" panose="05000000000000000000" pitchFamily="2" charset="2"/>
              <a:buChar char="Ø"/>
            </a:pPr>
            <a:r>
              <a:rPr lang="zh-CN" altLang="en-US" sz="2500" b="1" dirty="0">
                <a:solidFill>
                  <a:schemeClr val="tx1"/>
                </a:solidFill>
                <a:cs typeface="Times New Roman" panose="02020603050405020304" pitchFamily="18" charset="0"/>
              </a:rPr>
              <a:t>向</a:t>
            </a:r>
            <a:r>
              <a:rPr lang="en-US" altLang="zh-CN" sz="2500" b="1" i="1" dirty="0">
                <a:solidFill>
                  <a:schemeClr val="tx1"/>
                </a:solidFill>
                <a:cs typeface="Times New Roman" panose="02020603050405020304" pitchFamily="18" charset="0"/>
              </a:rPr>
              <a:t>FIRST</a:t>
            </a:r>
            <a:r>
              <a:rPr lang="en-US" altLang="zh-CN" sz="2500" b="1" dirty="0">
                <a:solidFill>
                  <a:schemeClr val="tx1"/>
                </a:solidFill>
                <a:cs typeface="Times New Roman" panose="02020603050405020304" pitchFamily="18" charset="0"/>
              </a:rPr>
              <a:t>(</a:t>
            </a:r>
            <a:r>
              <a:rPr lang="en-US" altLang="zh-CN" sz="2500" b="1" i="1" dirty="0">
                <a:solidFill>
                  <a:schemeClr val="tx1"/>
                </a:solidFill>
                <a:ea typeface="楷体_GB2312"/>
                <a:cs typeface="Times New Roman" panose="02020603050405020304" pitchFamily="18" charset="0"/>
              </a:rPr>
              <a:t>X</a:t>
            </a:r>
            <a:r>
              <a:rPr lang="en-US" altLang="zh-CN" sz="2500" b="1" baseline="-25000" dirty="0">
                <a:solidFill>
                  <a:schemeClr val="tx1"/>
                </a:solidFill>
                <a:ea typeface="楷体_GB2312"/>
                <a:cs typeface="Times New Roman" panose="02020603050405020304" pitchFamily="18" charset="0"/>
              </a:rPr>
              <a:t>1</a:t>
            </a:r>
            <a:r>
              <a:rPr lang="en-US" altLang="zh-CN" sz="2500" b="1" i="1" dirty="0">
                <a:solidFill>
                  <a:schemeClr val="tx1"/>
                </a:solidFill>
                <a:ea typeface="楷体_GB2312"/>
                <a:cs typeface="Times New Roman" panose="02020603050405020304" pitchFamily="18" charset="0"/>
              </a:rPr>
              <a:t>X</a:t>
            </a:r>
            <a:r>
              <a:rPr lang="en-US" altLang="zh-CN" sz="2500" b="1" baseline="-25000" dirty="0">
                <a:solidFill>
                  <a:schemeClr val="tx1"/>
                </a:solidFill>
                <a:ea typeface="楷体_GB2312"/>
                <a:cs typeface="Times New Roman" panose="02020603050405020304" pitchFamily="18" charset="0"/>
              </a:rPr>
              <a:t>2</a:t>
            </a:r>
            <a:r>
              <a:rPr lang="en-US" altLang="zh-CN" sz="2500" b="1" i="1" baseline="-25000" dirty="0">
                <a:solidFill>
                  <a:schemeClr val="tx1"/>
                </a:solidFill>
                <a:ea typeface="楷体_GB2312"/>
                <a:cs typeface="Times New Roman" panose="02020603050405020304" pitchFamily="18" charset="0"/>
              </a:rPr>
              <a:t> </a:t>
            </a:r>
            <a:r>
              <a:rPr lang="en-US" altLang="zh-CN" sz="2500" b="1" dirty="0">
                <a:solidFill>
                  <a:schemeClr val="tx1"/>
                </a:solidFill>
                <a:ea typeface="楷体_GB2312"/>
                <a:cs typeface="Times New Roman" panose="02020603050405020304" pitchFamily="18" charset="0"/>
              </a:rPr>
              <a:t>…</a:t>
            </a:r>
            <a:r>
              <a:rPr lang="en-US" altLang="zh-CN" sz="2500" b="1" i="1" dirty="0" err="1">
                <a:solidFill>
                  <a:schemeClr val="tx1"/>
                </a:solidFill>
                <a:ea typeface="楷体_GB2312"/>
                <a:cs typeface="Times New Roman" panose="02020603050405020304" pitchFamily="18" charset="0"/>
              </a:rPr>
              <a:t>X</a:t>
            </a:r>
            <a:r>
              <a:rPr lang="en-US" altLang="zh-CN" sz="2500" b="1" i="1" baseline="-25000" dirty="0" err="1">
                <a:solidFill>
                  <a:schemeClr val="tx1"/>
                </a:solidFill>
                <a:ea typeface="楷体_GB2312"/>
                <a:cs typeface="Times New Roman" panose="02020603050405020304" pitchFamily="18" charset="0"/>
              </a:rPr>
              <a:t>n</a:t>
            </a:r>
            <a:r>
              <a:rPr lang="en-US" altLang="zh-CN" sz="2500" b="1" dirty="0">
                <a:solidFill>
                  <a:schemeClr val="tx1"/>
                </a:solidFill>
                <a:cs typeface="Times New Roman" panose="02020603050405020304" pitchFamily="18" charset="0"/>
              </a:rPr>
              <a:t>)</a:t>
            </a:r>
            <a:r>
              <a:rPr lang="zh-CN" altLang="en-US" sz="2500" b="1" dirty="0">
                <a:solidFill>
                  <a:schemeClr val="tx1"/>
                </a:solidFill>
                <a:cs typeface="Times New Roman" panose="02020603050405020304" pitchFamily="18" charset="0"/>
              </a:rPr>
              <a:t>加入</a:t>
            </a:r>
            <a:r>
              <a:rPr lang="en-US" altLang="zh-CN" sz="2500" b="1" i="1" dirty="0">
                <a:solidFill>
                  <a:schemeClr val="tx1"/>
                </a:solidFill>
                <a:cs typeface="Times New Roman" panose="02020603050405020304" pitchFamily="18" charset="0"/>
              </a:rPr>
              <a:t>FIRST</a:t>
            </a:r>
            <a:r>
              <a:rPr lang="en-US" altLang="zh-CN" sz="2500" b="1" dirty="0">
                <a:solidFill>
                  <a:schemeClr val="tx1"/>
                </a:solidFill>
                <a:cs typeface="Times New Roman" panose="02020603050405020304" pitchFamily="18" charset="0"/>
              </a:rPr>
              <a:t>(</a:t>
            </a:r>
            <a:r>
              <a:rPr lang="en-US" altLang="zh-CN" sz="2500" b="1" i="1" dirty="0">
                <a:solidFill>
                  <a:schemeClr val="tx1"/>
                </a:solidFill>
                <a:ea typeface="楷体_GB2312"/>
                <a:cs typeface="Times New Roman" panose="02020603050405020304" pitchFamily="18" charset="0"/>
              </a:rPr>
              <a:t>X</a:t>
            </a:r>
            <a:r>
              <a:rPr lang="en-US" altLang="zh-CN" sz="2500" b="1" baseline="-25000" dirty="0">
                <a:solidFill>
                  <a:schemeClr val="tx1"/>
                </a:solidFill>
                <a:ea typeface="楷体_GB2312"/>
                <a:cs typeface="Times New Roman" panose="02020603050405020304" pitchFamily="18" charset="0"/>
              </a:rPr>
              <a:t>1</a:t>
            </a:r>
            <a:r>
              <a:rPr lang="en-US" altLang="zh-CN" sz="2500" b="1" dirty="0">
                <a:solidFill>
                  <a:schemeClr val="tx1"/>
                </a:solidFill>
                <a:cs typeface="Times New Roman" panose="02020603050405020304" pitchFamily="18" charset="0"/>
              </a:rPr>
              <a:t>)</a:t>
            </a:r>
            <a:r>
              <a:rPr lang="zh-CN" altLang="en-US" sz="2500" b="1" dirty="0">
                <a:solidFill>
                  <a:schemeClr val="tx1"/>
                </a:solidFill>
                <a:cs typeface="Times New Roman" panose="02020603050405020304" pitchFamily="18" charset="0"/>
              </a:rPr>
              <a:t>中所有的非</a:t>
            </a:r>
            <a:r>
              <a:rPr lang="en-US" altLang="zh-CN" sz="2500" b="1" i="1" dirty="0">
                <a:solidFill>
                  <a:schemeClr val="tx1"/>
                </a:solidFill>
                <a:ea typeface="楷体_GB2312"/>
                <a:cs typeface="楷体_GB2312"/>
              </a:rPr>
              <a:t>ε</a:t>
            </a:r>
            <a:r>
              <a:rPr lang="zh-CN" altLang="en-US" sz="2500" b="1" dirty="0">
                <a:solidFill>
                  <a:schemeClr val="tx1"/>
                </a:solidFill>
              </a:rPr>
              <a:t>符号</a:t>
            </a:r>
            <a:endParaRPr lang="en-US" altLang="zh-CN" sz="2500" b="1" dirty="0">
              <a:solidFill>
                <a:schemeClr val="tx1"/>
              </a:solidFill>
            </a:endParaRPr>
          </a:p>
          <a:p>
            <a:pPr eaLnBrk="1" hangingPunct="1">
              <a:lnSpc>
                <a:spcPts val="4200"/>
              </a:lnSpc>
              <a:buClrTx/>
              <a:buFont typeface="Wingdings" panose="05000000000000000000" pitchFamily="2" charset="2"/>
              <a:buChar char="Ø"/>
            </a:pPr>
            <a:r>
              <a:rPr lang="zh-CN" altLang="en-US" sz="2500" b="1" dirty="0">
                <a:solidFill>
                  <a:schemeClr val="tx1"/>
                </a:solidFill>
              </a:rPr>
              <a:t>如果</a:t>
            </a:r>
            <a:r>
              <a:rPr lang="en-US" altLang="zh-CN" sz="2500" b="1" i="1" dirty="0">
                <a:solidFill>
                  <a:schemeClr val="tx1"/>
                </a:solidFill>
                <a:ea typeface="楷体_GB2312"/>
                <a:cs typeface="楷体_GB2312"/>
              </a:rPr>
              <a:t>ε</a:t>
            </a:r>
            <a:r>
              <a:rPr lang="zh-CN" altLang="en-US" sz="2500" b="1" dirty="0">
                <a:solidFill>
                  <a:schemeClr val="tx1"/>
                </a:solidFill>
              </a:rPr>
              <a:t>在</a:t>
            </a:r>
            <a:r>
              <a:rPr lang="en-US" altLang="zh-CN" sz="2500" b="1" i="1" dirty="0">
                <a:solidFill>
                  <a:schemeClr val="tx1"/>
                </a:solidFill>
              </a:rPr>
              <a:t>FIRST</a:t>
            </a:r>
            <a:r>
              <a:rPr lang="en-US" altLang="zh-CN" sz="2500" b="1" dirty="0">
                <a:solidFill>
                  <a:schemeClr val="tx1"/>
                </a:solidFill>
              </a:rPr>
              <a:t>(</a:t>
            </a:r>
            <a:r>
              <a:rPr lang="en-US" altLang="zh-CN" sz="2500" b="1" i="1" dirty="0">
                <a:solidFill>
                  <a:schemeClr val="tx1"/>
                </a:solidFill>
                <a:ea typeface="楷体_GB2312"/>
                <a:cs typeface="楷体_GB2312"/>
              </a:rPr>
              <a:t>X</a:t>
            </a:r>
            <a:r>
              <a:rPr lang="en-US" altLang="zh-CN" sz="2500" b="1" baseline="-25000" dirty="0">
                <a:solidFill>
                  <a:schemeClr val="tx1"/>
                </a:solidFill>
                <a:ea typeface="楷体_GB2312"/>
                <a:cs typeface="楷体_GB2312"/>
              </a:rPr>
              <a:t>1</a:t>
            </a:r>
            <a:r>
              <a:rPr lang="en-US" altLang="zh-CN" sz="2500" b="1" dirty="0">
                <a:solidFill>
                  <a:schemeClr val="tx1"/>
                </a:solidFill>
              </a:rPr>
              <a:t>)</a:t>
            </a:r>
            <a:r>
              <a:rPr lang="zh-CN" altLang="en-US" sz="2500" b="1" dirty="0">
                <a:solidFill>
                  <a:schemeClr val="tx1"/>
                </a:solidFill>
              </a:rPr>
              <a:t>中，再加入</a:t>
            </a:r>
            <a:r>
              <a:rPr lang="en-US" altLang="zh-CN" sz="2500" b="1" i="1" dirty="0">
                <a:solidFill>
                  <a:schemeClr val="tx1"/>
                </a:solidFill>
              </a:rPr>
              <a:t>FIRST</a:t>
            </a:r>
            <a:r>
              <a:rPr lang="en-US" altLang="zh-CN" sz="2500" b="1" dirty="0">
                <a:solidFill>
                  <a:schemeClr val="tx1"/>
                </a:solidFill>
              </a:rPr>
              <a:t>(</a:t>
            </a:r>
            <a:r>
              <a:rPr lang="en-US" altLang="zh-CN" sz="2500" b="1" i="1" dirty="0">
                <a:solidFill>
                  <a:schemeClr val="tx1"/>
                </a:solidFill>
                <a:ea typeface="楷体_GB2312"/>
                <a:cs typeface="楷体_GB2312"/>
              </a:rPr>
              <a:t>X</a:t>
            </a:r>
            <a:r>
              <a:rPr lang="en-US" altLang="zh-CN" sz="2500" b="1" baseline="-25000" dirty="0">
                <a:solidFill>
                  <a:schemeClr val="tx1"/>
                </a:solidFill>
                <a:ea typeface="楷体_GB2312"/>
                <a:cs typeface="楷体_GB2312"/>
              </a:rPr>
              <a:t>2</a:t>
            </a:r>
            <a:r>
              <a:rPr lang="en-US" altLang="zh-CN" sz="2500" b="1" dirty="0">
                <a:solidFill>
                  <a:schemeClr val="tx1"/>
                </a:solidFill>
              </a:rPr>
              <a:t>)</a:t>
            </a:r>
            <a:r>
              <a:rPr lang="zh-CN" altLang="en-US" sz="2500" b="1" dirty="0">
                <a:solidFill>
                  <a:schemeClr val="tx1"/>
                </a:solidFill>
              </a:rPr>
              <a:t>中的所有非</a:t>
            </a:r>
            <a:r>
              <a:rPr lang="en-US" altLang="zh-CN" sz="2500" b="1" i="1" dirty="0">
                <a:solidFill>
                  <a:schemeClr val="tx1"/>
                </a:solidFill>
                <a:ea typeface="楷体_GB2312"/>
                <a:cs typeface="楷体_GB2312"/>
              </a:rPr>
              <a:t>ε</a:t>
            </a:r>
            <a:r>
              <a:rPr lang="zh-CN" altLang="en-US" sz="2500" b="1" dirty="0">
                <a:solidFill>
                  <a:schemeClr val="tx1"/>
                </a:solidFill>
              </a:rPr>
              <a:t>符号；如果</a:t>
            </a:r>
            <a:r>
              <a:rPr lang="en-US" altLang="zh-CN" sz="2500" b="1" i="1" dirty="0">
                <a:solidFill>
                  <a:schemeClr val="tx1"/>
                </a:solidFill>
                <a:ea typeface="楷体_GB2312"/>
                <a:cs typeface="楷体_GB2312"/>
              </a:rPr>
              <a:t>ε</a:t>
            </a:r>
            <a:r>
              <a:rPr lang="zh-CN" altLang="en-US" sz="2500" b="1" dirty="0">
                <a:solidFill>
                  <a:schemeClr val="tx1"/>
                </a:solidFill>
              </a:rPr>
              <a:t>在</a:t>
            </a:r>
            <a:r>
              <a:rPr lang="en-US" altLang="zh-CN" sz="2500" b="1" i="1" dirty="0">
                <a:solidFill>
                  <a:schemeClr val="tx1"/>
                </a:solidFill>
              </a:rPr>
              <a:t>FIRST</a:t>
            </a:r>
            <a:r>
              <a:rPr lang="en-US" altLang="zh-CN" sz="2500" b="1" dirty="0">
                <a:solidFill>
                  <a:schemeClr val="tx1"/>
                </a:solidFill>
              </a:rPr>
              <a:t>(</a:t>
            </a:r>
            <a:r>
              <a:rPr lang="en-US" altLang="zh-CN" sz="2500" b="1" i="1" dirty="0">
                <a:solidFill>
                  <a:schemeClr val="tx1"/>
                </a:solidFill>
                <a:ea typeface="楷体_GB2312"/>
                <a:cs typeface="楷体_GB2312"/>
              </a:rPr>
              <a:t>X</a:t>
            </a:r>
            <a:r>
              <a:rPr lang="en-US" altLang="zh-CN" sz="2500" b="1" baseline="-25000" dirty="0">
                <a:solidFill>
                  <a:schemeClr val="tx1"/>
                </a:solidFill>
                <a:ea typeface="楷体_GB2312"/>
                <a:cs typeface="楷体_GB2312"/>
              </a:rPr>
              <a:t>1</a:t>
            </a:r>
            <a:r>
              <a:rPr lang="en-US" altLang="zh-CN" sz="2500" b="1" dirty="0">
                <a:solidFill>
                  <a:schemeClr val="tx1"/>
                </a:solidFill>
              </a:rPr>
              <a:t>)</a:t>
            </a:r>
            <a:r>
              <a:rPr lang="zh-CN" altLang="en-US" sz="2500" b="1" dirty="0">
                <a:solidFill>
                  <a:schemeClr val="tx1"/>
                </a:solidFill>
              </a:rPr>
              <a:t>和</a:t>
            </a:r>
            <a:r>
              <a:rPr lang="en-US" altLang="zh-CN" sz="2500" b="1" i="1" dirty="0">
                <a:solidFill>
                  <a:schemeClr val="tx1"/>
                </a:solidFill>
              </a:rPr>
              <a:t>FIRST</a:t>
            </a:r>
            <a:r>
              <a:rPr lang="en-US" altLang="zh-CN" sz="2500" b="1" dirty="0">
                <a:solidFill>
                  <a:schemeClr val="tx1"/>
                </a:solidFill>
              </a:rPr>
              <a:t>(</a:t>
            </a:r>
            <a:r>
              <a:rPr lang="en-US" altLang="zh-CN" sz="2500" b="1" i="1" dirty="0">
                <a:solidFill>
                  <a:schemeClr val="tx1"/>
                </a:solidFill>
                <a:ea typeface="楷体_GB2312"/>
                <a:cs typeface="楷体_GB2312"/>
              </a:rPr>
              <a:t>X</a:t>
            </a:r>
            <a:r>
              <a:rPr lang="en-US" altLang="zh-CN" sz="2500" b="1" baseline="-25000" dirty="0">
                <a:solidFill>
                  <a:schemeClr val="tx1"/>
                </a:solidFill>
                <a:ea typeface="楷体_GB2312"/>
                <a:cs typeface="楷体_GB2312"/>
              </a:rPr>
              <a:t>2</a:t>
            </a:r>
            <a:r>
              <a:rPr lang="en-US" altLang="zh-CN" sz="2500" b="1" dirty="0">
                <a:solidFill>
                  <a:schemeClr val="tx1"/>
                </a:solidFill>
              </a:rPr>
              <a:t>)</a:t>
            </a:r>
            <a:r>
              <a:rPr lang="zh-CN" altLang="en-US" sz="2500" b="1" dirty="0">
                <a:solidFill>
                  <a:schemeClr val="tx1"/>
                </a:solidFill>
              </a:rPr>
              <a:t>中，再加入</a:t>
            </a:r>
            <a:r>
              <a:rPr lang="en-US" altLang="zh-CN" sz="2500" b="1" i="1" dirty="0">
                <a:solidFill>
                  <a:schemeClr val="tx1"/>
                </a:solidFill>
              </a:rPr>
              <a:t>FIRST</a:t>
            </a:r>
            <a:r>
              <a:rPr lang="en-US" altLang="zh-CN" sz="2500" b="1" dirty="0">
                <a:solidFill>
                  <a:schemeClr val="tx1"/>
                </a:solidFill>
              </a:rPr>
              <a:t>(</a:t>
            </a:r>
            <a:r>
              <a:rPr lang="en-US" altLang="zh-CN" sz="2500" b="1" i="1" dirty="0">
                <a:solidFill>
                  <a:schemeClr val="tx1"/>
                </a:solidFill>
                <a:ea typeface="楷体_GB2312"/>
                <a:cs typeface="楷体_GB2312"/>
              </a:rPr>
              <a:t>X</a:t>
            </a:r>
            <a:r>
              <a:rPr lang="en-US" altLang="zh-CN" sz="2500" b="1" baseline="-25000" dirty="0">
                <a:solidFill>
                  <a:schemeClr val="tx1"/>
                </a:solidFill>
                <a:ea typeface="楷体_GB2312"/>
                <a:cs typeface="楷体_GB2312"/>
              </a:rPr>
              <a:t>3</a:t>
            </a:r>
            <a:r>
              <a:rPr lang="en-US" altLang="zh-CN" sz="2500" b="1" dirty="0">
                <a:solidFill>
                  <a:schemeClr val="tx1"/>
                </a:solidFill>
              </a:rPr>
              <a:t>)</a:t>
            </a:r>
            <a:r>
              <a:rPr lang="zh-CN" altLang="en-US" sz="2500" b="1" dirty="0">
                <a:solidFill>
                  <a:schemeClr val="tx1"/>
                </a:solidFill>
              </a:rPr>
              <a:t>中的所有非</a:t>
            </a:r>
            <a:r>
              <a:rPr lang="en-US" altLang="zh-CN" sz="2500" b="1" i="1" dirty="0">
                <a:solidFill>
                  <a:schemeClr val="tx1"/>
                </a:solidFill>
                <a:ea typeface="楷体_GB2312"/>
                <a:cs typeface="楷体_GB2312"/>
              </a:rPr>
              <a:t>ε</a:t>
            </a:r>
            <a:r>
              <a:rPr lang="zh-CN" altLang="en-US" sz="2500" b="1" dirty="0">
                <a:solidFill>
                  <a:schemeClr val="tx1"/>
                </a:solidFill>
              </a:rPr>
              <a:t>符号，以此类推</a:t>
            </a:r>
            <a:endParaRPr lang="en-US" altLang="zh-CN" sz="2500" b="1" dirty="0">
              <a:solidFill>
                <a:schemeClr val="tx1"/>
              </a:solidFill>
            </a:endParaRPr>
          </a:p>
          <a:p>
            <a:pPr eaLnBrk="1" hangingPunct="1">
              <a:lnSpc>
                <a:spcPts val="4200"/>
              </a:lnSpc>
              <a:buClrTx/>
              <a:buFont typeface="Wingdings" panose="05000000000000000000" pitchFamily="2" charset="2"/>
              <a:buChar char="Ø"/>
            </a:pPr>
            <a:r>
              <a:rPr lang="zh-CN" altLang="en-US" sz="2500" b="1" dirty="0">
                <a:solidFill>
                  <a:schemeClr val="tx1"/>
                </a:solidFill>
              </a:rPr>
              <a:t>最后，如果对所有的</a:t>
            </a:r>
            <a:r>
              <a:rPr lang="en-US" altLang="zh-CN" sz="2500" b="1" i="1" dirty="0" err="1">
                <a:solidFill>
                  <a:schemeClr val="tx1"/>
                </a:solidFill>
              </a:rPr>
              <a:t>i</a:t>
            </a:r>
            <a:r>
              <a:rPr lang="zh-CN" altLang="en-US" sz="2500" b="1" dirty="0">
                <a:solidFill>
                  <a:schemeClr val="tx1"/>
                </a:solidFill>
              </a:rPr>
              <a:t>，</a:t>
            </a:r>
            <a:r>
              <a:rPr lang="en-US" altLang="zh-CN" sz="2500" b="1" i="1" dirty="0">
                <a:solidFill>
                  <a:schemeClr val="tx1"/>
                </a:solidFill>
                <a:ea typeface="楷体_GB2312"/>
                <a:cs typeface="楷体_GB2312"/>
              </a:rPr>
              <a:t>ε</a:t>
            </a:r>
            <a:r>
              <a:rPr lang="zh-CN" altLang="en-US" sz="2500" b="1" dirty="0">
                <a:solidFill>
                  <a:schemeClr val="tx1"/>
                </a:solidFill>
                <a:latin typeface="楷体" panose="02010609060101010101" pitchFamily="49" charset="-122"/>
              </a:rPr>
              <a:t>都</a:t>
            </a:r>
            <a:r>
              <a:rPr lang="zh-CN" altLang="en-US" sz="2500" b="1" dirty="0">
                <a:solidFill>
                  <a:schemeClr val="tx1"/>
                </a:solidFill>
              </a:rPr>
              <a:t>在</a:t>
            </a:r>
            <a:r>
              <a:rPr lang="en-US" altLang="zh-CN" sz="2500" b="1" i="1" dirty="0">
                <a:solidFill>
                  <a:schemeClr val="tx1"/>
                </a:solidFill>
              </a:rPr>
              <a:t>FIRST</a:t>
            </a:r>
            <a:r>
              <a:rPr lang="en-US" altLang="zh-CN" sz="2500" b="1" dirty="0">
                <a:solidFill>
                  <a:schemeClr val="tx1"/>
                </a:solidFill>
              </a:rPr>
              <a:t>(</a:t>
            </a:r>
            <a:r>
              <a:rPr lang="en-US" altLang="zh-CN" sz="2500" b="1" i="1" dirty="0">
                <a:solidFill>
                  <a:schemeClr val="tx1"/>
                </a:solidFill>
                <a:ea typeface="楷体_GB2312"/>
                <a:cs typeface="楷体_GB2312"/>
              </a:rPr>
              <a:t>X</a:t>
            </a:r>
            <a:r>
              <a:rPr lang="en-US" altLang="zh-CN" sz="2500" b="1" i="1" baseline="-25000" dirty="0">
                <a:solidFill>
                  <a:schemeClr val="tx1"/>
                </a:solidFill>
                <a:ea typeface="楷体_GB2312"/>
                <a:cs typeface="楷体_GB2312"/>
              </a:rPr>
              <a:t>i</a:t>
            </a:r>
            <a:r>
              <a:rPr lang="en-US" altLang="zh-CN" sz="2500" b="1" dirty="0">
                <a:solidFill>
                  <a:schemeClr val="tx1"/>
                </a:solidFill>
              </a:rPr>
              <a:t>)</a:t>
            </a:r>
            <a:r>
              <a:rPr lang="zh-CN" altLang="en-US" sz="2500" b="1" dirty="0">
                <a:solidFill>
                  <a:schemeClr val="tx1"/>
                </a:solidFill>
              </a:rPr>
              <a:t>中，那么将</a:t>
            </a:r>
            <a:r>
              <a:rPr lang="en-US" altLang="zh-CN" sz="2500" b="1" i="1" dirty="0">
                <a:solidFill>
                  <a:schemeClr val="tx1"/>
                </a:solidFill>
                <a:ea typeface="楷体_GB2312"/>
                <a:cs typeface="楷体_GB2312"/>
              </a:rPr>
              <a:t>ε</a:t>
            </a:r>
            <a:r>
              <a:rPr lang="zh-CN" altLang="en-US" sz="2500" b="1" dirty="0">
                <a:solidFill>
                  <a:schemeClr val="tx1"/>
                </a:solidFill>
              </a:rPr>
              <a:t>加入到</a:t>
            </a:r>
            <a:r>
              <a:rPr lang="en-US" altLang="zh-CN" sz="2500" b="1" i="1" dirty="0">
                <a:solidFill>
                  <a:schemeClr val="tx1"/>
                </a:solidFill>
              </a:rPr>
              <a:t>FIRST</a:t>
            </a:r>
            <a:r>
              <a:rPr lang="en-US" altLang="zh-CN" sz="2500" b="1" dirty="0">
                <a:solidFill>
                  <a:schemeClr val="tx1"/>
                </a:solidFill>
              </a:rPr>
              <a:t>(</a:t>
            </a:r>
            <a:r>
              <a:rPr lang="en-US" altLang="zh-CN" sz="2500" b="1" i="1" dirty="0">
                <a:solidFill>
                  <a:schemeClr val="tx1"/>
                </a:solidFill>
                <a:ea typeface="楷体_GB2312"/>
                <a:cs typeface="楷体_GB2312"/>
              </a:rPr>
              <a:t>X</a:t>
            </a:r>
            <a:r>
              <a:rPr lang="en-US" altLang="zh-CN" sz="2500" b="1" baseline="-25000" dirty="0">
                <a:solidFill>
                  <a:schemeClr val="tx1"/>
                </a:solidFill>
                <a:ea typeface="楷体_GB2312"/>
                <a:cs typeface="楷体_GB2312"/>
              </a:rPr>
              <a:t>1</a:t>
            </a:r>
            <a:r>
              <a:rPr lang="en-US" altLang="zh-CN" sz="2500" b="1" i="1" dirty="0">
                <a:solidFill>
                  <a:schemeClr val="tx1"/>
                </a:solidFill>
                <a:ea typeface="楷体_GB2312"/>
                <a:cs typeface="楷体_GB2312"/>
              </a:rPr>
              <a:t>X</a:t>
            </a:r>
            <a:r>
              <a:rPr lang="en-US" altLang="zh-CN" sz="2500" b="1" baseline="-25000" dirty="0">
                <a:solidFill>
                  <a:schemeClr val="tx1"/>
                </a:solidFill>
                <a:ea typeface="楷体_GB2312"/>
                <a:cs typeface="楷体_GB2312"/>
              </a:rPr>
              <a:t>2</a:t>
            </a:r>
            <a:r>
              <a:rPr lang="en-US" altLang="zh-CN" sz="2500" b="1" i="1" baseline="-25000" dirty="0">
                <a:solidFill>
                  <a:schemeClr val="tx1"/>
                </a:solidFill>
                <a:ea typeface="楷体_GB2312"/>
                <a:cs typeface="楷体_GB2312"/>
              </a:rPr>
              <a:t> </a:t>
            </a:r>
            <a:r>
              <a:rPr lang="en-US" altLang="zh-CN" sz="2500" b="1" dirty="0">
                <a:solidFill>
                  <a:schemeClr val="tx1"/>
                </a:solidFill>
                <a:ea typeface="楷体_GB2312"/>
                <a:cs typeface="楷体_GB2312"/>
              </a:rPr>
              <a:t>…</a:t>
            </a:r>
            <a:r>
              <a:rPr lang="en-US" altLang="zh-CN" sz="2500" b="1" i="1" dirty="0" err="1">
                <a:solidFill>
                  <a:schemeClr val="tx1"/>
                </a:solidFill>
                <a:ea typeface="楷体_GB2312"/>
                <a:cs typeface="楷体_GB2312"/>
              </a:rPr>
              <a:t>X</a:t>
            </a:r>
            <a:r>
              <a:rPr lang="en-US" altLang="zh-CN" sz="2500" b="1" i="1" baseline="-25000" dirty="0" err="1">
                <a:solidFill>
                  <a:schemeClr val="tx1"/>
                </a:solidFill>
                <a:ea typeface="楷体_GB2312"/>
                <a:cs typeface="楷体_GB2312"/>
              </a:rPr>
              <a:t>n</a:t>
            </a:r>
            <a:r>
              <a:rPr lang="en-US" altLang="zh-CN" sz="2500" b="1" dirty="0">
                <a:solidFill>
                  <a:schemeClr val="tx1"/>
                </a:solidFill>
              </a:rPr>
              <a:t>) </a:t>
            </a:r>
            <a:r>
              <a:rPr lang="zh-CN" altLang="en-US" sz="2500" b="1" dirty="0">
                <a:solidFill>
                  <a:schemeClr val="tx1"/>
                </a:solidFill>
              </a:rPr>
              <a:t>中</a:t>
            </a:r>
          </a:p>
        </p:txBody>
      </p:sp>
      <p:sp>
        <p:nvSpPr>
          <p:cNvPr id="48131" name="标题 1">
            <a:extLst>
              <a:ext uri="{FF2B5EF4-FFF2-40B4-BE49-F238E27FC236}">
                <a16:creationId xmlns:a16="http://schemas.microsoft.com/office/drawing/2014/main" id="{A16CE50B-CB15-460C-916B-E12FC7F81DB8}"/>
              </a:ext>
            </a:extLst>
          </p:cNvPr>
          <p:cNvSpPr>
            <a:spLocks noGrp="1"/>
          </p:cNvSpPr>
          <p:nvPr>
            <p:ph type="title"/>
          </p:nvPr>
        </p:nvSpPr>
        <p:spPr>
          <a:xfrm>
            <a:off x="755650" y="268288"/>
            <a:ext cx="7931150" cy="358775"/>
          </a:xfrm>
        </p:spPr>
        <p:txBody>
          <a:bodyPr/>
          <a:lstStyle/>
          <a:p>
            <a:pPr eaLnBrk="1" hangingPunct="1">
              <a:defRPr/>
            </a:pPr>
            <a:r>
              <a:rPr lang="zh-CN" altLang="en-US" sz="3000" spc="300" dirty="0">
                <a:solidFill>
                  <a:schemeClr val="tx1"/>
                </a:solidFill>
                <a:latin typeface="微软雅黑" pitchFamily="34" charset="-122"/>
                <a:ea typeface="微软雅黑" pitchFamily="34" charset="-122"/>
                <a:cs typeface="Times New Roman" pitchFamily="18" charset="0"/>
              </a:rPr>
              <a:t>计算串</a:t>
            </a:r>
            <a:r>
              <a:rPr lang="en-US" altLang="zh-CN" sz="3000" i="1" spc="300" dirty="0">
                <a:solidFill>
                  <a:schemeClr val="tx1"/>
                </a:solidFill>
                <a:ea typeface="微软雅黑" pitchFamily="34" charset="-122"/>
                <a:cs typeface="Times New Roman" pitchFamily="18" charset="0"/>
              </a:rPr>
              <a:t>X</a:t>
            </a:r>
            <a:r>
              <a:rPr lang="en-US" altLang="zh-CN" sz="3000" spc="300" baseline="-25000" dirty="0">
                <a:solidFill>
                  <a:schemeClr val="tx1"/>
                </a:solidFill>
                <a:ea typeface="微软雅黑" pitchFamily="34" charset="-122"/>
                <a:cs typeface="Times New Roman" pitchFamily="18" charset="0"/>
              </a:rPr>
              <a:t>1</a:t>
            </a:r>
            <a:r>
              <a:rPr lang="en-US" altLang="zh-CN" sz="3000" i="1" spc="300" dirty="0">
                <a:solidFill>
                  <a:schemeClr val="tx1"/>
                </a:solidFill>
                <a:ea typeface="微软雅黑" pitchFamily="34" charset="-122"/>
                <a:cs typeface="Times New Roman" pitchFamily="18" charset="0"/>
              </a:rPr>
              <a:t>X</a:t>
            </a:r>
            <a:r>
              <a:rPr lang="en-US" altLang="zh-CN" sz="3000" spc="300" baseline="-25000" dirty="0">
                <a:solidFill>
                  <a:schemeClr val="tx1"/>
                </a:solidFill>
                <a:ea typeface="微软雅黑" pitchFamily="34" charset="-122"/>
                <a:cs typeface="Times New Roman" pitchFamily="18" charset="0"/>
              </a:rPr>
              <a:t>2</a:t>
            </a:r>
            <a:r>
              <a:rPr lang="en-US" altLang="zh-CN" sz="3000" i="1" spc="300" baseline="-25000" dirty="0">
                <a:solidFill>
                  <a:schemeClr val="tx1"/>
                </a:solidFill>
                <a:ea typeface="微软雅黑" pitchFamily="34" charset="-122"/>
                <a:cs typeface="Times New Roman" pitchFamily="18" charset="0"/>
              </a:rPr>
              <a:t> </a:t>
            </a:r>
            <a:r>
              <a:rPr lang="en-US" altLang="zh-CN" sz="3000" spc="300" dirty="0">
                <a:solidFill>
                  <a:schemeClr val="tx1"/>
                </a:solidFill>
                <a:ea typeface="微软雅黑" pitchFamily="34" charset="-122"/>
                <a:cs typeface="Times New Roman" pitchFamily="18" charset="0"/>
              </a:rPr>
              <a:t>…</a:t>
            </a:r>
            <a:r>
              <a:rPr lang="en-US" altLang="zh-CN" sz="3000" i="1" spc="300" dirty="0" err="1">
                <a:solidFill>
                  <a:schemeClr val="tx1"/>
                </a:solidFill>
                <a:ea typeface="微软雅黑" pitchFamily="34" charset="-122"/>
                <a:cs typeface="Times New Roman" pitchFamily="18" charset="0"/>
              </a:rPr>
              <a:t>X</a:t>
            </a:r>
            <a:r>
              <a:rPr lang="en-US" altLang="zh-CN" sz="3000" i="1" spc="300" baseline="-25000" dirty="0" err="1">
                <a:solidFill>
                  <a:schemeClr val="tx1"/>
                </a:solidFill>
                <a:ea typeface="微软雅黑" pitchFamily="34" charset="-122"/>
                <a:cs typeface="Times New Roman" pitchFamily="18" charset="0"/>
              </a:rPr>
              <a:t>n</a:t>
            </a:r>
            <a:r>
              <a:rPr lang="zh-CN" altLang="en-US" sz="3000" spc="300" dirty="0">
                <a:solidFill>
                  <a:schemeClr val="tx1"/>
                </a:solidFill>
                <a:latin typeface="微软雅黑" pitchFamily="34" charset="-122"/>
                <a:ea typeface="微软雅黑" pitchFamily="34" charset="-122"/>
                <a:cs typeface="Times New Roman" pitchFamily="18" charset="0"/>
              </a:rPr>
              <a:t>的</a:t>
            </a:r>
            <a:r>
              <a:rPr lang="en-US" altLang="zh-CN" sz="3000" i="1" dirty="0">
                <a:solidFill>
                  <a:schemeClr val="tx1"/>
                </a:solidFill>
                <a:ea typeface="微软雅黑" pitchFamily="34" charset="-122"/>
                <a:cs typeface="Times New Roman" pitchFamily="18" charset="0"/>
              </a:rPr>
              <a:t>FIRST </a:t>
            </a:r>
            <a:r>
              <a:rPr lang="zh-CN" altLang="en-US" sz="3000" spc="300" dirty="0">
                <a:solidFill>
                  <a:schemeClr val="tx1"/>
                </a:solidFill>
                <a:latin typeface="微软雅黑" pitchFamily="34" charset="-122"/>
                <a:ea typeface="微软雅黑" pitchFamily="34" charset="-122"/>
                <a:cs typeface="Times New Roman" pitchFamily="18" charset="0"/>
              </a:rPr>
              <a:t>集合</a:t>
            </a:r>
            <a:endParaRPr lang="zh-CN" altLang="en-US" sz="3000" i="1" spc="300" dirty="0">
              <a:solidFill>
                <a:schemeClr val="tx1"/>
              </a:solidFill>
              <a:latin typeface="微软雅黑" pitchFamily="34" charset="-122"/>
              <a:ea typeface="微软雅黑" pitchFamily="34" charset="-122"/>
              <a:cs typeface="Times New Roman" pitchFamily="18" charset="0"/>
            </a:endParaRPr>
          </a:p>
        </p:txBody>
      </p:sp>
      <p:sp>
        <p:nvSpPr>
          <p:cNvPr id="3" name="灯片编号占位符 2">
            <a:extLst>
              <a:ext uri="{FF2B5EF4-FFF2-40B4-BE49-F238E27FC236}">
                <a16:creationId xmlns:a16="http://schemas.microsoft.com/office/drawing/2014/main" id="{3167C91E-2249-498E-A576-7AF70F160C83}"/>
              </a:ext>
            </a:extLst>
          </p:cNvPr>
          <p:cNvSpPr>
            <a:spLocks noGrp="1"/>
          </p:cNvSpPr>
          <p:nvPr>
            <p:ph type="sldNum" sz="quarter" idx="12"/>
          </p:nvPr>
        </p:nvSpPr>
        <p:spPr/>
        <p:txBody>
          <a:bodyPr/>
          <a:lstStyle/>
          <a:p>
            <a:pPr>
              <a:defRPr/>
            </a:pPr>
            <a:fld id="{EA567855-7F13-4FC5-AD61-2B82F6443E16}" type="slidenum">
              <a:rPr lang="zh-CN" altLang="en-US" smtClean="0"/>
              <a:pPr>
                <a:defRPr/>
              </a:pPr>
              <a:t>40</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anim calcmode="lin" valueType="num">
                                      <p:cBhvr>
                                        <p:cTn id="7" dur="500" fill="hold"/>
                                        <p:tgtEl>
                                          <p:spTgt spid="43011">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43011">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43011">
                                            <p:txEl>
                                              <p:pRg st="0" end="0"/>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nodeType="clickEffect">
                                  <p:stCondLst>
                                    <p:cond delay="0"/>
                                  </p:stCondLst>
                                  <p:childTnLst>
                                    <p:set>
                                      <p:cBhvr>
                                        <p:cTn id="13" dur="1" fill="hold">
                                          <p:stCondLst>
                                            <p:cond delay="0"/>
                                          </p:stCondLst>
                                        </p:cTn>
                                        <p:tgtEl>
                                          <p:spTgt spid="43011">
                                            <p:txEl>
                                              <p:pRg st="1" end="1"/>
                                            </p:txEl>
                                          </p:spTgt>
                                        </p:tgtEl>
                                        <p:attrNameLst>
                                          <p:attrName>style.visibility</p:attrName>
                                        </p:attrNameLst>
                                      </p:cBhvr>
                                      <p:to>
                                        <p:strVal val="visible"/>
                                      </p:to>
                                    </p:set>
                                    <p:anim calcmode="lin" valueType="num">
                                      <p:cBhvr>
                                        <p:cTn id="14" dur="500" fill="hold"/>
                                        <p:tgtEl>
                                          <p:spTgt spid="43011">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43011">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43011">
                                            <p:txEl>
                                              <p:pRg st="1" end="1"/>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0" fill="hold" nodeType="clickEffect">
                                  <p:stCondLst>
                                    <p:cond delay="0"/>
                                  </p:stCondLst>
                                  <p:childTnLst>
                                    <p:set>
                                      <p:cBhvr>
                                        <p:cTn id="20" dur="1" fill="hold">
                                          <p:stCondLst>
                                            <p:cond delay="0"/>
                                          </p:stCondLst>
                                        </p:cTn>
                                        <p:tgtEl>
                                          <p:spTgt spid="43011">
                                            <p:txEl>
                                              <p:pRg st="2" end="2"/>
                                            </p:txEl>
                                          </p:spTgt>
                                        </p:tgtEl>
                                        <p:attrNameLst>
                                          <p:attrName>style.visibility</p:attrName>
                                        </p:attrNameLst>
                                      </p:cBhvr>
                                      <p:to>
                                        <p:strVal val="visible"/>
                                      </p:to>
                                    </p:set>
                                    <p:anim calcmode="lin" valueType="num">
                                      <p:cBhvr>
                                        <p:cTn id="21" dur="500" fill="hold"/>
                                        <p:tgtEl>
                                          <p:spTgt spid="43011">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43011">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430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3">
            <a:extLst>
              <a:ext uri="{FF2B5EF4-FFF2-40B4-BE49-F238E27FC236}">
                <a16:creationId xmlns:a16="http://schemas.microsoft.com/office/drawing/2014/main" id="{9DDDCB55-C219-42B2-B4C6-BDCCBC5EA7F4}"/>
              </a:ext>
            </a:extLst>
          </p:cNvPr>
          <p:cNvSpPr>
            <a:spLocks noGrp="1" noChangeArrowheads="1"/>
          </p:cNvSpPr>
          <p:nvPr>
            <p:ph idx="1"/>
          </p:nvPr>
        </p:nvSpPr>
        <p:spPr>
          <a:xfrm>
            <a:off x="428625" y="917574"/>
            <a:ext cx="8319839" cy="3742407"/>
          </a:xfrm>
        </p:spPr>
        <p:txBody>
          <a:bodyPr/>
          <a:lstStyle/>
          <a:p>
            <a:pPr eaLnBrk="1" hangingPunct="1">
              <a:buClrTx/>
              <a:buFont typeface="Wingdings" panose="05000000000000000000" pitchFamily="2" charset="2"/>
              <a:buChar char="Ø"/>
              <a:defRPr/>
            </a:pPr>
            <a:r>
              <a:rPr lang="zh-CN" altLang="en-US" sz="2800" b="1" dirty="0">
                <a:solidFill>
                  <a:schemeClr val="tx1"/>
                </a:solidFill>
                <a:cs typeface="Times New Roman" panose="02020603050405020304" pitchFamily="18" charset="0"/>
              </a:rPr>
              <a:t>产生式</a:t>
            </a:r>
            <a:r>
              <a:rPr lang="en-US" altLang="zh-CN" sz="2800" b="1" i="1" dirty="0">
                <a:solidFill>
                  <a:schemeClr val="tx1"/>
                </a:solidFill>
                <a:cs typeface="Times New Roman" panose="02020603050405020304" pitchFamily="18" charset="0"/>
              </a:rPr>
              <a:t>A</a:t>
            </a:r>
            <a:r>
              <a:rPr lang="en-US" altLang="zh-CN" sz="2800" b="1" dirty="0">
                <a:solidFill>
                  <a:schemeClr val="tx1"/>
                </a:solidFill>
                <a:cs typeface="Times New Roman" panose="02020603050405020304" pitchFamily="18" charset="0"/>
              </a:rPr>
              <a:t>→</a:t>
            </a:r>
            <a:r>
              <a:rPr lang="en-US" altLang="zh-CN" sz="2800" b="1" i="1" dirty="0">
                <a:solidFill>
                  <a:schemeClr val="tx1"/>
                </a:solidFill>
                <a:cs typeface="Times New Roman" panose="02020603050405020304" pitchFamily="18" charset="0"/>
              </a:rPr>
              <a:t> α</a:t>
            </a:r>
            <a:r>
              <a:rPr lang="zh-CN" altLang="en-US" sz="2800" b="1" dirty="0">
                <a:solidFill>
                  <a:schemeClr val="tx1"/>
                </a:solidFill>
                <a:cs typeface="Times New Roman" panose="02020603050405020304" pitchFamily="18" charset="0"/>
              </a:rPr>
              <a:t>的</a:t>
            </a:r>
            <a:r>
              <a:rPr lang="zh-CN" altLang="en-US" sz="2800" b="1" dirty="0">
                <a:solidFill>
                  <a:srgbClr val="FF0000"/>
                </a:solidFill>
                <a:cs typeface="Times New Roman" panose="02020603050405020304" pitchFamily="18" charset="0"/>
              </a:rPr>
              <a:t>可选集</a:t>
            </a:r>
            <a:r>
              <a:rPr lang="zh-CN" altLang="en-US" sz="2800" b="1" dirty="0">
                <a:solidFill>
                  <a:schemeClr val="tx1"/>
                </a:solidFill>
                <a:cs typeface="Times New Roman" panose="02020603050405020304" pitchFamily="18" charset="0"/>
              </a:rPr>
              <a:t>是指可以选用该产生式进行推导时，对应的当前输入符号</a:t>
            </a:r>
            <a:r>
              <a:rPr lang="zh-CN" altLang="en-US" sz="2800" b="1" dirty="0">
                <a:solidFill>
                  <a:schemeClr val="tx1"/>
                </a:solidFill>
                <a:latin typeface="华文楷体" panose="02010600040101010101" pitchFamily="2" charset="-122"/>
                <a:cs typeface="楷体_GB2312"/>
              </a:rPr>
              <a:t>（向前看符号）</a:t>
            </a:r>
            <a:r>
              <a:rPr lang="zh-CN" altLang="en-US" sz="2800" b="1" dirty="0">
                <a:solidFill>
                  <a:schemeClr val="tx1"/>
                </a:solidFill>
                <a:cs typeface="Times New Roman" panose="02020603050405020304" pitchFamily="18" charset="0"/>
              </a:rPr>
              <a:t>的集合，记为</a:t>
            </a:r>
            <a:r>
              <a:rPr lang="en-US" altLang="zh-CN" sz="2800" b="1" i="1" dirty="0">
                <a:solidFill>
                  <a:srgbClr val="FF0000"/>
                </a:solidFill>
                <a:cs typeface="Times New Roman" panose="02020603050405020304" pitchFamily="18" charset="0"/>
              </a:rPr>
              <a:t>SELECT </a:t>
            </a:r>
            <a:r>
              <a:rPr lang="en-US" altLang="zh-CN" sz="2800" b="1" dirty="0">
                <a:solidFill>
                  <a:srgbClr val="FF0000"/>
                </a:solidFill>
                <a:cs typeface="Times New Roman" panose="02020603050405020304" pitchFamily="18" charset="0"/>
              </a:rPr>
              <a:t>( </a:t>
            </a:r>
            <a:r>
              <a:rPr lang="en-US" altLang="zh-CN" sz="2800" b="1" i="1" dirty="0">
                <a:solidFill>
                  <a:srgbClr val="FF0000"/>
                </a:solidFill>
                <a:cs typeface="Times New Roman" panose="02020603050405020304" pitchFamily="18" charset="0"/>
              </a:rPr>
              <a:t>A</a:t>
            </a:r>
            <a:r>
              <a:rPr lang="en-US" altLang="zh-CN" sz="2800" b="1" dirty="0">
                <a:solidFill>
                  <a:srgbClr val="FF0000"/>
                </a:solidFill>
                <a:cs typeface="Times New Roman" panose="02020603050405020304" pitchFamily="18" charset="0"/>
              </a:rPr>
              <a:t>→</a:t>
            </a:r>
            <a:r>
              <a:rPr lang="en-US" altLang="zh-CN" sz="2800" b="1" i="1" dirty="0">
                <a:solidFill>
                  <a:srgbClr val="FF0000"/>
                </a:solidFill>
                <a:cs typeface="Times New Roman" panose="02020603050405020304" pitchFamily="18" charset="0"/>
              </a:rPr>
              <a:t> α </a:t>
            </a:r>
            <a:r>
              <a:rPr lang="en-US" altLang="zh-CN" sz="2800" b="1" dirty="0">
                <a:solidFill>
                  <a:srgbClr val="FF0000"/>
                </a:solidFill>
                <a:cs typeface="Times New Roman" panose="02020603050405020304" pitchFamily="18" charset="0"/>
              </a:rPr>
              <a:t>)</a:t>
            </a:r>
            <a:r>
              <a:rPr lang="zh-CN" altLang="en-US" sz="2800" b="1" dirty="0">
                <a:solidFill>
                  <a:srgbClr val="FF0000"/>
                </a:solidFill>
                <a:cs typeface="Times New Roman" panose="02020603050405020304" pitchFamily="18" charset="0"/>
              </a:rPr>
              <a:t>。</a:t>
            </a:r>
            <a:endParaRPr lang="en-US" altLang="zh-CN" sz="2800" b="1" dirty="0">
              <a:solidFill>
                <a:srgbClr val="FF0000"/>
              </a:solidFill>
              <a:cs typeface="Times New Roman" panose="02020603050405020304" pitchFamily="18" charset="0"/>
            </a:endParaRPr>
          </a:p>
          <a:p>
            <a:pPr eaLnBrk="1" hangingPunct="1">
              <a:lnSpc>
                <a:spcPts val="3000"/>
              </a:lnSpc>
              <a:buClrTx/>
              <a:buFont typeface="Wingdings" panose="05000000000000000000" pitchFamily="2" charset="2"/>
              <a:buChar char="Ø"/>
            </a:pPr>
            <a:r>
              <a:rPr lang="zh-CN" altLang="en-US" sz="2500" b="1" dirty="0">
                <a:solidFill>
                  <a:schemeClr val="tx1"/>
                </a:solidFill>
              </a:rPr>
              <a:t>产生式</a:t>
            </a:r>
            <a:r>
              <a:rPr lang="en-US" altLang="zh-CN" sz="2500" b="1" i="1" dirty="0">
                <a:solidFill>
                  <a:schemeClr val="tx1"/>
                </a:solidFill>
                <a:ea typeface="楷体_GB2312"/>
                <a:cs typeface="楷体_GB2312"/>
              </a:rPr>
              <a:t>A→α</a:t>
            </a:r>
            <a:r>
              <a:rPr lang="zh-CN" altLang="en-US" sz="2500" b="1" dirty="0">
                <a:solidFill>
                  <a:schemeClr val="tx1"/>
                </a:solidFill>
              </a:rPr>
              <a:t>的可选集</a:t>
            </a:r>
            <a:r>
              <a:rPr lang="en-US" altLang="zh-CN" sz="2500" b="1" i="1" dirty="0">
                <a:solidFill>
                  <a:schemeClr val="tx1"/>
                </a:solidFill>
              </a:rPr>
              <a:t>SELECT</a:t>
            </a:r>
            <a:endParaRPr lang="en-US" altLang="zh-CN" sz="2500" b="1" dirty="0">
              <a:solidFill>
                <a:schemeClr val="tx1"/>
              </a:solidFill>
            </a:endParaRPr>
          </a:p>
          <a:p>
            <a:pPr lvl="1" eaLnBrk="1" hangingPunct="1">
              <a:lnSpc>
                <a:spcPts val="3000"/>
              </a:lnSpc>
              <a:buClrTx/>
              <a:buFont typeface="Wingdings" panose="05000000000000000000" pitchFamily="2" charset="2"/>
              <a:buChar char="Ø"/>
            </a:pPr>
            <a:r>
              <a:rPr lang="zh-CN" altLang="en-US" sz="2400" b="1" dirty="0">
                <a:solidFill>
                  <a:schemeClr val="tx1"/>
                </a:solidFill>
                <a:latin typeface="楷体" panose="02010609060101010101" pitchFamily="49" charset="-122"/>
              </a:rPr>
              <a:t>如果</a:t>
            </a:r>
            <a:r>
              <a:rPr lang="en-US" altLang="zh-CN" sz="2400" b="1" dirty="0">
                <a:solidFill>
                  <a:schemeClr val="tx1"/>
                </a:solidFill>
                <a:ea typeface="楷体_GB2312"/>
                <a:cs typeface="楷体_GB2312"/>
              </a:rPr>
              <a:t> </a:t>
            </a:r>
            <a:r>
              <a:rPr lang="en-US" altLang="zh-CN" sz="2400" b="1" i="1" dirty="0" err="1">
                <a:solidFill>
                  <a:schemeClr val="tx1"/>
                </a:solidFill>
                <a:ea typeface="楷体_GB2312"/>
                <a:cs typeface="楷体_GB2312"/>
              </a:rPr>
              <a:t>ε</a:t>
            </a:r>
            <a:r>
              <a:rPr lang="en-US" altLang="zh-CN" sz="2400" b="1" dirty="0" err="1">
                <a:solidFill>
                  <a:schemeClr val="tx1"/>
                </a:solidFill>
                <a:ea typeface="楷体_GB2312"/>
                <a:cs typeface="楷体_GB2312"/>
                <a:sym typeface="Symbol" panose="05050102010706020507" pitchFamily="18" charset="2"/>
              </a:rPr>
              <a:t></a:t>
            </a:r>
            <a:r>
              <a:rPr lang="en-US" altLang="zh-CN" sz="2400" b="1" i="1" dirty="0" err="1">
                <a:solidFill>
                  <a:schemeClr val="tx1"/>
                </a:solidFill>
                <a:ea typeface="楷体_GB2312"/>
                <a:cs typeface="楷体_GB2312"/>
              </a:rPr>
              <a:t>FIRST</a:t>
            </a:r>
            <a:r>
              <a:rPr lang="en-US" altLang="zh-CN" sz="2400" b="1" dirty="0">
                <a:solidFill>
                  <a:schemeClr val="tx1"/>
                </a:solidFill>
                <a:ea typeface="楷体_GB2312"/>
                <a:cs typeface="楷体_GB2312"/>
              </a:rPr>
              <a:t>(</a:t>
            </a:r>
            <a:r>
              <a:rPr lang="en-US" altLang="zh-CN" sz="2400" b="1" i="1" dirty="0">
                <a:solidFill>
                  <a:schemeClr val="tx1"/>
                </a:solidFill>
                <a:ea typeface="楷体_GB2312"/>
                <a:cs typeface="楷体_GB2312"/>
              </a:rPr>
              <a:t>α</a:t>
            </a:r>
            <a:r>
              <a:rPr lang="en-US" altLang="zh-CN" sz="2400" b="1" dirty="0">
                <a:solidFill>
                  <a:schemeClr val="tx1"/>
                </a:solidFill>
                <a:ea typeface="楷体_GB2312"/>
                <a:cs typeface="楷体_GB2312"/>
              </a:rPr>
              <a:t>), </a:t>
            </a:r>
            <a:r>
              <a:rPr lang="zh-CN" altLang="en-US" sz="2400" b="1" dirty="0">
                <a:solidFill>
                  <a:schemeClr val="tx1"/>
                </a:solidFill>
              </a:rPr>
              <a:t> 那么</a:t>
            </a:r>
            <a:endParaRPr lang="en-US" altLang="zh-CN" sz="2400" b="1" dirty="0">
              <a:solidFill>
                <a:schemeClr val="tx1"/>
              </a:solidFill>
            </a:endParaRPr>
          </a:p>
          <a:p>
            <a:pPr marL="303213" lvl="1" indent="0" algn="ctr" eaLnBrk="1" hangingPunct="1">
              <a:lnSpc>
                <a:spcPts val="3000"/>
              </a:lnSpc>
              <a:buClrTx/>
              <a:buNone/>
            </a:pPr>
            <a:r>
              <a:rPr lang="en-US" altLang="zh-CN" sz="2400" b="1" i="1" dirty="0">
                <a:solidFill>
                  <a:srgbClr val="0070C0"/>
                </a:solidFill>
                <a:ea typeface="楷体_GB2312"/>
                <a:cs typeface="楷体_GB2312"/>
              </a:rPr>
              <a:t>SELECT</a:t>
            </a:r>
            <a:r>
              <a:rPr lang="en-US" altLang="zh-CN" sz="2400" b="1" dirty="0">
                <a:solidFill>
                  <a:srgbClr val="0070C0"/>
                </a:solidFill>
                <a:ea typeface="楷体_GB2312"/>
                <a:cs typeface="楷体_GB2312"/>
              </a:rPr>
              <a:t>( </a:t>
            </a:r>
            <a:r>
              <a:rPr lang="en-US" altLang="zh-CN" sz="2400" b="1" i="1" dirty="0">
                <a:solidFill>
                  <a:srgbClr val="0070C0"/>
                </a:solidFill>
                <a:ea typeface="楷体_GB2312"/>
                <a:cs typeface="楷体_GB2312"/>
              </a:rPr>
              <a:t>A→α </a:t>
            </a:r>
            <a:r>
              <a:rPr lang="en-US" altLang="zh-CN" sz="2400" b="1" dirty="0">
                <a:solidFill>
                  <a:srgbClr val="0070C0"/>
                </a:solidFill>
                <a:ea typeface="楷体_GB2312"/>
                <a:cs typeface="楷体_GB2312"/>
              </a:rPr>
              <a:t>) = </a:t>
            </a:r>
            <a:r>
              <a:rPr lang="en-US" altLang="zh-CN" sz="2400" b="1" i="1" dirty="0">
                <a:solidFill>
                  <a:srgbClr val="0070C0"/>
                </a:solidFill>
                <a:ea typeface="楷体_GB2312"/>
                <a:cs typeface="楷体_GB2312"/>
              </a:rPr>
              <a:t>FIRST</a:t>
            </a:r>
            <a:r>
              <a:rPr lang="en-US" altLang="zh-CN" sz="2400" b="1" dirty="0">
                <a:solidFill>
                  <a:srgbClr val="0070C0"/>
                </a:solidFill>
                <a:ea typeface="楷体_GB2312"/>
                <a:cs typeface="楷体_GB2312"/>
              </a:rPr>
              <a:t>(</a:t>
            </a:r>
            <a:r>
              <a:rPr lang="en-US" altLang="zh-CN" sz="2400" b="1" i="1" dirty="0">
                <a:solidFill>
                  <a:srgbClr val="0070C0"/>
                </a:solidFill>
                <a:ea typeface="楷体_GB2312"/>
                <a:cs typeface="楷体_GB2312"/>
              </a:rPr>
              <a:t>α</a:t>
            </a:r>
            <a:r>
              <a:rPr lang="en-US" altLang="zh-CN" sz="2400" b="1" dirty="0">
                <a:solidFill>
                  <a:srgbClr val="0070C0"/>
                </a:solidFill>
                <a:ea typeface="楷体_GB2312"/>
                <a:cs typeface="楷体_GB2312"/>
              </a:rPr>
              <a:t>)</a:t>
            </a:r>
          </a:p>
          <a:p>
            <a:pPr lvl="1" eaLnBrk="1" hangingPunct="1">
              <a:lnSpc>
                <a:spcPts val="3000"/>
              </a:lnSpc>
              <a:buClrTx/>
              <a:buFont typeface="Wingdings" panose="05000000000000000000" pitchFamily="2" charset="2"/>
              <a:buChar char="Ø"/>
            </a:pPr>
            <a:r>
              <a:rPr lang="zh-CN" altLang="en-US" sz="2400" b="1" dirty="0">
                <a:solidFill>
                  <a:schemeClr val="tx1"/>
                </a:solidFill>
                <a:latin typeface="楷体" panose="02010609060101010101" pitchFamily="49" charset="-122"/>
              </a:rPr>
              <a:t>如果</a:t>
            </a:r>
            <a:r>
              <a:rPr lang="en-US" altLang="zh-CN" sz="2400" b="1" dirty="0">
                <a:solidFill>
                  <a:schemeClr val="tx1"/>
                </a:solidFill>
                <a:ea typeface="楷体_GB2312"/>
                <a:cs typeface="楷体_GB2312"/>
              </a:rPr>
              <a:t> </a:t>
            </a:r>
            <a:r>
              <a:rPr lang="en-US" altLang="zh-CN" sz="2400" b="1" i="1" dirty="0" err="1">
                <a:solidFill>
                  <a:schemeClr val="tx1"/>
                </a:solidFill>
                <a:ea typeface="楷体_GB2312"/>
                <a:cs typeface="楷体_GB2312"/>
              </a:rPr>
              <a:t>ε</a:t>
            </a:r>
            <a:r>
              <a:rPr lang="en-US" altLang="zh-CN" sz="2400" b="1" dirty="0" err="1">
                <a:solidFill>
                  <a:schemeClr val="tx1"/>
                </a:solidFill>
                <a:ea typeface="楷体_GB2312"/>
                <a:cs typeface="楷体_GB2312"/>
              </a:rPr>
              <a:t>∈</a:t>
            </a:r>
            <a:r>
              <a:rPr lang="en-US" altLang="zh-CN" sz="2400" b="1" i="1" dirty="0" err="1">
                <a:solidFill>
                  <a:schemeClr val="tx1"/>
                </a:solidFill>
                <a:ea typeface="楷体_GB2312"/>
                <a:cs typeface="楷体_GB2312"/>
              </a:rPr>
              <a:t>FIRST</a:t>
            </a:r>
            <a:r>
              <a:rPr lang="en-US" altLang="zh-CN" sz="2400" b="1" dirty="0">
                <a:solidFill>
                  <a:schemeClr val="tx1"/>
                </a:solidFill>
                <a:ea typeface="楷体_GB2312"/>
                <a:cs typeface="楷体_GB2312"/>
              </a:rPr>
              <a:t>(</a:t>
            </a:r>
            <a:r>
              <a:rPr lang="en-US" altLang="zh-CN" sz="2400" b="1" i="1" dirty="0">
                <a:solidFill>
                  <a:schemeClr val="tx1"/>
                </a:solidFill>
                <a:ea typeface="楷体_GB2312"/>
                <a:cs typeface="楷体_GB2312"/>
              </a:rPr>
              <a:t>α</a:t>
            </a:r>
            <a:r>
              <a:rPr lang="en-US" altLang="zh-CN" sz="2400" b="1" dirty="0">
                <a:solidFill>
                  <a:schemeClr val="tx1"/>
                </a:solidFill>
                <a:ea typeface="楷体_GB2312"/>
                <a:cs typeface="楷体_GB2312"/>
              </a:rPr>
              <a:t>), </a:t>
            </a:r>
            <a:r>
              <a:rPr lang="zh-CN" altLang="en-US" sz="2400" b="1" dirty="0">
                <a:solidFill>
                  <a:schemeClr val="tx1"/>
                </a:solidFill>
                <a:latin typeface="楷体" panose="02010609060101010101" pitchFamily="49" charset="-122"/>
              </a:rPr>
              <a:t>那么</a:t>
            </a:r>
            <a:endParaRPr lang="en-US" altLang="zh-CN" sz="2400" b="1" dirty="0">
              <a:solidFill>
                <a:schemeClr val="tx1"/>
              </a:solidFill>
              <a:latin typeface="楷体" panose="02010609060101010101" pitchFamily="49" charset="-122"/>
            </a:endParaRPr>
          </a:p>
          <a:p>
            <a:pPr marL="303213" lvl="1" indent="0" algn="ctr" eaLnBrk="1" hangingPunct="1">
              <a:lnSpc>
                <a:spcPts val="3000"/>
              </a:lnSpc>
              <a:buClrTx/>
              <a:buNone/>
            </a:pPr>
            <a:r>
              <a:rPr lang="en-US" altLang="zh-CN" sz="2400" b="1" i="1" dirty="0">
                <a:solidFill>
                  <a:srgbClr val="0070C0"/>
                </a:solidFill>
                <a:ea typeface="楷体_GB2312"/>
                <a:cs typeface="楷体_GB2312"/>
              </a:rPr>
              <a:t>SELECT</a:t>
            </a:r>
            <a:r>
              <a:rPr lang="en-US" altLang="zh-CN" sz="2400" b="1" dirty="0">
                <a:solidFill>
                  <a:srgbClr val="0070C0"/>
                </a:solidFill>
                <a:ea typeface="楷体_GB2312"/>
                <a:cs typeface="楷体_GB2312"/>
              </a:rPr>
              <a:t>( </a:t>
            </a:r>
            <a:r>
              <a:rPr lang="en-US" altLang="zh-CN" sz="2400" b="1" i="1" dirty="0">
                <a:solidFill>
                  <a:srgbClr val="0070C0"/>
                </a:solidFill>
                <a:ea typeface="楷体_GB2312"/>
                <a:cs typeface="楷体_GB2312"/>
              </a:rPr>
              <a:t>A→α </a:t>
            </a:r>
            <a:r>
              <a:rPr lang="en-US" altLang="zh-CN" sz="2400" b="1" dirty="0">
                <a:solidFill>
                  <a:srgbClr val="0070C0"/>
                </a:solidFill>
                <a:ea typeface="楷体_GB2312"/>
                <a:cs typeface="楷体_GB2312"/>
              </a:rPr>
              <a:t>) = ( </a:t>
            </a:r>
            <a:r>
              <a:rPr lang="en-US" altLang="zh-CN" sz="2400" b="1" i="1" dirty="0">
                <a:solidFill>
                  <a:srgbClr val="0070C0"/>
                </a:solidFill>
                <a:ea typeface="楷体_GB2312"/>
                <a:cs typeface="楷体_GB2312"/>
              </a:rPr>
              <a:t>FIRST</a:t>
            </a:r>
            <a:r>
              <a:rPr lang="en-US" altLang="zh-CN" sz="2400" b="1" dirty="0">
                <a:solidFill>
                  <a:srgbClr val="0070C0"/>
                </a:solidFill>
                <a:ea typeface="楷体_GB2312"/>
                <a:cs typeface="楷体_GB2312"/>
              </a:rPr>
              <a:t>(</a:t>
            </a:r>
            <a:r>
              <a:rPr lang="en-US" altLang="zh-CN" sz="2400" b="1" i="1" dirty="0">
                <a:solidFill>
                  <a:srgbClr val="0070C0"/>
                </a:solidFill>
                <a:ea typeface="楷体_GB2312"/>
                <a:cs typeface="楷体_GB2312"/>
              </a:rPr>
              <a:t>α</a:t>
            </a:r>
            <a:r>
              <a:rPr lang="en-US" altLang="zh-CN" sz="2400" b="1" dirty="0">
                <a:solidFill>
                  <a:srgbClr val="0070C0"/>
                </a:solidFill>
                <a:ea typeface="楷体_GB2312"/>
                <a:cs typeface="楷体_GB2312"/>
              </a:rPr>
              <a:t>) - {</a:t>
            </a:r>
            <a:r>
              <a:rPr lang="en-US" altLang="zh-CN" sz="2400" b="1" i="1" dirty="0">
                <a:solidFill>
                  <a:srgbClr val="0070C0"/>
                </a:solidFill>
                <a:ea typeface="楷体_GB2312"/>
                <a:cs typeface="楷体_GB2312"/>
              </a:rPr>
              <a:t>ε</a:t>
            </a:r>
            <a:r>
              <a:rPr lang="en-US" altLang="zh-CN" sz="2400" b="1" dirty="0">
                <a:solidFill>
                  <a:srgbClr val="0070C0"/>
                </a:solidFill>
                <a:ea typeface="楷体_GB2312"/>
                <a:cs typeface="楷体_GB2312"/>
              </a:rPr>
              <a:t>} )∪</a:t>
            </a:r>
            <a:r>
              <a:rPr lang="en-US" altLang="zh-CN" sz="2400" b="1" i="1" dirty="0">
                <a:solidFill>
                  <a:srgbClr val="0070C0"/>
                </a:solidFill>
                <a:ea typeface="楷体_GB2312"/>
                <a:cs typeface="楷体_GB2312"/>
              </a:rPr>
              <a:t>FOLLOW</a:t>
            </a:r>
            <a:r>
              <a:rPr lang="en-US" altLang="zh-CN" sz="2400" b="1" dirty="0">
                <a:solidFill>
                  <a:srgbClr val="0070C0"/>
                </a:solidFill>
                <a:ea typeface="楷体_GB2312"/>
                <a:cs typeface="楷体_GB2312"/>
              </a:rPr>
              <a:t>(</a:t>
            </a:r>
            <a:r>
              <a:rPr lang="en-US" altLang="zh-CN" sz="2400" b="1" i="1" dirty="0">
                <a:solidFill>
                  <a:srgbClr val="0070C0"/>
                </a:solidFill>
                <a:ea typeface="楷体_GB2312"/>
                <a:cs typeface="楷体_GB2312"/>
              </a:rPr>
              <a:t>A</a:t>
            </a:r>
            <a:r>
              <a:rPr lang="en-US" altLang="zh-CN" sz="2400" b="1" dirty="0">
                <a:solidFill>
                  <a:srgbClr val="0070C0"/>
                </a:solidFill>
                <a:ea typeface="楷体_GB2312"/>
                <a:cs typeface="楷体_GB2312"/>
              </a:rPr>
              <a:t>)</a:t>
            </a:r>
          </a:p>
        </p:txBody>
      </p:sp>
      <p:sp>
        <p:nvSpPr>
          <p:cNvPr id="39939" name="标题 1">
            <a:extLst>
              <a:ext uri="{FF2B5EF4-FFF2-40B4-BE49-F238E27FC236}">
                <a16:creationId xmlns:a16="http://schemas.microsoft.com/office/drawing/2014/main" id="{AD8B4028-BB2E-4102-8AF8-C640AD2F48EB}"/>
              </a:ext>
            </a:extLst>
          </p:cNvPr>
          <p:cNvSpPr>
            <a:spLocks noGrp="1"/>
          </p:cNvSpPr>
          <p:nvPr>
            <p:ph type="title"/>
          </p:nvPr>
        </p:nvSpPr>
        <p:spPr>
          <a:xfrm>
            <a:off x="755650" y="268288"/>
            <a:ext cx="7931150" cy="358775"/>
          </a:xfrm>
        </p:spPr>
        <p:txBody>
          <a:bodyPr/>
          <a:lstStyle/>
          <a:p>
            <a:pPr>
              <a:defRPr/>
            </a:pPr>
            <a:r>
              <a:rPr lang="zh-CN" altLang="en-US" sz="3000" spc="300" dirty="0">
                <a:solidFill>
                  <a:schemeClr val="tx1"/>
                </a:solidFill>
                <a:ea typeface="微软雅黑" pitchFamily="34" charset="-122"/>
                <a:cs typeface="Times New Roman" panose="02020603050405020304" pitchFamily="18" charset="0"/>
              </a:rPr>
              <a:t>产生式</a:t>
            </a:r>
            <a:r>
              <a:rPr lang="en-US" altLang="zh-CN" sz="3000" i="1" spc="300" dirty="0">
                <a:solidFill>
                  <a:schemeClr val="tx1"/>
                </a:solidFill>
                <a:ea typeface="微软雅黑" pitchFamily="34" charset="-122"/>
                <a:cs typeface="Times New Roman" panose="02020603050405020304" pitchFamily="18" charset="0"/>
              </a:rPr>
              <a:t>A</a:t>
            </a:r>
            <a:r>
              <a:rPr lang="en-US" altLang="zh-CN" sz="3000" spc="300" dirty="0">
                <a:solidFill>
                  <a:schemeClr val="tx1"/>
                </a:solidFill>
                <a:ea typeface="微软雅黑" pitchFamily="34" charset="-122"/>
                <a:cs typeface="Times New Roman" panose="02020603050405020304" pitchFamily="18" charset="0"/>
              </a:rPr>
              <a:t>→</a:t>
            </a:r>
            <a:r>
              <a:rPr lang="el-GR" altLang="zh-CN" sz="3000" i="1" spc="300" dirty="0">
                <a:solidFill>
                  <a:schemeClr val="tx1"/>
                </a:solidFill>
                <a:ea typeface="微软雅黑" pitchFamily="34" charset="-122"/>
                <a:cs typeface="Times New Roman" panose="02020603050405020304" pitchFamily="18" charset="0"/>
              </a:rPr>
              <a:t>α</a:t>
            </a:r>
            <a:r>
              <a:rPr lang="zh-CN" altLang="en-US" sz="3000" spc="300" dirty="0">
                <a:solidFill>
                  <a:schemeClr val="tx1"/>
                </a:solidFill>
                <a:ea typeface="微软雅黑" pitchFamily="34" charset="-122"/>
                <a:cs typeface="Times New Roman" panose="02020603050405020304" pitchFamily="18" charset="0"/>
              </a:rPr>
              <a:t>的可选集</a:t>
            </a:r>
          </a:p>
        </p:txBody>
      </p:sp>
      <p:sp>
        <p:nvSpPr>
          <p:cNvPr id="3" name="灯片编号占位符 2">
            <a:extLst>
              <a:ext uri="{FF2B5EF4-FFF2-40B4-BE49-F238E27FC236}">
                <a16:creationId xmlns:a16="http://schemas.microsoft.com/office/drawing/2014/main" id="{634F2F35-F098-4ACC-A740-6CF1ABB76078}"/>
              </a:ext>
            </a:extLst>
          </p:cNvPr>
          <p:cNvSpPr>
            <a:spLocks noGrp="1"/>
          </p:cNvSpPr>
          <p:nvPr>
            <p:ph type="sldNum" sz="quarter" idx="12"/>
          </p:nvPr>
        </p:nvSpPr>
        <p:spPr/>
        <p:txBody>
          <a:bodyPr/>
          <a:lstStyle/>
          <a:p>
            <a:pPr>
              <a:defRPr/>
            </a:pPr>
            <a:fld id="{EA567855-7F13-4FC5-AD61-2B82F6443E16}" type="slidenum">
              <a:rPr lang="zh-CN" altLang="en-US" smtClean="0"/>
              <a:pPr>
                <a:defRPr/>
              </a:pPr>
              <a:t>41</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9330">
                                            <p:txEl>
                                              <p:pRg st="0" end="0"/>
                                            </p:txEl>
                                          </p:spTgt>
                                        </p:tgtEl>
                                        <p:attrNameLst>
                                          <p:attrName>style.visibility</p:attrName>
                                        </p:attrNameLst>
                                      </p:cBhvr>
                                      <p:to>
                                        <p:strVal val="visible"/>
                                      </p:to>
                                    </p:set>
                                    <p:animEffect transition="in" filter="wipe(down)">
                                      <p:cBhvr>
                                        <p:cTn id="7" dur="500"/>
                                        <p:tgtEl>
                                          <p:spTgt spid="993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99330">
                                            <p:txEl>
                                              <p:pRg st="1" end="1"/>
                                            </p:txEl>
                                          </p:spTgt>
                                        </p:tgtEl>
                                        <p:attrNameLst>
                                          <p:attrName>style.visibility</p:attrName>
                                        </p:attrNameLst>
                                      </p:cBhvr>
                                      <p:to>
                                        <p:strVal val="visible"/>
                                      </p:to>
                                    </p:set>
                                    <p:animEffect transition="in" filter="wipe(down)">
                                      <p:cBhvr>
                                        <p:cTn id="12" dur="500"/>
                                        <p:tgtEl>
                                          <p:spTgt spid="99330">
                                            <p:txEl>
                                              <p:pRg st="1" end="1"/>
                                            </p:txEl>
                                          </p:spTgt>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99330">
                                            <p:txEl>
                                              <p:pRg st="2" end="2"/>
                                            </p:txEl>
                                          </p:spTgt>
                                        </p:tgtEl>
                                        <p:attrNameLst>
                                          <p:attrName>style.visibility</p:attrName>
                                        </p:attrNameLst>
                                      </p:cBhvr>
                                      <p:to>
                                        <p:strVal val="visible"/>
                                      </p:to>
                                    </p:set>
                                    <p:animEffect transition="in" filter="wipe(down)">
                                      <p:cBhvr>
                                        <p:cTn id="15" dur="500"/>
                                        <p:tgtEl>
                                          <p:spTgt spid="99330">
                                            <p:txEl>
                                              <p:pRg st="2" end="2"/>
                                            </p:txEl>
                                          </p:spTgt>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99330">
                                            <p:txEl>
                                              <p:pRg st="3" end="3"/>
                                            </p:txEl>
                                          </p:spTgt>
                                        </p:tgtEl>
                                        <p:attrNameLst>
                                          <p:attrName>style.visibility</p:attrName>
                                        </p:attrNameLst>
                                      </p:cBhvr>
                                      <p:to>
                                        <p:strVal val="visible"/>
                                      </p:to>
                                    </p:set>
                                    <p:animEffect transition="in" filter="wipe(down)">
                                      <p:cBhvr>
                                        <p:cTn id="18" dur="500"/>
                                        <p:tgtEl>
                                          <p:spTgt spid="99330">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99330">
                                            <p:txEl>
                                              <p:pRg st="4" end="4"/>
                                            </p:txEl>
                                          </p:spTgt>
                                        </p:tgtEl>
                                        <p:attrNameLst>
                                          <p:attrName>style.visibility</p:attrName>
                                        </p:attrNameLst>
                                      </p:cBhvr>
                                      <p:to>
                                        <p:strVal val="visible"/>
                                      </p:to>
                                    </p:set>
                                    <p:animEffect transition="in" filter="wipe(down)">
                                      <p:cBhvr>
                                        <p:cTn id="23" dur="500"/>
                                        <p:tgtEl>
                                          <p:spTgt spid="99330">
                                            <p:txEl>
                                              <p:pRg st="4" end="4"/>
                                            </p:txEl>
                                          </p:spTgt>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99330">
                                            <p:txEl>
                                              <p:pRg st="5" end="5"/>
                                            </p:txEl>
                                          </p:spTgt>
                                        </p:tgtEl>
                                        <p:attrNameLst>
                                          <p:attrName>style.visibility</p:attrName>
                                        </p:attrNameLst>
                                      </p:cBhvr>
                                      <p:to>
                                        <p:strVal val="visible"/>
                                      </p:to>
                                    </p:set>
                                    <p:animEffect transition="in" filter="wipe(down)">
                                      <p:cBhvr>
                                        <p:cTn id="26" dur="500"/>
                                        <p:tgtEl>
                                          <p:spTgt spid="9933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0" grpId="0" uiExpand="1"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内容占位符 2">
            <a:extLst>
              <a:ext uri="{FF2B5EF4-FFF2-40B4-BE49-F238E27FC236}">
                <a16:creationId xmlns:a16="http://schemas.microsoft.com/office/drawing/2014/main" id="{CBC4723D-FCB1-4817-88CB-EDB66B2E6849}"/>
              </a:ext>
            </a:extLst>
          </p:cNvPr>
          <p:cNvSpPr>
            <a:spLocks noGrp="1"/>
          </p:cNvSpPr>
          <p:nvPr>
            <p:ph idx="1"/>
          </p:nvPr>
        </p:nvSpPr>
        <p:spPr>
          <a:xfrm>
            <a:off x="285750" y="771550"/>
            <a:ext cx="8572500" cy="4032448"/>
          </a:xfrm>
        </p:spPr>
        <p:txBody>
          <a:bodyPr/>
          <a:lstStyle/>
          <a:p>
            <a:pPr eaLnBrk="1" hangingPunct="1">
              <a:lnSpc>
                <a:spcPts val="3300"/>
              </a:lnSpc>
              <a:buClrTx/>
              <a:buFont typeface="Wingdings" pitchFamily="2" charset="2"/>
              <a:buChar char="Ø"/>
              <a:defRPr/>
            </a:pPr>
            <a:r>
              <a:rPr lang="zh-CN" altLang="en-US" sz="2500" b="1" dirty="0">
                <a:solidFill>
                  <a:schemeClr val="tx1"/>
                </a:solidFill>
                <a:latin typeface="+mn-ea"/>
                <a:cs typeface="Times New Roman" pitchFamily="18" charset="0"/>
              </a:rPr>
              <a:t>文法</a:t>
            </a:r>
            <a:r>
              <a:rPr lang="en-US" altLang="zh-CN" sz="2500" b="1" i="1" dirty="0">
                <a:solidFill>
                  <a:schemeClr val="tx1"/>
                </a:solidFill>
                <a:cs typeface="Times New Roman" pitchFamily="18" charset="0"/>
              </a:rPr>
              <a:t>G</a:t>
            </a:r>
            <a:r>
              <a:rPr lang="zh-CN" altLang="en-US" sz="2500" b="1" dirty="0">
                <a:solidFill>
                  <a:schemeClr val="tx1"/>
                </a:solidFill>
                <a:latin typeface="+mn-ea"/>
                <a:cs typeface="Times New Roman" pitchFamily="18" charset="0"/>
              </a:rPr>
              <a:t>是</a:t>
            </a:r>
            <a:r>
              <a:rPr lang="en-US" altLang="zh-CN" sz="2500" b="1" i="1" dirty="0">
                <a:solidFill>
                  <a:srgbClr val="FF0000"/>
                </a:solidFill>
                <a:cs typeface="Times New Roman" pitchFamily="18" charset="0"/>
              </a:rPr>
              <a:t>LL</a:t>
            </a:r>
            <a:r>
              <a:rPr lang="en-US" altLang="zh-CN" sz="2500" b="1" dirty="0">
                <a:solidFill>
                  <a:srgbClr val="FF0000"/>
                </a:solidFill>
                <a:latin typeface="+mn-ea"/>
                <a:cs typeface="Times New Roman" pitchFamily="18" charset="0"/>
              </a:rPr>
              <a:t>(1)</a:t>
            </a:r>
            <a:r>
              <a:rPr lang="zh-CN" altLang="en-US" sz="2500" b="1" dirty="0">
                <a:solidFill>
                  <a:schemeClr val="tx1"/>
                </a:solidFill>
                <a:latin typeface="+mn-ea"/>
                <a:cs typeface="Times New Roman" pitchFamily="18" charset="0"/>
              </a:rPr>
              <a:t>的，当且仅当</a:t>
            </a:r>
            <a:r>
              <a:rPr lang="en-US" altLang="zh-CN" sz="2500" b="1" i="1" dirty="0">
                <a:solidFill>
                  <a:schemeClr val="tx1"/>
                </a:solidFill>
                <a:cs typeface="Times New Roman" pitchFamily="18" charset="0"/>
              </a:rPr>
              <a:t>G</a:t>
            </a:r>
            <a:r>
              <a:rPr lang="zh-CN" altLang="en-US" sz="2500" b="1" dirty="0">
                <a:solidFill>
                  <a:schemeClr val="tx1"/>
                </a:solidFill>
                <a:latin typeface="+mn-ea"/>
                <a:cs typeface="Times New Roman" pitchFamily="18" charset="0"/>
              </a:rPr>
              <a:t>的</a:t>
            </a:r>
            <a:r>
              <a:rPr lang="zh-CN" altLang="en-US" sz="2500" b="1" dirty="0">
                <a:solidFill>
                  <a:srgbClr val="0070C0"/>
                </a:solidFill>
                <a:latin typeface="+mn-ea"/>
                <a:cs typeface="Times New Roman" pitchFamily="18" charset="0"/>
              </a:rPr>
              <a:t>任意两个</a:t>
            </a:r>
            <a:r>
              <a:rPr lang="zh-CN" altLang="en-US" sz="2500" b="1" dirty="0">
                <a:solidFill>
                  <a:schemeClr val="tx1"/>
                </a:solidFill>
                <a:latin typeface="+mn-ea"/>
                <a:cs typeface="Times New Roman" pitchFamily="18" charset="0"/>
              </a:rPr>
              <a:t>具有相同左部的</a:t>
            </a:r>
            <a:r>
              <a:rPr lang="zh-CN" altLang="en-US" sz="2500" b="1" dirty="0">
                <a:solidFill>
                  <a:srgbClr val="0070C0"/>
                </a:solidFill>
                <a:latin typeface="+mn-ea"/>
                <a:cs typeface="Times New Roman" pitchFamily="18" charset="0"/>
              </a:rPr>
              <a:t>产生式</a:t>
            </a:r>
            <a:r>
              <a:rPr lang="en-US" altLang="zh-CN" sz="2500" b="1" i="1" dirty="0">
                <a:solidFill>
                  <a:srgbClr val="0070C0"/>
                </a:solidFill>
                <a:cs typeface="Times New Roman" pitchFamily="18" charset="0"/>
              </a:rPr>
              <a:t>A → α | β </a:t>
            </a:r>
            <a:r>
              <a:rPr lang="zh-CN" altLang="en-US" sz="2500" b="1" dirty="0">
                <a:solidFill>
                  <a:schemeClr val="tx1"/>
                </a:solidFill>
                <a:latin typeface="+mn-ea"/>
                <a:cs typeface="Times New Roman" pitchFamily="18" charset="0"/>
              </a:rPr>
              <a:t>满足条件：</a:t>
            </a:r>
            <a:endParaRPr lang="en-US" altLang="zh-CN" sz="2500" dirty="0">
              <a:latin typeface="+mn-ea"/>
              <a:cs typeface="Times New Roman" pitchFamily="18" charset="0"/>
            </a:endParaRPr>
          </a:p>
          <a:p>
            <a:pPr marL="0" lvl="1" indent="0" algn="ctr" eaLnBrk="1" hangingPunct="1">
              <a:lnSpc>
                <a:spcPts val="3300"/>
              </a:lnSpc>
              <a:buNone/>
              <a:defRPr/>
            </a:pPr>
            <a:r>
              <a:rPr lang="en-US" altLang="zh-CN" sz="2500" b="1" dirty="0">
                <a:solidFill>
                  <a:schemeClr val="tx1"/>
                </a:solidFill>
                <a:cs typeface="Times New Roman" panose="02020603050405020304" pitchFamily="18" charset="0"/>
              </a:rPr>
              <a:t>    </a:t>
            </a:r>
            <a:r>
              <a:rPr lang="en-US" altLang="zh-CN" sz="2500" b="1" i="1" dirty="0">
                <a:solidFill>
                  <a:srgbClr val="0070C0"/>
                </a:solidFill>
                <a:cs typeface="Times New Roman" panose="02020603050405020304" pitchFamily="18" charset="0"/>
              </a:rPr>
              <a:t>SELECT</a:t>
            </a:r>
            <a:r>
              <a:rPr lang="en-US" altLang="zh-CN" sz="2500" b="1" dirty="0">
                <a:solidFill>
                  <a:srgbClr val="0070C0"/>
                </a:solidFill>
                <a:cs typeface="Times New Roman" panose="02020603050405020304" pitchFamily="18" charset="0"/>
              </a:rPr>
              <a:t> (</a:t>
            </a:r>
            <a:r>
              <a:rPr lang="en-US" altLang="zh-CN" sz="2500" i="1" dirty="0">
                <a:solidFill>
                  <a:srgbClr val="0070C0"/>
                </a:solidFill>
                <a:cs typeface="Times New Roman" panose="02020603050405020304" pitchFamily="18" charset="0"/>
              </a:rPr>
              <a:t> A → α </a:t>
            </a:r>
            <a:r>
              <a:rPr lang="en-US" altLang="zh-CN" sz="2500" dirty="0">
                <a:solidFill>
                  <a:srgbClr val="0070C0"/>
                </a:solidFill>
                <a:cs typeface="Times New Roman" panose="02020603050405020304" pitchFamily="18" charset="0"/>
              </a:rPr>
              <a:t>) ∩ </a:t>
            </a:r>
            <a:r>
              <a:rPr lang="en-US" altLang="zh-CN" sz="2500" i="1" dirty="0">
                <a:solidFill>
                  <a:srgbClr val="0070C0"/>
                </a:solidFill>
                <a:cs typeface="Times New Roman" panose="02020603050405020304" pitchFamily="18" charset="0"/>
              </a:rPr>
              <a:t>SELECT</a:t>
            </a:r>
            <a:r>
              <a:rPr lang="en-US" altLang="zh-CN" sz="2500" dirty="0">
                <a:solidFill>
                  <a:srgbClr val="0070C0"/>
                </a:solidFill>
                <a:cs typeface="Times New Roman" panose="02020603050405020304" pitchFamily="18" charset="0"/>
              </a:rPr>
              <a:t>( </a:t>
            </a:r>
            <a:r>
              <a:rPr lang="en-US" altLang="zh-CN" sz="2500" i="1" dirty="0">
                <a:solidFill>
                  <a:srgbClr val="0070C0"/>
                </a:solidFill>
                <a:cs typeface="Times New Roman" panose="02020603050405020304" pitchFamily="18" charset="0"/>
              </a:rPr>
              <a:t>A → β </a:t>
            </a:r>
            <a:r>
              <a:rPr lang="en-US" altLang="zh-CN" sz="2500" dirty="0">
                <a:solidFill>
                  <a:srgbClr val="0070C0"/>
                </a:solidFill>
                <a:cs typeface="Times New Roman" panose="02020603050405020304" pitchFamily="18" charset="0"/>
              </a:rPr>
              <a:t>)</a:t>
            </a:r>
            <a:r>
              <a:rPr lang="en-US" altLang="zh-CN" sz="2500" i="1" dirty="0">
                <a:solidFill>
                  <a:srgbClr val="0070C0"/>
                </a:solidFill>
                <a:cs typeface="Times New Roman" panose="02020603050405020304" pitchFamily="18" charset="0"/>
              </a:rPr>
              <a:t> </a:t>
            </a:r>
            <a:r>
              <a:rPr lang="en-US" altLang="zh-CN" sz="2500" dirty="0">
                <a:solidFill>
                  <a:srgbClr val="0070C0"/>
                </a:solidFill>
                <a:cs typeface="Times New Roman" panose="02020603050405020304" pitchFamily="18" charset="0"/>
              </a:rPr>
              <a:t>= </a:t>
            </a:r>
            <a:r>
              <a:rPr lang="el-GR" altLang="zh-CN" sz="2500" dirty="0">
                <a:solidFill>
                  <a:srgbClr val="0070C0"/>
                </a:solidFill>
                <a:cs typeface="Times New Roman" panose="02020603050405020304" pitchFamily="18" charset="0"/>
              </a:rPr>
              <a:t>Φ</a:t>
            </a:r>
            <a:endParaRPr lang="en-US" altLang="zh-CN" sz="2700" dirty="0">
              <a:solidFill>
                <a:srgbClr val="0070C0"/>
              </a:solidFill>
              <a:ea typeface="楷体" pitchFamily="49" charset="-122"/>
              <a:cs typeface="Times New Roman" pitchFamily="18" charset="0"/>
            </a:endParaRPr>
          </a:p>
          <a:p>
            <a:pPr marL="0" indent="0" eaLnBrk="1" hangingPunct="1">
              <a:lnSpc>
                <a:spcPts val="3300"/>
              </a:lnSpc>
              <a:buNone/>
              <a:defRPr/>
            </a:pPr>
            <a:r>
              <a:rPr lang="zh-CN" altLang="en-US" sz="2700" dirty="0">
                <a:ea typeface="楷体" pitchFamily="49" charset="-122"/>
                <a:cs typeface="Times New Roman" pitchFamily="18" charset="0"/>
              </a:rPr>
              <a:t>等价于满足下面的条件：</a:t>
            </a:r>
            <a:endParaRPr lang="en-US" altLang="zh-CN" sz="2700" dirty="0">
              <a:ea typeface="楷体" pitchFamily="49" charset="-122"/>
              <a:cs typeface="Times New Roman" pitchFamily="18" charset="0"/>
            </a:endParaRPr>
          </a:p>
          <a:p>
            <a:pPr marL="760413" lvl="1" indent="-457200" eaLnBrk="1" hangingPunct="1">
              <a:buFont typeface="+mj-ea"/>
              <a:buAutoNum type="circleNumDbPlain"/>
              <a:defRPr/>
            </a:pPr>
            <a:r>
              <a:rPr lang="en-US" altLang="zh-CN" sz="2000" i="1" dirty="0">
                <a:cs typeface="Times New Roman" pitchFamily="18" charset="0"/>
              </a:rPr>
              <a:t>FIRST</a:t>
            </a:r>
            <a:r>
              <a:rPr lang="en-US" altLang="zh-CN" sz="2000" dirty="0">
                <a:cs typeface="Times New Roman" pitchFamily="18" charset="0"/>
              </a:rPr>
              <a:t> (</a:t>
            </a:r>
            <a:r>
              <a:rPr lang="en-US" altLang="zh-CN" sz="2000" i="1" dirty="0">
                <a:cs typeface="Times New Roman" pitchFamily="18" charset="0"/>
              </a:rPr>
              <a:t>α</a:t>
            </a:r>
            <a:r>
              <a:rPr lang="en-US" altLang="zh-CN" sz="2000" dirty="0">
                <a:cs typeface="Times New Roman" pitchFamily="18" charset="0"/>
              </a:rPr>
              <a:t>)∩</a:t>
            </a:r>
            <a:r>
              <a:rPr lang="en-US" altLang="zh-CN" sz="2000" i="1" dirty="0">
                <a:cs typeface="Times New Roman" pitchFamily="18" charset="0"/>
              </a:rPr>
              <a:t>FIRST</a:t>
            </a:r>
            <a:r>
              <a:rPr lang="en-US" altLang="zh-CN" sz="2000" dirty="0">
                <a:cs typeface="Times New Roman" pitchFamily="18" charset="0"/>
              </a:rPr>
              <a:t> (</a:t>
            </a:r>
            <a:r>
              <a:rPr lang="en-US" altLang="zh-CN" sz="2000" i="1" dirty="0">
                <a:cs typeface="Times New Roman" pitchFamily="18" charset="0"/>
              </a:rPr>
              <a:t>β</a:t>
            </a:r>
            <a:r>
              <a:rPr lang="en-US" altLang="zh-CN" sz="2000" dirty="0">
                <a:cs typeface="Times New Roman" pitchFamily="18" charset="0"/>
              </a:rPr>
              <a:t>) = </a:t>
            </a:r>
            <a:r>
              <a:rPr lang="el-GR" altLang="zh-CN" sz="2000" dirty="0">
                <a:cs typeface="Times New Roman" pitchFamily="18" charset="0"/>
              </a:rPr>
              <a:t>Φ</a:t>
            </a:r>
            <a:r>
              <a:rPr lang="en-US" altLang="zh-CN" sz="2000" dirty="0">
                <a:cs typeface="Times New Roman" pitchFamily="18" charset="0"/>
              </a:rPr>
              <a:t>  (</a:t>
            </a:r>
            <a:r>
              <a:rPr lang="en-US" altLang="zh-CN" sz="2000" i="1" dirty="0">
                <a:cs typeface="Times New Roman" pitchFamily="18" charset="0"/>
              </a:rPr>
              <a:t>α</a:t>
            </a:r>
            <a:r>
              <a:rPr lang="zh-CN" altLang="en-US" sz="2000" dirty="0">
                <a:latin typeface="+mn-ea"/>
                <a:cs typeface="楷体_GB2312"/>
              </a:rPr>
              <a:t>和</a:t>
            </a:r>
            <a:r>
              <a:rPr lang="en-US" altLang="zh-CN" sz="2000" i="1" dirty="0">
                <a:cs typeface="Times New Roman" pitchFamily="18" charset="0"/>
              </a:rPr>
              <a:t>β</a:t>
            </a:r>
            <a:r>
              <a:rPr lang="zh-CN" altLang="en-US" sz="2000" dirty="0">
                <a:latin typeface="+mn-ea"/>
                <a:cs typeface="楷体_GB2312"/>
              </a:rPr>
              <a:t>至多有一个能推导出</a:t>
            </a:r>
            <a:r>
              <a:rPr lang="en-US" altLang="zh-CN" sz="2000" i="1" dirty="0">
                <a:latin typeface="+mn-ea"/>
                <a:cs typeface="楷体_GB2312"/>
              </a:rPr>
              <a:t>ε </a:t>
            </a:r>
            <a:r>
              <a:rPr lang="en-US" altLang="zh-CN" sz="2000" dirty="0">
                <a:cs typeface="Times New Roman" pitchFamily="18" charset="0"/>
              </a:rPr>
              <a:t>)</a:t>
            </a:r>
            <a:endParaRPr lang="en-US" altLang="zh-CN" sz="2000" dirty="0">
              <a:ea typeface="楷体" pitchFamily="49" charset="-122"/>
              <a:cs typeface="Times New Roman" pitchFamily="18" charset="0"/>
            </a:endParaRPr>
          </a:p>
          <a:p>
            <a:pPr marL="760413" lvl="1" indent="-457200" eaLnBrk="1" hangingPunct="1">
              <a:buFont typeface="+mj-ea"/>
              <a:buAutoNum type="circleNumDbPlain"/>
              <a:defRPr/>
            </a:pPr>
            <a:r>
              <a:rPr lang="zh-CN" altLang="en-US" sz="2000" dirty="0">
                <a:latin typeface="+mn-ea"/>
              </a:rPr>
              <a:t>如果 </a:t>
            </a:r>
            <a:r>
              <a:rPr lang="en-US" altLang="zh-CN" sz="2000" i="1" dirty="0">
                <a:cs typeface="Times New Roman" pitchFamily="18" charset="0"/>
              </a:rPr>
              <a:t>β </a:t>
            </a:r>
            <a:r>
              <a:rPr lang="en-US" altLang="zh-CN" sz="2000" dirty="0">
                <a:cs typeface="Times New Roman" pitchFamily="18" charset="0"/>
                <a:sym typeface="Symbol" pitchFamily="18" charset="2"/>
              </a:rPr>
              <a:t></a:t>
            </a:r>
            <a:r>
              <a:rPr lang="en-US" altLang="zh-CN" sz="2000" baseline="30000" dirty="0">
                <a:cs typeface="Times New Roman" pitchFamily="18" charset="0"/>
              </a:rPr>
              <a:t>* </a:t>
            </a:r>
            <a:r>
              <a:rPr lang="en-US" altLang="zh-CN" sz="2000" i="1" dirty="0">
                <a:cs typeface="Times New Roman" pitchFamily="18" charset="0"/>
              </a:rPr>
              <a:t>ε</a:t>
            </a:r>
            <a:r>
              <a:rPr lang="zh-CN" altLang="el-GR" sz="2000" dirty="0">
                <a:latin typeface="+mn-ea"/>
              </a:rPr>
              <a:t>，</a:t>
            </a:r>
            <a:r>
              <a:rPr lang="zh-CN" altLang="en-US" sz="2000" dirty="0">
                <a:latin typeface="+mn-ea"/>
              </a:rPr>
              <a:t>则</a:t>
            </a:r>
            <a:r>
              <a:rPr lang="en-US" altLang="zh-CN" sz="2000" i="1" dirty="0">
                <a:cs typeface="Times New Roman" pitchFamily="18" charset="0"/>
              </a:rPr>
              <a:t>FIRST </a:t>
            </a:r>
            <a:r>
              <a:rPr lang="en-US" altLang="zh-CN" sz="2000" dirty="0">
                <a:cs typeface="Times New Roman" pitchFamily="18" charset="0"/>
              </a:rPr>
              <a:t>(</a:t>
            </a:r>
            <a:r>
              <a:rPr lang="en-US" altLang="zh-CN" sz="2000" i="1" dirty="0">
                <a:cs typeface="Times New Roman" pitchFamily="18" charset="0"/>
              </a:rPr>
              <a:t>α</a:t>
            </a:r>
            <a:r>
              <a:rPr lang="en-US" altLang="zh-CN" sz="2000" dirty="0">
                <a:cs typeface="Times New Roman" pitchFamily="18" charset="0"/>
              </a:rPr>
              <a:t>)∩</a:t>
            </a:r>
            <a:r>
              <a:rPr lang="en-US" altLang="zh-CN" sz="2000" i="1" dirty="0">
                <a:cs typeface="Times New Roman" pitchFamily="18" charset="0"/>
              </a:rPr>
              <a:t>FOLLOW</a:t>
            </a:r>
            <a:r>
              <a:rPr lang="en-US" altLang="zh-CN" sz="2000" dirty="0">
                <a:cs typeface="Times New Roman" pitchFamily="18" charset="0"/>
              </a:rPr>
              <a:t>(</a:t>
            </a:r>
            <a:r>
              <a:rPr lang="en-US" altLang="zh-CN" sz="2000" i="1" dirty="0">
                <a:cs typeface="Times New Roman" pitchFamily="18" charset="0"/>
              </a:rPr>
              <a:t>A</a:t>
            </a:r>
            <a:r>
              <a:rPr lang="en-US" altLang="zh-CN" sz="2000" dirty="0">
                <a:cs typeface="Times New Roman" pitchFamily="18" charset="0"/>
              </a:rPr>
              <a:t>) =</a:t>
            </a:r>
            <a:r>
              <a:rPr lang="el-GR" altLang="zh-CN" sz="2000" dirty="0">
                <a:cs typeface="Times New Roman" pitchFamily="18" charset="0"/>
              </a:rPr>
              <a:t>Φ</a:t>
            </a:r>
            <a:r>
              <a:rPr lang="zh-CN" altLang="en-US" sz="2000" dirty="0">
                <a:latin typeface="+mn-ea"/>
                <a:cs typeface="楷体_GB2312"/>
              </a:rPr>
              <a:t>；</a:t>
            </a:r>
            <a:endParaRPr lang="en-US" altLang="zh-CN" sz="2000" dirty="0">
              <a:latin typeface="+mn-ea"/>
              <a:cs typeface="楷体_GB2312"/>
            </a:endParaRPr>
          </a:p>
          <a:p>
            <a:pPr marL="715963" lvl="1" indent="-444500" eaLnBrk="1" hangingPunct="1">
              <a:buFont typeface="+mj-ea"/>
              <a:buAutoNum type="circleNumDbPlain"/>
              <a:defRPr/>
            </a:pPr>
            <a:r>
              <a:rPr lang="zh-CN" altLang="en-US" sz="2000" dirty="0">
                <a:latin typeface="+mn-ea"/>
              </a:rPr>
              <a:t>如果 </a:t>
            </a:r>
            <a:r>
              <a:rPr lang="en-US" altLang="zh-CN" sz="2000" i="1" dirty="0">
                <a:cs typeface="Times New Roman" pitchFamily="18" charset="0"/>
              </a:rPr>
              <a:t>α </a:t>
            </a:r>
            <a:r>
              <a:rPr lang="en-US" altLang="zh-CN" sz="2000" dirty="0">
                <a:cs typeface="Times New Roman" pitchFamily="18" charset="0"/>
                <a:sym typeface="Symbol" pitchFamily="18" charset="2"/>
              </a:rPr>
              <a:t></a:t>
            </a:r>
            <a:r>
              <a:rPr lang="en-US" altLang="zh-CN" sz="2000" baseline="30000" dirty="0">
                <a:cs typeface="Times New Roman" pitchFamily="18" charset="0"/>
              </a:rPr>
              <a:t>*</a:t>
            </a:r>
            <a:r>
              <a:rPr lang="en-US" altLang="zh-CN" sz="2000" dirty="0">
                <a:cs typeface="Times New Roman" pitchFamily="18" charset="0"/>
              </a:rPr>
              <a:t> </a:t>
            </a:r>
            <a:r>
              <a:rPr lang="en-US" altLang="zh-CN" sz="2000" i="1" dirty="0">
                <a:cs typeface="Times New Roman" pitchFamily="18" charset="0"/>
              </a:rPr>
              <a:t>ε</a:t>
            </a:r>
            <a:r>
              <a:rPr lang="zh-CN" altLang="el-GR" sz="2000" dirty="0">
                <a:latin typeface="+mn-ea"/>
              </a:rPr>
              <a:t>，</a:t>
            </a:r>
            <a:r>
              <a:rPr lang="zh-CN" altLang="en-US" sz="2000" dirty="0">
                <a:latin typeface="+mn-ea"/>
              </a:rPr>
              <a:t>则</a:t>
            </a:r>
            <a:r>
              <a:rPr lang="en-US" altLang="zh-CN" sz="2000" i="1" dirty="0">
                <a:cs typeface="Times New Roman" pitchFamily="18" charset="0"/>
              </a:rPr>
              <a:t>FIRST </a:t>
            </a:r>
            <a:r>
              <a:rPr lang="en-US" altLang="zh-CN" sz="2000" dirty="0">
                <a:cs typeface="Times New Roman" pitchFamily="18" charset="0"/>
              </a:rPr>
              <a:t>(</a:t>
            </a:r>
            <a:r>
              <a:rPr lang="en-US" altLang="zh-CN" sz="2000" i="1" dirty="0">
                <a:cs typeface="Times New Roman" pitchFamily="18" charset="0"/>
              </a:rPr>
              <a:t>β</a:t>
            </a:r>
            <a:r>
              <a:rPr lang="en-US" altLang="zh-CN" sz="2000" dirty="0">
                <a:cs typeface="Times New Roman" pitchFamily="18" charset="0"/>
              </a:rPr>
              <a:t>)∩</a:t>
            </a:r>
            <a:r>
              <a:rPr lang="en-US" altLang="zh-CN" sz="2000" i="1" dirty="0">
                <a:cs typeface="Times New Roman" pitchFamily="18" charset="0"/>
              </a:rPr>
              <a:t>FOLLOW</a:t>
            </a:r>
            <a:r>
              <a:rPr lang="en-US" altLang="zh-CN" sz="2000" dirty="0">
                <a:cs typeface="Times New Roman" pitchFamily="18" charset="0"/>
              </a:rPr>
              <a:t>(</a:t>
            </a:r>
            <a:r>
              <a:rPr lang="en-US" altLang="zh-CN" sz="2000" i="1" dirty="0">
                <a:cs typeface="Times New Roman" pitchFamily="18" charset="0"/>
              </a:rPr>
              <a:t>A</a:t>
            </a:r>
            <a:r>
              <a:rPr lang="en-US" altLang="zh-CN" sz="2000" dirty="0">
                <a:cs typeface="Times New Roman" pitchFamily="18" charset="0"/>
              </a:rPr>
              <a:t>) =</a:t>
            </a:r>
            <a:r>
              <a:rPr lang="el-GR" altLang="zh-CN" sz="2000" dirty="0">
                <a:cs typeface="Times New Roman" pitchFamily="18" charset="0"/>
              </a:rPr>
              <a:t>Φ</a:t>
            </a:r>
            <a:r>
              <a:rPr lang="zh-CN" altLang="en-US" sz="2000" dirty="0">
                <a:latin typeface="+mn-ea"/>
                <a:cs typeface="楷体_GB2312"/>
              </a:rPr>
              <a:t>；</a:t>
            </a:r>
            <a:endParaRPr lang="zh-CN" altLang="en-US" sz="2400" dirty="0">
              <a:solidFill>
                <a:srgbClr val="0070C0"/>
              </a:solidFill>
              <a:ea typeface="楷体" pitchFamily="49" charset="-122"/>
              <a:cs typeface="Times New Roman" pitchFamily="18" charset="0"/>
            </a:endParaRPr>
          </a:p>
        </p:txBody>
      </p:sp>
      <p:sp>
        <p:nvSpPr>
          <p:cNvPr id="41987" name="标题 2">
            <a:extLst>
              <a:ext uri="{FF2B5EF4-FFF2-40B4-BE49-F238E27FC236}">
                <a16:creationId xmlns:a16="http://schemas.microsoft.com/office/drawing/2014/main" id="{C9025EE0-2A09-4425-AFD5-6AD878F28576}"/>
              </a:ext>
            </a:extLst>
          </p:cNvPr>
          <p:cNvSpPr>
            <a:spLocks noGrp="1"/>
          </p:cNvSpPr>
          <p:nvPr>
            <p:ph type="title"/>
          </p:nvPr>
        </p:nvSpPr>
        <p:spPr>
          <a:xfrm>
            <a:off x="755650" y="268288"/>
            <a:ext cx="7931150" cy="358775"/>
          </a:xfrm>
        </p:spPr>
        <p:txBody>
          <a:bodyPr/>
          <a:lstStyle/>
          <a:p>
            <a:pPr>
              <a:defRPr/>
            </a:pPr>
            <a:r>
              <a:rPr lang="en-US" altLang="zh-CN" sz="3000" i="1" spc="300" dirty="0">
                <a:solidFill>
                  <a:schemeClr val="tx1"/>
                </a:solidFill>
                <a:ea typeface="微软雅黑" pitchFamily="34" charset="-122"/>
                <a:cs typeface="Times New Roman" panose="02020603050405020304" pitchFamily="18" charset="0"/>
              </a:rPr>
              <a:t>LL</a:t>
            </a:r>
            <a:r>
              <a:rPr lang="en-US" altLang="zh-CN" sz="3000" spc="300" dirty="0">
                <a:solidFill>
                  <a:schemeClr val="tx1"/>
                </a:solidFill>
                <a:ea typeface="微软雅黑" pitchFamily="34" charset="-122"/>
                <a:cs typeface="Times New Roman" panose="02020603050405020304" pitchFamily="18" charset="0"/>
              </a:rPr>
              <a:t>(1)</a:t>
            </a:r>
            <a:r>
              <a:rPr lang="zh-CN" altLang="en-US" sz="3000" spc="300" dirty="0">
                <a:solidFill>
                  <a:schemeClr val="tx1"/>
                </a:solidFill>
                <a:latin typeface="微软雅黑" pitchFamily="34" charset="-122"/>
                <a:ea typeface="微软雅黑" pitchFamily="34" charset="-122"/>
                <a:cs typeface="Times New Roman" pitchFamily="18" charset="0"/>
              </a:rPr>
              <a:t>文法</a:t>
            </a:r>
            <a:endParaRPr lang="zh-CN" altLang="en-US" sz="3000" spc="300" dirty="0">
              <a:solidFill>
                <a:schemeClr val="tx1"/>
              </a:solidFill>
              <a:latin typeface="微软雅黑" pitchFamily="34" charset="-122"/>
              <a:ea typeface="微软雅黑" pitchFamily="34" charset="-122"/>
            </a:endParaRPr>
          </a:p>
        </p:txBody>
      </p:sp>
      <p:sp>
        <p:nvSpPr>
          <p:cNvPr id="7" name="矩形 4">
            <a:extLst>
              <a:ext uri="{FF2B5EF4-FFF2-40B4-BE49-F238E27FC236}">
                <a16:creationId xmlns:a16="http://schemas.microsoft.com/office/drawing/2014/main" id="{2A9569CD-3721-4D76-B4C5-F29B60D71C80}"/>
              </a:ext>
            </a:extLst>
          </p:cNvPr>
          <p:cNvSpPr>
            <a:spLocks noChangeArrowheads="1"/>
          </p:cNvSpPr>
          <p:nvPr/>
        </p:nvSpPr>
        <p:spPr bwMode="auto">
          <a:xfrm>
            <a:off x="191963" y="3939902"/>
            <a:ext cx="8772525" cy="1015663"/>
          </a:xfrm>
          <a:prstGeom prst="rect">
            <a:avLst/>
          </a:prstGeom>
          <a:solidFill>
            <a:schemeClr val="accent5">
              <a:lumMod val="60000"/>
              <a:lumOff val="40000"/>
            </a:schemeClr>
          </a:solidFill>
          <a:ln w="12700">
            <a:solidFill>
              <a:schemeClr val="tx1"/>
            </a:solidFill>
            <a:miter lim="800000"/>
            <a:headEnd/>
            <a:tailEnd/>
          </a:ln>
        </p:spPr>
        <p:txBody>
          <a:bodyPr wrap="square">
            <a:spAutoFit/>
          </a:bodyPr>
          <a:lstStyle/>
          <a:p>
            <a:pPr marL="285750" indent="-285750" eaLnBrk="1" hangingPunct="1">
              <a:buFont typeface="Wingdings" pitchFamily="2" charset="2"/>
              <a:buChar char="Ø"/>
              <a:defRPr/>
            </a:pPr>
            <a:r>
              <a:rPr lang="zh-CN" altLang="en-US" sz="2000" b="1" dirty="0">
                <a:latin typeface="Times New Roman" pitchFamily="18" charset="0"/>
                <a:ea typeface="楷体" pitchFamily="49" charset="-122"/>
                <a:cs typeface="Times New Roman" pitchFamily="18" charset="0"/>
              </a:rPr>
              <a:t>可以为</a:t>
            </a:r>
            <a:r>
              <a:rPr lang="en-US" altLang="zh-CN" sz="2000" b="1" i="1" dirty="0">
                <a:latin typeface="Times New Roman" pitchFamily="18" charset="0"/>
                <a:ea typeface="楷体" pitchFamily="49" charset="-122"/>
                <a:cs typeface="Times New Roman" pitchFamily="18" charset="0"/>
              </a:rPr>
              <a:t>LL</a:t>
            </a:r>
            <a:r>
              <a:rPr lang="en-US" altLang="zh-CN" sz="2000" b="1" dirty="0">
                <a:latin typeface="Times New Roman" pitchFamily="18" charset="0"/>
                <a:ea typeface="楷体" pitchFamily="49" charset="-122"/>
                <a:cs typeface="Times New Roman" pitchFamily="18" charset="0"/>
              </a:rPr>
              <a:t>(1)</a:t>
            </a:r>
            <a:r>
              <a:rPr lang="zh-CN" altLang="en-US" sz="2000" b="1" dirty="0">
                <a:latin typeface="Times New Roman" pitchFamily="18" charset="0"/>
                <a:ea typeface="楷体" pitchFamily="49" charset="-122"/>
                <a:cs typeface="Times New Roman" pitchFamily="18" charset="0"/>
              </a:rPr>
              <a:t>文法构造预测分析器，进行确定的自顶向下分析。</a:t>
            </a:r>
          </a:p>
          <a:p>
            <a:pPr marL="742950" lvl="1" indent="-285750" eaLnBrk="1" hangingPunct="1">
              <a:buFont typeface="Wingdings" pitchFamily="2" charset="2"/>
              <a:buChar char="Ø"/>
              <a:defRPr/>
            </a:pPr>
            <a:r>
              <a:rPr lang="zh-CN" altLang="en-US" sz="2000" b="1" dirty="0">
                <a:latin typeface="Times New Roman" pitchFamily="18" charset="0"/>
                <a:ea typeface="楷体" pitchFamily="49" charset="-122"/>
                <a:cs typeface="Times New Roman" pitchFamily="18" charset="0"/>
              </a:rPr>
              <a:t>第一个“</a:t>
            </a:r>
            <a:r>
              <a:rPr lang="en-US" altLang="zh-CN" sz="2000" b="1" i="1" dirty="0">
                <a:latin typeface="Times New Roman" pitchFamily="18" charset="0"/>
                <a:ea typeface="楷体" pitchFamily="49" charset="-122"/>
                <a:cs typeface="Times New Roman" pitchFamily="18" charset="0"/>
              </a:rPr>
              <a:t>L</a:t>
            </a:r>
            <a:r>
              <a:rPr lang="en-US" altLang="zh-CN" sz="2000" b="1" dirty="0">
                <a:latin typeface="Times New Roman" pitchFamily="18" charset="0"/>
                <a:ea typeface="楷体" pitchFamily="49" charset="-122"/>
                <a:cs typeface="Times New Roman" pitchFamily="18" charset="0"/>
              </a:rPr>
              <a:t>”</a:t>
            </a:r>
            <a:r>
              <a:rPr lang="zh-CN" altLang="en-US" sz="2000" b="1" dirty="0">
                <a:latin typeface="Times New Roman" pitchFamily="18" charset="0"/>
                <a:ea typeface="楷体" pitchFamily="49" charset="-122"/>
                <a:cs typeface="Times New Roman" pitchFamily="18" charset="0"/>
              </a:rPr>
              <a:t>表示</a:t>
            </a:r>
            <a:r>
              <a:rPr lang="zh-CN" altLang="en-US" sz="2000" b="1" dirty="0">
                <a:solidFill>
                  <a:srgbClr val="3333FF"/>
                </a:solidFill>
                <a:latin typeface="Times New Roman" pitchFamily="18" charset="0"/>
                <a:ea typeface="楷体" pitchFamily="49" charset="-122"/>
                <a:cs typeface="Times New Roman" pitchFamily="18" charset="0"/>
              </a:rPr>
              <a:t>从左</a:t>
            </a:r>
            <a:r>
              <a:rPr lang="zh-CN" altLang="en-US" sz="2000" b="1" dirty="0">
                <a:latin typeface="Times New Roman" pitchFamily="18" charset="0"/>
                <a:ea typeface="楷体" pitchFamily="49" charset="-122"/>
                <a:cs typeface="Times New Roman" pitchFamily="18" charset="0"/>
              </a:rPr>
              <a:t>向右扫描输入</a:t>
            </a:r>
            <a:r>
              <a:rPr lang="en-US" altLang="zh-CN" sz="2000" b="1" dirty="0">
                <a:latin typeface="Times New Roman" pitchFamily="18" charset="0"/>
                <a:ea typeface="楷体" pitchFamily="49" charset="-122"/>
                <a:cs typeface="Times New Roman" pitchFamily="18" charset="0"/>
              </a:rPr>
              <a:t>, </a:t>
            </a:r>
            <a:r>
              <a:rPr lang="zh-CN" altLang="en-US" sz="2000" b="1" dirty="0">
                <a:latin typeface="Times New Roman" pitchFamily="18" charset="0"/>
                <a:ea typeface="楷体" pitchFamily="49" charset="-122"/>
                <a:cs typeface="Times New Roman" pitchFamily="18" charset="0"/>
              </a:rPr>
              <a:t>第二个“ </a:t>
            </a:r>
            <a:r>
              <a:rPr lang="en-US" altLang="zh-CN" sz="2000" b="1" i="1" dirty="0">
                <a:latin typeface="Times New Roman" pitchFamily="18" charset="0"/>
                <a:ea typeface="楷体" pitchFamily="49" charset="-122"/>
                <a:cs typeface="Times New Roman" pitchFamily="18" charset="0"/>
              </a:rPr>
              <a:t>L</a:t>
            </a:r>
            <a:r>
              <a:rPr lang="en-US" altLang="zh-CN" sz="2000" b="1" dirty="0">
                <a:latin typeface="Times New Roman" pitchFamily="18" charset="0"/>
                <a:ea typeface="楷体" pitchFamily="49" charset="-122"/>
                <a:cs typeface="Times New Roman" pitchFamily="18" charset="0"/>
              </a:rPr>
              <a:t>”</a:t>
            </a:r>
            <a:r>
              <a:rPr lang="zh-CN" altLang="en-US" sz="2000" b="1" dirty="0">
                <a:latin typeface="Times New Roman" pitchFamily="18" charset="0"/>
                <a:ea typeface="楷体" pitchFamily="49" charset="-122"/>
                <a:cs typeface="Times New Roman" pitchFamily="18" charset="0"/>
              </a:rPr>
              <a:t>表示产生</a:t>
            </a:r>
            <a:r>
              <a:rPr lang="zh-CN" altLang="en-US" sz="2000" b="1" dirty="0">
                <a:solidFill>
                  <a:srgbClr val="3333FF"/>
                </a:solidFill>
                <a:latin typeface="Times New Roman" pitchFamily="18" charset="0"/>
                <a:ea typeface="楷体" pitchFamily="49" charset="-122"/>
                <a:cs typeface="Times New Roman" pitchFamily="18" charset="0"/>
              </a:rPr>
              <a:t>最左</a:t>
            </a:r>
            <a:r>
              <a:rPr lang="zh-CN" altLang="en-US" sz="2000" b="1" dirty="0">
                <a:latin typeface="Times New Roman" pitchFamily="18" charset="0"/>
                <a:ea typeface="楷体" pitchFamily="49" charset="-122"/>
                <a:cs typeface="Times New Roman" pitchFamily="18" charset="0"/>
              </a:rPr>
              <a:t>推导</a:t>
            </a:r>
          </a:p>
          <a:p>
            <a:pPr marL="742950" lvl="1" indent="-285750" eaLnBrk="1" hangingPunct="1">
              <a:buFont typeface="Wingdings" pitchFamily="2" charset="2"/>
              <a:buChar char="Ø"/>
              <a:defRPr/>
            </a:pPr>
            <a:r>
              <a:rPr lang="zh-CN" altLang="en-US" sz="2000" b="1" dirty="0">
                <a:latin typeface="Times New Roman" pitchFamily="18" charset="0"/>
                <a:ea typeface="楷体" pitchFamily="49" charset="-122"/>
                <a:cs typeface="Times New Roman" pitchFamily="18" charset="0"/>
              </a:rPr>
              <a:t>“</a:t>
            </a:r>
            <a:r>
              <a:rPr lang="en-US" altLang="zh-CN" sz="2000" b="1" dirty="0">
                <a:latin typeface="Times New Roman" pitchFamily="18" charset="0"/>
                <a:ea typeface="楷体" pitchFamily="49" charset="-122"/>
                <a:cs typeface="Times New Roman" pitchFamily="18" charset="0"/>
              </a:rPr>
              <a:t>1”</a:t>
            </a:r>
            <a:r>
              <a:rPr lang="zh-CN" altLang="en-US" sz="2000" b="1" dirty="0">
                <a:latin typeface="Times New Roman" pitchFamily="18" charset="0"/>
                <a:ea typeface="楷体" pitchFamily="49" charset="-122"/>
                <a:cs typeface="Times New Roman" pitchFamily="18" charset="0"/>
              </a:rPr>
              <a:t>表示在每一步中只需要向前看</a:t>
            </a:r>
            <a:r>
              <a:rPr lang="zh-CN" altLang="en-US" sz="2000" b="1" dirty="0">
                <a:solidFill>
                  <a:srgbClr val="3333FF"/>
                </a:solidFill>
                <a:latin typeface="Times New Roman" pitchFamily="18" charset="0"/>
                <a:ea typeface="楷体" pitchFamily="49" charset="-122"/>
                <a:cs typeface="Times New Roman" pitchFamily="18" charset="0"/>
              </a:rPr>
              <a:t>一个</a:t>
            </a:r>
            <a:r>
              <a:rPr lang="zh-CN" altLang="en-US" sz="2000" b="1" dirty="0">
                <a:latin typeface="Times New Roman" pitchFamily="18" charset="0"/>
                <a:ea typeface="楷体" pitchFamily="49" charset="-122"/>
                <a:cs typeface="Times New Roman" pitchFamily="18" charset="0"/>
              </a:rPr>
              <a:t>输入符号来决定语法分析动作</a:t>
            </a:r>
          </a:p>
        </p:txBody>
      </p:sp>
      <p:sp>
        <p:nvSpPr>
          <p:cNvPr id="4" name="灯片编号占位符 3">
            <a:extLst>
              <a:ext uri="{FF2B5EF4-FFF2-40B4-BE49-F238E27FC236}">
                <a16:creationId xmlns:a16="http://schemas.microsoft.com/office/drawing/2014/main" id="{B28AF4DD-3BC5-4625-9010-BA341829115D}"/>
              </a:ext>
            </a:extLst>
          </p:cNvPr>
          <p:cNvSpPr>
            <a:spLocks noGrp="1"/>
          </p:cNvSpPr>
          <p:nvPr>
            <p:ph type="sldNum" sz="quarter" idx="12"/>
          </p:nvPr>
        </p:nvSpPr>
        <p:spPr/>
        <p:txBody>
          <a:bodyPr/>
          <a:lstStyle/>
          <a:p>
            <a:pPr>
              <a:defRPr/>
            </a:pPr>
            <a:fld id="{EA567855-7F13-4FC5-AD61-2B82F6443E16}" type="slidenum">
              <a:rPr lang="zh-CN" altLang="en-US" smtClean="0"/>
              <a:pPr>
                <a:defRPr/>
              </a:pPr>
              <a:t>42</a:t>
            </a:fld>
            <a:endParaRPr lang="en-US" altLang="zh-CN"/>
          </a:p>
        </p:txBody>
      </p:sp>
    </p:spTree>
    <p:extLst>
      <p:ext uri="{BB962C8B-B14F-4D97-AF65-F5344CB8AC3E}">
        <p14:creationId xmlns:p14="http://schemas.microsoft.com/office/powerpoint/2010/main" val="1495683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1986">
                                            <p:txEl>
                                              <p:pRg st="0" end="0"/>
                                            </p:txEl>
                                          </p:spTgt>
                                        </p:tgtEl>
                                        <p:attrNameLst>
                                          <p:attrName>style.visibility</p:attrName>
                                        </p:attrNameLst>
                                      </p:cBhvr>
                                      <p:to>
                                        <p:strVal val="visible"/>
                                      </p:to>
                                    </p:set>
                                    <p:animEffect transition="in" filter="wipe(down)">
                                      <p:cBhvr>
                                        <p:cTn id="7" dur="500"/>
                                        <p:tgtEl>
                                          <p:spTgt spid="4198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1986">
                                            <p:txEl>
                                              <p:pRg st="1" end="1"/>
                                            </p:txEl>
                                          </p:spTgt>
                                        </p:tgtEl>
                                        <p:attrNameLst>
                                          <p:attrName>style.visibility</p:attrName>
                                        </p:attrNameLst>
                                      </p:cBhvr>
                                      <p:to>
                                        <p:strVal val="visible"/>
                                      </p:to>
                                    </p:set>
                                    <p:animEffect transition="in" filter="wipe(down)">
                                      <p:cBhvr>
                                        <p:cTn id="12" dur="500"/>
                                        <p:tgtEl>
                                          <p:spTgt spid="4198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1986">
                                            <p:txEl>
                                              <p:pRg st="2" end="2"/>
                                            </p:txEl>
                                          </p:spTgt>
                                        </p:tgtEl>
                                        <p:attrNameLst>
                                          <p:attrName>style.visibility</p:attrName>
                                        </p:attrNameLst>
                                      </p:cBhvr>
                                      <p:to>
                                        <p:strVal val="visible"/>
                                      </p:to>
                                    </p:set>
                                    <p:animEffect transition="in" filter="wipe(down)">
                                      <p:cBhvr>
                                        <p:cTn id="17" dur="500"/>
                                        <p:tgtEl>
                                          <p:spTgt spid="4198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41986">
                                            <p:txEl>
                                              <p:pRg st="3" end="3"/>
                                            </p:txEl>
                                          </p:spTgt>
                                        </p:tgtEl>
                                        <p:attrNameLst>
                                          <p:attrName>style.visibility</p:attrName>
                                        </p:attrNameLst>
                                      </p:cBhvr>
                                      <p:to>
                                        <p:strVal val="visible"/>
                                      </p:to>
                                    </p:set>
                                    <p:animEffect transition="in" filter="wipe(down)">
                                      <p:cBhvr>
                                        <p:cTn id="22" dur="500"/>
                                        <p:tgtEl>
                                          <p:spTgt spid="4198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41986">
                                            <p:txEl>
                                              <p:pRg st="4" end="4"/>
                                            </p:txEl>
                                          </p:spTgt>
                                        </p:tgtEl>
                                        <p:attrNameLst>
                                          <p:attrName>style.visibility</p:attrName>
                                        </p:attrNameLst>
                                      </p:cBhvr>
                                      <p:to>
                                        <p:strVal val="visible"/>
                                      </p:to>
                                    </p:set>
                                    <p:animEffect transition="in" filter="wipe(down)">
                                      <p:cBhvr>
                                        <p:cTn id="27" dur="500"/>
                                        <p:tgtEl>
                                          <p:spTgt spid="41986">
                                            <p:txEl>
                                              <p:pRg st="4" end="4"/>
                                            </p:txEl>
                                          </p:spTgt>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41986">
                                            <p:txEl>
                                              <p:pRg st="5" end="5"/>
                                            </p:txEl>
                                          </p:spTgt>
                                        </p:tgtEl>
                                        <p:attrNameLst>
                                          <p:attrName>style.visibility</p:attrName>
                                        </p:attrNameLst>
                                      </p:cBhvr>
                                      <p:to>
                                        <p:strVal val="visible"/>
                                      </p:to>
                                    </p:set>
                                    <p:animEffect transition="in" filter="wipe(down)">
                                      <p:cBhvr>
                                        <p:cTn id="30" dur="500"/>
                                        <p:tgtEl>
                                          <p:spTgt spid="41986">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 calcmode="lin" valueType="num">
                                      <p:cBhvr>
                                        <p:cTn id="35" dur="500" fill="hold"/>
                                        <p:tgtEl>
                                          <p:spTgt spid="7"/>
                                        </p:tgtEl>
                                        <p:attrNameLst>
                                          <p:attrName>ppt_w</p:attrName>
                                        </p:attrNameLst>
                                      </p:cBhvr>
                                      <p:tavLst>
                                        <p:tav tm="0">
                                          <p:val>
                                            <p:fltVal val="0"/>
                                          </p:val>
                                        </p:tav>
                                        <p:tav tm="100000">
                                          <p:val>
                                            <p:strVal val="#ppt_w"/>
                                          </p:val>
                                        </p:tav>
                                      </p:tavLst>
                                    </p:anim>
                                    <p:anim calcmode="lin" valueType="num">
                                      <p:cBhvr>
                                        <p:cTn id="36" dur="500" fill="hold"/>
                                        <p:tgtEl>
                                          <p:spTgt spid="7"/>
                                        </p:tgtEl>
                                        <p:attrNameLst>
                                          <p:attrName>ppt_h</p:attrName>
                                        </p:attrNameLst>
                                      </p:cBhvr>
                                      <p:tavLst>
                                        <p:tav tm="0">
                                          <p:val>
                                            <p:fltVal val="0"/>
                                          </p:val>
                                        </p:tav>
                                        <p:tav tm="100000">
                                          <p:val>
                                            <p:strVal val="#ppt_h"/>
                                          </p:val>
                                        </p:tav>
                                      </p:tavLst>
                                    </p:anim>
                                    <p:animEffect transition="in" filter="fade">
                                      <p:cBhvr>
                                        <p:cTn id="3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6" grpId="0" uiExpand="1" build="p"/>
      <p:bldP spid="7"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B36EF2B4-FC91-442B-BCDF-6FEA81F62894}"/>
              </a:ext>
            </a:extLst>
          </p:cNvPr>
          <p:cNvSpPr>
            <a:spLocks noGrp="1"/>
          </p:cNvSpPr>
          <p:nvPr>
            <p:ph idx="1"/>
          </p:nvPr>
        </p:nvSpPr>
        <p:spPr>
          <a:xfrm>
            <a:off x="755576" y="987574"/>
            <a:ext cx="7704856" cy="3744416"/>
          </a:xfrm>
        </p:spPr>
        <p:txBody>
          <a:bodyPr/>
          <a:lstStyle/>
          <a:p>
            <a:pPr marL="0" indent="0">
              <a:spcBef>
                <a:spcPts val="1200"/>
              </a:spcBef>
              <a:buNone/>
            </a:pPr>
            <a:r>
              <a:rPr lang="zh-CN" altLang="en-US" sz="2800" dirty="0"/>
              <a:t>假设，文法不存在左递归、左公因子。</a:t>
            </a:r>
            <a:endParaRPr lang="en-US" altLang="zh-CN" sz="2800" dirty="0"/>
          </a:p>
          <a:p>
            <a:pPr>
              <a:spcBef>
                <a:spcPts val="1200"/>
              </a:spcBef>
            </a:pPr>
            <a:r>
              <a:rPr lang="zh-CN" altLang="en-US" sz="2800" dirty="0"/>
              <a:t>第一步，计算非终结符的</a:t>
            </a:r>
            <a:r>
              <a:rPr lang="en-US" altLang="zh-CN" sz="2800" i="1" dirty="0"/>
              <a:t>FIRST</a:t>
            </a:r>
            <a:r>
              <a:rPr lang="zh-CN" altLang="en-US" sz="2800" dirty="0"/>
              <a:t>集</a:t>
            </a:r>
            <a:endParaRPr lang="en-US" altLang="zh-CN" sz="2800" dirty="0"/>
          </a:p>
          <a:p>
            <a:pPr>
              <a:spcBef>
                <a:spcPts val="1200"/>
              </a:spcBef>
            </a:pPr>
            <a:r>
              <a:rPr lang="zh-CN" altLang="en-US" sz="2800" dirty="0"/>
              <a:t>第二步，计算非终结符的</a:t>
            </a:r>
            <a:r>
              <a:rPr lang="en-US" altLang="zh-CN" sz="2800" i="1" dirty="0"/>
              <a:t>FOLLOW</a:t>
            </a:r>
            <a:r>
              <a:rPr lang="zh-CN" altLang="en-US" sz="2800" dirty="0"/>
              <a:t>集</a:t>
            </a:r>
            <a:endParaRPr lang="en-US" altLang="zh-CN" sz="2800" dirty="0"/>
          </a:p>
          <a:p>
            <a:pPr>
              <a:spcBef>
                <a:spcPts val="1200"/>
              </a:spcBef>
            </a:pPr>
            <a:r>
              <a:rPr lang="zh-CN" altLang="en-US" sz="2800" dirty="0"/>
              <a:t>第三步，计算具有相同左部的产生式的</a:t>
            </a:r>
            <a:r>
              <a:rPr lang="en-US" altLang="zh-CN" sz="2800" i="1" dirty="0"/>
              <a:t>SELECT</a:t>
            </a:r>
            <a:r>
              <a:rPr lang="zh-CN" altLang="en-US" sz="2800" dirty="0"/>
              <a:t>集</a:t>
            </a:r>
            <a:endParaRPr lang="en-US" altLang="zh-CN" sz="2800" dirty="0"/>
          </a:p>
          <a:p>
            <a:pPr>
              <a:spcBef>
                <a:spcPts val="1200"/>
              </a:spcBef>
            </a:pPr>
            <a:r>
              <a:rPr lang="zh-CN" altLang="en-US" sz="2800" dirty="0"/>
              <a:t>第四步，根据具有相同左部的产生式的</a:t>
            </a:r>
            <a:r>
              <a:rPr lang="en-US" altLang="zh-CN" sz="2800" i="1" dirty="0"/>
              <a:t>SELECT</a:t>
            </a:r>
            <a:r>
              <a:rPr lang="zh-CN" altLang="en-US" sz="2800" dirty="0"/>
              <a:t>集是否相交，做出判断，给出结论。</a:t>
            </a:r>
          </a:p>
        </p:txBody>
      </p:sp>
      <p:sp>
        <p:nvSpPr>
          <p:cNvPr id="3" name="标题 2">
            <a:extLst>
              <a:ext uri="{FF2B5EF4-FFF2-40B4-BE49-F238E27FC236}">
                <a16:creationId xmlns:a16="http://schemas.microsoft.com/office/drawing/2014/main" id="{80BDAF91-A319-465E-AFB2-78128AC4DE64}"/>
              </a:ext>
            </a:extLst>
          </p:cNvPr>
          <p:cNvSpPr>
            <a:spLocks noGrp="1"/>
          </p:cNvSpPr>
          <p:nvPr>
            <p:ph type="title"/>
          </p:nvPr>
        </p:nvSpPr>
        <p:spPr/>
        <p:txBody>
          <a:bodyPr/>
          <a:lstStyle/>
          <a:p>
            <a:r>
              <a:rPr lang="zh-CN" altLang="en-US" dirty="0">
                <a:ea typeface="微软雅黑" panose="020B0503020204020204" pitchFamily="34" charset="-122"/>
                <a:cs typeface="Times New Roman" panose="02020603050405020304" pitchFamily="18" charset="0"/>
              </a:rPr>
              <a:t>判断文法是否是</a:t>
            </a:r>
            <a:r>
              <a:rPr lang="en-US" altLang="zh-CN" dirty="0">
                <a:ea typeface="微软雅黑" panose="020B0503020204020204" pitchFamily="34" charset="-122"/>
                <a:cs typeface="Times New Roman" panose="02020603050405020304" pitchFamily="18" charset="0"/>
              </a:rPr>
              <a:t>LL(1)</a:t>
            </a:r>
            <a:r>
              <a:rPr lang="zh-CN" altLang="en-US" dirty="0">
                <a:ea typeface="微软雅黑" panose="020B0503020204020204" pitchFamily="34" charset="-122"/>
                <a:cs typeface="Times New Roman" panose="02020603050405020304" pitchFamily="18" charset="0"/>
              </a:rPr>
              <a:t>文法</a:t>
            </a:r>
          </a:p>
        </p:txBody>
      </p:sp>
      <p:sp>
        <p:nvSpPr>
          <p:cNvPr id="5" name="灯片编号占位符 4">
            <a:extLst>
              <a:ext uri="{FF2B5EF4-FFF2-40B4-BE49-F238E27FC236}">
                <a16:creationId xmlns:a16="http://schemas.microsoft.com/office/drawing/2014/main" id="{71A2A7EF-3F63-48ED-8E6E-72E246663E9E}"/>
              </a:ext>
            </a:extLst>
          </p:cNvPr>
          <p:cNvSpPr>
            <a:spLocks noGrp="1"/>
          </p:cNvSpPr>
          <p:nvPr>
            <p:ph type="sldNum" sz="quarter" idx="12"/>
          </p:nvPr>
        </p:nvSpPr>
        <p:spPr/>
        <p:txBody>
          <a:bodyPr/>
          <a:lstStyle/>
          <a:p>
            <a:pPr>
              <a:defRPr/>
            </a:pPr>
            <a:fld id="{EA567855-7F13-4FC5-AD61-2B82F6443E16}" type="slidenum">
              <a:rPr lang="zh-CN" altLang="en-US" smtClean="0"/>
              <a:pPr>
                <a:defRPr/>
              </a:pPr>
              <a:t>43</a:t>
            </a:fld>
            <a:endParaRPr lang="en-US" altLang="zh-CN"/>
          </a:p>
        </p:txBody>
      </p:sp>
    </p:spTree>
    <p:extLst>
      <p:ext uri="{BB962C8B-B14F-4D97-AF65-F5344CB8AC3E}">
        <p14:creationId xmlns:p14="http://schemas.microsoft.com/office/powerpoint/2010/main" val="30751434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a:extLst>
              <a:ext uri="{FF2B5EF4-FFF2-40B4-BE49-F238E27FC236}">
                <a16:creationId xmlns:a16="http://schemas.microsoft.com/office/drawing/2014/main" id="{87CB81EF-DB80-4A54-9775-BC63F0E19EF0}"/>
              </a:ext>
            </a:extLst>
          </p:cNvPr>
          <p:cNvSpPr>
            <a:spLocks noGrp="1"/>
          </p:cNvSpPr>
          <p:nvPr>
            <p:ph type="title"/>
          </p:nvPr>
        </p:nvSpPr>
        <p:spPr>
          <a:xfrm>
            <a:off x="755650" y="268288"/>
            <a:ext cx="7931150" cy="358775"/>
          </a:xfrm>
        </p:spPr>
        <p:txBody>
          <a:bodyPr/>
          <a:lstStyle/>
          <a:p>
            <a:pPr eaLnBrk="1" hangingPunct="1">
              <a:defRPr/>
            </a:pPr>
            <a:r>
              <a:rPr lang="zh-CN" altLang="en-US" sz="3000" spc="300" dirty="0">
                <a:solidFill>
                  <a:schemeClr val="tx1"/>
                </a:solidFill>
                <a:latin typeface="微软雅黑" pitchFamily="34" charset="-122"/>
                <a:ea typeface="微软雅黑" pitchFamily="34" charset="-122"/>
                <a:cs typeface="Times New Roman" pitchFamily="18" charset="0"/>
              </a:rPr>
              <a:t>计算非终结符</a:t>
            </a:r>
            <a:r>
              <a:rPr lang="en-US" altLang="zh-CN" sz="3000" i="1" spc="300" dirty="0">
                <a:solidFill>
                  <a:schemeClr val="tx1"/>
                </a:solidFill>
                <a:ea typeface="微软雅黑" pitchFamily="34" charset="-122"/>
                <a:cs typeface="Times New Roman" pitchFamily="18" charset="0"/>
              </a:rPr>
              <a:t>A</a:t>
            </a:r>
            <a:r>
              <a:rPr lang="zh-CN" altLang="en-US" sz="3000" spc="300" dirty="0">
                <a:solidFill>
                  <a:schemeClr val="tx1"/>
                </a:solidFill>
                <a:latin typeface="微软雅黑" pitchFamily="34" charset="-122"/>
                <a:ea typeface="微软雅黑" pitchFamily="34" charset="-122"/>
                <a:cs typeface="Times New Roman" pitchFamily="18" charset="0"/>
              </a:rPr>
              <a:t>的</a:t>
            </a:r>
            <a:r>
              <a:rPr lang="en-US" altLang="zh-CN" sz="3000" i="1" dirty="0">
                <a:solidFill>
                  <a:schemeClr val="tx1"/>
                </a:solidFill>
                <a:ea typeface="微软雅黑" pitchFamily="34" charset="-122"/>
                <a:cs typeface="Times New Roman" pitchFamily="18" charset="0"/>
              </a:rPr>
              <a:t>FOLLOW</a:t>
            </a:r>
            <a:r>
              <a:rPr lang="en-US" altLang="zh-CN" sz="3000" dirty="0">
                <a:solidFill>
                  <a:schemeClr val="tx1"/>
                </a:solidFill>
                <a:ea typeface="微软雅黑" pitchFamily="34" charset="-122"/>
                <a:cs typeface="Times New Roman" pitchFamily="18" charset="0"/>
              </a:rPr>
              <a:t>(</a:t>
            </a:r>
            <a:r>
              <a:rPr lang="en-US" altLang="zh-CN" sz="3000" i="1" dirty="0">
                <a:solidFill>
                  <a:schemeClr val="tx1"/>
                </a:solidFill>
                <a:ea typeface="微软雅黑" pitchFamily="34" charset="-122"/>
                <a:cs typeface="Times New Roman" pitchFamily="18" charset="0"/>
              </a:rPr>
              <a:t>A</a:t>
            </a:r>
            <a:r>
              <a:rPr lang="en-US" altLang="zh-CN" sz="3000" dirty="0">
                <a:solidFill>
                  <a:schemeClr val="tx1"/>
                </a:solidFill>
                <a:ea typeface="微软雅黑" pitchFamily="34" charset="-122"/>
                <a:cs typeface="Times New Roman" pitchFamily="18" charset="0"/>
              </a:rPr>
              <a:t>)</a:t>
            </a:r>
            <a:endParaRPr lang="zh-CN" altLang="en-US" sz="3000" i="1" dirty="0">
              <a:solidFill>
                <a:schemeClr val="tx1"/>
              </a:solidFill>
              <a:ea typeface="微软雅黑" pitchFamily="34" charset="-122"/>
              <a:cs typeface="Times New Roman" pitchFamily="18" charset="0"/>
            </a:endParaRPr>
          </a:p>
        </p:txBody>
      </p:sp>
      <p:sp>
        <p:nvSpPr>
          <p:cNvPr id="5" name="矩形 4">
            <a:extLst>
              <a:ext uri="{FF2B5EF4-FFF2-40B4-BE49-F238E27FC236}">
                <a16:creationId xmlns:a16="http://schemas.microsoft.com/office/drawing/2014/main" id="{FBDA6779-9F57-4EE5-AAC3-747E626D7609}"/>
              </a:ext>
            </a:extLst>
          </p:cNvPr>
          <p:cNvSpPr/>
          <p:nvPr/>
        </p:nvSpPr>
        <p:spPr>
          <a:xfrm>
            <a:off x="357188" y="928688"/>
            <a:ext cx="8429625" cy="1165960"/>
          </a:xfrm>
          <a:prstGeom prst="rect">
            <a:avLst/>
          </a:prstGeom>
          <a:solidFill>
            <a:schemeClr val="accent5">
              <a:lumMod val="60000"/>
              <a:lumOff val="40000"/>
            </a:schemeClr>
          </a:solidFill>
          <a:ln w="12700">
            <a:solidFill>
              <a:schemeClr val="tx1"/>
            </a:solidFill>
          </a:ln>
        </p:spPr>
        <p:txBody>
          <a:bodyPr>
            <a:spAutoFit/>
          </a:bodyPr>
          <a:lstStyle>
            <a:lvl1pPr marL="273050" indent="-273050">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lnSpc>
                <a:spcPts val="2500"/>
              </a:lnSpc>
              <a:spcBef>
                <a:spcPct val="20000"/>
              </a:spcBef>
              <a:buSzPct val="100000"/>
              <a:buFont typeface="Wingdings" panose="05000000000000000000" pitchFamily="2" charset="2"/>
              <a:buChar char="Ø"/>
              <a:defRPr/>
            </a:pPr>
            <a:r>
              <a:rPr lang="en-US" altLang="zh-CN" sz="2000" b="1" i="1" dirty="0">
                <a:latin typeface="Times New Roman" panose="02020603050405020304" pitchFamily="18" charset="0"/>
                <a:ea typeface="华文楷体" panose="02010600040101010101" pitchFamily="2" charset="-122"/>
                <a:cs typeface="Times New Roman" panose="02020603050405020304" pitchFamily="18" charset="0"/>
              </a:rPr>
              <a:t>FOLLOW</a:t>
            </a:r>
            <a:r>
              <a:rPr lang="en-US" altLang="zh-CN" sz="2000" b="1"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000" b="1" i="1" dirty="0">
                <a:latin typeface="Times New Roman" panose="02020603050405020304" pitchFamily="18" charset="0"/>
                <a:ea typeface="华文楷体" panose="02010600040101010101" pitchFamily="2" charset="-122"/>
                <a:cs typeface="Times New Roman" panose="02020603050405020304" pitchFamily="18" charset="0"/>
              </a:rPr>
              <a:t>A</a:t>
            </a:r>
            <a:r>
              <a:rPr lang="en-US" altLang="zh-CN" sz="2000"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000" b="1" dirty="0">
                <a:latin typeface="Times New Roman" panose="02020603050405020304" pitchFamily="18" charset="0"/>
                <a:ea typeface="华文楷体" panose="02010600040101010101" pitchFamily="2" charset="-122"/>
                <a:cs typeface="Times New Roman" panose="02020603050405020304" pitchFamily="18" charset="0"/>
              </a:rPr>
              <a:t>：可能在某个句型中紧跟在</a:t>
            </a:r>
            <a:r>
              <a:rPr lang="en-US" altLang="zh-CN" sz="2000" b="1" i="1" dirty="0">
                <a:latin typeface="Times New Roman" panose="02020603050405020304" pitchFamily="18" charset="0"/>
                <a:ea typeface="华文楷体" panose="02010600040101010101" pitchFamily="2" charset="-122"/>
                <a:cs typeface="Times New Roman" panose="02020603050405020304" pitchFamily="18" charset="0"/>
              </a:rPr>
              <a:t>A</a:t>
            </a:r>
            <a:r>
              <a:rPr lang="zh-CN" altLang="en-US" sz="2000" b="1" dirty="0">
                <a:latin typeface="Times New Roman" panose="02020603050405020304" pitchFamily="18" charset="0"/>
                <a:ea typeface="华文楷体" panose="02010600040101010101" pitchFamily="2" charset="-122"/>
                <a:cs typeface="Times New Roman" panose="02020603050405020304" pitchFamily="18" charset="0"/>
              </a:rPr>
              <a:t>后边的</a:t>
            </a:r>
            <a:r>
              <a:rPr lang="zh-CN" altLang="en-US" sz="2000" b="1" dirty="0">
                <a:solidFill>
                  <a:srgbClr val="3333FF"/>
                </a:solidFill>
                <a:latin typeface="Times New Roman" panose="02020603050405020304" pitchFamily="18" charset="0"/>
                <a:ea typeface="华文楷体" panose="02010600040101010101" pitchFamily="2" charset="-122"/>
                <a:cs typeface="Times New Roman" panose="02020603050405020304" pitchFamily="18" charset="0"/>
              </a:rPr>
              <a:t>终结符</a:t>
            </a:r>
            <a:r>
              <a:rPr lang="en-US" altLang="zh-CN" sz="2000" b="1" i="1" dirty="0">
                <a:solidFill>
                  <a:srgbClr val="3333FF"/>
                </a:solidFill>
                <a:latin typeface="Times New Roman" panose="02020603050405020304" pitchFamily="18" charset="0"/>
                <a:ea typeface="华文楷体" panose="02010600040101010101" pitchFamily="2" charset="-122"/>
                <a:cs typeface="Times New Roman" panose="02020603050405020304" pitchFamily="18" charset="0"/>
              </a:rPr>
              <a:t>a</a:t>
            </a:r>
            <a:r>
              <a:rPr lang="zh-CN" altLang="en-US" sz="2000" b="1" dirty="0">
                <a:latin typeface="Times New Roman" panose="02020603050405020304" pitchFamily="18" charset="0"/>
                <a:ea typeface="华文楷体" panose="02010600040101010101" pitchFamily="2" charset="-122"/>
                <a:cs typeface="Times New Roman" panose="02020603050405020304" pitchFamily="18" charset="0"/>
              </a:rPr>
              <a:t>的集合</a:t>
            </a:r>
            <a:endParaRPr lang="en-US" altLang="zh-CN" sz="2000" b="1" dirty="0">
              <a:latin typeface="Times New Roman" panose="02020603050405020304" pitchFamily="18" charset="0"/>
              <a:ea typeface="华文楷体" panose="02010600040101010101" pitchFamily="2" charset="-122"/>
              <a:cs typeface="Times New Roman" panose="02020603050405020304" pitchFamily="18" charset="0"/>
            </a:endParaRPr>
          </a:p>
          <a:p>
            <a:pPr algn="ctr" eaLnBrk="1" hangingPunct="1">
              <a:lnSpc>
                <a:spcPts val="2500"/>
              </a:lnSpc>
              <a:spcBef>
                <a:spcPct val="20000"/>
              </a:spcBef>
              <a:buClr>
                <a:srgbClr val="31B6FD"/>
              </a:buClr>
              <a:buSzPct val="100000"/>
              <a:defRPr/>
            </a:pPr>
            <a:r>
              <a:rPr lang="en-US" altLang="zh-CN" sz="2000" b="1" i="1" dirty="0">
                <a:latin typeface="Times New Roman" panose="02020603050405020304" pitchFamily="18" charset="0"/>
                <a:ea typeface="华文楷体" panose="02010600040101010101" pitchFamily="2" charset="-122"/>
                <a:cs typeface="Times New Roman" panose="02020603050405020304" pitchFamily="18" charset="0"/>
              </a:rPr>
              <a:t>FOLLOW</a:t>
            </a:r>
            <a:r>
              <a:rPr lang="en-US" altLang="zh-CN" sz="2000" b="1"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000" b="1" i="1" dirty="0">
                <a:latin typeface="Times New Roman" panose="02020603050405020304" pitchFamily="18" charset="0"/>
                <a:ea typeface="华文楷体" panose="02010600040101010101" pitchFamily="2" charset="-122"/>
                <a:cs typeface="Times New Roman" panose="02020603050405020304" pitchFamily="18" charset="0"/>
              </a:rPr>
              <a:t>A</a:t>
            </a:r>
            <a:r>
              <a:rPr lang="en-US" altLang="zh-CN" sz="2000" b="1"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000" b="1" i="1" dirty="0">
                <a:latin typeface="Times New Roman" panose="02020603050405020304" pitchFamily="18" charset="0"/>
                <a:ea typeface="华文楷体" panose="02010600040101010101" pitchFamily="2" charset="-122"/>
                <a:cs typeface="Times New Roman" panose="02020603050405020304" pitchFamily="18" charset="0"/>
              </a:rPr>
              <a:t>a</a:t>
            </a:r>
            <a:r>
              <a:rPr lang="en-US" altLang="zh-CN" sz="2000" b="1"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000" b="1" i="1" dirty="0">
                <a:latin typeface="Times New Roman" panose="02020603050405020304" pitchFamily="18" charset="0"/>
                <a:ea typeface="华文楷体" panose="02010600040101010101" pitchFamily="2" charset="-122"/>
                <a:cs typeface="Times New Roman" panose="02020603050405020304" pitchFamily="18" charset="0"/>
              </a:rPr>
              <a:t> S</a:t>
            </a:r>
            <a:r>
              <a:rPr lang="en-US" altLang="zh-CN" sz="2000" b="1"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000" b="1" dirty="0">
                <a:latin typeface="Times New Roman" panose="02020603050405020304" pitchFamily="18" charset="0"/>
                <a:ea typeface="楷体_GB2312"/>
                <a:cs typeface="Times New Roman" panose="02020603050405020304" pitchFamily="18" charset="0"/>
                <a:sym typeface="Symbol" panose="05050102010706020507" pitchFamily="18" charset="2"/>
              </a:rPr>
              <a:t></a:t>
            </a:r>
            <a:r>
              <a:rPr lang="en-US" altLang="zh-CN" sz="2000" b="1" baseline="30000" dirty="0">
                <a:latin typeface="Times New Roman" panose="02020603050405020304" pitchFamily="18" charset="0"/>
                <a:ea typeface="楷体_GB2312"/>
                <a:cs typeface="Times New Roman" panose="02020603050405020304" pitchFamily="18" charset="0"/>
              </a:rPr>
              <a:t>*</a:t>
            </a:r>
            <a:r>
              <a:rPr lang="en-US" altLang="zh-CN" sz="2000" b="1" dirty="0">
                <a:latin typeface="Times New Roman" panose="02020603050405020304" pitchFamily="18" charset="0"/>
                <a:ea typeface="楷体_GB2312"/>
                <a:cs typeface="Times New Roman" panose="02020603050405020304" pitchFamily="18" charset="0"/>
              </a:rPr>
              <a:t> </a:t>
            </a:r>
            <a:r>
              <a:rPr lang="en-US" altLang="zh-CN" sz="2000" b="1" i="1" dirty="0">
                <a:latin typeface="Times New Roman" panose="02020603050405020304" pitchFamily="18" charset="0"/>
                <a:ea typeface="楷体_GB2312"/>
                <a:cs typeface="Times New Roman" panose="02020603050405020304" pitchFamily="18" charset="0"/>
              </a:rPr>
              <a:t>α</a:t>
            </a:r>
            <a:r>
              <a:rPr lang="en-US" altLang="zh-CN" sz="2000" b="1" i="1" dirty="0" err="1">
                <a:latin typeface="Times New Roman" panose="02020603050405020304" pitchFamily="18" charset="0"/>
                <a:ea typeface="楷体_GB2312"/>
                <a:cs typeface="Times New Roman" panose="02020603050405020304" pitchFamily="18" charset="0"/>
              </a:rPr>
              <a:t>A</a:t>
            </a:r>
            <a:r>
              <a:rPr lang="en-US" altLang="zh-CN" sz="2000" b="1" i="1" dirty="0" err="1">
                <a:solidFill>
                  <a:srgbClr val="3333FF"/>
                </a:solidFill>
                <a:latin typeface="Times New Roman" panose="02020603050405020304" pitchFamily="18" charset="0"/>
                <a:ea typeface="楷体_GB2312"/>
                <a:cs typeface="Times New Roman" panose="02020603050405020304" pitchFamily="18" charset="0"/>
              </a:rPr>
              <a:t>a</a:t>
            </a:r>
            <a:r>
              <a:rPr lang="en-US" altLang="zh-CN" sz="2000" b="1" i="1" dirty="0">
                <a:latin typeface="Times New Roman" panose="02020603050405020304" pitchFamily="18" charset="0"/>
                <a:ea typeface="楷体_GB2312"/>
                <a:cs typeface="Times New Roman" panose="02020603050405020304" pitchFamily="18" charset="0"/>
              </a:rPr>
              <a:t>β</a:t>
            </a:r>
            <a:r>
              <a:rPr lang="en-US" altLang="zh-CN" sz="2000" b="1" dirty="0">
                <a:latin typeface="Times New Roman" panose="02020603050405020304" pitchFamily="18" charset="0"/>
                <a:ea typeface="楷体_GB2312"/>
                <a:cs typeface="Times New Roman" panose="02020603050405020304" pitchFamily="18" charset="0"/>
              </a:rPr>
              <a:t>, </a:t>
            </a:r>
            <a:r>
              <a:rPr lang="en-US" altLang="zh-CN" sz="2000" b="1" i="1" dirty="0">
                <a:latin typeface="Times New Roman" panose="02020603050405020304" pitchFamily="18" charset="0"/>
                <a:ea typeface="楷体_GB2312"/>
                <a:cs typeface="Times New Roman" panose="02020603050405020304" pitchFamily="18" charset="0"/>
              </a:rPr>
              <a:t>a</a:t>
            </a:r>
            <a:r>
              <a:rPr lang="en-US" altLang="zh-CN" sz="2000" b="1" dirty="0">
                <a:latin typeface="Times New Roman" panose="02020603050405020304" pitchFamily="18" charset="0"/>
                <a:ea typeface="楷体_GB2312"/>
                <a:cs typeface="Times New Roman" panose="02020603050405020304" pitchFamily="18" charset="0"/>
              </a:rPr>
              <a:t>∈</a:t>
            </a:r>
            <a:r>
              <a:rPr lang="en-US" altLang="zh-CN" sz="2000" b="1" i="1" dirty="0">
                <a:latin typeface="Times New Roman" panose="02020603050405020304" pitchFamily="18" charset="0"/>
                <a:ea typeface="楷体_GB2312"/>
                <a:cs typeface="Times New Roman" panose="02020603050405020304" pitchFamily="18" charset="0"/>
              </a:rPr>
              <a:t>V</a:t>
            </a:r>
            <a:r>
              <a:rPr lang="en-US" altLang="zh-CN" sz="2000" b="1" i="1" baseline="-25000" dirty="0">
                <a:latin typeface="Times New Roman" panose="02020603050405020304" pitchFamily="18" charset="0"/>
                <a:ea typeface="楷体_GB2312"/>
                <a:cs typeface="Times New Roman" panose="02020603050405020304" pitchFamily="18" charset="0"/>
              </a:rPr>
              <a:t>T</a:t>
            </a:r>
            <a:r>
              <a:rPr lang="zh-CN" altLang="en-US" sz="2000" b="1" dirty="0">
                <a:latin typeface="Times New Roman" panose="02020603050405020304" pitchFamily="18" charset="0"/>
                <a:ea typeface="楷体_GB2312"/>
                <a:cs typeface="Times New Roman" panose="02020603050405020304" pitchFamily="18" charset="0"/>
              </a:rPr>
              <a:t>，</a:t>
            </a:r>
            <a:r>
              <a:rPr lang="en-US" altLang="zh-CN" sz="2000" b="1" i="1" dirty="0">
                <a:latin typeface="Times New Roman" panose="02020603050405020304" pitchFamily="18" charset="0"/>
                <a:ea typeface="楷体_GB2312"/>
                <a:cs typeface="Times New Roman" panose="02020603050405020304" pitchFamily="18" charset="0"/>
              </a:rPr>
              <a:t>α, β</a:t>
            </a:r>
            <a:r>
              <a:rPr lang="en-US" altLang="zh-CN" sz="2000" b="1" dirty="0">
                <a:latin typeface="Times New Roman" panose="02020603050405020304" pitchFamily="18" charset="0"/>
                <a:ea typeface="楷体_GB2312"/>
                <a:cs typeface="Times New Roman" panose="02020603050405020304" pitchFamily="18" charset="0"/>
              </a:rPr>
              <a:t>∈(</a:t>
            </a:r>
            <a:r>
              <a:rPr lang="en-US" altLang="zh-CN" sz="2000" b="1" i="1" dirty="0">
                <a:latin typeface="Times New Roman" panose="02020603050405020304" pitchFamily="18" charset="0"/>
                <a:ea typeface="楷体_GB2312"/>
                <a:cs typeface="Times New Roman" panose="02020603050405020304" pitchFamily="18" charset="0"/>
              </a:rPr>
              <a:t>V</a:t>
            </a:r>
            <a:r>
              <a:rPr lang="en-US" altLang="zh-CN" sz="2000" b="1" i="1" baseline="-25000" dirty="0">
                <a:latin typeface="Times New Roman" panose="02020603050405020304" pitchFamily="18" charset="0"/>
                <a:ea typeface="楷体_GB2312"/>
                <a:cs typeface="Times New Roman" panose="02020603050405020304" pitchFamily="18" charset="0"/>
              </a:rPr>
              <a:t>T</a:t>
            </a:r>
            <a:r>
              <a:rPr lang="en-US" altLang="zh-CN" sz="2000" b="1" dirty="0">
                <a:latin typeface="Times New Roman" panose="02020603050405020304" pitchFamily="18" charset="0"/>
                <a:ea typeface="楷体_GB2312"/>
                <a:cs typeface="Times New Roman" panose="02020603050405020304" pitchFamily="18" charset="0"/>
              </a:rPr>
              <a:t>∪</a:t>
            </a:r>
            <a:r>
              <a:rPr lang="en-US" altLang="zh-CN" sz="2000" b="1" i="1" dirty="0">
                <a:latin typeface="Times New Roman" panose="02020603050405020304" pitchFamily="18" charset="0"/>
                <a:ea typeface="楷体_GB2312"/>
                <a:cs typeface="Times New Roman" panose="02020603050405020304" pitchFamily="18" charset="0"/>
              </a:rPr>
              <a:t>V</a:t>
            </a:r>
            <a:r>
              <a:rPr lang="en-US" altLang="zh-CN" sz="2000" b="1" i="1" baseline="-25000" dirty="0">
                <a:latin typeface="Times New Roman" panose="02020603050405020304" pitchFamily="18" charset="0"/>
                <a:ea typeface="楷体_GB2312"/>
                <a:cs typeface="Times New Roman" panose="02020603050405020304" pitchFamily="18" charset="0"/>
              </a:rPr>
              <a:t>N</a:t>
            </a:r>
            <a:r>
              <a:rPr lang="en-US" altLang="zh-CN" sz="2000" b="1" dirty="0">
                <a:latin typeface="Times New Roman" panose="02020603050405020304" pitchFamily="18" charset="0"/>
                <a:ea typeface="楷体_GB2312"/>
                <a:cs typeface="Times New Roman" panose="02020603050405020304" pitchFamily="18" charset="0"/>
              </a:rPr>
              <a:t>)</a:t>
            </a:r>
            <a:r>
              <a:rPr lang="en-US" altLang="zh-CN" sz="2000" b="1" baseline="30000" dirty="0">
                <a:latin typeface="Times New Roman" panose="02020603050405020304" pitchFamily="18" charset="0"/>
                <a:ea typeface="楷体_GB2312"/>
                <a:cs typeface="Times New Roman" panose="02020603050405020304" pitchFamily="18" charset="0"/>
              </a:rPr>
              <a:t>*</a:t>
            </a:r>
            <a:r>
              <a:rPr lang="en-US" altLang="zh-CN" sz="2000" b="1"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2000" dirty="0"/>
          </a:p>
          <a:p>
            <a:pPr eaLnBrk="1" hangingPunct="1">
              <a:lnSpc>
                <a:spcPts val="2500"/>
              </a:lnSpc>
              <a:spcBef>
                <a:spcPct val="20000"/>
              </a:spcBef>
              <a:buSzPct val="100000"/>
              <a:buFont typeface="Wingdings" panose="05000000000000000000" pitchFamily="2" charset="2"/>
              <a:buChar char="Ø"/>
              <a:defRPr/>
            </a:pPr>
            <a:r>
              <a:rPr lang="zh-CN" altLang="en-US" sz="2000" b="1" dirty="0">
                <a:latin typeface="Times New Roman" panose="02020603050405020304" pitchFamily="18" charset="0"/>
                <a:ea typeface="华文楷体" panose="02010600040101010101" pitchFamily="2" charset="-122"/>
              </a:rPr>
              <a:t>如果</a:t>
            </a:r>
            <a:r>
              <a:rPr lang="en-US" altLang="zh-CN" sz="2000" b="1" i="1" dirty="0">
                <a:latin typeface="Times New Roman" panose="02020603050405020304" pitchFamily="18" charset="0"/>
                <a:ea typeface="华文楷体" panose="02010600040101010101" pitchFamily="2" charset="-122"/>
              </a:rPr>
              <a:t>A</a:t>
            </a:r>
            <a:r>
              <a:rPr lang="zh-CN" altLang="en-US" sz="2000" b="1" dirty="0">
                <a:latin typeface="Times New Roman" panose="02020603050405020304" pitchFamily="18" charset="0"/>
                <a:ea typeface="华文楷体" panose="02010600040101010101" pitchFamily="2" charset="-122"/>
              </a:rPr>
              <a:t>是某个句型的的最右符号，则将结束符</a:t>
            </a:r>
            <a:r>
              <a:rPr lang="en-US" altLang="zh-CN" sz="2000" b="1" dirty="0">
                <a:latin typeface="Times New Roman" panose="02020603050405020304" pitchFamily="18" charset="0"/>
                <a:ea typeface="华文楷体" panose="02010600040101010101" pitchFamily="2" charset="-122"/>
              </a:rPr>
              <a:t>”$”</a:t>
            </a:r>
            <a:r>
              <a:rPr lang="zh-CN" altLang="en-US" sz="2000" b="1" dirty="0">
                <a:latin typeface="Times New Roman" panose="02020603050405020304" pitchFamily="18" charset="0"/>
                <a:ea typeface="华文楷体" panose="02010600040101010101" pitchFamily="2" charset="-122"/>
              </a:rPr>
              <a:t>添加到</a:t>
            </a:r>
            <a:r>
              <a:rPr lang="en-US" altLang="zh-CN" sz="2000" b="1" i="1" dirty="0">
                <a:latin typeface="Times New Roman" panose="02020603050405020304" pitchFamily="18" charset="0"/>
                <a:ea typeface="华文楷体" panose="02010600040101010101" pitchFamily="2" charset="-122"/>
              </a:rPr>
              <a:t>FOLLOW</a:t>
            </a:r>
            <a:r>
              <a:rPr lang="en-US" altLang="zh-CN" sz="2000" b="1" dirty="0">
                <a:latin typeface="Times New Roman" panose="02020603050405020304" pitchFamily="18" charset="0"/>
                <a:ea typeface="华文楷体" panose="02010600040101010101" pitchFamily="2" charset="-122"/>
              </a:rPr>
              <a:t>(</a:t>
            </a:r>
            <a:r>
              <a:rPr lang="en-US" altLang="zh-CN" sz="2000" b="1" i="1" dirty="0">
                <a:latin typeface="Times New Roman" panose="02020603050405020304" pitchFamily="18" charset="0"/>
                <a:ea typeface="华文楷体" panose="02010600040101010101" pitchFamily="2" charset="-122"/>
              </a:rPr>
              <a:t>A</a:t>
            </a:r>
            <a:r>
              <a:rPr lang="en-US" altLang="zh-CN" sz="2000" b="1" dirty="0">
                <a:latin typeface="Times New Roman" panose="02020603050405020304" pitchFamily="18" charset="0"/>
                <a:ea typeface="华文楷体" panose="02010600040101010101" pitchFamily="2" charset="-122"/>
              </a:rPr>
              <a:t>)</a:t>
            </a:r>
            <a:r>
              <a:rPr lang="zh-CN" altLang="en-US" sz="2000" b="1" dirty="0">
                <a:latin typeface="Times New Roman" panose="02020603050405020304" pitchFamily="18" charset="0"/>
                <a:ea typeface="华文楷体" panose="02010600040101010101" pitchFamily="2" charset="-122"/>
              </a:rPr>
              <a:t>中</a:t>
            </a:r>
          </a:p>
        </p:txBody>
      </p:sp>
      <p:sp>
        <p:nvSpPr>
          <p:cNvPr id="15" name="Text Box 3">
            <a:extLst>
              <a:ext uri="{FF2B5EF4-FFF2-40B4-BE49-F238E27FC236}">
                <a16:creationId xmlns:a16="http://schemas.microsoft.com/office/drawing/2014/main" id="{2184E97D-B3C2-4998-B4F1-CC4B6A3886DE}"/>
              </a:ext>
            </a:extLst>
          </p:cNvPr>
          <p:cNvSpPr txBox="1">
            <a:spLocks noChangeArrowheads="1"/>
          </p:cNvSpPr>
          <p:nvPr/>
        </p:nvSpPr>
        <p:spPr bwMode="auto">
          <a:xfrm>
            <a:off x="142875" y="2143125"/>
            <a:ext cx="3386138" cy="2570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20000"/>
              </a:spcBef>
              <a:buClr>
                <a:schemeClr val="tx2"/>
              </a:buClr>
              <a:buSzPct val="75000"/>
            </a:pPr>
            <a:r>
              <a:rPr lang="zh-CN" altLang="en-US" sz="2300" b="1">
                <a:latin typeface="楷体" panose="02010609060101010101" pitchFamily="49" charset="-122"/>
                <a:ea typeface="楷体" panose="02010609060101010101" pitchFamily="49" charset="-122"/>
                <a:cs typeface="Times New Roman" panose="02020603050405020304" pitchFamily="18" charset="0"/>
              </a:rPr>
              <a:t>例</a:t>
            </a:r>
            <a:endParaRPr lang="en-US" altLang="zh-CN" sz="2300" b="1">
              <a:latin typeface="楷体" panose="02010609060101010101" pitchFamily="49" charset="-122"/>
              <a:ea typeface="楷体" panose="02010609060101010101" pitchFamily="49" charset="-122"/>
              <a:cs typeface="Times New Roman" panose="02020603050405020304" pitchFamily="18" charset="0"/>
            </a:endParaRPr>
          </a:p>
          <a:p>
            <a:pPr>
              <a:spcBef>
                <a:spcPct val="20000"/>
              </a:spcBef>
              <a:buClr>
                <a:schemeClr val="tx2"/>
              </a:buClr>
              <a:buSzPct val="75000"/>
            </a:pPr>
            <a:r>
              <a:rPr kumimoji="1" lang="en-US" altLang="zh-CN" sz="2300" b="1">
                <a:latin typeface="宋体" panose="02010600030101010101" pitchFamily="2" charset="-122"/>
                <a:ea typeface="楷体" panose="02010609060101010101" pitchFamily="49" charset="-122"/>
                <a:cs typeface="Times New Roman" panose="02020603050405020304" pitchFamily="18" charset="0"/>
              </a:rPr>
              <a:t>① </a:t>
            </a:r>
            <a:r>
              <a:rPr kumimoji="1" lang="en-US" altLang="zh-CN" sz="2300" b="1" i="1">
                <a:latin typeface="Times New Roman" panose="02020603050405020304" pitchFamily="18" charset="0"/>
                <a:ea typeface="楷体_GB2312"/>
                <a:cs typeface="Times New Roman" panose="02020603050405020304" pitchFamily="18" charset="0"/>
              </a:rPr>
              <a:t>E </a:t>
            </a:r>
            <a:r>
              <a:rPr kumimoji="1" lang="en-US" altLang="zh-CN" sz="2300" b="1">
                <a:latin typeface="Times New Roman" panose="02020603050405020304" pitchFamily="18" charset="0"/>
                <a:ea typeface="楷体_GB2312"/>
                <a:cs typeface="Times New Roman" panose="02020603050405020304" pitchFamily="18" charset="0"/>
              </a:rPr>
              <a:t>→ </a:t>
            </a:r>
            <a:r>
              <a:rPr kumimoji="1" lang="en-US" altLang="zh-CN" sz="2300" b="1" i="1">
                <a:latin typeface="Times New Roman" panose="02020603050405020304" pitchFamily="18" charset="0"/>
                <a:ea typeface="楷体_GB2312"/>
                <a:cs typeface="Times New Roman" panose="02020603050405020304" pitchFamily="18" charset="0"/>
              </a:rPr>
              <a:t>TE'</a:t>
            </a:r>
            <a:r>
              <a:rPr kumimoji="1" lang="en-US" altLang="zh-CN" sz="2300" b="1">
                <a:latin typeface="Times New Roman" panose="02020603050405020304" pitchFamily="18" charset="0"/>
                <a:ea typeface="楷体_GB2312"/>
                <a:cs typeface="Times New Roman" panose="02020603050405020304" pitchFamily="18" charset="0"/>
              </a:rPr>
              <a:t> 	 </a:t>
            </a:r>
          </a:p>
          <a:p>
            <a:pPr>
              <a:spcBef>
                <a:spcPct val="20000"/>
              </a:spcBef>
              <a:buClr>
                <a:schemeClr val="tx2"/>
              </a:buClr>
              <a:buSzPct val="75000"/>
            </a:pPr>
            <a:r>
              <a:rPr kumimoji="1" lang="en-US" altLang="zh-CN" sz="2300" b="1">
                <a:latin typeface="宋体" panose="02010600030101010101" pitchFamily="2" charset="-122"/>
                <a:cs typeface="Times New Roman" panose="02020603050405020304" pitchFamily="18" charset="0"/>
              </a:rPr>
              <a:t>② </a:t>
            </a:r>
            <a:r>
              <a:rPr kumimoji="1" lang="en-US" altLang="zh-CN" sz="2300" b="1" i="1">
                <a:latin typeface="Times New Roman" panose="02020603050405020304" pitchFamily="18" charset="0"/>
                <a:ea typeface="楷体_GB2312"/>
                <a:cs typeface="楷体_GB2312"/>
              </a:rPr>
              <a:t>E'</a:t>
            </a:r>
            <a:r>
              <a:rPr kumimoji="1" lang="en-US" altLang="zh-CN" sz="2300" b="1">
                <a:latin typeface="Times New Roman" panose="02020603050405020304" pitchFamily="18" charset="0"/>
                <a:ea typeface="楷体_GB2312"/>
                <a:cs typeface="楷体_GB2312"/>
              </a:rPr>
              <a:t> → +</a:t>
            </a:r>
            <a:r>
              <a:rPr kumimoji="1" lang="en-US" altLang="zh-CN" sz="2300" b="1" i="1">
                <a:latin typeface="Times New Roman" panose="02020603050405020304" pitchFamily="18" charset="0"/>
                <a:ea typeface="楷体_GB2312"/>
                <a:cs typeface="楷体_GB2312"/>
              </a:rPr>
              <a:t>TE'</a:t>
            </a:r>
            <a:r>
              <a:rPr kumimoji="1" lang="en-US" altLang="zh-CN" sz="2300" b="1">
                <a:latin typeface="Times New Roman" panose="02020603050405020304" pitchFamily="18" charset="0"/>
                <a:ea typeface="楷体_GB2312"/>
                <a:cs typeface="楷体_GB2312"/>
              </a:rPr>
              <a:t> |</a:t>
            </a:r>
            <a:r>
              <a:rPr kumimoji="1" lang="en-US" altLang="zh-CN" sz="2300" b="1" i="1">
                <a:latin typeface="Times New Roman" panose="02020603050405020304" pitchFamily="18" charset="0"/>
                <a:ea typeface="楷体_GB2312"/>
                <a:cs typeface="楷体_GB2312"/>
              </a:rPr>
              <a:t>ε</a:t>
            </a:r>
            <a:r>
              <a:rPr kumimoji="1" lang="en-US" altLang="zh-CN" sz="2300" b="1">
                <a:latin typeface="Times New Roman" panose="02020603050405020304" pitchFamily="18" charset="0"/>
                <a:ea typeface="楷体_GB2312"/>
                <a:cs typeface="楷体_GB2312"/>
              </a:rPr>
              <a:t> 	</a:t>
            </a:r>
          </a:p>
          <a:p>
            <a:pPr>
              <a:spcBef>
                <a:spcPct val="20000"/>
              </a:spcBef>
              <a:buClr>
                <a:schemeClr val="tx2"/>
              </a:buClr>
              <a:buSzPct val="75000"/>
            </a:pPr>
            <a:r>
              <a:rPr kumimoji="1" lang="en-US" altLang="zh-CN" sz="2300" b="1">
                <a:latin typeface="宋体" panose="02010600030101010101" pitchFamily="2" charset="-122"/>
              </a:rPr>
              <a:t>③ </a:t>
            </a:r>
            <a:r>
              <a:rPr kumimoji="1" lang="en-US" altLang="zh-CN" sz="2300" b="1" i="1">
                <a:latin typeface="Times New Roman" panose="02020603050405020304" pitchFamily="18" charset="0"/>
                <a:ea typeface="楷体_GB2312"/>
                <a:cs typeface="楷体_GB2312"/>
              </a:rPr>
              <a:t>T</a:t>
            </a:r>
            <a:r>
              <a:rPr kumimoji="1" lang="en-US" altLang="zh-CN" sz="2300" b="1">
                <a:latin typeface="Times New Roman" panose="02020603050405020304" pitchFamily="18" charset="0"/>
                <a:ea typeface="楷体_GB2312"/>
                <a:cs typeface="楷体_GB2312"/>
              </a:rPr>
              <a:t> → </a:t>
            </a:r>
            <a:r>
              <a:rPr kumimoji="1" lang="en-US" altLang="zh-CN" sz="2300" b="1" i="1">
                <a:latin typeface="Times New Roman" panose="02020603050405020304" pitchFamily="18" charset="0"/>
                <a:ea typeface="楷体_GB2312"/>
                <a:cs typeface="楷体_GB2312"/>
              </a:rPr>
              <a:t>FT'</a:t>
            </a:r>
            <a:r>
              <a:rPr kumimoji="1" lang="en-US" altLang="zh-CN" sz="2300" b="1">
                <a:latin typeface="Times New Roman" panose="02020603050405020304" pitchFamily="18" charset="0"/>
                <a:ea typeface="楷体_GB2312"/>
                <a:cs typeface="楷体_GB2312"/>
              </a:rPr>
              <a:t> 	</a:t>
            </a:r>
          </a:p>
          <a:p>
            <a:pPr>
              <a:spcBef>
                <a:spcPct val="20000"/>
              </a:spcBef>
              <a:buClr>
                <a:schemeClr val="tx2"/>
              </a:buClr>
              <a:buSzPct val="75000"/>
            </a:pPr>
            <a:r>
              <a:rPr kumimoji="1" lang="en-US" altLang="zh-CN" sz="2300" b="1">
                <a:latin typeface="宋体" panose="02010600030101010101" pitchFamily="2" charset="-122"/>
              </a:rPr>
              <a:t>④ </a:t>
            </a:r>
            <a:r>
              <a:rPr kumimoji="1" lang="en-US" altLang="zh-CN" sz="2300" b="1" i="1">
                <a:latin typeface="Times New Roman" panose="02020603050405020304" pitchFamily="18" charset="0"/>
                <a:ea typeface="楷体_GB2312"/>
                <a:cs typeface="楷体_GB2312"/>
              </a:rPr>
              <a:t>T' </a:t>
            </a:r>
            <a:r>
              <a:rPr kumimoji="1" lang="en-US" altLang="zh-CN" sz="2300" b="1">
                <a:latin typeface="Times New Roman" panose="02020603050405020304" pitchFamily="18" charset="0"/>
                <a:ea typeface="楷体_GB2312"/>
                <a:cs typeface="楷体_GB2312"/>
              </a:rPr>
              <a:t>→ *</a:t>
            </a:r>
            <a:r>
              <a:rPr kumimoji="1" lang="en-US" altLang="zh-CN" sz="2300" b="1" i="1">
                <a:latin typeface="Times New Roman" panose="02020603050405020304" pitchFamily="18" charset="0"/>
                <a:ea typeface="楷体_GB2312"/>
                <a:cs typeface="楷体_GB2312"/>
              </a:rPr>
              <a:t>FT' </a:t>
            </a:r>
            <a:r>
              <a:rPr kumimoji="1" lang="en-US" altLang="zh-CN" sz="2300" b="1">
                <a:latin typeface="Times New Roman" panose="02020603050405020304" pitchFamily="18" charset="0"/>
                <a:ea typeface="楷体_GB2312"/>
                <a:cs typeface="楷体_GB2312"/>
              </a:rPr>
              <a:t>|</a:t>
            </a:r>
            <a:r>
              <a:rPr kumimoji="1" lang="en-US" altLang="zh-CN" sz="2300" b="1" i="1">
                <a:latin typeface="Times New Roman" panose="02020603050405020304" pitchFamily="18" charset="0"/>
                <a:ea typeface="楷体_GB2312"/>
                <a:cs typeface="楷体_GB2312"/>
              </a:rPr>
              <a:t>ε</a:t>
            </a:r>
            <a:r>
              <a:rPr kumimoji="1" lang="en-US" altLang="zh-CN" sz="2300" b="1">
                <a:latin typeface="Times New Roman" panose="02020603050405020304" pitchFamily="18" charset="0"/>
                <a:ea typeface="楷体_GB2312"/>
                <a:cs typeface="楷体_GB2312"/>
              </a:rPr>
              <a:t>	</a:t>
            </a:r>
          </a:p>
          <a:p>
            <a:pPr>
              <a:spcBef>
                <a:spcPct val="20000"/>
              </a:spcBef>
              <a:buClr>
                <a:schemeClr val="tx2"/>
              </a:buClr>
              <a:buSzPct val="75000"/>
            </a:pPr>
            <a:r>
              <a:rPr kumimoji="1" lang="en-US" altLang="zh-CN" sz="2300" b="1">
                <a:latin typeface="宋体" panose="02010600030101010101" pitchFamily="2" charset="-122"/>
              </a:rPr>
              <a:t>⑤ </a:t>
            </a:r>
            <a:r>
              <a:rPr kumimoji="1" lang="en-US" altLang="zh-CN" sz="2300" b="1" i="1">
                <a:latin typeface="Times New Roman" panose="02020603050405020304" pitchFamily="18" charset="0"/>
                <a:ea typeface="楷体_GB2312"/>
                <a:cs typeface="楷体_GB2312"/>
              </a:rPr>
              <a:t>F</a:t>
            </a:r>
            <a:r>
              <a:rPr kumimoji="1" lang="en-US" altLang="zh-CN" sz="2300" b="1">
                <a:latin typeface="Times New Roman" panose="02020603050405020304" pitchFamily="18" charset="0"/>
                <a:ea typeface="楷体_GB2312"/>
                <a:cs typeface="楷体_GB2312"/>
              </a:rPr>
              <a:t> → (</a:t>
            </a:r>
            <a:r>
              <a:rPr kumimoji="1" lang="en-US" altLang="zh-CN" sz="2300" b="1" i="1">
                <a:latin typeface="Times New Roman" panose="02020603050405020304" pitchFamily="18" charset="0"/>
                <a:ea typeface="楷体_GB2312"/>
                <a:cs typeface="楷体_GB2312"/>
              </a:rPr>
              <a:t>E</a:t>
            </a:r>
            <a:r>
              <a:rPr kumimoji="1" lang="en-US" altLang="zh-CN" sz="2300" b="1">
                <a:latin typeface="Times New Roman" panose="02020603050405020304" pitchFamily="18" charset="0"/>
                <a:ea typeface="楷体_GB2312"/>
                <a:cs typeface="楷体_GB2312"/>
              </a:rPr>
              <a:t>) | id	</a:t>
            </a:r>
          </a:p>
        </p:txBody>
      </p:sp>
      <p:cxnSp>
        <p:nvCxnSpPr>
          <p:cNvPr id="16" name="直接连接符 15">
            <a:extLst>
              <a:ext uri="{FF2B5EF4-FFF2-40B4-BE49-F238E27FC236}">
                <a16:creationId xmlns:a16="http://schemas.microsoft.com/office/drawing/2014/main" id="{E130E3F0-9666-4A87-A049-A2F3FB0C5DE0}"/>
              </a:ext>
            </a:extLst>
          </p:cNvPr>
          <p:cNvCxnSpPr/>
          <p:nvPr/>
        </p:nvCxnSpPr>
        <p:spPr>
          <a:xfrm>
            <a:off x="714375" y="3000375"/>
            <a:ext cx="1008063"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BEAFBDB8-C907-4A91-BACF-4F7D302199B0}"/>
              </a:ext>
            </a:extLst>
          </p:cNvPr>
          <p:cNvCxnSpPr/>
          <p:nvPr/>
        </p:nvCxnSpPr>
        <p:spPr>
          <a:xfrm>
            <a:off x="714375" y="3429000"/>
            <a:ext cx="1008063"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F8CF6E37-8958-4012-A5B1-68CA85CE10C8}"/>
              </a:ext>
            </a:extLst>
          </p:cNvPr>
          <p:cNvCxnSpPr/>
          <p:nvPr/>
        </p:nvCxnSpPr>
        <p:spPr>
          <a:xfrm>
            <a:off x="714375" y="3857625"/>
            <a:ext cx="1008063"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5E837088-DD75-4711-A37C-D51B87663D21}"/>
              </a:ext>
            </a:extLst>
          </p:cNvPr>
          <p:cNvCxnSpPr/>
          <p:nvPr/>
        </p:nvCxnSpPr>
        <p:spPr>
          <a:xfrm>
            <a:off x="714375" y="4286250"/>
            <a:ext cx="1008063"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A8EE6BF4-48BB-4341-85B1-A2DB51574750}"/>
              </a:ext>
            </a:extLst>
          </p:cNvPr>
          <p:cNvCxnSpPr/>
          <p:nvPr/>
        </p:nvCxnSpPr>
        <p:spPr>
          <a:xfrm>
            <a:off x="714375" y="4714875"/>
            <a:ext cx="1008063"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21" name="矩形 20">
            <a:extLst>
              <a:ext uri="{FF2B5EF4-FFF2-40B4-BE49-F238E27FC236}">
                <a16:creationId xmlns:a16="http://schemas.microsoft.com/office/drawing/2014/main" id="{4A6E5C53-1B81-4CDC-B637-F91F867EAC72}"/>
              </a:ext>
            </a:extLst>
          </p:cNvPr>
          <p:cNvSpPr>
            <a:spLocks noChangeArrowheads="1"/>
          </p:cNvSpPr>
          <p:nvPr/>
        </p:nvSpPr>
        <p:spPr bwMode="auto">
          <a:xfrm>
            <a:off x="5507038" y="2571750"/>
            <a:ext cx="4279900" cy="214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20000"/>
              </a:spcBef>
              <a:buClr>
                <a:srgbClr val="073E87"/>
              </a:buClr>
              <a:buSzPct val="75000"/>
            </a:pPr>
            <a:r>
              <a:rPr kumimoji="1" lang="en-US" altLang="zh-CN" sz="2300" b="1" i="1">
                <a:solidFill>
                  <a:srgbClr val="000000"/>
                </a:solidFill>
                <a:latin typeface="Times New Roman" panose="02020603050405020304" pitchFamily="18" charset="0"/>
                <a:ea typeface="楷体_GB2312"/>
                <a:cs typeface="Times New Roman" panose="02020603050405020304" pitchFamily="18" charset="0"/>
              </a:rPr>
              <a:t>FOLLOW</a:t>
            </a:r>
            <a:r>
              <a:rPr kumimoji="1" lang="en-US" altLang="zh-CN" sz="2300" b="1">
                <a:solidFill>
                  <a:srgbClr val="000000"/>
                </a:solidFill>
                <a:latin typeface="Times New Roman" panose="02020603050405020304" pitchFamily="18" charset="0"/>
                <a:ea typeface="楷体_GB2312"/>
                <a:cs typeface="Times New Roman" panose="02020603050405020304" pitchFamily="18" charset="0"/>
              </a:rPr>
              <a:t>( </a:t>
            </a:r>
            <a:r>
              <a:rPr kumimoji="1" lang="en-US" altLang="zh-CN" sz="2300" b="1" i="1">
                <a:solidFill>
                  <a:srgbClr val="000000"/>
                </a:solidFill>
                <a:latin typeface="Times New Roman" panose="02020603050405020304" pitchFamily="18" charset="0"/>
                <a:ea typeface="楷体_GB2312"/>
                <a:cs typeface="Times New Roman" panose="02020603050405020304" pitchFamily="18" charset="0"/>
              </a:rPr>
              <a:t>E </a:t>
            </a:r>
            <a:r>
              <a:rPr kumimoji="1" lang="en-US" altLang="zh-CN" sz="2300" b="1">
                <a:solidFill>
                  <a:srgbClr val="000000"/>
                </a:solidFill>
                <a:latin typeface="Times New Roman" panose="02020603050405020304" pitchFamily="18" charset="0"/>
                <a:ea typeface="楷体_GB2312"/>
                <a:cs typeface="Times New Roman" panose="02020603050405020304" pitchFamily="18" charset="0"/>
              </a:rPr>
              <a:t>) =  {	        } </a:t>
            </a:r>
          </a:p>
          <a:p>
            <a:pPr>
              <a:spcBef>
                <a:spcPct val="20000"/>
              </a:spcBef>
              <a:buClr>
                <a:srgbClr val="073E87"/>
              </a:buClr>
              <a:buSzPct val="75000"/>
            </a:pPr>
            <a:r>
              <a:rPr kumimoji="1" lang="en-US" altLang="zh-CN" sz="2300" b="1" i="1">
                <a:solidFill>
                  <a:srgbClr val="000000"/>
                </a:solidFill>
                <a:latin typeface="Times New Roman" panose="02020603050405020304" pitchFamily="18" charset="0"/>
                <a:ea typeface="楷体_GB2312"/>
                <a:cs typeface="Times New Roman" panose="02020603050405020304" pitchFamily="18" charset="0"/>
              </a:rPr>
              <a:t>FOLLOW</a:t>
            </a:r>
            <a:r>
              <a:rPr kumimoji="1" lang="en-US" altLang="zh-CN" sz="2300" b="1">
                <a:solidFill>
                  <a:srgbClr val="000000"/>
                </a:solidFill>
                <a:latin typeface="Times New Roman" panose="02020603050405020304" pitchFamily="18" charset="0"/>
                <a:ea typeface="楷体_GB2312"/>
                <a:cs typeface="Times New Roman" panose="02020603050405020304" pitchFamily="18" charset="0"/>
              </a:rPr>
              <a:t>( </a:t>
            </a:r>
            <a:r>
              <a:rPr kumimoji="1" lang="en-US" altLang="zh-CN" sz="2300" b="1" i="1">
                <a:solidFill>
                  <a:srgbClr val="000000"/>
                </a:solidFill>
                <a:latin typeface="Times New Roman" panose="02020603050405020304" pitchFamily="18" charset="0"/>
                <a:ea typeface="楷体_GB2312"/>
                <a:cs typeface="Times New Roman" panose="02020603050405020304" pitchFamily="18" charset="0"/>
              </a:rPr>
              <a:t>E</a:t>
            </a:r>
            <a:r>
              <a:rPr kumimoji="1" lang="en-US" altLang="zh-CN" sz="2300" b="1">
                <a:solidFill>
                  <a:srgbClr val="000000"/>
                </a:solidFill>
                <a:latin typeface="Times New Roman" panose="02020603050405020304" pitchFamily="18" charset="0"/>
                <a:ea typeface="楷体_GB2312"/>
                <a:cs typeface="Times New Roman" panose="02020603050405020304" pitchFamily="18" charset="0"/>
              </a:rPr>
              <a:t>' )= {	        }</a:t>
            </a:r>
          </a:p>
          <a:p>
            <a:pPr>
              <a:spcBef>
                <a:spcPct val="20000"/>
              </a:spcBef>
              <a:buClr>
                <a:srgbClr val="073E87"/>
              </a:buClr>
              <a:buSzPct val="75000"/>
            </a:pPr>
            <a:r>
              <a:rPr kumimoji="1" lang="en-US" altLang="zh-CN" sz="2300" b="1" i="1">
                <a:solidFill>
                  <a:srgbClr val="000000"/>
                </a:solidFill>
                <a:latin typeface="Times New Roman" panose="02020603050405020304" pitchFamily="18" charset="0"/>
                <a:ea typeface="楷体_GB2312"/>
                <a:cs typeface="Times New Roman" panose="02020603050405020304" pitchFamily="18" charset="0"/>
              </a:rPr>
              <a:t>FOLLOW</a:t>
            </a:r>
            <a:r>
              <a:rPr kumimoji="1" lang="en-US" altLang="zh-CN" sz="2300" b="1">
                <a:solidFill>
                  <a:srgbClr val="000000"/>
                </a:solidFill>
                <a:latin typeface="Times New Roman" panose="02020603050405020304" pitchFamily="18" charset="0"/>
                <a:ea typeface="楷体_GB2312"/>
                <a:cs typeface="Times New Roman" panose="02020603050405020304" pitchFamily="18" charset="0"/>
              </a:rPr>
              <a:t>( </a:t>
            </a:r>
            <a:r>
              <a:rPr kumimoji="1" lang="en-US" altLang="zh-CN" sz="2300" b="1" i="1">
                <a:solidFill>
                  <a:srgbClr val="000000"/>
                </a:solidFill>
                <a:latin typeface="Times New Roman" panose="02020603050405020304" pitchFamily="18" charset="0"/>
                <a:ea typeface="楷体_GB2312"/>
                <a:cs typeface="Times New Roman" panose="02020603050405020304" pitchFamily="18" charset="0"/>
              </a:rPr>
              <a:t>T </a:t>
            </a:r>
            <a:r>
              <a:rPr kumimoji="1" lang="en-US" altLang="zh-CN" sz="2300" b="1">
                <a:solidFill>
                  <a:srgbClr val="000000"/>
                </a:solidFill>
                <a:latin typeface="Times New Roman" panose="02020603050405020304" pitchFamily="18" charset="0"/>
                <a:ea typeface="楷体_GB2312"/>
                <a:cs typeface="Times New Roman" panose="02020603050405020304" pitchFamily="18" charset="0"/>
              </a:rPr>
              <a:t>) =  {</a:t>
            </a:r>
            <a:r>
              <a:rPr lang="en-US" altLang="zh-CN" sz="2300" b="1" i="1">
                <a:solidFill>
                  <a:srgbClr val="000000"/>
                </a:solidFill>
                <a:latin typeface="Times New Roman" panose="02020603050405020304" pitchFamily="18" charset="0"/>
                <a:ea typeface="楷体_GB2312"/>
                <a:cs typeface="Times New Roman" panose="02020603050405020304" pitchFamily="18" charset="0"/>
              </a:rPr>
              <a:t>	        </a:t>
            </a:r>
            <a:r>
              <a:rPr kumimoji="1" lang="en-US" altLang="zh-CN" sz="2300" b="1">
                <a:solidFill>
                  <a:srgbClr val="000000"/>
                </a:solidFill>
                <a:latin typeface="Times New Roman" panose="02020603050405020304" pitchFamily="18" charset="0"/>
                <a:ea typeface="楷体_GB2312"/>
                <a:cs typeface="Times New Roman" panose="02020603050405020304" pitchFamily="18" charset="0"/>
              </a:rPr>
              <a:t>} </a:t>
            </a:r>
          </a:p>
          <a:p>
            <a:pPr>
              <a:spcBef>
                <a:spcPct val="20000"/>
              </a:spcBef>
              <a:buClr>
                <a:srgbClr val="073E87"/>
              </a:buClr>
              <a:buSzPct val="75000"/>
            </a:pPr>
            <a:r>
              <a:rPr kumimoji="1" lang="en-US" altLang="zh-CN" sz="2300" b="1" i="1">
                <a:solidFill>
                  <a:srgbClr val="000000"/>
                </a:solidFill>
                <a:latin typeface="Times New Roman" panose="02020603050405020304" pitchFamily="18" charset="0"/>
                <a:ea typeface="楷体_GB2312"/>
                <a:cs typeface="Times New Roman" panose="02020603050405020304" pitchFamily="18" charset="0"/>
              </a:rPr>
              <a:t>FOLLOW</a:t>
            </a:r>
            <a:r>
              <a:rPr kumimoji="1" lang="en-US" altLang="zh-CN" sz="2300" b="1">
                <a:solidFill>
                  <a:srgbClr val="000000"/>
                </a:solidFill>
                <a:latin typeface="Times New Roman" panose="02020603050405020304" pitchFamily="18" charset="0"/>
                <a:ea typeface="楷体_GB2312"/>
                <a:cs typeface="Times New Roman" panose="02020603050405020304" pitchFamily="18" charset="0"/>
              </a:rPr>
              <a:t>( </a:t>
            </a:r>
            <a:r>
              <a:rPr kumimoji="1" lang="en-US" altLang="zh-CN" sz="2300" b="1" i="1">
                <a:solidFill>
                  <a:srgbClr val="000000"/>
                </a:solidFill>
                <a:latin typeface="Times New Roman" panose="02020603050405020304" pitchFamily="18" charset="0"/>
                <a:ea typeface="楷体_GB2312"/>
                <a:cs typeface="Times New Roman" panose="02020603050405020304" pitchFamily="18" charset="0"/>
              </a:rPr>
              <a:t>T'</a:t>
            </a:r>
            <a:r>
              <a:rPr kumimoji="1" lang="en-US" altLang="zh-CN" sz="2300" b="1">
                <a:solidFill>
                  <a:srgbClr val="000000"/>
                </a:solidFill>
                <a:latin typeface="Times New Roman" panose="02020603050405020304" pitchFamily="18" charset="0"/>
                <a:ea typeface="楷体_GB2312"/>
                <a:cs typeface="Times New Roman" panose="02020603050405020304" pitchFamily="18" charset="0"/>
              </a:rPr>
              <a:t> ) = {</a:t>
            </a:r>
            <a:r>
              <a:rPr lang="en-US" altLang="zh-CN" sz="2300" b="1" i="1">
                <a:solidFill>
                  <a:srgbClr val="000000"/>
                </a:solidFill>
                <a:latin typeface="Times New Roman" panose="02020603050405020304" pitchFamily="18" charset="0"/>
                <a:ea typeface="楷体_GB2312"/>
                <a:cs typeface="Times New Roman" panose="02020603050405020304" pitchFamily="18" charset="0"/>
              </a:rPr>
              <a:t>	        </a:t>
            </a:r>
            <a:r>
              <a:rPr kumimoji="1" lang="en-US" altLang="zh-CN" sz="2300" b="1">
                <a:solidFill>
                  <a:srgbClr val="000000"/>
                </a:solidFill>
                <a:latin typeface="Times New Roman" panose="02020603050405020304" pitchFamily="18" charset="0"/>
                <a:ea typeface="楷体_GB2312"/>
                <a:cs typeface="Times New Roman" panose="02020603050405020304" pitchFamily="18" charset="0"/>
              </a:rPr>
              <a:t>}</a:t>
            </a:r>
          </a:p>
          <a:p>
            <a:pPr>
              <a:spcBef>
                <a:spcPct val="20000"/>
              </a:spcBef>
              <a:buClr>
                <a:srgbClr val="073E87"/>
              </a:buClr>
              <a:buSzPct val="75000"/>
            </a:pPr>
            <a:r>
              <a:rPr kumimoji="1" lang="en-US" altLang="zh-CN" sz="2300" b="1" i="1">
                <a:solidFill>
                  <a:srgbClr val="000000"/>
                </a:solidFill>
                <a:latin typeface="Times New Roman" panose="02020603050405020304" pitchFamily="18" charset="0"/>
                <a:ea typeface="楷体_GB2312"/>
                <a:cs typeface="Times New Roman" panose="02020603050405020304" pitchFamily="18" charset="0"/>
              </a:rPr>
              <a:t>FOLLOW</a:t>
            </a:r>
            <a:r>
              <a:rPr kumimoji="1" lang="en-US" altLang="zh-CN" sz="2300" b="1">
                <a:solidFill>
                  <a:srgbClr val="000000"/>
                </a:solidFill>
                <a:latin typeface="Times New Roman" panose="02020603050405020304" pitchFamily="18" charset="0"/>
                <a:ea typeface="楷体_GB2312"/>
                <a:cs typeface="Times New Roman" panose="02020603050405020304" pitchFamily="18" charset="0"/>
              </a:rPr>
              <a:t>( </a:t>
            </a:r>
            <a:r>
              <a:rPr kumimoji="1" lang="en-US" altLang="zh-CN" sz="2300" b="1" i="1">
                <a:solidFill>
                  <a:srgbClr val="000000"/>
                </a:solidFill>
                <a:latin typeface="Times New Roman" panose="02020603050405020304" pitchFamily="18" charset="0"/>
                <a:ea typeface="楷体_GB2312"/>
                <a:cs typeface="Times New Roman" panose="02020603050405020304" pitchFamily="18" charset="0"/>
              </a:rPr>
              <a:t>F </a:t>
            </a:r>
            <a:r>
              <a:rPr kumimoji="1" lang="en-US" altLang="zh-CN" sz="2300" b="1">
                <a:solidFill>
                  <a:srgbClr val="000000"/>
                </a:solidFill>
                <a:latin typeface="Times New Roman" panose="02020603050405020304" pitchFamily="18" charset="0"/>
                <a:ea typeface="楷体_GB2312"/>
                <a:cs typeface="Times New Roman" panose="02020603050405020304" pitchFamily="18" charset="0"/>
              </a:rPr>
              <a:t>) = {</a:t>
            </a:r>
            <a:r>
              <a:rPr kumimoji="1" lang="en-US" altLang="zh-CN" sz="2300" b="1" i="1">
                <a:solidFill>
                  <a:srgbClr val="000000"/>
                </a:solidFill>
                <a:latin typeface="Times New Roman" panose="02020603050405020304" pitchFamily="18" charset="0"/>
                <a:ea typeface="楷体_GB2312"/>
                <a:cs typeface="Times New Roman" panose="02020603050405020304" pitchFamily="18" charset="0"/>
              </a:rPr>
              <a:t>                </a:t>
            </a:r>
            <a:r>
              <a:rPr kumimoji="1" lang="en-US" altLang="zh-CN" sz="2300" b="1">
                <a:solidFill>
                  <a:srgbClr val="000000"/>
                </a:solidFill>
                <a:latin typeface="Times New Roman" panose="02020603050405020304" pitchFamily="18" charset="0"/>
                <a:ea typeface="楷体_GB2312"/>
                <a:cs typeface="Times New Roman" panose="02020603050405020304" pitchFamily="18" charset="0"/>
              </a:rPr>
              <a:t>} </a:t>
            </a:r>
          </a:p>
        </p:txBody>
      </p:sp>
      <p:sp>
        <p:nvSpPr>
          <p:cNvPr id="22" name="矩形 21">
            <a:extLst>
              <a:ext uri="{FF2B5EF4-FFF2-40B4-BE49-F238E27FC236}">
                <a16:creationId xmlns:a16="http://schemas.microsoft.com/office/drawing/2014/main" id="{D01D32C3-8777-46A3-94A9-1F21B494BBFB}"/>
              </a:ext>
            </a:extLst>
          </p:cNvPr>
          <p:cNvSpPr>
            <a:spLocks noChangeArrowheads="1"/>
          </p:cNvSpPr>
          <p:nvPr/>
        </p:nvSpPr>
        <p:spPr bwMode="auto">
          <a:xfrm>
            <a:off x="7858125" y="2593975"/>
            <a:ext cx="331788"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lang="en-US" altLang="zh-CN" sz="2300" b="1">
                <a:solidFill>
                  <a:srgbClr val="FF0000"/>
                </a:solidFill>
                <a:latin typeface="Times New Roman" panose="02020603050405020304" pitchFamily="18" charset="0"/>
                <a:ea typeface="楷体_GB2312"/>
                <a:cs typeface="Times New Roman" panose="02020603050405020304" pitchFamily="18" charset="0"/>
              </a:rPr>
              <a:t>$</a:t>
            </a:r>
            <a:endParaRPr lang="zh-CN" altLang="en-US" sz="2300" b="1">
              <a:solidFill>
                <a:srgbClr val="FF0000"/>
              </a:solidFill>
              <a:ea typeface="楷体_GB2312"/>
              <a:cs typeface="Times New Roman" panose="02020603050405020304" pitchFamily="18" charset="0"/>
            </a:endParaRPr>
          </a:p>
        </p:txBody>
      </p:sp>
      <p:sp>
        <p:nvSpPr>
          <p:cNvPr id="23" name="矩形 22">
            <a:extLst>
              <a:ext uri="{FF2B5EF4-FFF2-40B4-BE49-F238E27FC236}">
                <a16:creationId xmlns:a16="http://schemas.microsoft.com/office/drawing/2014/main" id="{1CC009D3-7A77-42DE-A817-95C9C59485FD}"/>
              </a:ext>
            </a:extLst>
          </p:cNvPr>
          <p:cNvSpPr>
            <a:spLocks noChangeArrowheads="1"/>
          </p:cNvSpPr>
          <p:nvPr/>
        </p:nvSpPr>
        <p:spPr bwMode="auto">
          <a:xfrm>
            <a:off x="8216900" y="2593975"/>
            <a:ext cx="282575"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300" b="1">
                <a:solidFill>
                  <a:srgbClr val="FF0000"/>
                </a:solidFill>
                <a:latin typeface="Times New Roman" panose="02020603050405020304" pitchFamily="18" charset="0"/>
                <a:ea typeface="楷体_GB2312"/>
                <a:cs typeface="Times New Roman" panose="02020603050405020304" pitchFamily="18" charset="0"/>
              </a:rPr>
              <a:t>)</a:t>
            </a:r>
            <a:endParaRPr lang="zh-CN" altLang="en-US" sz="2300" b="1">
              <a:ea typeface="楷体_GB2312"/>
              <a:cs typeface="Times New Roman" panose="02020603050405020304" pitchFamily="18" charset="0"/>
            </a:endParaRPr>
          </a:p>
        </p:txBody>
      </p:sp>
      <p:sp>
        <p:nvSpPr>
          <p:cNvPr id="24" name="矩形 23">
            <a:extLst>
              <a:ext uri="{FF2B5EF4-FFF2-40B4-BE49-F238E27FC236}">
                <a16:creationId xmlns:a16="http://schemas.microsoft.com/office/drawing/2014/main" id="{CEDA8FEA-EAEE-4EC1-B25D-EFA824DCD650}"/>
              </a:ext>
            </a:extLst>
          </p:cNvPr>
          <p:cNvSpPr>
            <a:spLocks noChangeArrowheads="1"/>
          </p:cNvSpPr>
          <p:nvPr/>
        </p:nvSpPr>
        <p:spPr bwMode="auto">
          <a:xfrm>
            <a:off x="7715250" y="3429000"/>
            <a:ext cx="498475"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300" b="1">
                <a:solidFill>
                  <a:srgbClr val="000000"/>
                </a:solidFill>
                <a:latin typeface="Times New Roman" panose="02020603050405020304" pitchFamily="18" charset="0"/>
                <a:ea typeface="楷体_GB2312"/>
                <a:cs typeface="楷体_GB2312"/>
              </a:rPr>
              <a:t> </a:t>
            </a:r>
            <a:r>
              <a:rPr kumimoji="1" lang="en-US" altLang="zh-CN" sz="2300" b="1">
                <a:solidFill>
                  <a:srgbClr val="FF0000"/>
                </a:solidFill>
                <a:latin typeface="Times New Roman" panose="02020603050405020304" pitchFamily="18" charset="0"/>
                <a:ea typeface="楷体_GB2312"/>
                <a:cs typeface="楷体_GB2312"/>
              </a:rPr>
              <a:t>+ </a:t>
            </a:r>
            <a:endParaRPr lang="zh-CN" altLang="en-US" sz="2300" b="1"/>
          </a:p>
        </p:txBody>
      </p:sp>
      <p:sp>
        <p:nvSpPr>
          <p:cNvPr id="25" name="矩形 24">
            <a:extLst>
              <a:ext uri="{FF2B5EF4-FFF2-40B4-BE49-F238E27FC236}">
                <a16:creationId xmlns:a16="http://schemas.microsoft.com/office/drawing/2014/main" id="{EA73A5D2-C184-4849-8446-E61973F4D629}"/>
              </a:ext>
            </a:extLst>
          </p:cNvPr>
          <p:cNvSpPr>
            <a:spLocks noChangeArrowheads="1"/>
          </p:cNvSpPr>
          <p:nvPr/>
        </p:nvSpPr>
        <p:spPr bwMode="auto">
          <a:xfrm>
            <a:off x="8358188" y="3857625"/>
            <a:ext cx="355600"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300" b="1">
                <a:solidFill>
                  <a:srgbClr val="FF0000"/>
                </a:solidFill>
                <a:latin typeface="Times New Roman" panose="02020603050405020304" pitchFamily="18" charset="0"/>
                <a:ea typeface="楷体_GB2312"/>
                <a:cs typeface="楷体_GB2312"/>
              </a:rPr>
              <a:t>) </a:t>
            </a:r>
            <a:endParaRPr lang="zh-CN" altLang="en-US" sz="2300" b="1"/>
          </a:p>
        </p:txBody>
      </p:sp>
      <p:sp>
        <p:nvSpPr>
          <p:cNvPr id="26" name="矩形 25">
            <a:extLst>
              <a:ext uri="{FF2B5EF4-FFF2-40B4-BE49-F238E27FC236}">
                <a16:creationId xmlns:a16="http://schemas.microsoft.com/office/drawing/2014/main" id="{9BF9318D-CC02-48D3-A2F2-D570BF17E48F}"/>
              </a:ext>
            </a:extLst>
          </p:cNvPr>
          <p:cNvSpPr>
            <a:spLocks noChangeArrowheads="1"/>
          </p:cNvSpPr>
          <p:nvPr/>
        </p:nvSpPr>
        <p:spPr bwMode="auto">
          <a:xfrm>
            <a:off x="8094663" y="3429000"/>
            <a:ext cx="406400"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lang="en-US" altLang="zh-CN" sz="2300" b="1">
                <a:solidFill>
                  <a:srgbClr val="FF0000"/>
                </a:solidFill>
                <a:latin typeface="Times New Roman" panose="02020603050405020304" pitchFamily="18" charset="0"/>
                <a:ea typeface="楷体_GB2312"/>
                <a:cs typeface="楷体_GB2312"/>
              </a:rPr>
              <a:t>$</a:t>
            </a:r>
            <a:r>
              <a:rPr lang="en-US" altLang="zh-CN" sz="2300" b="1" i="1">
                <a:solidFill>
                  <a:srgbClr val="FF0000"/>
                </a:solidFill>
                <a:latin typeface="Times New Roman" panose="02020603050405020304" pitchFamily="18" charset="0"/>
                <a:ea typeface="楷体_GB2312"/>
                <a:cs typeface="楷体_GB2312"/>
              </a:rPr>
              <a:t> </a:t>
            </a:r>
            <a:endParaRPr lang="zh-CN" altLang="en-US" sz="2300" b="1"/>
          </a:p>
        </p:txBody>
      </p:sp>
      <p:sp>
        <p:nvSpPr>
          <p:cNvPr id="27" name="矩形 26">
            <a:extLst>
              <a:ext uri="{FF2B5EF4-FFF2-40B4-BE49-F238E27FC236}">
                <a16:creationId xmlns:a16="http://schemas.microsoft.com/office/drawing/2014/main" id="{B037708A-8B10-49DE-95D9-E0FCC9B4A612}"/>
              </a:ext>
            </a:extLst>
          </p:cNvPr>
          <p:cNvSpPr>
            <a:spLocks noChangeArrowheads="1"/>
          </p:cNvSpPr>
          <p:nvPr/>
        </p:nvSpPr>
        <p:spPr bwMode="auto">
          <a:xfrm>
            <a:off x="8196263" y="3000375"/>
            <a:ext cx="355600"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300" b="1">
                <a:solidFill>
                  <a:srgbClr val="FF0000"/>
                </a:solidFill>
                <a:latin typeface="Times New Roman" panose="02020603050405020304" pitchFamily="18" charset="0"/>
                <a:ea typeface="楷体_GB2312"/>
                <a:cs typeface="楷体_GB2312"/>
              </a:rPr>
              <a:t>) </a:t>
            </a:r>
            <a:endParaRPr lang="zh-CN" altLang="en-US" sz="2300" b="1"/>
          </a:p>
        </p:txBody>
      </p:sp>
      <p:sp>
        <p:nvSpPr>
          <p:cNvPr id="28" name="矩形 27">
            <a:extLst>
              <a:ext uri="{FF2B5EF4-FFF2-40B4-BE49-F238E27FC236}">
                <a16:creationId xmlns:a16="http://schemas.microsoft.com/office/drawing/2014/main" id="{959BE19E-7A7B-4F48-8C85-0B59559A837E}"/>
              </a:ext>
            </a:extLst>
          </p:cNvPr>
          <p:cNvSpPr>
            <a:spLocks noChangeArrowheads="1"/>
          </p:cNvSpPr>
          <p:nvPr/>
        </p:nvSpPr>
        <p:spPr bwMode="auto">
          <a:xfrm>
            <a:off x="7858125" y="3022600"/>
            <a:ext cx="406400"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lang="en-US" altLang="zh-CN" sz="2300" b="1">
                <a:solidFill>
                  <a:srgbClr val="FF0000"/>
                </a:solidFill>
                <a:latin typeface="Times New Roman" panose="02020603050405020304" pitchFamily="18" charset="0"/>
                <a:ea typeface="楷体_GB2312"/>
                <a:cs typeface="楷体_GB2312"/>
              </a:rPr>
              <a:t>$</a:t>
            </a:r>
            <a:r>
              <a:rPr kumimoji="1" lang="en-US" altLang="zh-CN" sz="2300" b="1">
                <a:solidFill>
                  <a:srgbClr val="FF0000"/>
                </a:solidFill>
                <a:latin typeface="Times New Roman" panose="02020603050405020304" pitchFamily="18" charset="0"/>
                <a:ea typeface="楷体_GB2312"/>
                <a:cs typeface="楷体_GB2312"/>
              </a:rPr>
              <a:t> </a:t>
            </a:r>
            <a:endParaRPr lang="zh-CN" altLang="en-US" sz="2300" b="1"/>
          </a:p>
        </p:txBody>
      </p:sp>
      <p:sp>
        <p:nvSpPr>
          <p:cNvPr id="29" name="矩形 28">
            <a:extLst>
              <a:ext uri="{FF2B5EF4-FFF2-40B4-BE49-F238E27FC236}">
                <a16:creationId xmlns:a16="http://schemas.microsoft.com/office/drawing/2014/main" id="{36154642-6F3E-4687-9180-B98470E5FB1C}"/>
              </a:ext>
            </a:extLst>
          </p:cNvPr>
          <p:cNvSpPr>
            <a:spLocks noChangeArrowheads="1"/>
          </p:cNvSpPr>
          <p:nvPr/>
        </p:nvSpPr>
        <p:spPr bwMode="auto">
          <a:xfrm>
            <a:off x="8059738" y="4289425"/>
            <a:ext cx="722312"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300" b="1">
                <a:solidFill>
                  <a:srgbClr val="FF0000"/>
                </a:solidFill>
                <a:latin typeface="Times New Roman" panose="02020603050405020304" pitchFamily="18" charset="0"/>
                <a:ea typeface="楷体_GB2312"/>
                <a:cs typeface="楷体_GB2312"/>
              </a:rPr>
              <a:t>+  </a:t>
            </a:r>
            <a:r>
              <a:rPr lang="en-US" altLang="zh-CN" sz="2300" b="1">
                <a:solidFill>
                  <a:srgbClr val="FF0000"/>
                </a:solidFill>
                <a:latin typeface="Times New Roman" panose="02020603050405020304" pitchFamily="18" charset="0"/>
                <a:ea typeface="楷体_GB2312"/>
                <a:cs typeface="楷体_GB2312"/>
              </a:rPr>
              <a:t>$</a:t>
            </a:r>
            <a:r>
              <a:rPr lang="en-US" altLang="zh-CN" sz="2300" b="1" i="1">
                <a:solidFill>
                  <a:srgbClr val="FF0000"/>
                </a:solidFill>
                <a:latin typeface="Times New Roman" panose="02020603050405020304" pitchFamily="18" charset="0"/>
                <a:ea typeface="楷体_GB2312"/>
                <a:cs typeface="楷体_GB2312"/>
              </a:rPr>
              <a:t> </a:t>
            </a:r>
            <a:endParaRPr lang="zh-CN" altLang="en-US" sz="2300" b="1"/>
          </a:p>
        </p:txBody>
      </p:sp>
      <p:sp>
        <p:nvSpPr>
          <p:cNvPr id="30" name="矩形 29">
            <a:extLst>
              <a:ext uri="{FF2B5EF4-FFF2-40B4-BE49-F238E27FC236}">
                <a16:creationId xmlns:a16="http://schemas.microsoft.com/office/drawing/2014/main" id="{51687FB3-4670-4557-B821-AAFF23CC0C57}"/>
              </a:ext>
            </a:extLst>
          </p:cNvPr>
          <p:cNvSpPr>
            <a:spLocks noChangeArrowheads="1"/>
          </p:cNvSpPr>
          <p:nvPr/>
        </p:nvSpPr>
        <p:spPr bwMode="auto">
          <a:xfrm>
            <a:off x="7793038" y="4340225"/>
            <a:ext cx="406400"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300" b="1">
                <a:solidFill>
                  <a:srgbClr val="FF0000"/>
                </a:solidFill>
                <a:latin typeface="Times New Roman" panose="02020603050405020304" pitchFamily="18" charset="0"/>
                <a:ea typeface="楷体_GB2312"/>
                <a:cs typeface="楷体_GB2312"/>
              </a:rPr>
              <a:t>* </a:t>
            </a:r>
            <a:endParaRPr lang="zh-CN" altLang="en-US" sz="2300" b="1"/>
          </a:p>
        </p:txBody>
      </p:sp>
      <p:sp>
        <p:nvSpPr>
          <p:cNvPr id="31" name="矩形 30">
            <a:extLst>
              <a:ext uri="{FF2B5EF4-FFF2-40B4-BE49-F238E27FC236}">
                <a16:creationId xmlns:a16="http://schemas.microsoft.com/office/drawing/2014/main" id="{B0C13209-20C9-4D7E-875F-24C042FA144A}"/>
              </a:ext>
            </a:extLst>
          </p:cNvPr>
          <p:cNvSpPr>
            <a:spLocks noChangeArrowheads="1"/>
          </p:cNvSpPr>
          <p:nvPr/>
        </p:nvSpPr>
        <p:spPr bwMode="auto">
          <a:xfrm>
            <a:off x="8650288" y="4268788"/>
            <a:ext cx="355600" cy="44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300" b="1">
                <a:solidFill>
                  <a:srgbClr val="FF0000"/>
                </a:solidFill>
                <a:latin typeface="Times New Roman" panose="02020603050405020304" pitchFamily="18" charset="0"/>
                <a:ea typeface="楷体_GB2312"/>
                <a:cs typeface="楷体_GB2312"/>
              </a:rPr>
              <a:t>) </a:t>
            </a:r>
            <a:endParaRPr lang="zh-CN" altLang="en-US" sz="2300" b="1"/>
          </a:p>
        </p:txBody>
      </p:sp>
      <p:sp>
        <p:nvSpPr>
          <p:cNvPr id="32" name="矩形 31">
            <a:extLst>
              <a:ext uri="{FF2B5EF4-FFF2-40B4-BE49-F238E27FC236}">
                <a16:creationId xmlns:a16="http://schemas.microsoft.com/office/drawing/2014/main" id="{07CD0B17-FF18-47E7-ADEB-31F51C0B9315}"/>
              </a:ext>
            </a:extLst>
          </p:cNvPr>
          <p:cNvSpPr>
            <a:spLocks noChangeArrowheads="1"/>
          </p:cNvSpPr>
          <p:nvPr/>
        </p:nvSpPr>
        <p:spPr bwMode="auto">
          <a:xfrm>
            <a:off x="7786688" y="3857625"/>
            <a:ext cx="722312"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300" b="1">
                <a:solidFill>
                  <a:srgbClr val="FF0000"/>
                </a:solidFill>
                <a:latin typeface="Times New Roman" panose="02020603050405020304" pitchFamily="18" charset="0"/>
                <a:ea typeface="楷体_GB2312"/>
                <a:cs typeface="楷体_GB2312"/>
              </a:rPr>
              <a:t>+  </a:t>
            </a:r>
            <a:r>
              <a:rPr lang="en-US" altLang="zh-CN" sz="2300" b="1">
                <a:solidFill>
                  <a:srgbClr val="FF0000"/>
                </a:solidFill>
                <a:latin typeface="Times New Roman" panose="02020603050405020304" pitchFamily="18" charset="0"/>
                <a:ea typeface="楷体_GB2312"/>
                <a:cs typeface="楷体_GB2312"/>
              </a:rPr>
              <a:t>$</a:t>
            </a:r>
            <a:r>
              <a:rPr lang="en-US" altLang="zh-CN" sz="2300" b="1" i="1">
                <a:solidFill>
                  <a:srgbClr val="FF0000"/>
                </a:solidFill>
                <a:latin typeface="Times New Roman" panose="02020603050405020304" pitchFamily="18" charset="0"/>
                <a:ea typeface="楷体_GB2312"/>
                <a:cs typeface="楷体_GB2312"/>
              </a:rPr>
              <a:t> </a:t>
            </a:r>
            <a:endParaRPr lang="zh-CN" altLang="en-US" sz="2300" b="1"/>
          </a:p>
        </p:txBody>
      </p:sp>
      <p:sp>
        <p:nvSpPr>
          <p:cNvPr id="33" name="矩形 32">
            <a:extLst>
              <a:ext uri="{FF2B5EF4-FFF2-40B4-BE49-F238E27FC236}">
                <a16:creationId xmlns:a16="http://schemas.microsoft.com/office/drawing/2014/main" id="{DF537E78-C778-48CF-BFF0-2D271E23B748}"/>
              </a:ext>
            </a:extLst>
          </p:cNvPr>
          <p:cNvSpPr>
            <a:spLocks noChangeArrowheads="1"/>
          </p:cNvSpPr>
          <p:nvPr/>
        </p:nvSpPr>
        <p:spPr bwMode="auto">
          <a:xfrm>
            <a:off x="8358188" y="3411538"/>
            <a:ext cx="282575" cy="44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300" b="1">
                <a:solidFill>
                  <a:srgbClr val="FF0000"/>
                </a:solidFill>
                <a:latin typeface="Times New Roman" panose="02020603050405020304" pitchFamily="18" charset="0"/>
                <a:ea typeface="楷体_GB2312"/>
                <a:cs typeface="楷体_GB2312"/>
              </a:rPr>
              <a:t>)</a:t>
            </a:r>
            <a:endParaRPr lang="zh-CN" altLang="en-US" sz="2300" b="1"/>
          </a:p>
        </p:txBody>
      </p:sp>
      <p:sp>
        <p:nvSpPr>
          <p:cNvPr id="34" name="Text Box 3">
            <a:extLst>
              <a:ext uri="{FF2B5EF4-FFF2-40B4-BE49-F238E27FC236}">
                <a16:creationId xmlns:a16="http://schemas.microsoft.com/office/drawing/2014/main" id="{A4FBFE5D-8E46-4D5C-B546-71ACD09E083C}"/>
              </a:ext>
            </a:extLst>
          </p:cNvPr>
          <p:cNvSpPr txBox="1">
            <a:spLocks noChangeArrowheads="1"/>
          </p:cNvSpPr>
          <p:nvPr/>
        </p:nvSpPr>
        <p:spPr bwMode="auto">
          <a:xfrm>
            <a:off x="2424113" y="2571750"/>
            <a:ext cx="3576637" cy="214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20000"/>
              </a:spcBef>
              <a:buClr>
                <a:schemeClr val="tx2"/>
              </a:buClr>
              <a:buSzPct val="75000"/>
            </a:pPr>
            <a:r>
              <a:rPr kumimoji="1" lang="en-US" altLang="zh-CN" sz="2300" b="1" i="1">
                <a:latin typeface="Times New Roman" panose="02020603050405020304" pitchFamily="18" charset="0"/>
                <a:ea typeface="楷体_GB2312"/>
                <a:cs typeface="Times New Roman" panose="02020603050405020304" pitchFamily="18" charset="0"/>
              </a:rPr>
              <a:t>FIRST </a:t>
            </a:r>
            <a:r>
              <a:rPr kumimoji="1" lang="en-US" altLang="zh-CN" sz="2300" b="1">
                <a:latin typeface="Times New Roman" panose="02020603050405020304" pitchFamily="18" charset="0"/>
                <a:ea typeface="楷体_GB2312"/>
                <a:cs typeface="Times New Roman" panose="02020603050405020304" pitchFamily="18" charset="0"/>
              </a:rPr>
              <a:t>( </a:t>
            </a:r>
            <a:r>
              <a:rPr kumimoji="1" lang="en-US" altLang="zh-CN" sz="2300" b="1" i="1">
                <a:latin typeface="Times New Roman" panose="02020603050405020304" pitchFamily="18" charset="0"/>
                <a:ea typeface="楷体_GB2312"/>
                <a:cs typeface="Times New Roman" panose="02020603050405020304" pitchFamily="18" charset="0"/>
              </a:rPr>
              <a:t>E</a:t>
            </a:r>
            <a:r>
              <a:rPr kumimoji="1" lang="en-US" altLang="zh-CN" sz="2300" b="1">
                <a:latin typeface="Times New Roman" panose="02020603050405020304" pitchFamily="18" charset="0"/>
                <a:ea typeface="楷体_GB2312"/>
                <a:cs typeface="Times New Roman" panose="02020603050405020304" pitchFamily="18" charset="0"/>
              </a:rPr>
              <a:t> )  = {  (   id } </a:t>
            </a:r>
          </a:p>
          <a:p>
            <a:pPr>
              <a:spcBef>
                <a:spcPct val="20000"/>
              </a:spcBef>
              <a:buClr>
                <a:schemeClr val="tx2"/>
              </a:buClr>
              <a:buSzPct val="75000"/>
            </a:pPr>
            <a:r>
              <a:rPr kumimoji="1" lang="en-US" altLang="zh-CN" sz="2300" b="1" i="1">
                <a:latin typeface="Times New Roman" panose="02020603050405020304" pitchFamily="18" charset="0"/>
                <a:ea typeface="楷体_GB2312"/>
                <a:cs typeface="Times New Roman" panose="02020603050405020304" pitchFamily="18" charset="0"/>
              </a:rPr>
              <a:t>FIRST </a:t>
            </a:r>
            <a:r>
              <a:rPr kumimoji="1" lang="en-US" altLang="zh-CN" sz="2300" b="1">
                <a:latin typeface="Times New Roman" panose="02020603050405020304" pitchFamily="18" charset="0"/>
                <a:ea typeface="楷体_GB2312"/>
                <a:cs typeface="Times New Roman" panose="02020603050405020304" pitchFamily="18" charset="0"/>
              </a:rPr>
              <a:t>( </a:t>
            </a:r>
            <a:r>
              <a:rPr kumimoji="1" lang="en-US" altLang="zh-CN" sz="2300" b="1" i="1">
                <a:latin typeface="Times New Roman" panose="02020603050405020304" pitchFamily="18" charset="0"/>
                <a:ea typeface="楷体_GB2312"/>
                <a:cs typeface="Times New Roman" panose="02020603050405020304" pitchFamily="18" charset="0"/>
              </a:rPr>
              <a:t>E' </a:t>
            </a:r>
            <a:r>
              <a:rPr kumimoji="1" lang="en-US" altLang="zh-CN" sz="2300" b="1">
                <a:latin typeface="Times New Roman" panose="02020603050405020304" pitchFamily="18" charset="0"/>
                <a:ea typeface="楷体_GB2312"/>
                <a:cs typeface="Times New Roman" panose="02020603050405020304" pitchFamily="18" charset="0"/>
              </a:rPr>
              <a:t>) = {  +  </a:t>
            </a:r>
            <a:r>
              <a:rPr kumimoji="1" lang="en-US" altLang="zh-CN" sz="2300" b="1" i="1">
                <a:latin typeface="Times New Roman" panose="02020603050405020304" pitchFamily="18" charset="0"/>
                <a:ea typeface="楷体_GB2312"/>
                <a:cs typeface="Times New Roman" panose="02020603050405020304" pitchFamily="18" charset="0"/>
              </a:rPr>
              <a:t>ε</a:t>
            </a:r>
            <a:r>
              <a:rPr kumimoji="1" lang="en-US" altLang="zh-CN" sz="2300" b="1">
                <a:latin typeface="Times New Roman" panose="02020603050405020304" pitchFamily="18" charset="0"/>
                <a:ea typeface="楷体_GB2312"/>
                <a:cs typeface="Times New Roman" panose="02020603050405020304" pitchFamily="18" charset="0"/>
              </a:rPr>
              <a:t>  }</a:t>
            </a:r>
          </a:p>
          <a:p>
            <a:pPr>
              <a:spcBef>
                <a:spcPct val="20000"/>
              </a:spcBef>
              <a:buClr>
                <a:schemeClr val="tx2"/>
              </a:buClr>
              <a:buSzPct val="75000"/>
            </a:pPr>
            <a:r>
              <a:rPr kumimoji="1" lang="en-US" altLang="zh-CN" sz="2300" b="1" i="1">
                <a:latin typeface="Times New Roman" panose="02020603050405020304" pitchFamily="18" charset="0"/>
                <a:ea typeface="楷体_GB2312"/>
                <a:cs typeface="Times New Roman" panose="02020603050405020304" pitchFamily="18" charset="0"/>
              </a:rPr>
              <a:t>FIRST </a:t>
            </a:r>
            <a:r>
              <a:rPr kumimoji="1" lang="en-US" altLang="zh-CN" sz="2300" b="1">
                <a:latin typeface="Times New Roman" panose="02020603050405020304" pitchFamily="18" charset="0"/>
                <a:ea typeface="楷体_GB2312"/>
                <a:cs typeface="Times New Roman" panose="02020603050405020304" pitchFamily="18" charset="0"/>
              </a:rPr>
              <a:t>( </a:t>
            </a:r>
            <a:r>
              <a:rPr kumimoji="1" lang="en-US" altLang="zh-CN" sz="2300" b="1" i="1">
                <a:latin typeface="Times New Roman" panose="02020603050405020304" pitchFamily="18" charset="0"/>
                <a:ea typeface="楷体_GB2312"/>
                <a:cs typeface="Times New Roman" panose="02020603050405020304" pitchFamily="18" charset="0"/>
              </a:rPr>
              <a:t>T</a:t>
            </a:r>
            <a:r>
              <a:rPr kumimoji="1" lang="en-US" altLang="zh-CN" sz="2300" b="1">
                <a:latin typeface="Times New Roman" panose="02020603050405020304" pitchFamily="18" charset="0"/>
                <a:ea typeface="楷体_GB2312"/>
                <a:cs typeface="Times New Roman" panose="02020603050405020304" pitchFamily="18" charset="0"/>
              </a:rPr>
              <a:t> )  = {  (  id  } </a:t>
            </a:r>
          </a:p>
          <a:p>
            <a:pPr>
              <a:spcBef>
                <a:spcPct val="20000"/>
              </a:spcBef>
              <a:buClr>
                <a:schemeClr val="tx2"/>
              </a:buClr>
              <a:buSzPct val="75000"/>
            </a:pPr>
            <a:r>
              <a:rPr kumimoji="1" lang="en-US" altLang="zh-CN" sz="2300" b="1" i="1">
                <a:latin typeface="Times New Roman" panose="02020603050405020304" pitchFamily="18" charset="0"/>
                <a:ea typeface="楷体_GB2312"/>
                <a:cs typeface="Times New Roman" panose="02020603050405020304" pitchFamily="18" charset="0"/>
              </a:rPr>
              <a:t>FIRST </a:t>
            </a:r>
            <a:r>
              <a:rPr kumimoji="1" lang="en-US" altLang="zh-CN" sz="2300" b="1">
                <a:latin typeface="Times New Roman" panose="02020603050405020304" pitchFamily="18" charset="0"/>
                <a:ea typeface="楷体_GB2312"/>
                <a:cs typeface="Times New Roman" panose="02020603050405020304" pitchFamily="18" charset="0"/>
              </a:rPr>
              <a:t>( </a:t>
            </a:r>
            <a:r>
              <a:rPr kumimoji="1" lang="en-US" altLang="zh-CN" sz="2300" b="1" i="1">
                <a:latin typeface="Times New Roman" panose="02020603050405020304" pitchFamily="18" charset="0"/>
                <a:ea typeface="楷体_GB2312"/>
                <a:cs typeface="Times New Roman" panose="02020603050405020304" pitchFamily="18" charset="0"/>
              </a:rPr>
              <a:t>T'</a:t>
            </a:r>
            <a:r>
              <a:rPr kumimoji="1" lang="en-US" altLang="zh-CN" sz="2300" b="1">
                <a:latin typeface="Times New Roman" panose="02020603050405020304" pitchFamily="18" charset="0"/>
                <a:ea typeface="楷体_GB2312"/>
                <a:cs typeface="Times New Roman" panose="02020603050405020304" pitchFamily="18" charset="0"/>
              </a:rPr>
              <a:t> ) = {  *  </a:t>
            </a:r>
            <a:r>
              <a:rPr kumimoji="1" lang="en-US" altLang="zh-CN" sz="2300" b="1" i="1">
                <a:latin typeface="Times New Roman" panose="02020603050405020304" pitchFamily="18" charset="0"/>
                <a:ea typeface="楷体_GB2312"/>
                <a:cs typeface="Times New Roman" panose="02020603050405020304" pitchFamily="18" charset="0"/>
              </a:rPr>
              <a:t>ε</a:t>
            </a:r>
            <a:r>
              <a:rPr kumimoji="1" lang="en-US" altLang="zh-CN" sz="2300" b="1">
                <a:latin typeface="Times New Roman" panose="02020603050405020304" pitchFamily="18" charset="0"/>
                <a:ea typeface="楷体_GB2312"/>
                <a:cs typeface="Times New Roman" panose="02020603050405020304" pitchFamily="18" charset="0"/>
              </a:rPr>
              <a:t>   }</a:t>
            </a:r>
          </a:p>
          <a:p>
            <a:pPr>
              <a:spcBef>
                <a:spcPct val="20000"/>
              </a:spcBef>
              <a:buClr>
                <a:schemeClr val="tx2"/>
              </a:buClr>
              <a:buSzPct val="75000"/>
            </a:pPr>
            <a:r>
              <a:rPr kumimoji="1" lang="en-US" altLang="zh-CN" sz="2300" b="1" i="1">
                <a:latin typeface="Times New Roman" panose="02020603050405020304" pitchFamily="18" charset="0"/>
                <a:ea typeface="楷体_GB2312"/>
                <a:cs typeface="Times New Roman" panose="02020603050405020304" pitchFamily="18" charset="0"/>
              </a:rPr>
              <a:t>FIRST </a:t>
            </a:r>
            <a:r>
              <a:rPr kumimoji="1" lang="en-US" altLang="zh-CN" sz="2300" b="1">
                <a:latin typeface="Times New Roman" panose="02020603050405020304" pitchFamily="18" charset="0"/>
                <a:ea typeface="楷体_GB2312"/>
                <a:cs typeface="Times New Roman" panose="02020603050405020304" pitchFamily="18" charset="0"/>
              </a:rPr>
              <a:t>( </a:t>
            </a:r>
            <a:r>
              <a:rPr kumimoji="1" lang="en-US" altLang="zh-CN" sz="2300" b="1" i="1">
                <a:latin typeface="Times New Roman" panose="02020603050405020304" pitchFamily="18" charset="0"/>
                <a:ea typeface="楷体_GB2312"/>
                <a:cs typeface="Times New Roman" panose="02020603050405020304" pitchFamily="18" charset="0"/>
              </a:rPr>
              <a:t>F</a:t>
            </a:r>
            <a:r>
              <a:rPr kumimoji="1" lang="en-US" altLang="zh-CN" sz="2300" b="1">
                <a:latin typeface="Times New Roman" panose="02020603050405020304" pitchFamily="18" charset="0"/>
                <a:ea typeface="楷体_GB2312"/>
                <a:cs typeface="Times New Roman" panose="02020603050405020304" pitchFamily="18" charset="0"/>
              </a:rPr>
              <a:t> )  = {  (  id } </a:t>
            </a:r>
          </a:p>
        </p:txBody>
      </p:sp>
      <p:sp>
        <p:nvSpPr>
          <p:cNvPr id="2" name="椭圆 1">
            <a:extLst>
              <a:ext uri="{FF2B5EF4-FFF2-40B4-BE49-F238E27FC236}">
                <a16:creationId xmlns:a16="http://schemas.microsoft.com/office/drawing/2014/main" id="{E97466F4-3826-4FDE-9D39-90312B2E7D6D}"/>
              </a:ext>
            </a:extLst>
          </p:cNvPr>
          <p:cNvSpPr/>
          <p:nvPr/>
        </p:nvSpPr>
        <p:spPr>
          <a:xfrm>
            <a:off x="4500563" y="3040063"/>
            <a:ext cx="431800" cy="388937"/>
          </a:xfrm>
          <a:prstGeom prst="ellipse">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5" name="椭圆 34">
            <a:extLst>
              <a:ext uri="{FF2B5EF4-FFF2-40B4-BE49-F238E27FC236}">
                <a16:creationId xmlns:a16="http://schemas.microsoft.com/office/drawing/2014/main" id="{5A06A74A-2EC6-4449-B581-2D09F3C634EA}"/>
              </a:ext>
            </a:extLst>
          </p:cNvPr>
          <p:cNvSpPr/>
          <p:nvPr/>
        </p:nvSpPr>
        <p:spPr>
          <a:xfrm>
            <a:off x="4495800" y="3857625"/>
            <a:ext cx="431800" cy="388938"/>
          </a:xfrm>
          <a:prstGeom prst="ellipse">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 name="灯片编号占位符 3">
            <a:extLst>
              <a:ext uri="{FF2B5EF4-FFF2-40B4-BE49-F238E27FC236}">
                <a16:creationId xmlns:a16="http://schemas.microsoft.com/office/drawing/2014/main" id="{8BABC0CB-881B-4BAD-B2EE-6DE21E4487DC}"/>
              </a:ext>
            </a:extLst>
          </p:cNvPr>
          <p:cNvSpPr>
            <a:spLocks noGrp="1"/>
          </p:cNvSpPr>
          <p:nvPr>
            <p:ph type="sldNum" sz="quarter" idx="12"/>
          </p:nvPr>
        </p:nvSpPr>
        <p:spPr/>
        <p:txBody>
          <a:bodyPr/>
          <a:lstStyle/>
          <a:p>
            <a:pPr>
              <a:defRPr/>
            </a:pPr>
            <a:fld id="{EA567855-7F13-4FC5-AD61-2B82F6443E16}" type="slidenum">
              <a:rPr lang="zh-CN" altLang="en-US" smtClean="0"/>
              <a:pPr>
                <a:defRPr/>
              </a:pPr>
              <a:t>44</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anim calcmode="lin" valueType="num">
                                      <p:cBhvr>
                                        <p:cTn id="7" dur="500" fill="hold"/>
                                        <p:tgtEl>
                                          <p:spTgt spid="5">
                                            <p:bg/>
                                          </p:spTgt>
                                        </p:tgtEl>
                                        <p:attrNameLst>
                                          <p:attrName>ppt_w</p:attrName>
                                        </p:attrNameLst>
                                      </p:cBhvr>
                                      <p:tavLst>
                                        <p:tav tm="0">
                                          <p:val>
                                            <p:fltVal val="0"/>
                                          </p:val>
                                        </p:tav>
                                        <p:tav tm="100000">
                                          <p:val>
                                            <p:strVal val="#ppt_w"/>
                                          </p:val>
                                        </p:tav>
                                      </p:tavLst>
                                    </p:anim>
                                    <p:anim calcmode="lin" valueType="num">
                                      <p:cBhvr>
                                        <p:cTn id="8" dur="500" fill="hold"/>
                                        <p:tgtEl>
                                          <p:spTgt spid="5">
                                            <p:bg/>
                                          </p:spTgt>
                                        </p:tgtEl>
                                        <p:attrNameLst>
                                          <p:attrName>ppt_h</p:attrName>
                                        </p:attrNameLst>
                                      </p:cBhvr>
                                      <p:tavLst>
                                        <p:tav tm="0">
                                          <p:val>
                                            <p:fltVal val="0"/>
                                          </p:val>
                                        </p:tav>
                                        <p:tav tm="100000">
                                          <p:val>
                                            <p:strVal val="#ppt_h"/>
                                          </p:val>
                                        </p:tav>
                                      </p:tavLst>
                                    </p:anim>
                                    <p:animEffect transition="in" filter="fade">
                                      <p:cBhvr>
                                        <p:cTn id="9" dur="500"/>
                                        <p:tgtEl>
                                          <p:spTgt spid="5">
                                            <p:bg/>
                                          </p:spTgt>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 calcmode="lin" valueType="num">
                                      <p:cBhvr>
                                        <p:cTn id="12" dur="500" fill="hold"/>
                                        <p:tgtEl>
                                          <p:spTgt spid="5">
                                            <p:txEl>
                                              <p:pRg st="0" end="0"/>
                                            </p:txEl>
                                          </p:spTgt>
                                        </p:tgtEl>
                                        <p:attrNameLst>
                                          <p:attrName>ppt_w</p:attrName>
                                        </p:attrNameLst>
                                      </p:cBhvr>
                                      <p:tavLst>
                                        <p:tav tm="0">
                                          <p:val>
                                            <p:fltVal val="0"/>
                                          </p:val>
                                        </p:tav>
                                        <p:tav tm="100000">
                                          <p:val>
                                            <p:strVal val="#ppt_w"/>
                                          </p:val>
                                        </p:tav>
                                      </p:tavLst>
                                    </p:anim>
                                    <p:anim calcmode="lin" valueType="num">
                                      <p:cBhvr>
                                        <p:cTn id="13" dur="500" fill="hold"/>
                                        <p:tgtEl>
                                          <p:spTgt spid="5">
                                            <p:txEl>
                                              <p:pRg st="0" end="0"/>
                                            </p:txEl>
                                          </p:spTgt>
                                        </p:tgtEl>
                                        <p:attrNameLst>
                                          <p:attrName>ppt_h</p:attrName>
                                        </p:attrNameLst>
                                      </p:cBhvr>
                                      <p:tavLst>
                                        <p:tav tm="0">
                                          <p:val>
                                            <p:fltVal val="0"/>
                                          </p:val>
                                        </p:tav>
                                        <p:tav tm="100000">
                                          <p:val>
                                            <p:strVal val="#ppt_h"/>
                                          </p:val>
                                        </p:tav>
                                      </p:tavLst>
                                    </p:anim>
                                    <p:animEffect transition="in" filter="fade">
                                      <p:cBhvr>
                                        <p:cTn id="14" dur="500"/>
                                        <p:tgtEl>
                                          <p:spTgt spid="5">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anim calcmode="lin" valueType="num">
                                      <p:cBhvr>
                                        <p:cTn id="19" dur="500" fill="hold"/>
                                        <p:tgtEl>
                                          <p:spTgt spid="5">
                                            <p:txEl>
                                              <p:pRg st="1" end="1"/>
                                            </p:txEl>
                                          </p:spTgt>
                                        </p:tgtEl>
                                        <p:attrNameLst>
                                          <p:attrName>ppt_w</p:attrName>
                                        </p:attrNameLst>
                                      </p:cBhvr>
                                      <p:tavLst>
                                        <p:tav tm="0">
                                          <p:val>
                                            <p:fltVal val="0"/>
                                          </p:val>
                                        </p:tav>
                                        <p:tav tm="100000">
                                          <p:val>
                                            <p:strVal val="#ppt_w"/>
                                          </p:val>
                                        </p:tav>
                                      </p:tavLst>
                                    </p:anim>
                                    <p:anim calcmode="lin" valueType="num">
                                      <p:cBhvr>
                                        <p:cTn id="20" dur="500" fill="hold"/>
                                        <p:tgtEl>
                                          <p:spTgt spid="5">
                                            <p:txEl>
                                              <p:pRg st="1" end="1"/>
                                            </p:txEl>
                                          </p:spTgt>
                                        </p:tgtEl>
                                        <p:attrNameLst>
                                          <p:attrName>ppt_h</p:attrName>
                                        </p:attrNameLst>
                                      </p:cBhvr>
                                      <p:tavLst>
                                        <p:tav tm="0">
                                          <p:val>
                                            <p:fltVal val="0"/>
                                          </p:val>
                                        </p:tav>
                                        <p:tav tm="100000">
                                          <p:val>
                                            <p:strVal val="#ppt_h"/>
                                          </p:val>
                                        </p:tav>
                                      </p:tavLst>
                                    </p:anim>
                                    <p:animEffect transition="in" filter="fade">
                                      <p:cBhvr>
                                        <p:cTn id="21" dur="500"/>
                                        <p:tgtEl>
                                          <p:spTgt spid="5">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5">
                                            <p:txEl>
                                              <p:pRg st="2" end="2"/>
                                            </p:txEl>
                                          </p:spTgt>
                                        </p:tgtEl>
                                        <p:attrNameLst>
                                          <p:attrName>style.visibility</p:attrName>
                                        </p:attrNameLst>
                                      </p:cBhvr>
                                      <p:to>
                                        <p:strVal val="visible"/>
                                      </p:to>
                                    </p:set>
                                    <p:anim calcmode="lin" valueType="num">
                                      <p:cBhvr>
                                        <p:cTn id="26" dur="500" fill="hold"/>
                                        <p:tgtEl>
                                          <p:spTgt spid="5">
                                            <p:txEl>
                                              <p:pRg st="2" end="2"/>
                                            </p:txEl>
                                          </p:spTgt>
                                        </p:tgtEl>
                                        <p:attrNameLst>
                                          <p:attrName>ppt_w</p:attrName>
                                        </p:attrNameLst>
                                      </p:cBhvr>
                                      <p:tavLst>
                                        <p:tav tm="0">
                                          <p:val>
                                            <p:fltVal val="0"/>
                                          </p:val>
                                        </p:tav>
                                        <p:tav tm="100000">
                                          <p:val>
                                            <p:strVal val="#ppt_w"/>
                                          </p:val>
                                        </p:tav>
                                      </p:tavLst>
                                    </p:anim>
                                    <p:anim calcmode="lin" valueType="num">
                                      <p:cBhvr>
                                        <p:cTn id="27" dur="500" fill="hold"/>
                                        <p:tgtEl>
                                          <p:spTgt spid="5">
                                            <p:txEl>
                                              <p:pRg st="2" end="2"/>
                                            </p:txEl>
                                          </p:spTgt>
                                        </p:tgtEl>
                                        <p:attrNameLst>
                                          <p:attrName>ppt_h</p:attrName>
                                        </p:attrNameLst>
                                      </p:cBhvr>
                                      <p:tavLst>
                                        <p:tav tm="0">
                                          <p:val>
                                            <p:fltVal val="0"/>
                                          </p:val>
                                        </p:tav>
                                        <p:tav tm="100000">
                                          <p:val>
                                            <p:strVal val="#ppt_h"/>
                                          </p:val>
                                        </p:tav>
                                      </p:tavLst>
                                    </p:anim>
                                    <p:animEffect transition="in" filter="fade">
                                      <p:cBhvr>
                                        <p:cTn id="28" dur="500"/>
                                        <p:tgtEl>
                                          <p:spTgt spid="5">
                                            <p:txEl>
                                              <p:pRg st="2" end="2"/>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53" presetClass="entr" presetSubtype="0" fill="hold" grpId="0" nodeType="clickEffect">
                                  <p:stCondLst>
                                    <p:cond delay="0"/>
                                  </p:stCondLst>
                                  <p:childTnLst>
                                    <p:set>
                                      <p:cBhvr>
                                        <p:cTn id="32" dur="1" fill="hold">
                                          <p:stCondLst>
                                            <p:cond delay="0"/>
                                          </p:stCondLst>
                                        </p:cTn>
                                        <p:tgtEl>
                                          <p:spTgt spid="15"/>
                                        </p:tgtEl>
                                        <p:attrNameLst>
                                          <p:attrName>style.visibility</p:attrName>
                                        </p:attrNameLst>
                                      </p:cBhvr>
                                      <p:to>
                                        <p:strVal val="visible"/>
                                      </p:to>
                                    </p:set>
                                    <p:anim calcmode="lin" valueType="num">
                                      <p:cBhvr>
                                        <p:cTn id="33" dur="500" fill="hold"/>
                                        <p:tgtEl>
                                          <p:spTgt spid="15"/>
                                        </p:tgtEl>
                                        <p:attrNameLst>
                                          <p:attrName>ppt_w</p:attrName>
                                        </p:attrNameLst>
                                      </p:cBhvr>
                                      <p:tavLst>
                                        <p:tav tm="0">
                                          <p:val>
                                            <p:fltVal val="0"/>
                                          </p:val>
                                        </p:tav>
                                        <p:tav tm="100000">
                                          <p:val>
                                            <p:strVal val="#ppt_w"/>
                                          </p:val>
                                        </p:tav>
                                      </p:tavLst>
                                    </p:anim>
                                    <p:anim calcmode="lin" valueType="num">
                                      <p:cBhvr>
                                        <p:cTn id="34" dur="500" fill="hold"/>
                                        <p:tgtEl>
                                          <p:spTgt spid="15"/>
                                        </p:tgtEl>
                                        <p:attrNameLst>
                                          <p:attrName>ppt_h</p:attrName>
                                        </p:attrNameLst>
                                      </p:cBhvr>
                                      <p:tavLst>
                                        <p:tav tm="0">
                                          <p:val>
                                            <p:fltVal val="0"/>
                                          </p:val>
                                        </p:tav>
                                        <p:tav tm="100000">
                                          <p:val>
                                            <p:strVal val="#ppt_h"/>
                                          </p:val>
                                        </p:tav>
                                      </p:tavLst>
                                    </p:anim>
                                    <p:animEffect transition="in" filter="fade">
                                      <p:cBhvr>
                                        <p:cTn id="35" dur="500"/>
                                        <p:tgtEl>
                                          <p:spTgt spid="15"/>
                                        </p:tgtEl>
                                      </p:cBhvr>
                                    </p:animEffect>
                                  </p:childTnLst>
                                </p:cTn>
                              </p:par>
                              <p:par>
                                <p:cTn id="36" presetID="53" presetClass="entr" presetSubtype="0" fill="hold" nodeType="withEffect">
                                  <p:stCondLst>
                                    <p:cond delay="0"/>
                                  </p:stCondLst>
                                  <p:childTnLst>
                                    <p:set>
                                      <p:cBhvr>
                                        <p:cTn id="37" dur="1" fill="hold">
                                          <p:stCondLst>
                                            <p:cond delay="0"/>
                                          </p:stCondLst>
                                        </p:cTn>
                                        <p:tgtEl>
                                          <p:spTgt spid="15">
                                            <p:txEl>
                                              <p:pRg st="0" end="0"/>
                                            </p:txEl>
                                          </p:spTgt>
                                        </p:tgtEl>
                                        <p:attrNameLst>
                                          <p:attrName>style.visibility</p:attrName>
                                        </p:attrNameLst>
                                      </p:cBhvr>
                                      <p:to>
                                        <p:strVal val="visible"/>
                                      </p:to>
                                    </p:set>
                                    <p:anim calcmode="lin" valueType="num">
                                      <p:cBhvr>
                                        <p:cTn id="38" dur="500" fill="hold"/>
                                        <p:tgtEl>
                                          <p:spTgt spid="15">
                                            <p:txEl>
                                              <p:pRg st="0" end="0"/>
                                            </p:txEl>
                                          </p:spTgt>
                                        </p:tgtEl>
                                        <p:attrNameLst>
                                          <p:attrName>ppt_w</p:attrName>
                                        </p:attrNameLst>
                                      </p:cBhvr>
                                      <p:tavLst>
                                        <p:tav tm="0">
                                          <p:val>
                                            <p:fltVal val="0"/>
                                          </p:val>
                                        </p:tav>
                                        <p:tav tm="100000">
                                          <p:val>
                                            <p:strVal val="#ppt_w"/>
                                          </p:val>
                                        </p:tav>
                                      </p:tavLst>
                                    </p:anim>
                                    <p:anim calcmode="lin" valueType="num">
                                      <p:cBhvr>
                                        <p:cTn id="39" dur="500" fill="hold"/>
                                        <p:tgtEl>
                                          <p:spTgt spid="15">
                                            <p:txEl>
                                              <p:pRg st="0" end="0"/>
                                            </p:txEl>
                                          </p:spTgt>
                                        </p:tgtEl>
                                        <p:attrNameLst>
                                          <p:attrName>ppt_h</p:attrName>
                                        </p:attrNameLst>
                                      </p:cBhvr>
                                      <p:tavLst>
                                        <p:tav tm="0">
                                          <p:val>
                                            <p:fltVal val="0"/>
                                          </p:val>
                                        </p:tav>
                                        <p:tav tm="100000">
                                          <p:val>
                                            <p:strVal val="#ppt_h"/>
                                          </p:val>
                                        </p:tav>
                                      </p:tavLst>
                                    </p:anim>
                                    <p:animEffect transition="in" filter="fade">
                                      <p:cBhvr>
                                        <p:cTn id="40" dur="500"/>
                                        <p:tgtEl>
                                          <p:spTgt spid="15">
                                            <p:txEl>
                                              <p:pRg st="0" end="0"/>
                                            </p:txEl>
                                          </p:spTgt>
                                        </p:tgtEl>
                                      </p:cBhvr>
                                    </p:animEffect>
                                  </p:childTnLst>
                                </p:cTn>
                              </p:par>
                              <p:par>
                                <p:cTn id="41" presetID="53" presetClass="entr" presetSubtype="0" fill="hold" nodeType="withEffect">
                                  <p:stCondLst>
                                    <p:cond delay="0"/>
                                  </p:stCondLst>
                                  <p:childTnLst>
                                    <p:set>
                                      <p:cBhvr>
                                        <p:cTn id="42" dur="1" fill="hold">
                                          <p:stCondLst>
                                            <p:cond delay="0"/>
                                          </p:stCondLst>
                                        </p:cTn>
                                        <p:tgtEl>
                                          <p:spTgt spid="15">
                                            <p:txEl>
                                              <p:pRg st="1" end="1"/>
                                            </p:txEl>
                                          </p:spTgt>
                                        </p:tgtEl>
                                        <p:attrNameLst>
                                          <p:attrName>style.visibility</p:attrName>
                                        </p:attrNameLst>
                                      </p:cBhvr>
                                      <p:to>
                                        <p:strVal val="visible"/>
                                      </p:to>
                                    </p:set>
                                    <p:anim calcmode="lin" valueType="num">
                                      <p:cBhvr>
                                        <p:cTn id="43" dur="500" fill="hold"/>
                                        <p:tgtEl>
                                          <p:spTgt spid="15">
                                            <p:txEl>
                                              <p:pRg st="1" end="1"/>
                                            </p:txEl>
                                          </p:spTgt>
                                        </p:tgtEl>
                                        <p:attrNameLst>
                                          <p:attrName>ppt_w</p:attrName>
                                        </p:attrNameLst>
                                      </p:cBhvr>
                                      <p:tavLst>
                                        <p:tav tm="0">
                                          <p:val>
                                            <p:fltVal val="0"/>
                                          </p:val>
                                        </p:tav>
                                        <p:tav tm="100000">
                                          <p:val>
                                            <p:strVal val="#ppt_w"/>
                                          </p:val>
                                        </p:tav>
                                      </p:tavLst>
                                    </p:anim>
                                    <p:anim calcmode="lin" valueType="num">
                                      <p:cBhvr>
                                        <p:cTn id="44" dur="500" fill="hold"/>
                                        <p:tgtEl>
                                          <p:spTgt spid="15">
                                            <p:txEl>
                                              <p:pRg st="1" end="1"/>
                                            </p:txEl>
                                          </p:spTgt>
                                        </p:tgtEl>
                                        <p:attrNameLst>
                                          <p:attrName>ppt_h</p:attrName>
                                        </p:attrNameLst>
                                      </p:cBhvr>
                                      <p:tavLst>
                                        <p:tav tm="0">
                                          <p:val>
                                            <p:fltVal val="0"/>
                                          </p:val>
                                        </p:tav>
                                        <p:tav tm="100000">
                                          <p:val>
                                            <p:strVal val="#ppt_h"/>
                                          </p:val>
                                        </p:tav>
                                      </p:tavLst>
                                    </p:anim>
                                    <p:animEffect transition="in" filter="fade">
                                      <p:cBhvr>
                                        <p:cTn id="45" dur="500"/>
                                        <p:tgtEl>
                                          <p:spTgt spid="15">
                                            <p:txEl>
                                              <p:pRg st="1" end="1"/>
                                            </p:txEl>
                                          </p:spTgt>
                                        </p:tgtEl>
                                      </p:cBhvr>
                                    </p:animEffect>
                                  </p:childTnLst>
                                </p:cTn>
                              </p:par>
                              <p:par>
                                <p:cTn id="46" presetID="53" presetClass="entr" presetSubtype="0" fill="hold" nodeType="withEffect">
                                  <p:stCondLst>
                                    <p:cond delay="0"/>
                                  </p:stCondLst>
                                  <p:childTnLst>
                                    <p:set>
                                      <p:cBhvr>
                                        <p:cTn id="47" dur="1" fill="hold">
                                          <p:stCondLst>
                                            <p:cond delay="0"/>
                                          </p:stCondLst>
                                        </p:cTn>
                                        <p:tgtEl>
                                          <p:spTgt spid="15">
                                            <p:txEl>
                                              <p:pRg st="2" end="2"/>
                                            </p:txEl>
                                          </p:spTgt>
                                        </p:tgtEl>
                                        <p:attrNameLst>
                                          <p:attrName>style.visibility</p:attrName>
                                        </p:attrNameLst>
                                      </p:cBhvr>
                                      <p:to>
                                        <p:strVal val="visible"/>
                                      </p:to>
                                    </p:set>
                                    <p:anim calcmode="lin" valueType="num">
                                      <p:cBhvr>
                                        <p:cTn id="48" dur="500" fill="hold"/>
                                        <p:tgtEl>
                                          <p:spTgt spid="15">
                                            <p:txEl>
                                              <p:pRg st="2" end="2"/>
                                            </p:txEl>
                                          </p:spTgt>
                                        </p:tgtEl>
                                        <p:attrNameLst>
                                          <p:attrName>ppt_w</p:attrName>
                                        </p:attrNameLst>
                                      </p:cBhvr>
                                      <p:tavLst>
                                        <p:tav tm="0">
                                          <p:val>
                                            <p:fltVal val="0"/>
                                          </p:val>
                                        </p:tav>
                                        <p:tav tm="100000">
                                          <p:val>
                                            <p:strVal val="#ppt_w"/>
                                          </p:val>
                                        </p:tav>
                                      </p:tavLst>
                                    </p:anim>
                                    <p:anim calcmode="lin" valueType="num">
                                      <p:cBhvr>
                                        <p:cTn id="49" dur="500" fill="hold"/>
                                        <p:tgtEl>
                                          <p:spTgt spid="15">
                                            <p:txEl>
                                              <p:pRg st="2" end="2"/>
                                            </p:txEl>
                                          </p:spTgt>
                                        </p:tgtEl>
                                        <p:attrNameLst>
                                          <p:attrName>ppt_h</p:attrName>
                                        </p:attrNameLst>
                                      </p:cBhvr>
                                      <p:tavLst>
                                        <p:tav tm="0">
                                          <p:val>
                                            <p:fltVal val="0"/>
                                          </p:val>
                                        </p:tav>
                                        <p:tav tm="100000">
                                          <p:val>
                                            <p:strVal val="#ppt_h"/>
                                          </p:val>
                                        </p:tav>
                                      </p:tavLst>
                                    </p:anim>
                                    <p:animEffect transition="in" filter="fade">
                                      <p:cBhvr>
                                        <p:cTn id="50" dur="500"/>
                                        <p:tgtEl>
                                          <p:spTgt spid="15">
                                            <p:txEl>
                                              <p:pRg st="2" end="2"/>
                                            </p:txEl>
                                          </p:spTgt>
                                        </p:tgtEl>
                                      </p:cBhvr>
                                    </p:animEffect>
                                  </p:childTnLst>
                                </p:cTn>
                              </p:par>
                              <p:par>
                                <p:cTn id="51" presetID="53" presetClass="entr" presetSubtype="0" fill="hold" nodeType="withEffect">
                                  <p:stCondLst>
                                    <p:cond delay="0"/>
                                  </p:stCondLst>
                                  <p:childTnLst>
                                    <p:set>
                                      <p:cBhvr>
                                        <p:cTn id="52" dur="1" fill="hold">
                                          <p:stCondLst>
                                            <p:cond delay="0"/>
                                          </p:stCondLst>
                                        </p:cTn>
                                        <p:tgtEl>
                                          <p:spTgt spid="15">
                                            <p:txEl>
                                              <p:pRg st="3" end="3"/>
                                            </p:txEl>
                                          </p:spTgt>
                                        </p:tgtEl>
                                        <p:attrNameLst>
                                          <p:attrName>style.visibility</p:attrName>
                                        </p:attrNameLst>
                                      </p:cBhvr>
                                      <p:to>
                                        <p:strVal val="visible"/>
                                      </p:to>
                                    </p:set>
                                    <p:anim calcmode="lin" valueType="num">
                                      <p:cBhvr>
                                        <p:cTn id="53" dur="500" fill="hold"/>
                                        <p:tgtEl>
                                          <p:spTgt spid="15">
                                            <p:txEl>
                                              <p:pRg st="3" end="3"/>
                                            </p:txEl>
                                          </p:spTgt>
                                        </p:tgtEl>
                                        <p:attrNameLst>
                                          <p:attrName>ppt_w</p:attrName>
                                        </p:attrNameLst>
                                      </p:cBhvr>
                                      <p:tavLst>
                                        <p:tav tm="0">
                                          <p:val>
                                            <p:fltVal val="0"/>
                                          </p:val>
                                        </p:tav>
                                        <p:tav tm="100000">
                                          <p:val>
                                            <p:strVal val="#ppt_w"/>
                                          </p:val>
                                        </p:tav>
                                      </p:tavLst>
                                    </p:anim>
                                    <p:anim calcmode="lin" valueType="num">
                                      <p:cBhvr>
                                        <p:cTn id="54" dur="500" fill="hold"/>
                                        <p:tgtEl>
                                          <p:spTgt spid="15">
                                            <p:txEl>
                                              <p:pRg st="3" end="3"/>
                                            </p:txEl>
                                          </p:spTgt>
                                        </p:tgtEl>
                                        <p:attrNameLst>
                                          <p:attrName>ppt_h</p:attrName>
                                        </p:attrNameLst>
                                      </p:cBhvr>
                                      <p:tavLst>
                                        <p:tav tm="0">
                                          <p:val>
                                            <p:fltVal val="0"/>
                                          </p:val>
                                        </p:tav>
                                        <p:tav tm="100000">
                                          <p:val>
                                            <p:strVal val="#ppt_h"/>
                                          </p:val>
                                        </p:tav>
                                      </p:tavLst>
                                    </p:anim>
                                    <p:animEffect transition="in" filter="fade">
                                      <p:cBhvr>
                                        <p:cTn id="55" dur="500"/>
                                        <p:tgtEl>
                                          <p:spTgt spid="15">
                                            <p:txEl>
                                              <p:pRg st="3" end="3"/>
                                            </p:txEl>
                                          </p:spTgt>
                                        </p:tgtEl>
                                      </p:cBhvr>
                                    </p:animEffect>
                                  </p:childTnLst>
                                </p:cTn>
                              </p:par>
                              <p:par>
                                <p:cTn id="56" presetID="53" presetClass="entr" presetSubtype="0" fill="hold" nodeType="withEffect">
                                  <p:stCondLst>
                                    <p:cond delay="0"/>
                                  </p:stCondLst>
                                  <p:childTnLst>
                                    <p:set>
                                      <p:cBhvr>
                                        <p:cTn id="57" dur="1" fill="hold">
                                          <p:stCondLst>
                                            <p:cond delay="0"/>
                                          </p:stCondLst>
                                        </p:cTn>
                                        <p:tgtEl>
                                          <p:spTgt spid="15">
                                            <p:txEl>
                                              <p:pRg st="4" end="4"/>
                                            </p:txEl>
                                          </p:spTgt>
                                        </p:tgtEl>
                                        <p:attrNameLst>
                                          <p:attrName>style.visibility</p:attrName>
                                        </p:attrNameLst>
                                      </p:cBhvr>
                                      <p:to>
                                        <p:strVal val="visible"/>
                                      </p:to>
                                    </p:set>
                                    <p:anim calcmode="lin" valueType="num">
                                      <p:cBhvr>
                                        <p:cTn id="58" dur="500" fill="hold"/>
                                        <p:tgtEl>
                                          <p:spTgt spid="15">
                                            <p:txEl>
                                              <p:pRg st="4" end="4"/>
                                            </p:txEl>
                                          </p:spTgt>
                                        </p:tgtEl>
                                        <p:attrNameLst>
                                          <p:attrName>ppt_w</p:attrName>
                                        </p:attrNameLst>
                                      </p:cBhvr>
                                      <p:tavLst>
                                        <p:tav tm="0">
                                          <p:val>
                                            <p:fltVal val="0"/>
                                          </p:val>
                                        </p:tav>
                                        <p:tav tm="100000">
                                          <p:val>
                                            <p:strVal val="#ppt_w"/>
                                          </p:val>
                                        </p:tav>
                                      </p:tavLst>
                                    </p:anim>
                                    <p:anim calcmode="lin" valueType="num">
                                      <p:cBhvr>
                                        <p:cTn id="59" dur="500" fill="hold"/>
                                        <p:tgtEl>
                                          <p:spTgt spid="15">
                                            <p:txEl>
                                              <p:pRg st="4" end="4"/>
                                            </p:txEl>
                                          </p:spTgt>
                                        </p:tgtEl>
                                        <p:attrNameLst>
                                          <p:attrName>ppt_h</p:attrName>
                                        </p:attrNameLst>
                                      </p:cBhvr>
                                      <p:tavLst>
                                        <p:tav tm="0">
                                          <p:val>
                                            <p:fltVal val="0"/>
                                          </p:val>
                                        </p:tav>
                                        <p:tav tm="100000">
                                          <p:val>
                                            <p:strVal val="#ppt_h"/>
                                          </p:val>
                                        </p:tav>
                                      </p:tavLst>
                                    </p:anim>
                                    <p:animEffect transition="in" filter="fade">
                                      <p:cBhvr>
                                        <p:cTn id="60" dur="500"/>
                                        <p:tgtEl>
                                          <p:spTgt spid="15">
                                            <p:txEl>
                                              <p:pRg st="4" end="4"/>
                                            </p:txEl>
                                          </p:spTgt>
                                        </p:tgtEl>
                                      </p:cBhvr>
                                    </p:animEffect>
                                  </p:childTnLst>
                                </p:cTn>
                              </p:par>
                              <p:par>
                                <p:cTn id="61" presetID="53" presetClass="entr" presetSubtype="0" fill="hold" nodeType="withEffect">
                                  <p:stCondLst>
                                    <p:cond delay="0"/>
                                  </p:stCondLst>
                                  <p:childTnLst>
                                    <p:set>
                                      <p:cBhvr>
                                        <p:cTn id="62" dur="1" fill="hold">
                                          <p:stCondLst>
                                            <p:cond delay="0"/>
                                          </p:stCondLst>
                                        </p:cTn>
                                        <p:tgtEl>
                                          <p:spTgt spid="15">
                                            <p:txEl>
                                              <p:pRg st="5" end="5"/>
                                            </p:txEl>
                                          </p:spTgt>
                                        </p:tgtEl>
                                        <p:attrNameLst>
                                          <p:attrName>style.visibility</p:attrName>
                                        </p:attrNameLst>
                                      </p:cBhvr>
                                      <p:to>
                                        <p:strVal val="visible"/>
                                      </p:to>
                                    </p:set>
                                    <p:anim calcmode="lin" valueType="num">
                                      <p:cBhvr>
                                        <p:cTn id="63" dur="500" fill="hold"/>
                                        <p:tgtEl>
                                          <p:spTgt spid="15">
                                            <p:txEl>
                                              <p:pRg st="5" end="5"/>
                                            </p:txEl>
                                          </p:spTgt>
                                        </p:tgtEl>
                                        <p:attrNameLst>
                                          <p:attrName>ppt_w</p:attrName>
                                        </p:attrNameLst>
                                      </p:cBhvr>
                                      <p:tavLst>
                                        <p:tav tm="0">
                                          <p:val>
                                            <p:fltVal val="0"/>
                                          </p:val>
                                        </p:tav>
                                        <p:tav tm="100000">
                                          <p:val>
                                            <p:strVal val="#ppt_w"/>
                                          </p:val>
                                        </p:tav>
                                      </p:tavLst>
                                    </p:anim>
                                    <p:anim calcmode="lin" valueType="num">
                                      <p:cBhvr>
                                        <p:cTn id="64" dur="500" fill="hold"/>
                                        <p:tgtEl>
                                          <p:spTgt spid="15">
                                            <p:txEl>
                                              <p:pRg st="5" end="5"/>
                                            </p:txEl>
                                          </p:spTgt>
                                        </p:tgtEl>
                                        <p:attrNameLst>
                                          <p:attrName>ppt_h</p:attrName>
                                        </p:attrNameLst>
                                      </p:cBhvr>
                                      <p:tavLst>
                                        <p:tav tm="0">
                                          <p:val>
                                            <p:fltVal val="0"/>
                                          </p:val>
                                        </p:tav>
                                        <p:tav tm="100000">
                                          <p:val>
                                            <p:strVal val="#ppt_h"/>
                                          </p:val>
                                        </p:tav>
                                      </p:tavLst>
                                    </p:anim>
                                    <p:animEffect transition="in" filter="fade">
                                      <p:cBhvr>
                                        <p:cTn id="65" dur="500"/>
                                        <p:tgtEl>
                                          <p:spTgt spid="15">
                                            <p:txEl>
                                              <p:pRg st="5" end="5"/>
                                            </p:txEl>
                                          </p:spTgt>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53" presetClass="entr" presetSubtype="0" fill="hold" grpId="0" nodeType="clickEffect">
                                  <p:stCondLst>
                                    <p:cond delay="0"/>
                                  </p:stCondLst>
                                  <p:childTnLst>
                                    <p:set>
                                      <p:cBhvr>
                                        <p:cTn id="69" dur="1" fill="hold">
                                          <p:stCondLst>
                                            <p:cond delay="0"/>
                                          </p:stCondLst>
                                        </p:cTn>
                                        <p:tgtEl>
                                          <p:spTgt spid="34"/>
                                        </p:tgtEl>
                                        <p:attrNameLst>
                                          <p:attrName>style.visibility</p:attrName>
                                        </p:attrNameLst>
                                      </p:cBhvr>
                                      <p:to>
                                        <p:strVal val="visible"/>
                                      </p:to>
                                    </p:set>
                                    <p:anim calcmode="lin" valueType="num">
                                      <p:cBhvr>
                                        <p:cTn id="70" dur="500" fill="hold"/>
                                        <p:tgtEl>
                                          <p:spTgt spid="34"/>
                                        </p:tgtEl>
                                        <p:attrNameLst>
                                          <p:attrName>ppt_w</p:attrName>
                                        </p:attrNameLst>
                                      </p:cBhvr>
                                      <p:tavLst>
                                        <p:tav tm="0">
                                          <p:val>
                                            <p:fltVal val="0"/>
                                          </p:val>
                                        </p:tav>
                                        <p:tav tm="100000">
                                          <p:val>
                                            <p:strVal val="#ppt_w"/>
                                          </p:val>
                                        </p:tav>
                                      </p:tavLst>
                                    </p:anim>
                                    <p:anim calcmode="lin" valueType="num">
                                      <p:cBhvr>
                                        <p:cTn id="71" dur="500" fill="hold"/>
                                        <p:tgtEl>
                                          <p:spTgt spid="34"/>
                                        </p:tgtEl>
                                        <p:attrNameLst>
                                          <p:attrName>ppt_h</p:attrName>
                                        </p:attrNameLst>
                                      </p:cBhvr>
                                      <p:tavLst>
                                        <p:tav tm="0">
                                          <p:val>
                                            <p:fltVal val="0"/>
                                          </p:val>
                                        </p:tav>
                                        <p:tav tm="100000">
                                          <p:val>
                                            <p:strVal val="#ppt_h"/>
                                          </p:val>
                                        </p:tav>
                                      </p:tavLst>
                                    </p:anim>
                                    <p:animEffect transition="in" filter="fade">
                                      <p:cBhvr>
                                        <p:cTn id="72" dur="500"/>
                                        <p:tgtEl>
                                          <p:spTgt spid="34"/>
                                        </p:tgtEl>
                                      </p:cBhvr>
                                    </p:animEffect>
                                  </p:childTnLst>
                                </p:cTn>
                              </p:par>
                              <p:par>
                                <p:cTn id="73" presetID="53" presetClass="entr" presetSubtype="0" fill="hold" nodeType="withEffect">
                                  <p:stCondLst>
                                    <p:cond delay="0"/>
                                  </p:stCondLst>
                                  <p:childTnLst>
                                    <p:set>
                                      <p:cBhvr>
                                        <p:cTn id="74" dur="1" fill="hold">
                                          <p:stCondLst>
                                            <p:cond delay="0"/>
                                          </p:stCondLst>
                                        </p:cTn>
                                        <p:tgtEl>
                                          <p:spTgt spid="34">
                                            <p:txEl>
                                              <p:pRg st="0" end="0"/>
                                            </p:txEl>
                                          </p:spTgt>
                                        </p:tgtEl>
                                        <p:attrNameLst>
                                          <p:attrName>style.visibility</p:attrName>
                                        </p:attrNameLst>
                                      </p:cBhvr>
                                      <p:to>
                                        <p:strVal val="visible"/>
                                      </p:to>
                                    </p:set>
                                    <p:anim calcmode="lin" valueType="num">
                                      <p:cBhvr>
                                        <p:cTn id="75" dur="500" fill="hold"/>
                                        <p:tgtEl>
                                          <p:spTgt spid="34">
                                            <p:txEl>
                                              <p:pRg st="0" end="0"/>
                                            </p:txEl>
                                          </p:spTgt>
                                        </p:tgtEl>
                                        <p:attrNameLst>
                                          <p:attrName>ppt_w</p:attrName>
                                        </p:attrNameLst>
                                      </p:cBhvr>
                                      <p:tavLst>
                                        <p:tav tm="0">
                                          <p:val>
                                            <p:fltVal val="0"/>
                                          </p:val>
                                        </p:tav>
                                        <p:tav tm="100000">
                                          <p:val>
                                            <p:strVal val="#ppt_w"/>
                                          </p:val>
                                        </p:tav>
                                      </p:tavLst>
                                    </p:anim>
                                    <p:anim calcmode="lin" valueType="num">
                                      <p:cBhvr>
                                        <p:cTn id="76" dur="500" fill="hold"/>
                                        <p:tgtEl>
                                          <p:spTgt spid="34">
                                            <p:txEl>
                                              <p:pRg st="0" end="0"/>
                                            </p:txEl>
                                          </p:spTgt>
                                        </p:tgtEl>
                                        <p:attrNameLst>
                                          <p:attrName>ppt_h</p:attrName>
                                        </p:attrNameLst>
                                      </p:cBhvr>
                                      <p:tavLst>
                                        <p:tav tm="0">
                                          <p:val>
                                            <p:fltVal val="0"/>
                                          </p:val>
                                        </p:tav>
                                        <p:tav tm="100000">
                                          <p:val>
                                            <p:strVal val="#ppt_h"/>
                                          </p:val>
                                        </p:tav>
                                      </p:tavLst>
                                    </p:anim>
                                    <p:animEffect transition="in" filter="fade">
                                      <p:cBhvr>
                                        <p:cTn id="77" dur="500"/>
                                        <p:tgtEl>
                                          <p:spTgt spid="34">
                                            <p:txEl>
                                              <p:pRg st="0" end="0"/>
                                            </p:txEl>
                                          </p:spTgt>
                                        </p:tgtEl>
                                      </p:cBhvr>
                                    </p:animEffect>
                                  </p:childTnLst>
                                </p:cTn>
                              </p:par>
                              <p:par>
                                <p:cTn id="78" presetID="53" presetClass="entr" presetSubtype="0" fill="hold" nodeType="withEffect">
                                  <p:stCondLst>
                                    <p:cond delay="0"/>
                                  </p:stCondLst>
                                  <p:childTnLst>
                                    <p:set>
                                      <p:cBhvr>
                                        <p:cTn id="79" dur="1" fill="hold">
                                          <p:stCondLst>
                                            <p:cond delay="0"/>
                                          </p:stCondLst>
                                        </p:cTn>
                                        <p:tgtEl>
                                          <p:spTgt spid="34">
                                            <p:txEl>
                                              <p:pRg st="1" end="1"/>
                                            </p:txEl>
                                          </p:spTgt>
                                        </p:tgtEl>
                                        <p:attrNameLst>
                                          <p:attrName>style.visibility</p:attrName>
                                        </p:attrNameLst>
                                      </p:cBhvr>
                                      <p:to>
                                        <p:strVal val="visible"/>
                                      </p:to>
                                    </p:set>
                                    <p:anim calcmode="lin" valueType="num">
                                      <p:cBhvr>
                                        <p:cTn id="80" dur="500" fill="hold"/>
                                        <p:tgtEl>
                                          <p:spTgt spid="34">
                                            <p:txEl>
                                              <p:pRg st="1" end="1"/>
                                            </p:txEl>
                                          </p:spTgt>
                                        </p:tgtEl>
                                        <p:attrNameLst>
                                          <p:attrName>ppt_w</p:attrName>
                                        </p:attrNameLst>
                                      </p:cBhvr>
                                      <p:tavLst>
                                        <p:tav tm="0">
                                          <p:val>
                                            <p:fltVal val="0"/>
                                          </p:val>
                                        </p:tav>
                                        <p:tav tm="100000">
                                          <p:val>
                                            <p:strVal val="#ppt_w"/>
                                          </p:val>
                                        </p:tav>
                                      </p:tavLst>
                                    </p:anim>
                                    <p:anim calcmode="lin" valueType="num">
                                      <p:cBhvr>
                                        <p:cTn id="81" dur="500" fill="hold"/>
                                        <p:tgtEl>
                                          <p:spTgt spid="34">
                                            <p:txEl>
                                              <p:pRg st="1" end="1"/>
                                            </p:txEl>
                                          </p:spTgt>
                                        </p:tgtEl>
                                        <p:attrNameLst>
                                          <p:attrName>ppt_h</p:attrName>
                                        </p:attrNameLst>
                                      </p:cBhvr>
                                      <p:tavLst>
                                        <p:tav tm="0">
                                          <p:val>
                                            <p:fltVal val="0"/>
                                          </p:val>
                                        </p:tav>
                                        <p:tav tm="100000">
                                          <p:val>
                                            <p:strVal val="#ppt_h"/>
                                          </p:val>
                                        </p:tav>
                                      </p:tavLst>
                                    </p:anim>
                                    <p:animEffect transition="in" filter="fade">
                                      <p:cBhvr>
                                        <p:cTn id="82" dur="500"/>
                                        <p:tgtEl>
                                          <p:spTgt spid="34">
                                            <p:txEl>
                                              <p:pRg st="1" end="1"/>
                                            </p:txEl>
                                          </p:spTgt>
                                        </p:tgtEl>
                                      </p:cBhvr>
                                    </p:animEffect>
                                  </p:childTnLst>
                                </p:cTn>
                              </p:par>
                              <p:par>
                                <p:cTn id="83" presetID="53" presetClass="entr" presetSubtype="0" fill="hold" nodeType="withEffect">
                                  <p:stCondLst>
                                    <p:cond delay="0"/>
                                  </p:stCondLst>
                                  <p:childTnLst>
                                    <p:set>
                                      <p:cBhvr>
                                        <p:cTn id="84" dur="1" fill="hold">
                                          <p:stCondLst>
                                            <p:cond delay="0"/>
                                          </p:stCondLst>
                                        </p:cTn>
                                        <p:tgtEl>
                                          <p:spTgt spid="34">
                                            <p:txEl>
                                              <p:pRg st="2" end="2"/>
                                            </p:txEl>
                                          </p:spTgt>
                                        </p:tgtEl>
                                        <p:attrNameLst>
                                          <p:attrName>style.visibility</p:attrName>
                                        </p:attrNameLst>
                                      </p:cBhvr>
                                      <p:to>
                                        <p:strVal val="visible"/>
                                      </p:to>
                                    </p:set>
                                    <p:anim calcmode="lin" valueType="num">
                                      <p:cBhvr>
                                        <p:cTn id="85" dur="500" fill="hold"/>
                                        <p:tgtEl>
                                          <p:spTgt spid="34">
                                            <p:txEl>
                                              <p:pRg st="2" end="2"/>
                                            </p:txEl>
                                          </p:spTgt>
                                        </p:tgtEl>
                                        <p:attrNameLst>
                                          <p:attrName>ppt_w</p:attrName>
                                        </p:attrNameLst>
                                      </p:cBhvr>
                                      <p:tavLst>
                                        <p:tav tm="0">
                                          <p:val>
                                            <p:fltVal val="0"/>
                                          </p:val>
                                        </p:tav>
                                        <p:tav tm="100000">
                                          <p:val>
                                            <p:strVal val="#ppt_w"/>
                                          </p:val>
                                        </p:tav>
                                      </p:tavLst>
                                    </p:anim>
                                    <p:anim calcmode="lin" valueType="num">
                                      <p:cBhvr>
                                        <p:cTn id="86" dur="500" fill="hold"/>
                                        <p:tgtEl>
                                          <p:spTgt spid="34">
                                            <p:txEl>
                                              <p:pRg st="2" end="2"/>
                                            </p:txEl>
                                          </p:spTgt>
                                        </p:tgtEl>
                                        <p:attrNameLst>
                                          <p:attrName>ppt_h</p:attrName>
                                        </p:attrNameLst>
                                      </p:cBhvr>
                                      <p:tavLst>
                                        <p:tav tm="0">
                                          <p:val>
                                            <p:fltVal val="0"/>
                                          </p:val>
                                        </p:tav>
                                        <p:tav tm="100000">
                                          <p:val>
                                            <p:strVal val="#ppt_h"/>
                                          </p:val>
                                        </p:tav>
                                      </p:tavLst>
                                    </p:anim>
                                    <p:animEffect transition="in" filter="fade">
                                      <p:cBhvr>
                                        <p:cTn id="87" dur="500"/>
                                        <p:tgtEl>
                                          <p:spTgt spid="34">
                                            <p:txEl>
                                              <p:pRg st="2" end="2"/>
                                            </p:txEl>
                                          </p:spTgt>
                                        </p:tgtEl>
                                      </p:cBhvr>
                                    </p:animEffect>
                                  </p:childTnLst>
                                </p:cTn>
                              </p:par>
                              <p:par>
                                <p:cTn id="88" presetID="53" presetClass="entr" presetSubtype="0" fill="hold" nodeType="withEffect">
                                  <p:stCondLst>
                                    <p:cond delay="0"/>
                                  </p:stCondLst>
                                  <p:childTnLst>
                                    <p:set>
                                      <p:cBhvr>
                                        <p:cTn id="89" dur="1" fill="hold">
                                          <p:stCondLst>
                                            <p:cond delay="0"/>
                                          </p:stCondLst>
                                        </p:cTn>
                                        <p:tgtEl>
                                          <p:spTgt spid="34">
                                            <p:txEl>
                                              <p:pRg st="3" end="3"/>
                                            </p:txEl>
                                          </p:spTgt>
                                        </p:tgtEl>
                                        <p:attrNameLst>
                                          <p:attrName>style.visibility</p:attrName>
                                        </p:attrNameLst>
                                      </p:cBhvr>
                                      <p:to>
                                        <p:strVal val="visible"/>
                                      </p:to>
                                    </p:set>
                                    <p:anim calcmode="lin" valueType="num">
                                      <p:cBhvr>
                                        <p:cTn id="90" dur="500" fill="hold"/>
                                        <p:tgtEl>
                                          <p:spTgt spid="34">
                                            <p:txEl>
                                              <p:pRg st="3" end="3"/>
                                            </p:txEl>
                                          </p:spTgt>
                                        </p:tgtEl>
                                        <p:attrNameLst>
                                          <p:attrName>ppt_w</p:attrName>
                                        </p:attrNameLst>
                                      </p:cBhvr>
                                      <p:tavLst>
                                        <p:tav tm="0">
                                          <p:val>
                                            <p:fltVal val="0"/>
                                          </p:val>
                                        </p:tav>
                                        <p:tav tm="100000">
                                          <p:val>
                                            <p:strVal val="#ppt_w"/>
                                          </p:val>
                                        </p:tav>
                                      </p:tavLst>
                                    </p:anim>
                                    <p:anim calcmode="lin" valueType="num">
                                      <p:cBhvr>
                                        <p:cTn id="91" dur="500" fill="hold"/>
                                        <p:tgtEl>
                                          <p:spTgt spid="34">
                                            <p:txEl>
                                              <p:pRg st="3" end="3"/>
                                            </p:txEl>
                                          </p:spTgt>
                                        </p:tgtEl>
                                        <p:attrNameLst>
                                          <p:attrName>ppt_h</p:attrName>
                                        </p:attrNameLst>
                                      </p:cBhvr>
                                      <p:tavLst>
                                        <p:tav tm="0">
                                          <p:val>
                                            <p:fltVal val="0"/>
                                          </p:val>
                                        </p:tav>
                                        <p:tav tm="100000">
                                          <p:val>
                                            <p:strVal val="#ppt_h"/>
                                          </p:val>
                                        </p:tav>
                                      </p:tavLst>
                                    </p:anim>
                                    <p:animEffect transition="in" filter="fade">
                                      <p:cBhvr>
                                        <p:cTn id="92" dur="500"/>
                                        <p:tgtEl>
                                          <p:spTgt spid="34">
                                            <p:txEl>
                                              <p:pRg st="3" end="3"/>
                                            </p:txEl>
                                          </p:spTgt>
                                        </p:tgtEl>
                                      </p:cBhvr>
                                    </p:animEffect>
                                  </p:childTnLst>
                                </p:cTn>
                              </p:par>
                              <p:par>
                                <p:cTn id="93" presetID="53" presetClass="entr" presetSubtype="0" fill="hold" nodeType="withEffect">
                                  <p:stCondLst>
                                    <p:cond delay="0"/>
                                  </p:stCondLst>
                                  <p:childTnLst>
                                    <p:set>
                                      <p:cBhvr>
                                        <p:cTn id="94" dur="1" fill="hold">
                                          <p:stCondLst>
                                            <p:cond delay="0"/>
                                          </p:stCondLst>
                                        </p:cTn>
                                        <p:tgtEl>
                                          <p:spTgt spid="34">
                                            <p:txEl>
                                              <p:pRg st="4" end="4"/>
                                            </p:txEl>
                                          </p:spTgt>
                                        </p:tgtEl>
                                        <p:attrNameLst>
                                          <p:attrName>style.visibility</p:attrName>
                                        </p:attrNameLst>
                                      </p:cBhvr>
                                      <p:to>
                                        <p:strVal val="visible"/>
                                      </p:to>
                                    </p:set>
                                    <p:anim calcmode="lin" valueType="num">
                                      <p:cBhvr>
                                        <p:cTn id="95" dur="500" fill="hold"/>
                                        <p:tgtEl>
                                          <p:spTgt spid="34">
                                            <p:txEl>
                                              <p:pRg st="4" end="4"/>
                                            </p:txEl>
                                          </p:spTgt>
                                        </p:tgtEl>
                                        <p:attrNameLst>
                                          <p:attrName>ppt_w</p:attrName>
                                        </p:attrNameLst>
                                      </p:cBhvr>
                                      <p:tavLst>
                                        <p:tav tm="0">
                                          <p:val>
                                            <p:fltVal val="0"/>
                                          </p:val>
                                        </p:tav>
                                        <p:tav tm="100000">
                                          <p:val>
                                            <p:strVal val="#ppt_w"/>
                                          </p:val>
                                        </p:tav>
                                      </p:tavLst>
                                    </p:anim>
                                    <p:anim calcmode="lin" valueType="num">
                                      <p:cBhvr>
                                        <p:cTn id="96" dur="500" fill="hold"/>
                                        <p:tgtEl>
                                          <p:spTgt spid="34">
                                            <p:txEl>
                                              <p:pRg st="4" end="4"/>
                                            </p:txEl>
                                          </p:spTgt>
                                        </p:tgtEl>
                                        <p:attrNameLst>
                                          <p:attrName>ppt_h</p:attrName>
                                        </p:attrNameLst>
                                      </p:cBhvr>
                                      <p:tavLst>
                                        <p:tav tm="0">
                                          <p:val>
                                            <p:fltVal val="0"/>
                                          </p:val>
                                        </p:tav>
                                        <p:tav tm="100000">
                                          <p:val>
                                            <p:strVal val="#ppt_h"/>
                                          </p:val>
                                        </p:tav>
                                      </p:tavLst>
                                    </p:anim>
                                    <p:animEffect transition="in" filter="fade">
                                      <p:cBhvr>
                                        <p:cTn id="97" dur="500"/>
                                        <p:tgtEl>
                                          <p:spTgt spid="34">
                                            <p:txEl>
                                              <p:pRg st="4" end="4"/>
                                            </p:txEl>
                                          </p:spTgt>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53" presetClass="entr" presetSubtype="0" fill="hold" grpId="0" nodeType="clickEffect">
                                  <p:stCondLst>
                                    <p:cond delay="0"/>
                                  </p:stCondLst>
                                  <p:childTnLst>
                                    <p:set>
                                      <p:cBhvr>
                                        <p:cTn id="101" dur="1" fill="hold">
                                          <p:stCondLst>
                                            <p:cond delay="0"/>
                                          </p:stCondLst>
                                        </p:cTn>
                                        <p:tgtEl>
                                          <p:spTgt spid="21"/>
                                        </p:tgtEl>
                                        <p:attrNameLst>
                                          <p:attrName>style.visibility</p:attrName>
                                        </p:attrNameLst>
                                      </p:cBhvr>
                                      <p:to>
                                        <p:strVal val="visible"/>
                                      </p:to>
                                    </p:set>
                                    <p:anim calcmode="lin" valueType="num">
                                      <p:cBhvr>
                                        <p:cTn id="102" dur="500" fill="hold"/>
                                        <p:tgtEl>
                                          <p:spTgt spid="21"/>
                                        </p:tgtEl>
                                        <p:attrNameLst>
                                          <p:attrName>ppt_w</p:attrName>
                                        </p:attrNameLst>
                                      </p:cBhvr>
                                      <p:tavLst>
                                        <p:tav tm="0">
                                          <p:val>
                                            <p:fltVal val="0"/>
                                          </p:val>
                                        </p:tav>
                                        <p:tav tm="100000">
                                          <p:val>
                                            <p:strVal val="#ppt_w"/>
                                          </p:val>
                                        </p:tav>
                                      </p:tavLst>
                                    </p:anim>
                                    <p:anim calcmode="lin" valueType="num">
                                      <p:cBhvr>
                                        <p:cTn id="103" dur="500" fill="hold"/>
                                        <p:tgtEl>
                                          <p:spTgt spid="21"/>
                                        </p:tgtEl>
                                        <p:attrNameLst>
                                          <p:attrName>ppt_h</p:attrName>
                                        </p:attrNameLst>
                                      </p:cBhvr>
                                      <p:tavLst>
                                        <p:tav tm="0">
                                          <p:val>
                                            <p:fltVal val="0"/>
                                          </p:val>
                                        </p:tav>
                                        <p:tav tm="100000">
                                          <p:val>
                                            <p:strVal val="#ppt_h"/>
                                          </p:val>
                                        </p:tav>
                                      </p:tavLst>
                                    </p:anim>
                                    <p:animEffect transition="in" filter="fade">
                                      <p:cBhvr>
                                        <p:cTn id="104" dur="500"/>
                                        <p:tgtEl>
                                          <p:spTgt spid="21"/>
                                        </p:tgtEl>
                                      </p:cBhvr>
                                    </p:animEffec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53" presetClass="entr" presetSubtype="0" fill="hold" grpId="0" nodeType="clickEffect">
                                  <p:stCondLst>
                                    <p:cond delay="0"/>
                                  </p:stCondLst>
                                  <p:childTnLst>
                                    <p:set>
                                      <p:cBhvr>
                                        <p:cTn id="108" dur="1" fill="hold">
                                          <p:stCondLst>
                                            <p:cond delay="0"/>
                                          </p:stCondLst>
                                        </p:cTn>
                                        <p:tgtEl>
                                          <p:spTgt spid="22"/>
                                        </p:tgtEl>
                                        <p:attrNameLst>
                                          <p:attrName>style.visibility</p:attrName>
                                        </p:attrNameLst>
                                      </p:cBhvr>
                                      <p:to>
                                        <p:strVal val="visible"/>
                                      </p:to>
                                    </p:set>
                                    <p:anim calcmode="lin" valueType="num">
                                      <p:cBhvr>
                                        <p:cTn id="109" dur="500" fill="hold"/>
                                        <p:tgtEl>
                                          <p:spTgt spid="22"/>
                                        </p:tgtEl>
                                        <p:attrNameLst>
                                          <p:attrName>ppt_w</p:attrName>
                                        </p:attrNameLst>
                                      </p:cBhvr>
                                      <p:tavLst>
                                        <p:tav tm="0">
                                          <p:val>
                                            <p:fltVal val="0"/>
                                          </p:val>
                                        </p:tav>
                                        <p:tav tm="100000">
                                          <p:val>
                                            <p:strVal val="#ppt_w"/>
                                          </p:val>
                                        </p:tav>
                                      </p:tavLst>
                                    </p:anim>
                                    <p:anim calcmode="lin" valueType="num">
                                      <p:cBhvr>
                                        <p:cTn id="110" dur="500" fill="hold"/>
                                        <p:tgtEl>
                                          <p:spTgt spid="22"/>
                                        </p:tgtEl>
                                        <p:attrNameLst>
                                          <p:attrName>ppt_h</p:attrName>
                                        </p:attrNameLst>
                                      </p:cBhvr>
                                      <p:tavLst>
                                        <p:tav tm="0">
                                          <p:val>
                                            <p:fltVal val="0"/>
                                          </p:val>
                                        </p:tav>
                                        <p:tav tm="100000">
                                          <p:val>
                                            <p:strVal val="#ppt_h"/>
                                          </p:val>
                                        </p:tav>
                                      </p:tavLst>
                                    </p:anim>
                                    <p:animEffect transition="in" filter="fade">
                                      <p:cBhvr>
                                        <p:cTn id="111" dur="500"/>
                                        <p:tgtEl>
                                          <p:spTgt spid="22"/>
                                        </p:tgtEl>
                                      </p:cBhvr>
                                    </p:animEffect>
                                  </p:childTnLst>
                                </p:cTn>
                              </p:par>
                            </p:childTnLst>
                          </p:cTn>
                        </p:par>
                      </p:childTnLst>
                    </p:cTn>
                  </p:par>
                  <p:par>
                    <p:cTn id="112" fill="hold" nodeType="clickPar">
                      <p:stCondLst>
                        <p:cond delay="indefinite"/>
                      </p:stCondLst>
                      <p:childTnLst>
                        <p:par>
                          <p:cTn id="113" fill="hold" nodeType="withGroup">
                            <p:stCondLst>
                              <p:cond delay="0"/>
                            </p:stCondLst>
                            <p:childTnLst>
                              <p:par>
                                <p:cTn id="114" presetID="53" presetClass="entr" presetSubtype="0" fill="hold" nodeType="clickEffect">
                                  <p:stCondLst>
                                    <p:cond delay="0"/>
                                  </p:stCondLst>
                                  <p:childTnLst>
                                    <p:set>
                                      <p:cBhvr>
                                        <p:cTn id="115" dur="1" fill="hold">
                                          <p:stCondLst>
                                            <p:cond delay="0"/>
                                          </p:stCondLst>
                                        </p:cTn>
                                        <p:tgtEl>
                                          <p:spTgt spid="16"/>
                                        </p:tgtEl>
                                        <p:attrNameLst>
                                          <p:attrName>style.visibility</p:attrName>
                                        </p:attrNameLst>
                                      </p:cBhvr>
                                      <p:to>
                                        <p:strVal val="visible"/>
                                      </p:to>
                                    </p:set>
                                    <p:anim calcmode="lin" valueType="num">
                                      <p:cBhvr>
                                        <p:cTn id="116" dur="500" fill="hold"/>
                                        <p:tgtEl>
                                          <p:spTgt spid="16"/>
                                        </p:tgtEl>
                                        <p:attrNameLst>
                                          <p:attrName>ppt_w</p:attrName>
                                        </p:attrNameLst>
                                      </p:cBhvr>
                                      <p:tavLst>
                                        <p:tav tm="0">
                                          <p:val>
                                            <p:fltVal val="0"/>
                                          </p:val>
                                        </p:tav>
                                        <p:tav tm="100000">
                                          <p:val>
                                            <p:strVal val="#ppt_w"/>
                                          </p:val>
                                        </p:tav>
                                      </p:tavLst>
                                    </p:anim>
                                    <p:anim calcmode="lin" valueType="num">
                                      <p:cBhvr>
                                        <p:cTn id="117" dur="500" fill="hold"/>
                                        <p:tgtEl>
                                          <p:spTgt spid="16"/>
                                        </p:tgtEl>
                                        <p:attrNameLst>
                                          <p:attrName>ppt_h</p:attrName>
                                        </p:attrNameLst>
                                      </p:cBhvr>
                                      <p:tavLst>
                                        <p:tav tm="0">
                                          <p:val>
                                            <p:fltVal val="0"/>
                                          </p:val>
                                        </p:tav>
                                        <p:tav tm="100000">
                                          <p:val>
                                            <p:strVal val="#ppt_h"/>
                                          </p:val>
                                        </p:tav>
                                      </p:tavLst>
                                    </p:anim>
                                    <p:animEffect transition="in" filter="fade">
                                      <p:cBhvr>
                                        <p:cTn id="118" dur="500"/>
                                        <p:tgtEl>
                                          <p:spTgt spid="16"/>
                                        </p:tgtEl>
                                      </p:cBhvr>
                                    </p:animEffec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53" presetClass="entr" presetSubtype="16" fill="hold" grpId="0" nodeType="clickEffect">
                                  <p:stCondLst>
                                    <p:cond delay="0"/>
                                  </p:stCondLst>
                                  <p:childTnLst>
                                    <p:set>
                                      <p:cBhvr>
                                        <p:cTn id="122" dur="1" fill="hold">
                                          <p:stCondLst>
                                            <p:cond delay="0"/>
                                          </p:stCondLst>
                                        </p:cTn>
                                        <p:tgtEl>
                                          <p:spTgt spid="2"/>
                                        </p:tgtEl>
                                        <p:attrNameLst>
                                          <p:attrName>style.visibility</p:attrName>
                                        </p:attrNameLst>
                                      </p:cBhvr>
                                      <p:to>
                                        <p:strVal val="visible"/>
                                      </p:to>
                                    </p:set>
                                    <p:anim calcmode="lin" valueType="num">
                                      <p:cBhvr>
                                        <p:cTn id="123" dur="500" fill="hold"/>
                                        <p:tgtEl>
                                          <p:spTgt spid="2"/>
                                        </p:tgtEl>
                                        <p:attrNameLst>
                                          <p:attrName>ppt_w</p:attrName>
                                        </p:attrNameLst>
                                      </p:cBhvr>
                                      <p:tavLst>
                                        <p:tav tm="0">
                                          <p:val>
                                            <p:fltVal val="0"/>
                                          </p:val>
                                        </p:tav>
                                        <p:tav tm="100000">
                                          <p:val>
                                            <p:strVal val="#ppt_w"/>
                                          </p:val>
                                        </p:tav>
                                      </p:tavLst>
                                    </p:anim>
                                    <p:anim calcmode="lin" valueType="num">
                                      <p:cBhvr>
                                        <p:cTn id="124" dur="500" fill="hold"/>
                                        <p:tgtEl>
                                          <p:spTgt spid="2"/>
                                        </p:tgtEl>
                                        <p:attrNameLst>
                                          <p:attrName>ppt_h</p:attrName>
                                        </p:attrNameLst>
                                      </p:cBhvr>
                                      <p:tavLst>
                                        <p:tav tm="0">
                                          <p:val>
                                            <p:fltVal val="0"/>
                                          </p:val>
                                        </p:tav>
                                        <p:tav tm="100000">
                                          <p:val>
                                            <p:strVal val="#ppt_h"/>
                                          </p:val>
                                        </p:tav>
                                      </p:tavLst>
                                    </p:anim>
                                    <p:animEffect transition="in" filter="fade">
                                      <p:cBhvr>
                                        <p:cTn id="125" dur="500"/>
                                        <p:tgtEl>
                                          <p:spTgt spid="2"/>
                                        </p:tgtEl>
                                      </p:cBhvr>
                                    </p:animEffect>
                                  </p:childTnLst>
                                </p:cTn>
                              </p:par>
                            </p:childTnLst>
                          </p:cTn>
                        </p:par>
                      </p:childTnLst>
                    </p:cTn>
                  </p:par>
                  <p:par>
                    <p:cTn id="126" fill="hold" nodeType="clickPar">
                      <p:stCondLst>
                        <p:cond delay="indefinite"/>
                      </p:stCondLst>
                      <p:childTnLst>
                        <p:par>
                          <p:cTn id="127" fill="hold" nodeType="withGroup">
                            <p:stCondLst>
                              <p:cond delay="0"/>
                            </p:stCondLst>
                            <p:childTnLst>
                              <p:par>
                                <p:cTn id="128" presetID="53" presetClass="entr" presetSubtype="0" fill="hold" grpId="0" nodeType="clickEffect">
                                  <p:stCondLst>
                                    <p:cond delay="0"/>
                                  </p:stCondLst>
                                  <p:childTnLst>
                                    <p:set>
                                      <p:cBhvr>
                                        <p:cTn id="129" dur="1" fill="hold">
                                          <p:stCondLst>
                                            <p:cond delay="0"/>
                                          </p:stCondLst>
                                        </p:cTn>
                                        <p:tgtEl>
                                          <p:spTgt spid="24"/>
                                        </p:tgtEl>
                                        <p:attrNameLst>
                                          <p:attrName>style.visibility</p:attrName>
                                        </p:attrNameLst>
                                      </p:cBhvr>
                                      <p:to>
                                        <p:strVal val="visible"/>
                                      </p:to>
                                    </p:set>
                                    <p:anim calcmode="lin" valueType="num">
                                      <p:cBhvr>
                                        <p:cTn id="130" dur="500" fill="hold"/>
                                        <p:tgtEl>
                                          <p:spTgt spid="24"/>
                                        </p:tgtEl>
                                        <p:attrNameLst>
                                          <p:attrName>ppt_w</p:attrName>
                                        </p:attrNameLst>
                                      </p:cBhvr>
                                      <p:tavLst>
                                        <p:tav tm="0">
                                          <p:val>
                                            <p:fltVal val="0"/>
                                          </p:val>
                                        </p:tav>
                                        <p:tav tm="100000">
                                          <p:val>
                                            <p:strVal val="#ppt_w"/>
                                          </p:val>
                                        </p:tav>
                                      </p:tavLst>
                                    </p:anim>
                                    <p:anim calcmode="lin" valueType="num">
                                      <p:cBhvr>
                                        <p:cTn id="131" dur="500" fill="hold"/>
                                        <p:tgtEl>
                                          <p:spTgt spid="24"/>
                                        </p:tgtEl>
                                        <p:attrNameLst>
                                          <p:attrName>ppt_h</p:attrName>
                                        </p:attrNameLst>
                                      </p:cBhvr>
                                      <p:tavLst>
                                        <p:tav tm="0">
                                          <p:val>
                                            <p:fltVal val="0"/>
                                          </p:val>
                                        </p:tav>
                                        <p:tav tm="100000">
                                          <p:val>
                                            <p:strVal val="#ppt_h"/>
                                          </p:val>
                                        </p:tav>
                                      </p:tavLst>
                                    </p:anim>
                                    <p:animEffect transition="in" filter="fade">
                                      <p:cBhvr>
                                        <p:cTn id="132" dur="500"/>
                                        <p:tgtEl>
                                          <p:spTgt spid="24"/>
                                        </p:tgtEl>
                                      </p:cBhvr>
                                    </p:animEffec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53" presetClass="exit" presetSubtype="32" fill="hold" grpId="1" nodeType="clickEffect">
                                  <p:stCondLst>
                                    <p:cond delay="0"/>
                                  </p:stCondLst>
                                  <p:childTnLst>
                                    <p:anim calcmode="lin" valueType="num">
                                      <p:cBhvr>
                                        <p:cTn id="136" dur="500"/>
                                        <p:tgtEl>
                                          <p:spTgt spid="2"/>
                                        </p:tgtEl>
                                        <p:attrNameLst>
                                          <p:attrName>ppt_w</p:attrName>
                                        </p:attrNameLst>
                                      </p:cBhvr>
                                      <p:tavLst>
                                        <p:tav tm="0">
                                          <p:val>
                                            <p:strVal val="ppt_w"/>
                                          </p:val>
                                        </p:tav>
                                        <p:tav tm="100000">
                                          <p:val>
                                            <p:fltVal val="0"/>
                                          </p:val>
                                        </p:tav>
                                      </p:tavLst>
                                    </p:anim>
                                    <p:anim calcmode="lin" valueType="num">
                                      <p:cBhvr>
                                        <p:cTn id="137" dur="500"/>
                                        <p:tgtEl>
                                          <p:spTgt spid="2"/>
                                        </p:tgtEl>
                                        <p:attrNameLst>
                                          <p:attrName>ppt_h</p:attrName>
                                        </p:attrNameLst>
                                      </p:cBhvr>
                                      <p:tavLst>
                                        <p:tav tm="0">
                                          <p:val>
                                            <p:strVal val="ppt_h"/>
                                          </p:val>
                                        </p:tav>
                                        <p:tav tm="100000">
                                          <p:val>
                                            <p:fltVal val="0"/>
                                          </p:val>
                                        </p:tav>
                                      </p:tavLst>
                                    </p:anim>
                                    <p:animEffect transition="out" filter="fade">
                                      <p:cBhvr>
                                        <p:cTn id="138" dur="500"/>
                                        <p:tgtEl>
                                          <p:spTgt spid="2"/>
                                        </p:tgtEl>
                                      </p:cBhvr>
                                    </p:animEffect>
                                    <p:set>
                                      <p:cBhvr>
                                        <p:cTn id="139" dur="1" fill="hold">
                                          <p:stCondLst>
                                            <p:cond delay="499"/>
                                          </p:stCondLst>
                                        </p:cTn>
                                        <p:tgtEl>
                                          <p:spTgt spid="2"/>
                                        </p:tgtEl>
                                        <p:attrNameLst>
                                          <p:attrName>style.visibility</p:attrName>
                                        </p:attrNameLst>
                                      </p:cBhvr>
                                      <p:to>
                                        <p:strVal val="hidden"/>
                                      </p:to>
                                    </p:set>
                                  </p:childTnLst>
                                </p:cTn>
                              </p:par>
                            </p:childTnLst>
                          </p:cTn>
                        </p:par>
                      </p:childTnLst>
                    </p:cTn>
                  </p:par>
                  <p:par>
                    <p:cTn id="140" fill="hold" nodeType="clickPar">
                      <p:stCondLst>
                        <p:cond delay="indefinite"/>
                      </p:stCondLst>
                      <p:childTnLst>
                        <p:par>
                          <p:cTn id="141" fill="hold" nodeType="withGroup">
                            <p:stCondLst>
                              <p:cond delay="0"/>
                            </p:stCondLst>
                            <p:childTnLst>
                              <p:par>
                                <p:cTn id="142" presetID="53" presetClass="entr" presetSubtype="0" fill="hold" grpId="0" nodeType="clickEffect">
                                  <p:stCondLst>
                                    <p:cond delay="0"/>
                                  </p:stCondLst>
                                  <p:childTnLst>
                                    <p:set>
                                      <p:cBhvr>
                                        <p:cTn id="143" dur="1" fill="hold">
                                          <p:stCondLst>
                                            <p:cond delay="0"/>
                                          </p:stCondLst>
                                        </p:cTn>
                                        <p:tgtEl>
                                          <p:spTgt spid="28"/>
                                        </p:tgtEl>
                                        <p:attrNameLst>
                                          <p:attrName>style.visibility</p:attrName>
                                        </p:attrNameLst>
                                      </p:cBhvr>
                                      <p:to>
                                        <p:strVal val="visible"/>
                                      </p:to>
                                    </p:set>
                                    <p:anim calcmode="lin" valueType="num">
                                      <p:cBhvr>
                                        <p:cTn id="144" dur="500" fill="hold"/>
                                        <p:tgtEl>
                                          <p:spTgt spid="28"/>
                                        </p:tgtEl>
                                        <p:attrNameLst>
                                          <p:attrName>ppt_w</p:attrName>
                                        </p:attrNameLst>
                                      </p:cBhvr>
                                      <p:tavLst>
                                        <p:tav tm="0">
                                          <p:val>
                                            <p:fltVal val="0"/>
                                          </p:val>
                                        </p:tav>
                                        <p:tav tm="100000">
                                          <p:val>
                                            <p:strVal val="#ppt_w"/>
                                          </p:val>
                                        </p:tav>
                                      </p:tavLst>
                                    </p:anim>
                                    <p:anim calcmode="lin" valueType="num">
                                      <p:cBhvr>
                                        <p:cTn id="145" dur="500" fill="hold"/>
                                        <p:tgtEl>
                                          <p:spTgt spid="28"/>
                                        </p:tgtEl>
                                        <p:attrNameLst>
                                          <p:attrName>ppt_h</p:attrName>
                                        </p:attrNameLst>
                                      </p:cBhvr>
                                      <p:tavLst>
                                        <p:tav tm="0">
                                          <p:val>
                                            <p:fltVal val="0"/>
                                          </p:val>
                                        </p:tav>
                                        <p:tav tm="100000">
                                          <p:val>
                                            <p:strVal val="#ppt_h"/>
                                          </p:val>
                                        </p:tav>
                                      </p:tavLst>
                                    </p:anim>
                                    <p:animEffect transition="in" filter="fade">
                                      <p:cBhvr>
                                        <p:cTn id="146" dur="500"/>
                                        <p:tgtEl>
                                          <p:spTgt spid="28"/>
                                        </p:tgtEl>
                                      </p:cBhvr>
                                    </p:animEffect>
                                  </p:childTnLst>
                                </p:cTn>
                              </p:par>
                            </p:childTnLst>
                          </p:cTn>
                        </p:par>
                      </p:childTnLst>
                    </p:cTn>
                  </p:par>
                  <p:par>
                    <p:cTn id="147" fill="hold" nodeType="clickPar">
                      <p:stCondLst>
                        <p:cond delay="indefinite"/>
                      </p:stCondLst>
                      <p:childTnLst>
                        <p:par>
                          <p:cTn id="148" fill="hold" nodeType="withGroup">
                            <p:stCondLst>
                              <p:cond delay="0"/>
                            </p:stCondLst>
                            <p:childTnLst>
                              <p:par>
                                <p:cTn id="149" presetID="53" presetClass="entr" presetSubtype="0" fill="hold" grpId="0" nodeType="clickEffect">
                                  <p:stCondLst>
                                    <p:cond delay="0"/>
                                  </p:stCondLst>
                                  <p:childTnLst>
                                    <p:set>
                                      <p:cBhvr>
                                        <p:cTn id="150" dur="1" fill="hold">
                                          <p:stCondLst>
                                            <p:cond delay="0"/>
                                          </p:stCondLst>
                                        </p:cTn>
                                        <p:tgtEl>
                                          <p:spTgt spid="26"/>
                                        </p:tgtEl>
                                        <p:attrNameLst>
                                          <p:attrName>style.visibility</p:attrName>
                                        </p:attrNameLst>
                                      </p:cBhvr>
                                      <p:to>
                                        <p:strVal val="visible"/>
                                      </p:to>
                                    </p:set>
                                    <p:anim calcmode="lin" valueType="num">
                                      <p:cBhvr>
                                        <p:cTn id="151" dur="500" fill="hold"/>
                                        <p:tgtEl>
                                          <p:spTgt spid="26"/>
                                        </p:tgtEl>
                                        <p:attrNameLst>
                                          <p:attrName>ppt_w</p:attrName>
                                        </p:attrNameLst>
                                      </p:cBhvr>
                                      <p:tavLst>
                                        <p:tav tm="0">
                                          <p:val>
                                            <p:fltVal val="0"/>
                                          </p:val>
                                        </p:tav>
                                        <p:tav tm="100000">
                                          <p:val>
                                            <p:strVal val="#ppt_w"/>
                                          </p:val>
                                        </p:tav>
                                      </p:tavLst>
                                    </p:anim>
                                    <p:anim calcmode="lin" valueType="num">
                                      <p:cBhvr>
                                        <p:cTn id="152" dur="500" fill="hold"/>
                                        <p:tgtEl>
                                          <p:spTgt spid="26"/>
                                        </p:tgtEl>
                                        <p:attrNameLst>
                                          <p:attrName>ppt_h</p:attrName>
                                        </p:attrNameLst>
                                      </p:cBhvr>
                                      <p:tavLst>
                                        <p:tav tm="0">
                                          <p:val>
                                            <p:fltVal val="0"/>
                                          </p:val>
                                        </p:tav>
                                        <p:tav tm="100000">
                                          <p:val>
                                            <p:strVal val="#ppt_h"/>
                                          </p:val>
                                        </p:tav>
                                      </p:tavLst>
                                    </p:anim>
                                    <p:animEffect transition="in" filter="fade">
                                      <p:cBhvr>
                                        <p:cTn id="153" dur="500"/>
                                        <p:tgtEl>
                                          <p:spTgt spid="26"/>
                                        </p:tgtEl>
                                      </p:cBhvr>
                                    </p:animEffect>
                                  </p:childTnLst>
                                </p:cTn>
                              </p:par>
                            </p:childTnLst>
                          </p:cTn>
                        </p:par>
                      </p:childTnLst>
                    </p:cTn>
                  </p:par>
                  <p:par>
                    <p:cTn id="154" fill="hold" nodeType="clickPar">
                      <p:stCondLst>
                        <p:cond delay="indefinite"/>
                      </p:stCondLst>
                      <p:childTnLst>
                        <p:par>
                          <p:cTn id="155" fill="hold" nodeType="withGroup">
                            <p:stCondLst>
                              <p:cond delay="0"/>
                            </p:stCondLst>
                            <p:childTnLst>
                              <p:par>
                                <p:cTn id="156" presetID="53" presetClass="entr" presetSubtype="0" fill="hold" nodeType="clickEffect">
                                  <p:stCondLst>
                                    <p:cond delay="0"/>
                                  </p:stCondLst>
                                  <p:childTnLst>
                                    <p:set>
                                      <p:cBhvr>
                                        <p:cTn id="157" dur="1" fill="hold">
                                          <p:stCondLst>
                                            <p:cond delay="0"/>
                                          </p:stCondLst>
                                        </p:cTn>
                                        <p:tgtEl>
                                          <p:spTgt spid="17"/>
                                        </p:tgtEl>
                                        <p:attrNameLst>
                                          <p:attrName>style.visibility</p:attrName>
                                        </p:attrNameLst>
                                      </p:cBhvr>
                                      <p:to>
                                        <p:strVal val="visible"/>
                                      </p:to>
                                    </p:set>
                                    <p:anim calcmode="lin" valueType="num">
                                      <p:cBhvr>
                                        <p:cTn id="158" dur="500" fill="hold"/>
                                        <p:tgtEl>
                                          <p:spTgt spid="17"/>
                                        </p:tgtEl>
                                        <p:attrNameLst>
                                          <p:attrName>ppt_w</p:attrName>
                                        </p:attrNameLst>
                                      </p:cBhvr>
                                      <p:tavLst>
                                        <p:tav tm="0">
                                          <p:val>
                                            <p:fltVal val="0"/>
                                          </p:val>
                                        </p:tav>
                                        <p:tav tm="100000">
                                          <p:val>
                                            <p:strVal val="#ppt_w"/>
                                          </p:val>
                                        </p:tav>
                                      </p:tavLst>
                                    </p:anim>
                                    <p:anim calcmode="lin" valueType="num">
                                      <p:cBhvr>
                                        <p:cTn id="159" dur="500" fill="hold"/>
                                        <p:tgtEl>
                                          <p:spTgt spid="17"/>
                                        </p:tgtEl>
                                        <p:attrNameLst>
                                          <p:attrName>ppt_h</p:attrName>
                                        </p:attrNameLst>
                                      </p:cBhvr>
                                      <p:tavLst>
                                        <p:tav tm="0">
                                          <p:val>
                                            <p:fltVal val="0"/>
                                          </p:val>
                                        </p:tav>
                                        <p:tav tm="100000">
                                          <p:val>
                                            <p:strVal val="#ppt_h"/>
                                          </p:val>
                                        </p:tav>
                                      </p:tavLst>
                                    </p:anim>
                                    <p:animEffect transition="in" filter="fade">
                                      <p:cBhvr>
                                        <p:cTn id="160" dur="500"/>
                                        <p:tgtEl>
                                          <p:spTgt spid="17"/>
                                        </p:tgtEl>
                                      </p:cBhvr>
                                    </p:animEffect>
                                  </p:childTnLst>
                                </p:cTn>
                              </p:par>
                            </p:childTnLst>
                          </p:cTn>
                        </p:par>
                      </p:childTnLst>
                    </p:cTn>
                  </p:par>
                  <p:par>
                    <p:cTn id="161" fill="hold" nodeType="clickPar">
                      <p:stCondLst>
                        <p:cond delay="indefinite"/>
                      </p:stCondLst>
                      <p:childTnLst>
                        <p:par>
                          <p:cTn id="162" fill="hold" nodeType="withGroup">
                            <p:stCondLst>
                              <p:cond delay="0"/>
                            </p:stCondLst>
                            <p:childTnLst>
                              <p:par>
                                <p:cTn id="163" presetID="53" presetClass="entr" presetSubtype="0" fill="hold" nodeType="clickEffect">
                                  <p:stCondLst>
                                    <p:cond delay="0"/>
                                  </p:stCondLst>
                                  <p:childTnLst>
                                    <p:set>
                                      <p:cBhvr>
                                        <p:cTn id="164" dur="1" fill="hold">
                                          <p:stCondLst>
                                            <p:cond delay="0"/>
                                          </p:stCondLst>
                                        </p:cTn>
                                        <p:tgtEl>
                                          <p:spTgt spid="18"/>
                                        </p:tgtEl>
                                        <p:attrNameLst>
                                          <p:attrName>style.visibility</p:attrName>
                                        </p:attrNameLst>
                                      </p:cBhvr>
                                      <p:to>
                                        <p:strVal val="visible"/>
                                      </p:to>
                                    </p:set>
                                    <p:anim calcmode="lin" valueType="num">
                                      <p:cBhvr>
                                        <p:cTn id="165" dur="500" fill="hold"/>
                                        <p:tgtEl>
                                          <p:spTgt spid="18"/>
                                        </p:tgtEl>
                                        <p:attrNameLst>
                                          <p:attrName>ppt_w</p:attrName>
                                        </p:attrNameLst>
                                      </p:cBhvr>
                                      <p:tavLst>
                                        <p:tav tm="0">
                                          <p:val>
                                            <p:fltVal val="0"/>
                                          </p:val>
                                        </p:tav>
                                        <p:tav tm="100000">
                                          <p:val>
                                            <p:strVal val="#ppt_w"/>
                                          </p:val>
                                        </p:tav>
                                      </p:tavLst>
                                    </p:anim>
                                    <p:anim calcmode="lin" valueType="num">
                                      <p:cBhvr>
                                        <p:cTn id="166" dur="500" fill="hold"/>
                                        <p:tgtEl>
                                          <p:spTgt spid="18"/>
                                        </p:tgtEl>
                                        <p:attrNameLst>
                                          <p:attrName>ppt_h</p:attrName>
                                        </p:attrNameLst>
                                      </p:cBhvr>
                                      <p:tavLst>
                                        <p:tav tm="0">
                                          <p:val>
                                            <p:fltVal val="0"/>
                                          </p:val>
                                        </p:tav>
                                        <p:tav tm="100000">
                                          <p:val>
                                            <p:strVal val="#ppt_h"/>
                                          </p:val>
                                        </p:tav>
                                      </p:tavLst>
                                    </p:anim>
                                    <p:animEffect transition="in" filter="fade">
                                      <p:cBhvr>
                                        <p:cTn id="167" dur="500"/>
                                        <p:tgtEl>
                                          <p:spTgt spid="18"/>
                                        </p:tgtEl>
                                      </p:cBhvr>
                                    </p:animEffect>
                                  </p:childTnLst>
                                </p:cTn>
                              </p:par>
                            </p:childTnLst>
                          </p:cTn>
                        </p:par>
                      </p:childTnLst>
                    </p:cTn>
                  </p:par>
                  <p:par>
                    <p:cTn id="168" fill="hold" nodeType="clickPar">
                      <p:stCondLst>
                        <p:cond delay="indefinite"/>
                      </p:stCondLst>
                      <p:childTnLst>
                        <p:par>
                          <p:cTn id="169" fill="hold" nodeType="withGroup">
                            <p:stCondLst>
                              <p:cond delay="0"/>
                            </p:stCondLst>
                            <p:childTnLst>
                              <p:par>
                                <p:cTn id="170" presetID="53" presetClass="entr" presetSubtype="16" fill="hold" grpId="0" nodeType="clickEffect">
                                  <p:stCondLst>
                                    <p:cond delay="0"/>
                                  </p:stCondLst>
                                  <p:childTnLst>
                                    <p:set>
                                      <p:cBhvr>
                                        <p:cTn id="171" dur="1" fill="hold">
                                          <p:stCondLst>
                                            <p:cond delay="0"/>
                                          </p:stCondLst>
                                        </p:cTn>
                                        <p:tgtEl>
                                          <p:spTgt spid="35"/>
                                        </p:tgtEl>
                                        <p:attrNameLst>
                                          <p:attrName>style.visibility</p:attrName>
                                        </p:attrNameLst>
                                      </p:cBhvr>
                                      <p:to>
                                        <p:strVal val="visible"/>
                                      </p:to>
                                    </p:set>
                                    <p:anim calcmode="lin" valueType="num">
                                      <p:cBhvr>
                                        <p:cTn id="172" dur="500" fill="hold"/>
                                        <p:tgtEl>
                                          <p:spTgt spid="35"/>
                                        </p:tgtEl>
                                        <p:attrNameLst>
                                          <p:attrName>ppt_w</p:attrName>
                                        </p:attrNameLst>
                                      </p:cBhvr>
                                      <p:tavLst>
                                        <p:tav tm="0">
                                          <p:val>
                                            <p:fltVal val="0"/>
                                          </p:val>
                                        </p:tav>
                                        <p:tav tm="100000">
                                          <p:val>
                                            <p:strVal val="#ppt_w"/>
                                          </p:val>
                                        </p:tav>
                                      </p:tavLst>
                                    </p:anim>
                                    <p:anim calcmode="lin" valueType="num">
                                      <p:cBhvr>
                                        <p:cTn id="173" dur="500" fill="hold"/>
                                        <p:tgtEl>
                                          <p:spTgt spid="35"/>
                                        </p:tgtEl>
                                        <p:attrNameLst>
                                          <p:attrName>ppt_h</p:attrName>
                                        </p:attrNameLst>
                                      </p:cBhvr>
                                      <p:tavLst>
                                        <p:tav tm="0">
                                          <p:val>
                                            <p:fltVal val="0"/>
                                          </p:val>
                                        </p:tav>
                                        <p:tav tm="100000">
                                          <p:val>
                                            <p:strVal val="#ppt_h"/>
                                          </p:val>
                                        </p:tav>
                                      </p:tavLst>
                                    </p:anim>
                                    <p:animEffect transition="in" filter="fade">
                                      <p:cBhvr>
                                        <p:cTn id="174" dur="500"/>
                                        <p:tgtEl>
                                          <p:spTgt spid="35"/>
                                        </p:tgtEl>
                                      </p:cBhvr>
                                    </p:animEffect>
                                  </p:childTnLst>
                                </p:cTn>
                              </p:par>
                            </p:childTnLst>
                          </p:cTn>
                        </p:par>
                      </p:childTnLst>
                    </p:cTn>
                  </p:par>
                  <p:par>
                    <p:cTn id="175" fill="hold" nodeType="clickPar">
                      <p:stCondLst>
                        <p:cond delay="indefinite"/>
                      </p:stCondLst>
                      <p:childTnLst>
                        <p:par>
                          <p:cTn id="176" fill="hold" nodeType="withGroup">
                            <p:stCondLst>
                              <p:cond delay="0"/>
                            </p:stCondLst>
                            <p:childTnLst>
                              <p:par>
                                <p:cTn id="177" presetID="53" presetClass="entr" presetSubtype="0" fill="hold" grpId="0" nodeType="clickEffect">
                                  <p:stCondLst>
                                    <p:cond delay="0"/>
                                  </p:stCondLst>
                                  <p:childTnLst>
                                    <p:set>
                                      <p:cBhvr>
                                        <p:cTn id="178" dur="1" fill="hold">
                                          <p:stCondLst>
                                            <p:cond delay="0"/>
                                          </p:stCondLst>
                                        </p:cTn>
                                        <p:tgtEl>
                                          <p:spTgt spid="30"/>
                                        </p:tgtEl>
                                        <p:attrNameLst>
                                          <p:attrName>style.visibility</p:attrName>
                                        </p:attrNameLst>
                                      </p:cBhvr>
                                      <p:to>
                                        <p:strVal val="visible"/>
                                      </p:to>
                                    </p:set>
                                    <p:anim calcmode="lin" valueType="num">
                                      <p:cBhvr>
                                        <p:cTn id="179" dur="500" fill="hold"/>
                                        <p:tgtEl>
                                          <p:spTgt spid="30"/>
                                        </p:tgtEl>
                                        <p:attrNameLst>
                                          <p:attrName>ppt_w</p:attrName>
                                        </p:attrNameLst>
                                      </p:cBhvr>
                                      <p:tavLst>
                                        <p:tav tm="0">
                                          <p:val>
                                            <p:fltVal val="0"/>
                                          </p:val>
                                        </p:tav>
                                        <p:tav tm="100000">
                                          <p:val>
                                            <p:strVal val="#ppt_w"/>
                                          </p:val>
                                        </p:tav>
                                      </p:tavLst>
                                    </p:anim>
                                    <p:anim calcmode="lin" valueType="num">
                                      <p:cBhvr>
                                        <p:cTn id="180" dur="500" fill="hold"/>
                                        <p:tgtEl>
                                          <p:spTgt spid="30"/>
                                        </p:tgtEl>
                                        <p:attrNameLst>
                                          <p:attrName>ppt_h</p:attrName>
                                        </p:attrNameLst>
                                      </p:cBhvr>
                                      <p:tavLst>
                                        <p:tav tm="0">
                                          <p:val>
                                            <p:fltVal val="0"/>
                                          </p:val>
                                        </p:tav>
                                        <p:tav tm="100000">
                                          <p:val>
                                            <p:strVal val="#ppt_h"/>
                                          </p:val>
                                        </p:tav>
                                      </p:tavLst>
                                    </p:anim>
                                    <p:animEffect transition="in" filter="fade">
                                      <p:cBhvr>
                                        <p:cTn id="181" dur="500"/>
                                        <p:tgtEl>
                                          <p:spTgt spid="30"/>
                                        </p:tgtEl>
                                      </p:cBhvr>
                                    </p:animEffect>
                                  </p:childTnLst>
                                </p:cTn>
                              </p:par>
                            </p:childTnLst>
                          </p:cTn>
                        </p:par>
                      </p:childTnLst>
                    </p:cTn>
                  </p:par>
                  <p:par>
                    <p:cTn id="182" fill="hold" nodeType="clickPar">
                      <p:stCondLst>
                        <p:cond delay="indefinite"/>
                      </p:stCondLst>
                      <p:childTnLst>
                        <p:par>
                          <p:cTn id="183" fill="hold" nodeType="withGroup">
                            <p:stCondLst>
                              <p:cond delay="0"/>
                            </p:stCondLst>
                            <p:childTnLst>
                              <p:par>
                                <p:cTn id="184" presetID="53" presetClass="exit" presetSubtype="32" fill="hold" grpId="1" nodeType="clickEffect">
                                  <p:stCondLst>
                                    <p:cond delay="0"/>
                                  </p:stCondLst>
                                  <p:childTnLst>
                                    <p:anim calcmode="lin" valueType="num">
                                      <p:cBhvr>
                                        <p:cTn id="185" dur="500"/>
                                        <p:tgtEl>
                                          <p:spTgt spid="35"/>
                                        </p:tgtEl>
                                        <p:attrNameLst>
                                          <p:attrName>ppt_w</p:attrName>
                                        </p:attrNameLst>
                                      </p:cBhvr>
                                      <p:tavLst>
                                        <p:tav tm="0">
                                          <p:val>
                                            <p:strVal val="ppt_w"/>
                                          </p:val>
                                        </p:tav>
                                        <p:tav tm="100000">
                                          <p:val>
                                            <p:fltVal val="0"/>
                                          </p:val>
                                        </p:tav>
                                      </p:tavLst>
                                    </p:anim>
                                    <p:anim calcmode="lin" valueType="num">
                                      <p:cBhvr>
                                        <p:cTn id="186" dur="500"/>
                                        <p:tgtEl>
                                          <p:spTgt spid="35"/>
                                        </p:tgtEl>
                                        <p:attrNameLst>
                                          <p:attrName>ppt_h</p:attrName>
                                        </p:attrNameLst>
                                      </p:cBhvr>
                                      <p:tavLst>
                                        <p:tav tm="0">
                                          <p:val>
                                            <p:strVal val="ppt_h"/>
                                          </p:val>
                                        </p:tav>
                                        <p:tav tm="100000">
                                          <p:val>
                                            <p:fltVal val="0"/>
                                          </p:val>
                                        </p:tav>
                                      </p:tavLst>
                                    </p:anim>
                                    <p:animEffect transition="out" filter="fade">
                                      <p:cBhvr>
                                        <p:cTn id="187" dur="500"/>
                                        <p:tgtEl>
                                          <p:spTgt spid="35"/>
                                        </p:tgtEl>
                                      </p:cBhvr>
                                    </p:animEffect>
                                    <p:set>
                                      <p:cBhvr>
                                        <p:cTn id="188" dur="1" fill="hold">
                                          <p:stCondLst>
                                            <p:cond delay="499"/>
                                          </p:stCondLst>
                                        </p:cTn>
                                        <p:tgtEl>
                                          <p:spTgt spid="35"/>
                                        </p:tgtEl>
                                        <p:attrNameLst>
                                          <p:attrName>style.visibility</p:attrName>
                                        </p:attrNameLst>
                                      </p:cBhvr>
                                      <p:to>
                                        <p:strVal val="hidden"/>
                                      </p:to>
                                    </p:set>
                                  </p:childTnLst>
                                </p:cTn>
                              </p:par>
                            </p:childTnLst>
                          </p:cTn>
                        </p:par>
                      </p:childTnLst>
                    </p:cTn>
                  </p:par>
                  <p:par>
                    <p:cTn id="189" fill="hold" nodeType="clickPar">
                      <p:stCondLst>
                        <p:cond delay="indefinite"/>
                      </p:stCondLst>
                      <p:childTnLst>
                        <p:par>
                          <p:cTn id="190" fill="hold" nodeType="withGroup">
                            <p:stCondLst>
                              <p:cond delay="0"/>
                            </p:stCondLst>
                            <p:childTnLst>
                              <p:par>
                                <p:cTn id="191" presetID="53" presetClass="entr" presetSubtype="0" fill="hold" grpId="0" nodeType="clickEffect">
                                  <p:stCondLst>
                                    <p:cond delay="0"/>
                                  </p:stCondLst>
                                  <p:childTnLst>
                                    <p:set>
                                      <p:cBhvr>
                                        <p:cTn id="192" dur="1" fill="hold">
                                          <p:stCondLst>
                                            <p:cond delay="0"/>
                                          </p:stCondLst>
                                        </p:cTn>
                                        <p:tgtEl>
                                          <p:spTgt spid="29"/>
                                        </p:tgtEl>
                                        <p:attrNameLst>
                                          <p:attrName>style.visibility</p:attrName>
                                        </p:attrNameLst>
                                      </p:cBhvr>
                                      <p:to>
                                        <p:strVal val="visible"/>
                                      </p:to>
                                    </p:set>
                                    <p:anim calcmode="lin" valueType="num">
                                      <p:cBhvr>
                                        <p:cTn id="193" dur="500" fill="hold"/>
                                        <p:tgtEl>
                                          <p:spTgt spid="29"/>
                                        </p:tgtEl>
                                        <p:attrNameLst>
                                          <p:attrName>ppt_w</p:attrName>
                                        </p:attrNameLst>
                                      </p:cBhvr>
                                      <p:tavLst>
                                        <p:tav tm="0">
                                          <p:val>
                                            <p:fltVal val="0"/>
                                          </p:val>
                                        </p:tav>
                                        <p:tav tm="100000">
                                          <p:val>
                                            <p:strVal val="#ppt_w"/>
                                          </p:val>
                                        </p:tav>
                                      </p:tavLst>
                                    </p:anim>
                                    <p:anim calcmode="lin" valueType="num">
                                      <p:cBhvr>
                                        <p:cTn id="194" dur="500" fill="hold"/>
                                        <p:tgtEl>
                                          <p:spTgt spid="29"/>
                                        </p:tgtEl>
                                        <p:attrNameLst>
                                          <p:attrName>ppt_h</p:attrName>
                                        </p:attrNameLst>
                                      </p:cBhvr>
                                      <p:tavLst>
                                        <p:tav tm="0">
                                          <p:val>
                                            <p:fltVal val="0"/>
                                          </p:val>
                                        </p:tav>
                                        <p:tav tm="100000">
                                          <p:val>
                                            <p:strVal val="#ppt_h"/>
                                          </p:val>
                                        </p:tav>
                                      </p:tavLst>
                                    </p:anim>
                                    <p:animEffect transition="in" filter="fade">
                                      <p:cBhvr>
                                        <p:cTn id="195" dur="500"/>
                                        <p:tgtEl>
                                          <p:spTgt spid="29"/>
                                        </p:tgtEl>
                                      </p:cBhvr>
                                    </p:animEffect>
                                  </p:childTnLst>
                                </p:cTn>
                              </p:par>
                            </p:childTnLst>
                          </p:cTn>
                        </p:par>
                      </p:childTnLst>
                    </p:cTn>
                  </p:par>
                  <p:par>
                    <p:cTn id="196" fill="hold" nodeType="clickPar">
                      <p:stCondLst>
                        <p:cond delay="indefinite"/>
                      </p:stCondLst>
                      <p:childTnLst>
                        <p:par>
                          <p:cTn id="197" fill="hold" nodeType="withGroup">
                            <p:stCondLst>
                              <p:cond delay="0"/>
                            </p:stCondLst>
                            <p:childTnLst>
                              <p:par>
                                <p:cTn id="198" presetID="53" presetClass="entr" presetSubtype="0" fill="hold" grpId="0" nodeType="clickEffect">
                                  <p:stCondLst>
                                    <p:cond delay="0"/>
                                  </p:stCondLst>
                                  <p:childTnLst>
                                    <p:set>
                                      <p:cBhvr>
                                        <p:cTn id="199" dur="1" fill="hold">
                                          <p:stCondLst>
                                            <p:cond delay="0"/>
                                          </p:stCondLst>
                                        </p:cTn>
                                        <p:tgtEl>
                                          <p:spTgt spid="32"/>
                                        </p:tgtEl>
                                        <p:attrNameLst>
                                          <p:attrName>style.visibility</p:attrName>
                                        </p:attrNameLst>
                                      </p:cBhvr>
                                      <p:to>
                                        <p:strVal val="visible"/>
                                      </p:to>
                                    </p:set>
                                    <p:anim calcmode="lin" valueType="num">
                                      <p:cBhvr>
                                        <p:cTn id="200" dur="500" fill="hold"/>
                                        <p:tgtEl>
                                          <p:spTgt spid="32"/>
                                        </p:tgtEl>
                                        <p:attrNameLst>
                                          <p:attrName>ppt_w</p:attrName>
                                        </p:attrNameLst>
                                      </p:cBhvr>
                                      <p:tavLst>
                                        <p:tav tm="0">
                                          <p:val>
                                            <p:fltVal val="0"/>
                                          </p:val>
                                        </p:tav>
                                        <p:tav tm="100000">
                                          <p:val>
                                            <p:strVal val="#ppt_w"/>
                                          </p:val>
                                        </p:tav>
                                      </p:tavLst>
                                    </p:anim>
                                    <p:anim calcmode="lin" valueType="num">
                                      <p:cBhvr>
                                        <p:cTn id="201" dur="500" fill="hold"/>
                                        <p:tgtEl>
                                          <p:spTgt spid="32"/>
                                        </p:tgtEl>
                                        <p:attrNameLst>
                                          <p:attrName>ppt_h</p:attrName>
                                        </p:attrNameLst>
                                      </p:cBhvr>
                                      <p:tavLst>
                                        <p:tav tm="0">
                                          <p:val>
                                            <p:fltVal val="0"/>
                                          </p:val>
                                        </p:tav>
                                        <p:tav tm="100000">
                                          <p:val>
                                            <p:strVal val="#ppt_h"/>
                                          </p:val>
                                        </p:tav>
                                      </p:tavLst>
                                    </p:anim>
                                    <p:animEffect transition="in" filter="fade">
                                      <p:cBhvr>
                                        <p:cTn id="202" dur="500"/>
                                        <p:tgtEl>
                                          <p:spTgt spid="32"/>
                                        </p:tgtEl>
                                      </p:cBhvr>
                                    </p:animEffect>
                                  </p:childTnLst>
                                </p:cTn>
                              </p:par>
                            </p:childTnLst>
                          </p:cTn>
                        </p:par>
                      </p:childTnLst>
                    </p:cTn>
                  </p:par>
                  <p:par>
                    <p:cTn id="203" fill="hold" nodeType="clickPar">
                      <p:stCondLst>
                        <p:cond delay="indefinite"/>
                      </p:stCondLst>
                      <p:childTnLst>
                        <p:par>
                          <p:cTn id="204" fill="hold" nodeType="withGroup">
                            <p:stCondLst>
                              <p:cond delay="0"/>
                            </p:stCondLst>
                            <p:childTnLst>
                              <p:par>
                                <p:cTn id="205" presetID="53" presetClass="entr" presetSubtype="0" fill="hold" nodeType="clickEffect">
                                  <p:stCondLst>
                                    <p:cond delay="0"/>
                                  </p:stCondLst>
                                  <p:childTnLst>
                                    <p:set>
                                      <p:cBhvr>
                                        <p:cTn id="206" dur="1" fill="hold">
                                          <p:stCondLst>
                                            <p:cond delay="0"/>
                                          </p:stCondLst>
                                        </p:cTn>
                                        <p:tgtEl>
                                          <p:spTgt spid="19"/>
                                        </p:tgtEl>
                                        <p:attrNameLst>
                                          <p:attrName>style.visibility</p:attrName>
                                        </p:attrNameLst>
                                      </p:cBhvr>
                                      <p:to>
                                        <p:strVal val="visible"/>
                                      </p:to>
                                    </p:set>
                                    <p:anim calcmode="lin" valueType="num">
                                      <p:cBhvr>
                                        <p:cTn id="207" dur="500" fill="hold"/>
                                        <p:tgtEl>
                                          <p:spTgt spid="19"/>
                                        </p:tgtEl>
                                        <p:attrNameLst>
                                          <p:attrName>ppt_w</p:attrName>
                                        </p:attrNameLst>
                                      </p:cBhvr>
                                      <p:tavLst>
                                        <p:tav tm="0">
                                          <p:val>
                                            <p:fltVal val="0"/>
                                          </p:val>
                                        </p:tav>
                                        <p:tav tm="100000">
                                          <p:val>
                                            <p:strVal val="#ppt_w"/>
                                          </p:val>
                                        </p:tav>
                                      </p:tavLst>
                                    </p:anim>
                                    <p:anim calcmode="lin" valueType="num">
                                      <p:cBhvr>
                                        <p:cTn id="208" dur="500" fill="hold"/>
                                        <p:tgtEl>
                                          <p:spTgt spid="19"/>
                                        </p:tgtEl>
                                        <p:attrNameLst>
                                          <p:attrName>ppt_h</p:attrName>
                                        </p:attrNameLst>
                                      </p:cBhvr>
                                      <p:tavLst>
                                        <p:tav tm="0">
                                          <p:val>
                                            <p:fltVal val="0"/>
                                          </p:val>
                                        </p:tav>
                                        <p:tav tm="100000">
                                          <p:val>
                                            <p:strVal val="#ppt_h"/>
                                          </p:val>
                                        </p:tav>
                                      </p:tavLst>
                                    </p:anim>
                                    <p:animEffect transition="in" filter="fade">
                                      <p:cBhvr>
                                        <p:cTn id="209" dur="500"/>
                                        <p:tgtEl>
                                          <p:spTgt spid="19"/>
                                        </p:tgtEl>
                                      </p:cBhvr>
                                    </p:animEffect>
                                  </p:childTnLst>
                                </p:cTn>
                              </p:par>
                            </p:childTnLst>
                          </p:cTn>
                        </p:par>
                      </p:childTnLst>
                    </p:cTn>
                  </p:par>
                  <p:par>
                    <p:cTn id="210" fill="hold" nodeType="clickPar">
                      <p:stCondLst>
                        <p:cond delay="indefinite"/>
                      </p:stCondLst>
                      <p:childTnLst>
                        <p:par>
                          <p:cTn id="211" fill="hold" nodeType="withGroup">
                            <p:stCondLst>
                              <p:cond delay="0"/>
                            </p:stCondLst>
                            <p:childTnLst>
                              <p:par>
                                <p:cTn id="212" presetID="53" presetClass="entr" presetSubtype="0" fill="hold" nodeType="clickEffect">
                                  <p:stCondLst>
                                    <p:cond delay="0"/>
                                  </p:stCondLst>
                                  <p:childTnLst>
                                    <p:set>
                                      <p:cBhvr>
                                        <p:cTn id="213" dur="1" fill="hold">
                                          <p:stCondLst>
                                            <p:cond delay="0"/>
                                          </p:stCondLst>
                                        </p:cTn>
                                        <p:tgtEl>
                                          <p:spTgt spid="20"/>
                                        </p:tgtEl>
                                        <p:attrNameLst>
                                          <p:attrName>style.visibility</p:attrName>
                                        </p:attrNameLst>
                                      </p:cBhvr>
                                      <p:to>
                                        <p:strVal val="visible"/>
                                      </p:to>
                                    </p:set>
                                    <p:anim calcmode="lin" valueType="num">
                                      <p:cBhvr>
                                        <p:cTn id="214" dur="500" fill="hold"/>
                                        <p:tgtEl>
                                          <p:spTgt spid="20"/>
                                        </p:tgtEl>
                                        <p:attrNameLst>
                                          <p:attrName>ppt_w</p:attrName>
                                        </p:attrNameLst>
                                      </p:cBhvr>
                                      <p:tavLst>
                                        <p:tav tm="0">
                                          <p:val>
                                            <p:fltVal val="0"/>
                                          </p:val>
                                        </p:tav>
                                        <p:tav tm="100000">
                                          <p:val>
                                            <p:strVal val="#ppt_w"/>
                                          </p:val>
                                        </p:tav>
                                      </p:tavLst>
                                    </p:anim>
                                    <p:anim calcmode="lin" valueType="num">
                                      <p:cBhvr>
                                        <p:cTn id="215" dur="500" fill="hold"/>
                                        <p:tgtEl>
                                          <p:spTgt spid="20"/>
                                        </p:tgtEl>
                                        <p:attrNameLst>
                                          <p:attrName>ppt_h</p:attrName>
                                        </p:attrNameLst>
                                      </p:cBhvr>
                                      <p:tavLst>
                                        <p:tav tm="0">
                                          <p:val>
                                            <p:fltVal val="0"/>
                                          </p:val>
                                        </p:tav>
                                        <p:tav tm="100000">
                                          <p:val>
                                            <p:strVal val="#ppt_h"/>
                                          </p:val>
                                        </p:tav>
                                      </p:tavLst>
                                    </p:anim>
                                    <p:animEffect transition="in" filter="fade">
                                      <p:cBhvr>
                                        <p:cTn id="216" dur="500"/>
                                        <p:tgtEl>
                                          <p:spTgt spid="20"/>
                                        </p:tgtEl>
                                      </p:cBhvr>
                                    </p:animEffect>
                                  </p:childTnLst>
                                </p:cTn>
                              </p:par>
                            </p:childTnLst>
                          </p:cTn>
                        </p:par>
                      </p:childTnLst>
                    </p:cTn>
                  </p:par>
                  <p:par>
                    <p:cTn id="217" fill="hold" nodeType="clickPar">
                      <p:stCondLst>
                        <p:cond delay="indefinite"/>
                      </p:stCondLst>
                      <p:childTnLst>
                        <p:par>
                          <p:cTn id="218" fill="hold" nodeType="withGroup">
                            <p:stCondLst>
                              <p:cond delay="0"/>
                            </p:stCondLst>
                            <p:childTnLst>
                              <p:par>
                                <p:cTn id="219" presetID="53" presetClass="entr" presetSubtype="0" fill="hold" grpId="0" nodeType="clickEffect">
                                  <p:stCondLst>
                                    <p:cond delay="0"/>
                                  </p:stCondLst>
                                  <p:childTnLst>
                                    <p:set>
                                      <p:cBhvr>
                                        <p:cTn id="220" dur="1" fill="hold">
                                          <p:stCondLst>
                                            <p:cond delay="0"/>
                                          </p:stCondLst>
                                        </p:cTn>
                                        <p:tgtEl>
                                          <p:spTgt spid="23"/>
                                        </p:tgtEl>
                                        <p:attrNameLst>
                                          <p:attrName>style.visibility</p:attrName>
                                        </p:attrNameLst>
                                      </p:cBhvr>
                                      <p:to>
                                        <p:strVal val="visible"/>
                                      </p:to>
                                    </p:set>
                                    <p:anim calcmode="lin" valueType="num">
                                      <p:cBhvr>
                                        <p:cTn id="221" dur="500" fill="hold"/>
                                        <p:tgtEl>
                                          <p:spTgt spid="23"/>
                                        </p:tgtEl>
                                        <p:attrNameLst>
                                          <p:attrName>ppt_w</p:attrName>
                                        </p:attrNameLst>
                                      </p:cBhvr>
                                      <p:tavLst>
                                        <p:tav tm="0">
                                          <p:val>
                                            <p:fltVal val="0"/>
                                          </p:val>
                                        </p:tav>
                                        <p:tav tm="100000">
                                          <p:val>
                                            <p:strVal val="#ppt_w"/>
                                          </p:val>
                                        </p:tav>
                                      </p:tavLst>
                                    </p:anim>
                                    <p:anim calcmode="lin" valueType="num">
                                      <p:cBhvr>
                                        <p:cTn id="222" dur="500" fill="hold"/>
                                        <p:tgtEl>
                                          <p:spTgt spid="23"/>
                                        </p:tgtEl>
                                        <p:attrNameLst>
                                          <p:attrName>ppt_h</p:attrName>
                                        </p:attrNameLst>
                                      </p:cBhvr>
                                      <p:tavLst>
                                        <p:tav tm="0">
                                          <p:val>
                                            <p:fltVal val="0"/>
                                          </p:val>
                                        </p:tav>
                                        <p:tav tm="100000">
                                          <p:val>
                                            <p:strVal val="#ppt_h"/>
                                          </p:val>
                                        </p:tav>
                                      </p:tavLst>
                                    </p:anim>
                                    <p:animEffect transition="in" filter="fade">
                                      <p:cBhvr>
                                        <p:cTn id="223" dur="500"/>
                                        <p:tgtEl>
                                          <p:spTgt spid="23"/>
                                        </p:tgtEl>
                                      </p:cBhvr>
                                    </p:animEffect>
                                  </p:childTnLst>
                                </p:cTn>
                              </p:par>
                            </p:childTnLst>
                          </p:cTn>
                        </p:par>
                      </p:childTnLst>
                    </p:cTn>
                  </p:par>
                  <p:par>
                    <p:cTn id="224" fill="hold" nodeType="clickPar">
                      <p:stCondLst>
                        <p:cond delay="indefinite"/>
                      </p:stCondLst>
                      <p:childTnLst>
                        <p:par>
                          <p:cTn id="225" fill="hold" nodeType="withGroup">
                            <p:stCondLst>
                              <p:cond delay="0"/>
                            </p:stCondLst>
                            <p:childTnLst>
                              <p:par>
                                <p:cTn id="226" presetID="53" presetClass="exit" presetSubtype="0" fill="hold" nodeType="clickEffect">
                                  <p:stCondLst>
                                    <p:cond delay="0"/>
                                  </p:stCondLst>
                                  <p:childTnLst>
                                    <p:anim calcmode="lin" valueType="num">
                                      <p:cBhvr>
                                        <p:cTn id="227" dur="500"/>
                                        <p:tgtEl>
                                          <p:spTgt spid="16"/>
                                        </p:tgtEl>
                                        <p:attrNameLst>
                                          <p:attrName>ppt_w</p:attrName>
                                        </p:attrNameLst>
                                      </p:cBhvr>
                                      <p:tavLst>
                                        <p:tav tm="0">
                                          <p:val>
                                            <p:strVal val="ppt_w"/>
                                          </p:val>
                                        </p:tav>
                                        <p:tav tm="100000">
                                          <p:val>
                                            <p:fltVal val="0"/>
                                          </p:val>
                                        </p:tav>
                                      </p:tavLst>
                                    </p:anim>
                                    <p:anim calcmode="lin" valueType="num">
                                      <p:cBhvr>
                                        <p:cTn id="228" dur="500"/>
                                        <p:tgtEl>
                                          <p:spTgt spid="16"/>
                                        </p:tgtEl>
                                        <p:attrNameLst>
                                          <p:attrName>ppt_h</p:attrName>
                                        </p:attrNameLst>
                                      </p:cBhvr>
                                      <p:tavLst>
                                        <p:tav tm="0">
                                          <p:val>
                                            <p:strVal val="ppt_h"/>
                                          </p:val>
                                        </p:tav>
                                        <p:tav tm="100000">
                                          <p:val>
                                            <p:fltVal val="0"/>
                                          </p:val>
                                        </p:tav>
                                      </p:tavLst>
                                    </p:anim>
                                    <p:animEffect transition="out" filter="fade">
                                      <p:cBhvr>
                                        <p:cTn id="229" dur="500"/>
                                        <p:tgtEl>
                                          <p:spTgt spid="16"/>
                                        </p:tgtEl>
                                      </p:cBhvr>
                                    </p:animEffect>
                                    <p:set>
                                      <p:cBhvr>
                                        <p:cTn id="230" dur="1" fill="hold">
                                          <p:stCondLst>
                                            <p:cond delay="499"/>
                                          </p:stCondLst>
                                        </p:cTn>
                                        <p:tgtEl>
                                          <p:spTgt spid="16"/>
                                        </p:tgtEl>
                                        <p:attrNameLst>
                                          <p:attrName>style.visibility</p:attrName>
                                        </p:attrNameLst>
                                      </p:cBhvr>
                                      <p:to>
                                        <p:strVal val="hidden"/>
                                      </p:to>
                                    </p:set>
                                  </p:childTnLst>
                                </p:cTn>
                              </p:par>
                              <p:par>
                                <p:cTn id="231" presetID="53" presetClass="exit" presetSubtype="0" fill="hold" nodeType="withEffect">
                                  <p:stCondLst>
                                    <p:cond delay="0"/>
                                  </p:stCondLst>
                                  <p:childTnLst>
                                    <p:anim calcmode="lin" valueType="num">
                                      <p:cBhvr>
                                        <p:cTn id="232" dur="500"/>
                                        <p:tgtEl>
                                          <p:spTgt spid="17"/>
                                        </p:tgtEl>
                                        <p:attrNameLst>
                                          <p:attrName>ppt_w</p:attrName>
                                        </p:attrNameLst>
                                      </p:cBhvr>
                                      <p:tavLst>
                                        <p:tav tm="0">
                                          <p:val>
                                            <p:strVal val="ppt_w"/>
                                          </p:val>
                                        </p:tav>
                                        <p:tav tm="100000">
                                          <p:val>
                                            <p:fltVal val="0"/>
                                          </p:val>
                                        </p:tav>
                                      </p:tavLst>
                                    </p:anim>
                                    <p:anim calcmode="lin" valueType="num">
                                      <p:cBhvr>
                                        <p:cTn id="233" dur="500"/>
                                        <p:tgtEl>
                                          <p:spTgt spid="17"/>
                                        </p:tgtEl>
                                        <p:attrNameLst>
                                          <p:attrName>ppt_h</p:attrName>
                                        </p:attrNameLst>
                                      </p:cBhvr>
                                      <p:tavLst>
                                        <p:tav tm="0">
                                          <p:val>
                                            <p:strVal val="ppt_h"/>
                                          </p:val>
                                        </p:tav>
                                        <p:tav tm="100000">
                                          <p:val>
                                            <p:fltVal val="0"/>
                                          </p:val>
                                        </p:tav>
                                      </p:tavLst>
                                    </p:anim>
                                    <p:animEffect transition="out" filter="fade">
                                      <p:cBhvr>
                                        <p:cTn id="234" dur="500"/>
                                        <p:tgtEl>
                                          <p:spTgt spid="17"/>
                                        </p:tgtEl>
                                      </p:cBhvr>
                                    </p:animEffect>
                                    <p:set>
                                      <p:cBhvr>
                                        <p:cTn id="235" dur="1" fill="hold">
                                          <p:stCondLst>
                                            <p:cond delay="499"/>
                                          </p:stCondLst>
                                        </p:cTn>
                                        <p:tgtEl>
                                          <p:spTgt spid="17"/>
                                        </p:tgtEl>
                                        <p:attrNameLst>
                                          <p:attrName>style.visibility</p:attrName>
                                        </p:attrNameLst>
                                      </p:cBhvr>
                                      <p:to>
                                        <p:strVal val="hidden"/>
                                      </p:to>
                                    </p:set>
                                  </p:childTnLst>
                                </p:cTn>
                              </p:par>
                              <p:par>
                                <p:cTn id="236" presetID="53" presetClass="exit" presetSubtype="0" fill="hold" nodeType="withEffect">
                                  <p:stCondLst>
                                    <p:cond delay="0"/>
                                  </p:stCondLst>
                                  <p:childTnLst>
                                    <p:anim calcmode="lin" valueType="num">
                                      <p:cBhvr>
                                        <p:cTn id="237" dur="500"/>
                                        <p:tgtEl>
                                          <p:spTgt spid="18"/>
                                        </p:tgtEl>
                                        <p:attrNameLst>
                                          <p:attrName>ppt_w</p:attrName>
                                        </p:attrNameLst>
                                      </p:cBhvr>
                                      <p:tavLst>
                                        <p:tav tm="0">
                                          <p:val>
                                            <p:strVal val="ppt_w"/>
                                          </p:val>
                                        </p:tav>
                                        <p:tav tm="100000">
                                          <p:val>
                                            <p:fltVal val="0"/>
                                          </p:val>
                                        </p:tav>
                                      </p:tavLst>
                                    </p:anim>
                                    <p:anim calcmode="lin" valueType="num">
                                      <p:cBhvr>
                                        <p:cTn id="238" dur="500"/>
                                        <p:tgtEl>
                                          <p:spTgt spid="18"/>
                                        </p:tgtEl>
                                        <p:attrNameLst>
                                          <p:attrName>ppt_h</p:attrName>
                                        </p:attrNameLst>
                                      </p:cBhvr>
                                      <p:tavLst>
                                        <p:tav tm="0">
                                          <p:val>
                                            <p:strVal val="ppt_h"/>
                                          </p:val>
                                        </p:tav>
                                        <p:tav tm="100000">
                                          <p:val>
                                            <p:fltVal val="0"/>
                                          </p:val>
                                        </p:tav>
                                      </p:tavLst>
                                    </p:anim>
                                    <p:animEffect transition="out" filter="fade">
                                      <p:cBhvr>
                                        <p:cTn id="239" dur="500"/>
                                        <p:tgtEl>
                                          <p:spTgt spid="18"/>
                                        </p:tgtEl>
                                      </p:cBhvr>
                                    </p:animEffect>
                                    <p:set>
                                      <p:cBhvr>
                                        <p:cTn id="240" dur="1" fill="hold">
                                          <p:stCondLst>
                                            <p:cond delay="499"/>
                                          </p:stCondLst>
                                        </p:cTn>
                                        <p:tgtEl>
                                          <p:spTgt spid="18"/>
                                        </p:tgtEl>
                                        <p:attrNameLst>
                                          <p:attrName>style.visibility</p:attrName>
                                        </p:attrNameLst>
                                      </p:cBhvr>
                                      <p:to>
                                        <p:strVal val="hidden"/>
                                      </p:to>
                                    </p:set>
                                  </p:childTnLst>
                                </p:cTn>
                              </p:par>
                              <p:par>
                                <p:cTn id="241" presetID="53" presetClass="exit" presetSubtype="0" fill="hold" nodeType="withEffect">
                                  <p:stCondLst>
                                    <p:cond delay="0"/>
                                  </p:stCondLst>
                                  <p:childTnLst>
                                    <p:anim calcmode="lin" valueType="num">
                                      <p:cBhvr>
                                        <p:cTn id="242" dur="500"/>
                                        <p:tgtEl>
                                          <p:spTgt spid="19"/>
                                        </p:tgtEl>
                                        <p:attrNameLst>
                                          <p:attrName>ppt_w</p:attrName>
                                        </p:attrNameLst>
                                      </p:cBhvr>
                                      <p:tavLst>
                                        <p:tav tm="0">
                                          <p:val>
                                            <p:strVal val="ppt_w"/>
                                          </p:val>
                                        </p:tav>
                                        <p:tav tm="100000">
                                          <p:val>
                                            <p:fltVal val="0"/>
                                          </p:val>
                                        </p:tav>
                                      </p:tavLst>
                                    </p:anim>
                                    <p:anim calcmode="lin" valueType="num">
                                      <p:cBhvr>
                                        <p:cTn id="243" dur="500"/>
                                        <p:tgtEl>
                                          <p:spTgt spid="19"/>
                                        </p:tgtEl>
                                        <p:attrNameLst>
                                          <p:attrName>ppt_h</p:attrName>
                                        </p:attrNameLst>
                                      </p:cBhvr>
                                      <p:tavLst>
                                        <p:tav tm="0">
                                          <p:val>
                                            <p:strVal val="ppt_h"/>
                                          </p:val>
                                        </p:tav>
                                        <p:tav tm="100000">
                                          <p:val>
                                            <p:fltVal val="0"/>
                                          </p:val>
                                        </p:tav>
                                      </p:tavLst>
                                    </p:anim>
                                    <p:animEffect transition="out" filter="fade">
                                      <p:cBhvr>
                                        <p:cTn id="244" dur="500"/>
                                        <p:tgtEl>
                                          <p:spTgt spid="19"/>
                                        </p:tgtEl>
                                      </p:cBhvr>
                                    </p:animEffect>
                                    <p:set>
                                      <p:cBhvr>
                                        <p:cTn id="245" dur="1" fill="hold">
                                          <p:stCondLst>
                                            <p:cond delay="499"/>
                                          </p:stCondLst>
                                        </p:cTn>
                                        <p:tgtEl>
                                          <p:spTgt spid="19"/>
                                        </p:tgtEl>
                                        <p:attrNameLst>
                                          <p:attrName>style.visibility</p:attrName>
                                        </p:attrNameLst>
                                      </p:cBhvr>
                                      <p:to>
                                        <p:strVal val="hidden"/>
                                      </p:to>
                                    </p:set>
                                  </p:childTnLst>
                                </p:cTn>
                              </p:par>
                              <p:par>
                                <p:cTn id="246" presetID="53" presetClass="exit" presetSubtype="0" fill="hold" nodeType="withEffect">
                                  <p:stCondLst>
                                    <p:cond delay="0"/>
                                  </p:stCondLst>
                                  <p:childTnLst>
                                    <p:anim calcmode="lin" valueType="num">
                                      <p:cBhvr>
                                        <p:cTn id="247" dur="500"/>
                                        <p:tgtEl>
                                          <p:spTgt spid="20"/>
                                        </p:tgtEl>
                                        <p:attrNameLst>
                                          <p:attrName>ppt_w</p:attrName>
                                        </p:attrNameLst>
                                      </p:cBhvr>
                                      <p:tavLst>
                                        <p:tav tm="0">
                                          <p:val>
                                            <p:strVal val="ppt_w"/>
                                          </p:val>
                                        </p:tav>
                                        <p:tav tm="100000">
                                          <p:val>
                                            <p:fltVal val="0"/>
                                          </p:val>
                                        </p:tav>
                                      </p:tavLst>
                                    </p:anim>
                                    <p:anim calcmode="lin" valueType="num">
                                      <p:cBhvr>
                                        <p:cTn id="248" dur="500"/>
                                        <p:tgtEl>
                                          <p:spTgt spid="20"/>
                                        </p:tgtEl>
                                        <p:attrNameLst>
                                          <p:attrName>ppt_h</p:attrName>
                                        </p:attrNameLst>
                                      </p:cBhvr>
                                      <p:tavLst>
                                        <p:tav tm="0">
                                          <p:val>
                                            <p:strVal val="ppt_h"/>
                                          </p:val>
                                        </p:tav>
                                        <p:tav tm="100000">
                                          <p:val>
                                            <p:fltVal val="0"/>
                                          </p:val>
                                        </p:tav>
                                      </p:tavLst>
                                    </p:anim>
                                    <p:animEffect transition="out" filter="fade">
                                      <p:cBhvr>
                                        <p:cTn id="249" dur="500"/>
                                        <p:tgtEl>
                                          <p:spTgt spid="20"/>
                                        </p:tgtEl>
                                      </p:cBhvr>
                                    </p:animEffect>
                                    <p:set>
                                      <p:cBhvr>
                                        <p:cTn id="250" dur="1" fill="hold">
                                          <p:stCondLst>
                                            <p:cond delay="499"/>
                                          </p:stCondLst>
                                        </p:cTn>
                                        <p:tgtEl>
                                          <p:spTgt spid="20"/>
                                        </p:tgtEl>
                                        <p:attrNameLst>
                                          <p:attrName>style.visibility</p:attrName>
                                        </p:attrNameLst>
                                      </p:cBhvr>
                                      <p:to>
                                        <p:strVal val="hidden"/>
                                      </p:to>
                                    </p:set>
                                  </p:childTnLst>
                                </p:cTn>
                              </p:par>
                            </p:childTnLst>
                          </p:cTn>
                        </p:par>
                      </p:childTnLst>
                    </p:cTn>
                  </p:par>
                  <p:par>
                    <p:cTn id="251" fill="hold" nodeType="clickPar">
                      <p:stCondLst>
                        <p:cond delay="indefinite"/>
                      </p:stCondLst>
                      <p:childTnLst>
                        <p:par>
                          <p:cTn id="252" fill="hold" nodeType="withGroup">
                            <p:stCondLst>
                              <p:cond delay="0"/>
                            </p:stCondLst>
                            <p:childTnLst>
                              <p:par>
                                <p:cTn id="253" presetID="53" presetClass="entr" presetSubtype="0" fill="hold" nodeType="clickEffect">
                                  <p:stCondLst>
                                    <p:cond delay="0"/>
                                  </p:stCondLst>
                                  <p:childTnLst>
                                    <p:set>
                                      <p:cBhvr>
                                        <p:cTn id="254" dur="1" fill="hold">
                                          <p:stCondLst>
                                            <p:cond delay="0"/>
                                          </p:stCondLst>
                                        </p:cTn>
                                        <p:tgtEl>
                                          <p:spTgt spid="16"/>
                                        </p:tgtEl>
                                        <p:attrNameLst>
                                          <p:attrName>style.visibility</p:attrName>
                                        </p:attrNameLst>
                                      </p:cBhvr>
                                      <p:to>
                                        <p:strVal val="visible"/>
                                      </p:to>
                                    </p:set>
                                    <p:anim calcmode="lin" valueType="num">
                                      <p:cBhvr>
                                        <p:cTn id="255" dur="500" fill="hold"/>
                                        <p:tgtEl>
                                          <p:spTgt spid="16"/>
                                        </p:tgtEl>
                                        <p:attrNameLst>
                                          <p:attrName>ppt_w</p:attrName>
                                        </p:attrNameLst>
                                      </p:cBhvr>
                                      <p:tavLst>
                                        <p:tav tm="0">
                                          <p:val>
                                            <p:fltVal val="0"/>
                                          </p:val>
                                        </p:tav>
                                        <p:tav tm="100000">
                                          <p:val>
                                            <p:strVal val="#ppt_w"/>
                                          </p:val>
                                        </p:tav>
                                      </p:tavLst>
                                    </p:anim>
                                    <p:anim calcmode="lin" valueType="num">
                                      <p:cBhvr>
                                        <p:cTn id="256" dur="500" fill="hold"/>
                                        <p:tgtEl>
                                          <p:spTgt spid="16"/>
                                        </p:tgtEl>
                                        <p:attrNameLst>
                                          <p:attrName>ppt_h</p:attrName>
                                        </p:attrNameLst>
                                      </p:cBhvr>
                                      <p:tavLst>
                                        <p:tav tm="0">
                                          <p:val>
                                            <p:fltVal val="0"/>
                                          </p:val>
                                        </p:tav>
                                        <p:tav tm="100000">
                                          <p:val>
                                            <p:strVal val="#ppt_h"/>
                                          </p:val>
                                        </p:tav>
                                      </p:tavLst>
                                    </p:anim>
                                    <p:animEffect transition="in" filter="fade">
                                      <p:cBhvr>
                                        <p:cTn id="257" dur="500"/>
                                        <p:tgtEl>
                                          <p:spTgt spid="16"/>
                                        </p:tgtEl>
                                      </p:cBhvr>
                                    </p:animEffect>
                                  </p:childTnLst>
                                </p:cTn>
                              </p:par>
                            </p:childTnLst>
                          </p:cTn>
                        </p:par>
                      </p:childTnLst>
                    </p:cTn>
                  </p:par>
                  <p:par>
                    <p:cTn id="258" fill="hold" nodeType="clickPar">
                      <p:stCondLst>
                        <p:cond delay="indefinite"/>
                      </p:stCondLst>
                      <p:childTnLst>
                        <p:par>
                          <p:cTn id="259" fill="hold" nodeType="withGroup">
                            <p:stCondLst>
                              <p:cond delay="0"/>
                            </p:stCondLst>
                            <p:childTnLst>
                              <p:par>
                                <p:cTn id="260" presetID="53" presetClass="entr" presetSubtype="0" fill="hold" grpId="0" nodeType="clickEffect">
                                  <p:stCondLst>
                                    <p:cond delay="0"/>
                                  </p:stCondLst>
                                  <p:childTnLst>
                                    <p:set>
                                      <p:cBhvr>
                                        <p:cTn id="261" dur="1" fill="hold">
                                          <p:stCondLst>
                                            <p:cond delay="0"/>
                                          </p:stCondLst>
                                        </p:cTn>
                                        <p:tgtEl>
                                          <p:spTgt spid="33"/>
                                        </p:tgtEl>
                                        <p:attrNameLst>
                                          <p:attrName>style.visibility</p:attrName>
                                        </p:attrNameLst>
                                      </p:cBhvr>
                                      <p:to>
                                        <p:strVal val="visible"/>
                                      </p:to>
                                    </p:set>
                                    <p:anim calcmode="lin" valueType="num">
                                      <p:cBhvr>
                                        <p:cTn id="262" dur="500" fill="hold"/>
                                        <p:tgtEl>
                                          <p:spTgt spid="33"/>
                                        </p:tgtEl>
                                        <p:attrNameLst>
                                          <p:attrName>ppt_w</p:attrName>
                                        </p:attrNameLst>
                                      </p:cBhvr>
                                      <p:tavLst>
                                        <p:tav tm="0">
                                          <p:val>
                                            <p:fltVal val="0"/>
                                          </p:val>
                                        </p:tav>
                                        <p:tav tm="100000">
                                          <p:val>
                                            <p:strVal val="#ppt_w"/>
                                          </p:val>
                                        </p:tav>
                                      </p:tavLst>
                                    </p:anim>
                                    <p:anim calcmode="lin" valueType="num">
                                      <p:cBhvr>
                                        <p:cTn id="263" dur="500" fill="hold"/>
                                        <p:tgtEl>
                                          <p:spTgt spid="33"/>
                                        </p:tgtEl>
                                        <p:attrNameLst>
                                          <p:attrName>ppt_h</p:attrName>
                                        </p:attrNameLst>
                                      </p:cBhvr>
                                      <p:tavLst>
                                        <p:tav tm="0">
                                          <p:val>
                                            <p:fltVal val="0"/>
                                          </p:val>
                                        </p:tav>
                                        <p:tav tm="100000">
                                          <p:val>
                                            <p:strVal val="#ppt_h"/>
                                          </p:val>
                                        </p:tav>
                                      </p:tavLst>
                                    </p:anim>
                                    <p:animEffect transition="in" filter="fade">
                                      <p:cBhvr>
                                        <p:cTn id="264" dur="500"/>
                                        <p:tgtEl>
                                          <p:spTgt spid="33"/>
                                        </p:tgtEl>
                                      </p:cBhvr>
                                    </p:animEffect>
                                  </p:childTnLst>
                                </p:cTn>
                              </p:par>
                            </p:childTnLst>
                          </p:cTn>
                        </p:par>
                      </p:childTnLst>
                    </p:cTn>
                  </p:par>
                  <p:par>
                    <p:cTn id="265" fill="hold" nodeType="clickPar">
                      <p:stCondLst>
                        <p:cond delay="indefinite"/>
                      </p:stCondLst>
                      <p:childTnLst>
                        <p:par>
                          <p:cTn id="266" fill="hold" nodeType="withGroup">
                            <p:stCondLst>
                              <p:cond delay="0"/>
                            </p:stCondLst>
                            <p:childTnLst>
                              <p:par>
                                <p:cTn id="267" presetID="53" presetClass="entr" presetSubtype="0" fill="hold" grpId="0" nodeType="clickEffect">
                                  <p:stCondLst>
                                    <p:cond delay="0"/>
                                  </p:stCondLst>
                                  <p:childTnLst>
                                    <p:set>
                                      <p:cBhvr>
                                        <p:cTn id="268" dur="1" fill="hold">
                                          <p:stCondLst>
                                            <p:cond delay="0"/>
                                          </p:stCondLst>
                                        </p:cTn>
                                        <p:tgtEl>
                                          <p:spTgt spid="27"/>
                                        </p:tgtEl>
                                        <p:attrNameLst>
                                          <p:attrName>style.visibility</p:attrName>
                                        </p:attrNameLst>
                                      </p:cBhvr>
                                      <p:to>
                                        <p:strVal val="visible"/>
                                      </p:to>
                                    </p:set>
                                    <p:anim calcmode="lin" valueType="num">
                                      <p:cBhvr>
                                        <p:cTn id="269" dur="500" fill="hold"/>
                                        <p:tgtEl>
                                          <p:spTgt spid="27"/>
                                        </p:tgtEl>
                                        <p:attrNameLst>
                                          <p:attrName>ppt_w</p:attrName>
                                        </p:attrNameLst>
                                      </p:cBhvr>
                                      <p:tavLst>
                                        <p:tav tm="0">
                                          <p:val>
                                            <p:fltVal val="0"/>
                                          </p:val>
                                        </p:tav>
                                        <p:tav tm="100000">
                                          <p:val>
                                            <p:strVal val="#ppt_w"/>
                                          </p:val>
                                        </p:tav>
                                      </p:tavLst>
                                    </p:anim>
                                    <p:anim calcmode="lin" valueType="num">
                                      <p:cBhvr>
                                        <p:cTn id="270" dur="500" fill="hold"/>
                                        <p:tgtEl>
                                          <p:spTgt spid="27"/>
                                        </p:tgtEl>
                                        <p:attrNameLst>
                                          <p:attrName>ppt_h</p:attrName>
                                        </p:attrNameLst>
                                      </p:cBhvr>
                                      <p:tavLst>
                                        <p:tav tm="0">
                                          <p:val>
                                            <p:fltVal val="0"/>
                                          </p:val>
                                        </p:tav>
                                        <p:tav tm="100000">
                                          <p:val>
                                            <p:strVal val="#ppt_h"/>
                                          </p:val>
                                        </p:tav>
                                      </p:tavLst>
                                    </p:anim>
                                    <p:animEffect transition="in" filter="fade">
                                      <p:cBhvr>
                                        <p:cTn id="271" dur="500"/>
                                        <p:tgtEl>
                                          <p:spTgt spid="27"/>
                                        </p:tgtEl>
                                      </p:cBhvr>
                                    </p:animEffect>
                                  </p:childTnLst>
                                </p:cTn>
                              </p:par>
                            </p:childTnLst>
                          </p:cTn>
                        </p:par>
                      </p:childTnLst>
                    </p:cTn>
                  </p:par>
                  <p:par>
                    <p:cTn id="272" fill="hold" nodeType="clickPar">
                      <p:stCondLst>
                        <p:cond delay="indefinite"/>
                      </p:stCondLst>
                      <p:childTnLst>
                        <p:par>
                          <p:cTn id="273" fill="hold" nodeType="withGroup">
                            <p:stCondLst>
                              <p:cond delay="0"/>
                            </p:stCondLst>
                            <p:childTnLst>
                              <p:par>
                                <p:cTn id="274" presetID="53" presetClass="entr" presetSubtype="0" fill="hold" nodeType="clickEffect">
                                  <p:stCondLst>
                                    <p:cond delay="0"/>
                                  </p:stCondLst>
                                  <p:childTnLst>
                                    <p:set>
                                      <p:cBhvr>
                                        <p:cTn id="275" dur="1" fill="hold">
                                          <p:stCondLst>
                                            <p:cond delay="0"/>
                                          </p:stCondLst>
                                        </p:cTn>
                                        <p:tgtEl>
                                          <p:spTgt spid="17"/>
                                        </p:tgtEl>
                                        <p:attrNameLst>
                                          <p:attrName>style.visibility</p:attrName>
                                        </p:attrNameLst>
                                      </p:cBhvr>
                                      <p:to>
                                        <p:strVal val="visible"/>
                                      </p:to>
                                    </p:set>
                                    <p:anim calcmode="lin" valueType="num">
                                      <p:cBhvr>
                                        <p:cTn id="276" dur="500" fill="hold"/>
                                        <p:tgtEl>
                                          <p:spTgt spid="17"/>
                                        </p:tgtEl>
                                        <p:attrNameLst>
                                          <p:attrName>ppt_w</p:attrName>
                                        </p:attrNameLst>
                                      </p:cBhvr>
                                      <p:tavLst>
                                        <p:tav tm="0">
                                          <p:val>
                                            <p:fltVal val="0"/>
                                          </p:val>
                                        </p:tav>
                                        <p:tav tm="100000">
                                          <p:val>
                                            <p:strVal val="#ppt_w"/>
                                          </p:val>
                                        </p:tav>
                                      </p:tavLst>
                                    </p:anim>
                                    <p:anim calcmode="lin" valueType="num">
                                      <p:cBhvr>
                                        <p:cTn id="277" dur="500" fill="hold"/>
                                        <p:tgtEl>
                                          <p:spTgt spid="17"/>
                                        </p:tgtEl>
                                        <p:attrNameLst>
                                          <p:attrName>ppt_h</p:attrName>
                                        </p:attrNameLst>
                                      </p:cBhvr>
                                      <p:tavLst>
                                        <p:tav tm="0">
                                          <p:val>
                                            <p:fltVal val="0"/>
                                          </p:val>
                                        </p:tav>
                                        <p:tav tm="100000">
                                          <p:val>
                                            <p:strVal val="#ppt_h"/>
                                          </p:val>
                                        </p:tav>
                                      </p:tavLst>
                                    </p:anim>
                                    <p:animEffect transition="in" filter="fade">
                                      <p:cBhvr>
                                        <p:cTn id="278" dur="500"/>
                                        <p:tgtEl>
                                          <p:spTgt spid="17"/>
                                        </p:tgtEl>
                                      </p:cBhvr>
                                    </p:animEffect>
                                  </p:childTnLst>
                                </p:cTn>
                              </p:par>
                            </p:childTnLst>
                          </p:cTn>
                        </p:par>
                      </p:childTnLst>
                    </p:cTn>
                  </p:par>
                  <p:par>
                    <p:cTn id="279" fill="hold" nodeType="clickPar">
                      <p:stCondLst>
                        <p:cond delay="indefinite"/>
                      </p:stCondLst>
                      <p:childTnLst>
                        <p:par>
                          <p:cTn id="280" fill="hold" nodeType="withGroup">
                            <p:stCondLst>
                              <p:cond delay="0"/>
                            </p:stCondLst>
                            <p:childTnLst>
                              <p:par>
                                <p:cTn id="281" presetID="53" presetClass="entr" presetSubtype="0" fill="hold" nodeType="clickEffect">
                                  <p:stCondLst>
                                    <p:cond delay="0"/>
                                  </p:stCondLst>
                                  <p:childTnLst>
                                    <p:set>
                                      <p:cBhvr>
                                        <p:cTn id="282" dur="1" fill="hold">
                                          <p:stCondLst>
                                            <p:cond delay="0"/>
                                          </p:stCondLst>
                                        </p:cTn>
                                        <p:tgtEl>
                                          <p:spTgt spid="18"/>
                                        </p:tgtEl>
                                        <p:attrNameLst>
                                          <p:attrName>style.visibility</p:attrName>
                                        </p:attrNameLst>
                                      </p:cBhvr>
                                      <p:to>
                                        <p:strVal val="visible"/>
                                      </p:to>
                                    </p:set>
                                    <p:anim calcmode="lin" valueType="num">
                                      <p:cBhvr>
                                        <p:cTn id="283" dur="500" fill="hold"/>
                                        <p:tgtEl>
                                          <p:spTgt spid="18"/>
                                        </p:tgtEl>
                                        <p:attrNameLst>
                                          <p:attrName>ppt_w</p:attrName>
                                        </p:attrNameLst>
                                      </p:cBhvr>
                                      <p:tavLst>
                                        <p:tav tm="0">
                                          <p:val>
                                            <p:fltVal val="0"/>
                                          </p:val>
                                        </p:tav>
                                        <p:tav tm="100000">
                                          <p:val>
                                            <p:strVal val="#ppt_w"/>
                                          </p:val>
                                        </p:tav>
                                      </p:tavLst>
                                    </p:anim>
                                    <p:anim calcmode="lin" valueType="num">
                                      <p:cBhvr>
                                        <p:cTn id="284" dur="500" fill="hold"/>
                                        <p:tgtEl>
                                          <p:spTgt spid="18"/>
                                        </p:tgtEl>
                                        <p:attrNameLst>
                                          <p:attrName>ppt_h</p:attrName>
                                        </p:attrNameLst>
                                      </p:cBhvr>
                                      <p:tavLst>
                                        <p:tav tm="0">
                                          <p:val>
                                            <p:fltVal val="0"/>
                                          </p:val>
                                        </p:tav>
                                        <p:tav tm="100000">
                                          <p:val>
                                            <p:strVal val="#ppt_h"/>
                                          </p:val>
                                        </p:tav>
                                      </p:tavLst>
                                    </p:anim>
                                    <p:animEffect transition="in" filter="fade">
                                      <p:cBhvr>
                                        <p:cTn id="285" dur="500"/>
                                        <p:tgtEl>
                                          <p:spTgt spid="18"/>
                                        </p:tgtEl>
                                      </p:cBhvr>
                                    </p:animEffect>
                                  </p:childTnLst>
                                </p:cTn>
                              </p:par>
                            </p:childTnLst>
                          </p:cTn>
                        </p:par>
                      </p:childTnLst>
                    </p:cTn>
                  </p:par>
                  <p:par>
                    <p:cTn id="286" fill="hold" nodeType="clickPar">
                      <p:stCondLst>
                        <p:cond delay="indefinite"/>
                      </p:stCondLst>
                      <p:childTnLst>
                        <p:par>
                          <p:cTn id="287" fill="hold" nodeType="withGroup">
                            <p:stCondLst>
                              <p:cond delay="0"/>
                            </p:stCondLst>
                            <p:childTnLst>
                              <p:par>
                                <p:cTn id="288" presetID="53" presetClass="entr" presetSubtype="0" fill="hold" grpId="0" nodeType="clickEffect">
                                  <p:stCondLst>
                                    <p:cond delay="0"/>
                                  </p:stCondLst>
                                  <p:childTnLst>
                                    <p:set>
                                      <p:cBhvr>
                                        <p:cTn id="289" dur="1" fill="hold">
                                          <p:stCondLst>
                                            <p:cond delay="0"/>
                                          </p:stCondLst>
                                        </p:cTn>
                                        <p:tgtEl>
                                          <p:spTgt spid="31"/>
                                        </p:tgtEl>
                                        <p:attrNameLst>
                                          <p:attrName>style.visibility</p:attrName>
                                        </p:attrNameLst>
                                      </p:cBhvr>
                                      <p:to>
                                        <p:strVal val="visible"/>
                                      </p:to>
                                    </p:set>
                                    <p:anim calcmode="lin" valueType="num">
                                      <p:cBhvr>
                                        <p:cTn id="290" dur="500" fill="hold"/>
                                        <p:tgtEl>
                                          <p:spTgt spid="31"/>
                                        </p:tgtEl>
                                        <p:attrNameLst>
                                          <p:attrName>ppt_w</p:attrName>
                                        </p:attrNameLst>
                                      </p:cBhvr>
                                      <p:tavLst>
                                        <p:tav tm="0">
                                          <p:val>
                                            <p:fltVal val="0"/>
                                          </p:val>
                                        </p:tav>
                                        <p:tav tm="100000">
                                          <p:val>
                                            <p:strVal val="#ppt_w"/>
                                          </p:val>
                                        </p:tav>
                                      </p:tavLst>
                                    </p:anim>
                                    <p:anim calcmode="lin" valueType="num">
                                      <p:cBhvr>
                                        <p:cTn id="291" dur="500" fill="hold"/>
                                        <p:tgtEl>
                                          <p:spTgt spid="31"/>
                                        </p:tgtEl>
                                        <p:attrNameLst>
                                          <p:attrName>ppt_h</p:attrName>
                                        </p:attrNameLst>
                                      </p:cBhvr>
                                      <p:tavLst>
                                        <p:tav tm="0">
                                          <p:val>
                                            <p:fltVal val="0"/>
                                          </p:val>
                                        </p:tav>
                                        <p:tav tm="100000">
                                          <p:val>
                                            <p:strVal val="#ppt_h"/>
                                          </p:val>
                                        </p:tav>
                                      </p:tavLst>
                                    </p:anim>
                                    <p:animEffect transition="in" filter="fade">
                                      <p:cBhvr>
                                        <p:cTn id="292" dur="500"/>
                                        <p:tgtEl>
                                          <p:spTgt spid="31"/>
                                        </p:tgtEl>
                                      </p:cBhvr>
                                    </p:animEffect>
                                  </p:childTnLst>
                                </p:cTn>
                              </p:par>
                            </p:childTnLst>
                          </p:cTn>
                        </p:par>
                      </p:childTnLst>
                    </p:cTn>
                  </p:par>
                  <p:par>
                    <p:cTn id="293" fill="hold" nodeType="clickPar">
                      <p:stCondLst>
                        <p:cond delay="indefinite"/>
                      </p:stCondLst>
                      <p:childTnLst>
                        <p:par>
                          <p:cTn id="294" fill="hold" nodeType="withGroup">
                            <p:stCondLst>
                              <p:cond delay="0"/>
                            </p:stCondLst>
                            <p:childTnLst>
                              <p:par>
                                <p:cTn id="295" presetID="53" presetClass="entr" presetSubtype="0" fill="hold" grpId="0" nodeType="clickEffect">
                                  <p:stCondLst>
                                    <p:cond delay="0"/>
                                  </p:stCondLst>
                                  <p:childTnLst>
                                    <p:set>
                                      <p:cBhvr>
                                        <p:cTn id="296" dur="1" fill="hold">
                                          <p:stCondLst>
                                            <p:cond delay="0"/>
                                          </p:stCondLst>
                                        </p:cTn>
                                        <p:tgtEl>
                                          <p:spTgt spid="25"/>
                                        </p:tgtEl>
                                        <p:attrNameLst>
                                          <p:attrName>style.visibility</p:attrName>
                                        </p:attrNameLst>
                                      </p:cBhvr>
                                      <p:to>
                                        <p:strVal val="visible"/>
                                      </p:to>
                                    </p:set>
                                    <p:anim calcmode="lin" valueType="num">
                                      <p:cBhvr>
                                        <p:cTn id="297" dur="500" fill="hold"/>
                                        <p:tgtEl>
                                          <p:spTgt spid="25"/>
                                        </p:tgtEl>
                                        <p:attrNameLst>
                                          <p:attrName>ppt_w</p:attrName>
                                        </p:attrNameLst>
                                      </p:cBhvr>
                                      <p:tavLst>
                                        <p:tav tm="0">
                                          <p:val>
                                            <p:fltVal val="0"/>
                                          </p:val>
                                        </p:tav>
                                        <p:tav tm="100000">
                                          <p:val>
                                            <p:strVal val="#ppt_w"/>
                                          </p:val>
                                        </p:tav>
                                      </p:tavLst>
                                    </p:anim>
                                    <p:anim calcmode="lin" valueType="num">
                                      <p:cBhvr>
                                        <p:cTn id="298" dur="500" fill="hold"/>
                                        <p:tgtEl>
                                          <p:spTgt spid="25"/>
                                        </p:tgtEl>
                                        <p:attrNameLst>
                                          <p:attrName>ppt_h</p:attrName>
                                        </p:attrNameLst>
                                      </p:cBhvr>
                                      <p:tavLst>
                                        <p:tav tm="0">
                                          <p:val>
                                            <p:fltVal val="0"/>
                                          </p:val>
                                        </p:tav>
                                        <p:tav tm="100000">
                                          <p:val>
                                            <p:strVal val="#ppt_h"/>
                                          </p:val>
                                        </p:tav>
                                      </p:tavLst>
                                    </p:anim>
                                    <p:animEffect transition="in" filter="fade">
                                      <p:cBhvr>
                                        <p:cTn id="299" dur="500"/>
                                        <p:tgtEl>
                                          <p:spTgt spid="25"/>
                                        </p:tgtEl>
                                      </p:cBhvr>
                                    </p:animEffect>
                                  </p:childTnLst>
                                </p:cTn>
                              </p:par>
                            </p:childTnLst>
                          </p:cTn>
                        </p:par>
                      </p:childTnLst>
                    </p:cTn>
                  </p:par>
                  <p:par>
                    <p:cTn id="300" fill="hold" nodeType="clickPar">
                      <p:stCondLst>
                        <p:cond delay="indefinite"/>
                      </p:stCondLst>
                      <p:childTnLst>
                        <p:par>
                          <p:cTn id="301" fill="hold" nodeType="withGroup">
                            <p:stCondLst>
                              <p:cond delay="0"/>
                            </p:stCondLst>
                            <p:childTnLst>
                              <p:par>
                                <p:cTn id="302" presetID="53" presetClass="entr" presetSubtype="0" fill="hold" nodeType="clickEffect">
                                  <p:stCondLst>
                                    <p:cond delay="0"/>
                                  </p:stCondLst>
                                  <p:childTnLst>
                                    <p:set>
                                      <p:cBhvr>
                                        <p:cTn id="303" dur="1" fill="hold">
                                          <p:stCondLst>
                                            <p:cond delay="0"/>
                                          </p:stCondLst>
                                        </p:cTn>
                                        <p:tgtEl>
                                          <p:spTgt spid="19"/>
                                        </p:tgtEl>
                                        <p:attrNameLst>
                                          <p:attrName>style.visibility</p:attrName>
                                        </p:attrNameLst>
                                      </p:cBhvr>
                                      <p:to>
                                        <p:strVal val="visible"/>
                                      </p:to>
                                    </p:set>
                                    <p:anim calcmode="lin" valueType="num">
                                      <p:cBhvr>
                                        <p:cTn id="304" dur="500" fill="hold"/>
                                        <p:tgtEl>
                                          <p:spTgt spid="19"/>
                                        </p:tgtEl>
                                        <p:attrNameLst>
                                          <p:attrName>ppt_w</p:attrName>
                                        </p:attrNameLst>
                                      </p:cBhvr>
                                      <p:tavLst>
                                        <p:tav tm="0">
                                          <p:val>
                                            <p:fltVal val="0"/>
                                          </p:val>
                                        </p:tav>
                                        <p:tav tm="100000">
                                          <p:val>
                                            <p:strVal val="#ppt_w"/>
                                          </p:val>
                                        </p:tav>
                                      </p:tavLst>
                                    </p:anim>
                                    <p:anim calcmode="lin" valueType="num">
                                      <p:cBhvr>
                                        <p:cTn id="305" dur="500" fill="hold"/>
                                        <p:tgtEl>
                                          <p:spTgt spid="19"/>
                                        </p:tgtEl>
                                        <p:attrNameLst>
                                          <p:attrName>ppt_h</p:attrName>
                                        </p:attrNameLst>
                                      </p:cBhvr>
                                      <p:tavLst>
                                        <p:tav tm="0">
                                          <p:val>
                                            <p:fltVal val="0"/>
                                          </p:val>
                                        </p:tav>
                                        <p:tav tm="100000">
                                          <p:val>
                                            <p:strVal val="#ppt_h"/>
                                          </p:val>
                                        </p:tav>
                                      </p:tavLst>
                                    </p:anim>
                                    <p:animEffect transition="in" filter="fade">
                                      <p:cBhvr>
                                        <p:cTn id="306" dur="500"/>
                                        <p:tgtEl>
                                          <p:spTgt spid="19"/>
                                        </p:tgtEl>
                                      </p:cBhvr>
                                    </p:animEffect>
                                  </p:childTnLst>
                                </p:cTn>
                              </p:par>
                            </p:childTnLst>
                          </p:cTn>
                        </p:par>
                      </p:childTnLst>
                    </p:cTn>
                  </p:par>
                  <p:par>
                    <p:cTn id="307" fill="hold" nodeType="clickPar">
                      <p:stCondLst>
                        <p:cond delay="indefinite"/>
                      </p:stCondLst>
                      <p:childTnLst>
                        <p:par>
                          <p:cTn id="308" fill="hold" nodeType="withGroup">
                            <p:stCondLst>
                              <p:cond delay="0"/>
                            </p:stCondLst>
                            <p:childTnLst>
                              <p:par>
                                <p:cTn id="309" presetID="53" presetClass="entr" presetSubtype="0" fill="hold" nodeType="clickEffect">
                                  <p:stCondLst>
                                    <p:cond delay="0"/>
                                  </p:stCondLst>
                                  <p:childTnLst>
                                    <p:set>
                                      <p:cBhvr>
                                        <p:cTn id="310" dur="1" fill="hold">
                                          <p:stCondLst>
                                            <p:cond delay="0"/>
                                          </p:stCondLst>
                                        </p:cTn>
                                        <p:tgtEl>
                                          <p:spTgt spid="20"/>
                                        </p:tgtEl>
                                        <p:attrNameLst>
                                          <p:attrName>style.visibility</p:attrName>
                                        </p:attrNameLst>
                                      </p:cBhvr>
                                      <p:to>
                                        <p:strVal val="visible"/>
                                      </p:to>
                                    </p:set>
                                    <p:anim calcmode="lin" valueType="num">
                                      <p:cBhvr>
                                        <p:cTn id="311" dur="500" fill="hold"/>
                                        <p:tgtEl>
                                          <p:spTgt spid="20"/>
                                        </p:tgtEl>
                                        <p:attrNameLst>
                                          <p:attrName>ppt_w</p:attrName>
                                        </p:attrNameLst>
                                      </p:cBhvr>
                                      <p:tavLst>
                                        <p:tav tm="0">
                                          <p:val>
                                            <p:fltVal val="0"/>
                                          </p:val>
                                        </p:tav>
                                        <p:tav tm="100000">
                                          <p:val>
                                            <p:strVal val="#ppt_w"/>
                                          </p:val>
                                        </p:tav>
                                      </p:tavLst>
                                    </p:anim>
                                    <p:anim calcmode="lin" valueType="num">
                                      <p:cBhvr>
                                        <p:cTn id="312" dur="500" fill="hold"/>
                                        <p:tgtEl>
                                          <p:spTgt spid="20"/>
                                        </p:tgtEl>
                                        <p:attrNameLst>
                                          <p:attrName>ppt_h</p:attrName>
                                        </p:attrNameLst>
                                      </p:cBhvr>
                                      <p:tavLst>
                                        <p:tav tm="0">
                                          <p:val>
                                            <p:fltVal val="0"/>
                                          </p:val>
                                        </p:tav>
                                        <p:tav tm="100000">
                                          <p:val>
                                            <p:strVal val="#ppt_h"/>
                                          </p:val>
                                        </p:tav>
                                      </p:tavLst>
                                    </p:anim>
                                    <p:animEffect transition="in" filter="fade">
                                      <p:cBhvr>
                                        <p:cTn id="313" dur="500"/>
                                        <p:tgtEl>
                                          <p:spTgt spid="20"/>
                                        </p:tgtEl>
                                      </p:cBhvr>
                                    </p:animEffect>
                                  </p:childTnLst>
                                </p:cTn>
                              </p:par>
                            </p:childTnLst>
                          </p:cTn>
                        </p:par>
                      </p:childTnLst>
                    </p:cTn>
                  </p:par>
                  <p:par>
                    <p:cTn id="314" fill="hold" nodeType="clickPar">
                      <p:stCondLst>
                        <p:cond delay="indefinite"/>
                      </p:stCondLst>
                      <p:childTnLst>
                        <p:par>
                          <p:cTn id="315" fill="hold" nodeType="withGroup">
                            <p:stCondLst>
                              <p:cond delay="0"/>
                            </p:stCondLst>
                            <p:childTnLst>
                              <p:par>
                                <p:cTn id="316" presetID="53" presetClass="exit" presetSubtype="32" fill="hold" nodeType="clickEffect">
                                  <p:stCondLst>
                                    <p:cond delay="0"/>
                                  </p:stCondLst>
                                  <p:childTnLst>
                                    <p:anim calcmode="lin" valueType="num">
                                      <p:cBhvr>
                                        <p:cTn id="317" dur="500"/>
                                        <p:tgtEl>
                                          <p:spTgt spid="16"/>
                                        </p:tgtEl>
                                        <p:attrNameLst>
                                          <p:attrName>ppt_w</p:attrName>
                                        </p:attrNameLst>
                                      </p:cBhvr>
                                      <p:tavLst>
                                        <p:tav tm="0">
                                          <p:val>
                                            <p:strVal val="ppt_w"/>
                                          </p:val>
                                        </p:tav>
                                        <p:tav tm="100000">
                                          <p:val>
                                            <p:fltVal val="0"/>
                                          </p:val>
                                        </p:tav>
                                      </p:tavLst>
                                    </p:anim>
                                    <p:anim calcmode="lin" valueType="num">
                                      <p:cBhvr>
                                        <p:cTn id="318" dur="500"/>
                                        <p:tgtEl>
                                          <p:spTgt spid="16"/>
                                        </p:tgtEl>
                                        <p:attrNameLst>
                                          <p:attrName>ppt_h</p:attrName>
                                        </p:attrNameLst>
                                      </p:cBhvr>
                                      <p:tavLst>
                                        <p:tav tm="0">
                                          <p:val>
                                            <p:strVal val="ppt_h"/>
                                          </p:val>
                                        </p:tav>
                                        <p:tav tm="100000">
                                          <p:val>
                                            <p:fltVal val="0"/>
                                          </p:val>
                                        </p:tav>
                                      </p:tavLst>
                                    </p:anim>
                                    <p:animEffect transition="out" filter="fade">
                                      <p:cBhvr>
                                        <p:cTn id="319" dur="500"/>
                                        <p:tgtEl>
                                          <p:spTgt spid="16"/>
                                        </p:tgtEl>
                                      </p:cBhvr>
                                    </p:animEffect>
                                    <p:set>
                                      <p:cBhvr>
                                        <p:cTn id="320" dur="1" fill="hold">
                                          <p:stCondLst>
                                            <p:cond delay="499"/>
                                          </p:stCondLst>
                                        </p:cTn>
                                        <p:tgtEl>
                                          <p:spTgt spid="16"/>
                                        </p:tgtEl>
                                        <p:attrNameLst>
                                          <p:attrName>style.visibility</p:attrName>
                                        </p:attrNameLst>
                                      </p:cBhvr>
                                      <p:to>
                                        <p:strVal val="hidden"/>
                                      </p:to>
                                    </p:set>
                                  </p:childTnLst>
                                </p:cTn>
                              </p:par>
                              <p:par>
                                <p:cTn id="321" presetID="53" presetClass="exit" presetSubtype="32" fill="hold" nodeType="withEffect">
                                  <p:stCondLst>
                                    <p:cond delay="0"/>
                                  </p:stCondLst>
                                  <p:childTnLst>
                                    <p:anim calcmode="lin" valueType="num">
                                      <p:cBhvr>
                                        <p:cTn id="322" dur="500"/>
                                        <p:tgtEl>
                                          <p:spTgt spid="17"/>
                                        </p:tgtEl>
                                        <p:attrNameLst>
                                          <p:attrName>ppt_w</p:attrName>
                                        </p:attrNameLst>
                                      </p:cBhvr>
                                      <p:tavLst>
                                        <p:tav tm="0">
                                          <p:val>
                                            <p:strVal val="ppt_w"/>
                                          </p:val>
                                        </p:tav>
                                        <p:tav tm="100000">
                                          <p:val>
                                            <p:fltVal val="0"/>
                                          </p:val>
                                        </p:tav>
                                      </p:tavLst>
                                    </p:anim>
                                    <p:anim calcmode="lin" valueType="num">
                                      <p:cBhvr>
                                        <p:cTn id="323" dur="500"/>
                                        <p:tgtEl>
                                          <p:spTgt spid="17"/>
                                        </p:tgtEl>
                                        <p:attrNameLst>
                                          <p:attrName>ppt_h</p:attrName>
                                        </p:attrNameLst>
                                      </p:cBhvr>
                                      <p:tavLst>
                                        <p:tav tm="0">
                                          <p:val>
                                            <p:strVal val="ppt_h"/>
                                          </p:val>
                                        </p:tav>
                                        <p:tav tm="100000">
                                          <p:val>
                                            <p:fltVal val="0"/>
                                          </p:val>
                                        </p:tav>
                                      </p:tavLst>
                                    </p:anim>
                                    <p:animEffect transition="out" filter="fade">
                                      <p:cBhvr>
                                        <p:cTn id="324" dur="500"/>
                                        <p:tgtEl>
                                          <p:spTgt spid="17"/>
                                        </p:tgtEl>
                                      </p:cBhvr>
                                    </p:animEffect>
                                    <p:set>
                                      <p:cBhvr>
                                        <p:cTn id="325" dur="1" fill="hold">
                                          <p:stCondLst>
                                            <p:cond delay="499"/>
                                          </p:stCondLst>
                                        </p:cTn>
                                        <p:tgtEl>
                                          <p:spTgt spid="17"/>
                                        </p:tgtEl>
                                        <p:attrNameLst>
                                          <p:attrName>style.visibility</p:attrName>
                                        </p:attrNameLst>
                                      </p:cBhvr>
                                      <p:to>
                                        <p:strVal val="hidden"/>
                                      </p:to>
                                    </p:set>
                                  </p:childTnLst>
                                </p:cTn>
                              </p:par>
                              <p:par>
                                <p:cTn id="326" presetID="53" presetClass="exit" presetSubtype="32" fill="hold" nodeType="withEffect">
                                  <p:stCondLst>
                                    <p:cond delay="0"/>
                                  </p:stCondLst>
                                  <p:childTnLst>
                                    <p:anim calcmode="lin" valueType="num">
                                      <p:cBhvr>
                                        <p:cTn id="327" dur="500"/>
                                        <p:tgtEl>
                                          <p:spTgt spid="18"/>
                                        </p:tgtEl>
                                        <p:attrNameLst>
                                          <p:attrName>ppt_w</p:attrName>
                                        </p:attrNameLst>
                                      </p:cBhvr>
                                      <p:tavLst>
                                        <p:tav tm="0">
                                          <p:val>
                                            <p:strVal val="ppt_w"/>
                                          </p:val>
                                        </p:tav>
                                        <p:tav tm="100000">
                                          <p:val>
                                            <p:fltVal val="0"/>
                                          </p:val>
                                        </p:tav>
                                      </p:tavLst>
                                    </p:anim>
                                    <p:anim calcmode="lin" valueType="num">
                                      <p:cBhvr>
                                        <p:cTn id="328" dur="500"/>
                                        <p:tgtEl>
                                          <p:spTgt spid="18"/>
                                        </p:tgtEl>
                                        <p:attrNameLst>
                                          <p:attrName>ppt_h</p:attrName>
                                        </p:attrNameLst>
                                      </p:cBhvr>
                                      <p:tavLst>
                                        <p:tav tm="0">
                                          <p:val>
                                            <p:strVal val="ppt_h"/>
                                          </p:val>
                                        </p:tav>
                                        <p:tav tm="100000">
                                          <p:val>
                                            <p:fltVal val="0"/>
                                          </p:val>
                                        </p:tav>
                                      </p:tavLst>
                                    </p:anim>
                                    <p:animEffect transition="out" filter="fade">
                                      <p:cBhvr>
                                        <p:cTn id="329" dur="500"/>
                                        <p:tgtEl>
                                          <p:spTgt spid="18"/>
                                        </p:tgtEl>
                                      </p:cBhvr>
                                    </p:animEffect>
                                    <p:set>
                                      <p:cBhvr>
                                        <p:cTn id="330" dur="1" fill="hold">
                                          <p:stCondLst>
                                            <p:cond delay="499"/>
                                          </p:stCondLst>
                                        </p:cTn>
                                        <p:tgtEl>
                                          <p:spTgt spid="18"/>
                                        </p:tgtEl>
                                        <p:attrNameLst>
                                          <p:attrName>style.visibility</p:attrName>
                                        </p:attrNameLst>
                                      </p:cBhvr>
                                      <p:to>
                                        <p:strVal val="hidden"/>
                                      </p:to>
                                    </p:set>
                                  </p:childTnLst>
                                </p:cTn>
                              </p:par>
                              <p:par>
                                <p:cTn id="331" presetID="53" presetClass="exit" presetSubtype="32" fill="hold" nodeType="withEffect">
                                  <p:stCondLst>
                                    <p:cond delay="0"/>
                                  </p:stCondLst>
                                  <p:childTnLst>
                                    <p:anim calcmode="lin" valueType="num">
                                      <p:cBhvr>
                                        <p:cTn id="332" dur="500"/>
                                        <p:tgtEl>
                                          <p:spTgt spid="19"/>
                                        </p:tgtEl>
                                        <p:attrNameLst>
                                          <p:attrName>ppt_w</p:attrName>
                                        </p:attrNameLst>
                                      </p:cBhvr>
                                      <p:tavLst>
                                        <p:tav tm="0">
                                          <p:val>
                                            <p:strVal val="ppt_w"/>
                                          </p:val>
                                        </p:tav>
                                        <p:tav tm="100000">
                                          <p:val>
                                            <p:fltVal val="0"/>
                                          </p:val>
                                        </p:tav>
                                      </p:tavLst>
                                    </p:anim>
                                    <p:anim calcmode="lin" valueType="num">
                                      <p:cBhvr>
                                        <p:cTn id="333" dur="500"/>
                                        <p:tgtEl>
                                          <p:spTgt spid="19"/>
                                        </p:tgtEl>
                                        <p:attrNameLst>
                                          <p:attrName>ppt_h</p:attrName>
                                        </p:attrNameLst>
                                      </p:cBhvr>
                                      <p:tavLst>
                                        <p:tav tm="0">
                                          <p:val>
                                            <p:strVal val="ppt_h"/>
                                          </p:val>
                                        </p:tav>
                                        <p:tav tm="100000">
                                          <p:val>
                                            <p:fltVal val="0"/>
                                          </p:val>
                                        </p:tav>
                                      </p:tavLst>
                                    </p:anim>
                                    <p:animEffect transition="out" filter="fade">
                                      <p:cBhvr>
                                        <p:cTn id="334" dur="500"/>
                                        <p:tgtEl>
                                          <p:spTgt spid="19"/>
                                        </p:tgtEl>
                                      </p:cBhvr>
                                    </p:animEffect>
                                    <p:set>
                                      <p:cBhvr>
                                        <p:cTn id="335" dur="1" fill="hold">
                                          <p:stCondLst>
                                            <p:cond delay="499"/>
                                          </p:stCondLst>
                                        </p:cTn>
                                        <p:tgtEl>
                                          <p:spTgt spid="19"/>
                                        </p:tgtEl>
                                        <p:attrNameLst>
                                          <p:attrName>style.visibility</p:attrName>
                                        </p:attrNameLst>
                                      </p:cBhvr>
                                      <p:to>
                                        <p:strVal val="hidden"/>
                                      </p:to>
                                    </p:set>
                                  </p:childTnLst>
                                </p:cTn>
                              </p:par>
                              <p:par>
                                <p:cTn id="336" presetID="53" presetClass="exit" presetSubtype="32" fill="hold" nodeType="withEffect">
                                  <p:stCondLst>
                                    <p:cond delay="0"/>
                                  </p:stCondLst>
                                  <p:childTnLst>
                                    <p:anim calcmode="lin" valueType="num">
                                      <p:cBhvr>
                                        <p:cTn id="337" dur="500"/>
                                        <p:tgtEl>
                                          <p:spTgt spid="20"/>
                                        </p:tgtEl>
                                        <p:attrNameLst>
                                          <p:attrName>ppt_w</p:attrName>
                                        </p:attrNameLst>
                                      </p:cBhvr>
                                      <p:tavLst>
                                        <p:tav tm="0">
                                          <p:val>
                                            <p:strVal val="ppt_w"/>
                                          </p:val>
                                        </p:tav>
                                        <p:tav tm="100000">
                                          <p:val>
                                            <p:fltVal val="0"/>
                                          </p:val>
                                        </p:tav>
                                      </p:tavLst>
                                    </p:anim>
                                    <p:anim calcmode="lin" valueType="num">
                                      <p:cBhvr>
                                        <p:cTn id="338" dur="500"/>
                                        <p:tgtEl>
                                          <p:spTgt spid="20"/>
                                        </p:tgtEl>
                                        <p:attrNameLst>
                                          <p:attrName>ppt_h</p:attrName>
                                        </p:attrNameLst>
                                      </p:cBhvr>
                                      <p:tavLst>
                                        <p:tav tm="0">
                                          <p:val>
                                            <p:strVal val="ppt_h"/>
                                          </p:val>
                                        </p:tav>
                                        <p:tav tm="100000">
                                          <p:val>
                                            <p:fltVal val="0"/>
                                          </p:val>
                                        </p:tav>
                                      </p:tavLst>
                                    </p:anim>
                                    <p:animEffect transition="out" filter="fade">
                                      <p:cBhvr>
                                        <p:cTn id="339" dur="500"/>
                                        <p:tgtEl>
                                          <p:spTgt spid="20"/>
                                        </p:tgtEl>
                                      </p:cBhvr>
                                    </p:animEffect>
                                    <p:set>
                                      <p:cBhvr>
                                        <p:cTn id="340" dur="1" fill="hold">
                                          <p:stCondLst>
                                            <p:cond delay="499"/>
                                          </p:stCondLst>
                                        </p:cTn>
                                        <p:tgtEl>
                                          <p:spTgt spid="20"/>
                                        </p:tgtEl>
                                        <p:attrNameLst>
                                          <p:attrName>style.visibility</p:attrName>
                                        </p:attrNameLst>
                                      </p:cBhvr>
                                      <p:to>
                                        <p:strVal val="hidden"/>
                                      </p:to>
                                    </p:set>
                                  </p:childTnLst>
                                </p:cTn>
                              </p:par>
                            </p:childTnLst>
                          </p:cTn>
                        </p:par>
                      </p:childTnLst>
                    </p:cTn>
                  </p:par>
                  <p:par>
                    <p:cTn id="341" fill="hold" nodeType="clickPar">
                      <p:stCondLst>
                        <p:cond delay="indefinite"/>
                      </p:stCondLst>
                      <p:childTnLst>
                        <p:par>
                          <p:cTn id="342" fill="hold" nodeType="withGroup">
                            <p:stCondLst>
                              <p:cond delay="0"/>
                            </p:stCondLst>
                            <p:childTnLst>
                              <p:par>
                                <p:cTn id="343" presetID="53" presetClass="entr" presetSubtype="16" fill="hold" nodeType="clickEffect">
                                  <p:stCondLst>
                                    <p:cond delay="0"/>
                                  </p:stCondLst>
                                  <p:childTnLst>
                                    <p:set>
                                      <p:cBhvr>
                                        <p:cTn id="344" dur="1" fill="hold">
                                          <p:stCondLst>
                                            <p:cond delay="0"/>
                                          </p:stCondLst>
                                        </p:cTn>
                                        <p:tgtEl>
                                          <p:spTgt spid="16"/>
                                        </p:tgtEl>
                                        <p:attrNameLst>
                                          <p:attrName>style.visibility</p:attrName>
                                        </p:attrNameLst>
                                      </p:cBhvr>
                                      <p:to>
                                        <p:strVal val="visible"/>
                                      </p:to>
                                    </p:set>
                                    <p:anim calcmode="lin" valueType="num">
                                      <p:cBhvr>
                                        <p:cTn id="345" dur="500" fill="hold"/>
                                        <p:tgtEl>
                                          <p:spTgt spid="16"/>
                                        </p:tgtEl>
                                        <p:attrNameLst>
                                          <p:attrName>ppt_w</p:attrName>
                                        </p:attrNameLst>
                                      </p:cBhvr>
                                      <p:tavLst>
                                        <p:tav tm="0">
                                          <p:val>
                                            <p:fltVal val="0"/>
                                          </p:val>
                                        </p:tav>
                                        <p:tav tm="100000">
                                          <p:val>
                                            <p:strVal val="#ppt_w"/>
                                          </p:val>
                                        </p:tav>
                                      </p:tavLst>
                                    </p:anim>
                                    <p:anim calcmode="lin" valueType="num">
                                      <p:cBhvr>
                                        <p:cTn id="346" dur="500" fill="hold"/>
                                        <p:tgtEl>
                                          <p:spTgt spid="16"/>
                                        </p:tgtEl>
                                        <p:attrNameLst>
                                          <p:attrName>ppt_h</p:attrName>
                                        </p:attrNameLst>
                                      </p:cBhvr>
                                      <p:tavLst>
                                        <p:tav tm="0">
                                          <p:val>
                                            <p:fltVal val="0"/>
                                          </p:val>
                                        </p:tav>
                                        <p:tav tm="100000">
                                          <p:val>
                                            <p:strVal val="#ppt_h"/>
                                          </p:val>
                                        </p:tav>
                                      </p:tavLst>
                                    </p:anim>
                                    <p:animEffect transition="in" filter="fade">
                                      <p:cBhvr>
                                        <p:cTn id="347" dur="500"/>
                                        <p:tgtEl>
                                          <p:spTgt spid="16"/>
                                        </p:tgtEl>
                                      </p:cBhvr>
                                    </p:animEffect>
                                  </p:childTnLst>
                                </p:cTn>
                              </p:par>
                            </p:childTnLst>
                          </p:cTn>
                        </p:par>
                      </p:childTnLst>
                    </p:cTn>
                  </p:par>
                  <p:par>
                    <p:cTn id="348" fill="hold" nodeType="clickPar">
                      <p:stCondLst>
                        <p:cond delay="indefinite"/>
                      </p:stCondLst>
                      <p:childTnLst>
                        <p:par>
                          <p:cTn id="349" fill="hold" nodeType="withGroup">
                            <p:stCondLst>
                              <p:cond delay="0"/>
                            </p:stCondLst>
                            <p:childTnLst>
                              <p:par>
                                <p:cTn id="350" presetID="53" presetClass="entr" presetSubtype="16" fill="hold" nodeType="clickEffect">
                                  <p:stCondLst>
                                    <p:cond delay="0"/>
                                  </p:stCondLst>
                                  <p:childTnLst>
                                    <p:set>
                                      <p:cBhvr>
                                        <p:cTn id="351" dur="1" fill="hold">
                                          <p:stCondLst>
                                            <p:cond delay="0"/>
                                          </p:stCondLst>
                                        </p:cTn>
                                        <p:tgtEl>
                                          <p:spTgt spid="17"/>
                                        </p:tgtEl>
                                        <p:attrNameLst>
                                          <p:attrName>style.visibility</p:attrName>
                                        </p:attrNameLst>
                                      </p:cBhvr>
                                      <p:to>
                                        <p:strVal val="visible"/>
                                      </p:to>
                                    </p:set>
                                    <p:anim calcmode="lin" valueType="num">
                                      <p:cBhvr>
                                        <p:cTn id="352" dur="500" fill="hold"/>
                                        <p:tgtEl>
                                          <p:spTgt spid="17"/>
                                        </p:tgtEl>
                                        <p:attrNameLst>
                                          <p:attrName>ppt_w</p:attrName>
                                        </p:attrNameLst>
                                      </p:cBhvr>
                                      <p:tavLst>
                                        <p:tav tm="0">
                                          <p:val>
                                            <p:fltVal val="0"/>
                                          </p:val>
                                        </p:tav>
                                        <p:tav tm="100000">
                                          <p:val>
                                            <p:strVal val="#ppt_w"/>
                                          </p:val>
                                        </p:tav>
                                      </p:tavLst>
                                    </p:anim>
                                    <p:anim calcmode="lin" valueType="num">
                                      <p:cBhvr>
                                        <p:cTn id="353" dur="500" fill="hold"/>
                                        <p:tgtEl>
                                          <p:spTgt spid="17"/>
                                        </p:tgtEl>
                                        <p:attrNameLst>
                                          <p:attrName>ppt_h</p:attrName>
                                        </p:attrNameLst>
                                      </p:cBhvr>
                                      <p:tavLst>
                                        <p:tav tm="0">
                                          <p:val>
                                            <p:fltVal val="0"/>
                                          </p:val>
                                        </p:tav>
                                        <p:tav tm="100000">
                                          <p:val>
                                            <p:strVal val="#ppt_h"/>
                                          </p:val>
                                        </p:tav>
                                      </p:tavLst>
                                    </p:anim>
                                    <p:animEffect transition="in" filter="fade">
                                      <p:cBhvr>
                                        <p:cTn id="354" dur="500"/>
                                        <p:tgtEl>
                                          <p:spTgt spid="17"/>
                                        </p:tgtEl>
                                      </p:cBhvr>
                                    </p:animEffect>
                                  </p:childTnLst>
                                </p:cTn>
                              </p:par>
                            </p:childTnLst>
                          </p:cTn>
                        </p:par>
                      </p:childTnLst>
                    </p:cTn>
                  </p:par>
                  <p:par>
                    <p:cTn id="355" fill="hold" nodeType="clickPar">
                      <p:stCondLst>
                        <p:cond delay="indefinite"/>
                      </p:stCondLst>
                      <p:childTnLst>
                        <p:par>
                          <p:cTn id="356" fill="hold" nodeType="withGroup">
                            <p:stCondLst>
                              <p:cond delay="0"/>
                            </p:stCondLst>
                            <p:childTnLst>
                              <p:par>
                                <p:cTn id="357" presetID="53" presetClass="entr" presetSubtype="16" fill="hold" nodeType="clickEffect">
                                  <p:stCondLst>
                                    <p:cond delay="0"/>
                                  </p:stCondLst>
                                  <p:childTnLst>
                                    <p:set>
                                      <p:cBhvr>
                                        <p:cTn id="358" dur="1" fill="hold">
                                          <p:stCondLst>
                                            <p:cond delay="0"/>
                                          </p:stCondLst>
                                        </p:cTn>
                                        <p:tgtEl>
                                          <p:spTgt spid="18"/>
                                        </p:tgtEl>
                                        <p:attrNameLst>
                                          <p:attrName>style.visibility</p:attrName>
                                        </p:attrNameLst>
                                      </p:cBhvr>
                                      <p:to>
                                        <p:strVal val="visible"/>
                                      </p:to>
                                    </p:set>
                                    <p:anim calcmode="lin" valueType="num">
                                      <p:cBhvr>
                                        <p:cTn id="359" dur="500" fill="hold"/>
                                        <p:tgtEl>
                                          <p:spTgt spid="18"/>
                                        </p:tgtEl>
                                        <p:attrNameLst>
                                          <p:attrName>ppt_w</p:attrName>
                                        </p:attrNameLst>
                                      </p:cBhvr>
                                      <p:tavLst>
                                        <p:tav tm="0">
                                          <p:val>
                                            <p:fltVal val="0"/>
                                          </p:val>
                                        </p:tav>
                                        <p:tav tm="100000">
                                          <p:val>
                                            <p:strVal val="#ppt_w"/>
                                          </p:val>
                                        </p:tav>
                                      </p:tavLst>
                                    </p:anim>
                                    <p:anim calcmode="lin" valueType="num">
                                      <p:cBhvr>
                                        <p:cTn id="360" dur="500" fill="hold"/>
                                        <p:tgtEl>
                                          <p:spTgt spid="18"/>
                                        </p:tgtEl>
                                        <p:attrNameLst>
                                          <p:attrName>ppt_h</p:attrName>
                                        </p:attrNameLst>
                                      </p:cBhvr>
                                      <p:tavLst>
                                        <p:tav tm="0">
                                          <p:val>
                                            <p:fltVal val="0"/>
                                          </p:val>
                                        </p:tav>
                                        <p:tav tm="100000">
                                          <p:val>
                                            <p:strVal val="#ppt_h"/>
                                          </p:val>
                                        </p:tav>
                                      </p:tavLst>
                                    </p:anim>
                                    <p:animEffect transition="in" filter="fade">
                                      <p:cBhvr>
                                        <p:cTn id="361" dur="500"/>
                                        <p:tgtEl>
                                          <p:spTgt spid="18"/>
                                        </p:tgtEl>
                                      </p:cBhvr>
                                    </p:animEffect>
                                  </p:childTnLst>
                                </p:cTn>
                              </p:par>
                            </p:childTnLst>
                          </p:cTn>
                        </p:par>
                      </p:childTnLst>
                    </p:cTn>
                  </p:par>
                  <p:par>
                    <p:cTn id="362" fill="hold" nodeType="clickPar">
                      <p:stCondLst>
                        <p:cond delay="indefinite"/>
                      </p:stCondLst>
                      <p:childTnLst>
                        <p:par>
                          <p:cTn id="363" fill="hold" nodeType="withGroup">
                            <p:stCondLst>
                              <p:cond delay="0"/>
                            </p:stCondLst>
                            <p:childTnLst>
                              <p:par>
                                <p:cTn id="364" presetID="53" presetClass="entr" presetSubtype="16" fill="hold" nodeType="clickEffect">
                                  <p:stCondLst>
                                    <p:cond delay="0"/>
                                  </p:stCondLst>
                                  <p:childTnLst>
                                    <p:set>
                                      <p:cBhvr>
                                        <p:cTn id="365" dur="1" fill="hold">
                                          <p:stCondLst>
                                            <p:cond delay="0"/>
                                          </p:stCondLst>
                                        </p:cTn>
                                        <p:tgtEl>
                                          <p:spTgt spid="19"/>
                                        </p:tgtEl>
                                        <p:attrNameLst>
                                          <p:attrName>style.visibility</p:attrName>
                                        </p:attrNameLst>
                                      </p:cBhvr>
                                      <p:to>
                                        <p:strVal val="visible"/>
                                      </p:to>
                                    </p:set>
                                    <p:anim calcmode="lin" valueType="num">
                                      <p:cBhvr>
                                        <p:cTn id="366" dur="500" fill="hold"/>
                                        <p:tgtEl>
                                          <p:spTgt spid="19"/>
                                        </p:tgtEl>
                                        <p:attrNameLst>
                                          <p:attrName>ppt_w</p:attrName>
                                        </p:attrNameLst>
                                      </p:cBhvr>
                                      <p:tavLst>
                                        <p:tav tm="0">
                                          <p:val>
                                            <p:fltVal val="0"/>
                                          </p:val>
                                        </p:tav>
                                        <p:tav tm="100000">
                                          <p:val>
                                            <p:strVal val="#ppt_w"/>
                                          </p:val>
                                        </p:tav>
                                      </p:tavLst>
                                    </p:anim>
                                    <p:anim calcmode="lin" valueType="num">
                                      <p:cBhvr>
                                        <p:cTn id="367" dur="500" fill="hold"/>
                                        <p:tgtEl>
                                          <p:spTgt spid="19"/>
                                        </p:tgtEl>
                                        <p:attrNameLst>
                                          <p:attrName>ppt_h</p:attrName>
                                        </p:attrNameLst>
                                      </p:cBhvr>
                                      <p:tavLst>
                                        <p:tav tm="0">
                                          <p:val>
                                            <p:fltVal val="0"/>
                                          </p:val>
                                        </p:tav>
                                        <p:tav tm="100000">
                                          <p:val>
                                            <p:strVal val="#ppt_h"/>
                                          </p:val>
                                        </p:tav>
                                      </p:tavLst>
                                    </p:anim>
                                    <p:animEffect transition="in" filter="fade">
                                      <p:cBhvr>
                                        <p:cTn id="368" dur="500"/>
                                        <p:tgtEl>
                                          <p:spTgt spid="19"/>
                                        </p:tgtEl>
                                      </p:cBhvr>
                                    </p:animEffect>
                                  </p:childTnLst>
                                </p:cTn>
                              </p:par>
                            </p:childTnLst>
                          </p:cTn>
                        </p:par>
                      </p:childTnLst>
                    </p:cTn>
                  </p:par>
                  <p:par>
                    <p:cTn id="369" fill="hold" nodeType="clickPar">
                      <p:stCondLst>
                        <p:cond delay="indefinite"/>
                      </p:stCondLst>
                      <p:childTnLst>
                        <p:par>
                          <p:cTn id="370" fill="hold" nodeType="withGroup">
                            <p:stCondLst>
                              <p:cond delay="0"/>
                            </p:stCondLst>
                            <p:childTnLst>
                              <p:par>
                                <p:cTn id="371" presetID="53" presetClass="entr" presetSubtype="16" fill="hold" nodeType="clickEffect">
                                  <p:stCondLst>
                                    <p:cond delay="0"/>
                                  </p:stCondLst>
                                  <p:childTnLst>
                                    <p:set>
                                      <p:cBhvr>
                                        <p:cTn id="372" dur="1" fill="hold">
                                          <p:stCondLst>
                                            <p:cond delay="0"/>
                                          </p:stCondLst>
                                        </p:cTn>
                                        <p:tgtEl>
                                          <p:spTgt spid="20"/>
                                        </p:tgtEl>
                                        <p:attrNameLst>
                                          <p:attrName>style.visibility</p:attrName>
                                        </p:attrNameLst>
                                      </p:cBhvr>
                                      <p:to>
                                        <p:strVal val="visible"/>
                                      </p:to>
                                    </p:set>
                                    <p:anim calcmode="lin" valueType="num">
                                      <p:cBhvr>
                                        <p:cTn id="373" dur="500" fill="hold"/>
                                        <p:tgtEl>
                                          <p:spTgt spid="20"/>
                                        </p:tgtEl>
                                        <p:attrNameLst>
                                          <p:attrName>ppt_w</p:attrName>
                                        </p:attrNameLst>
                                      </p:cBhvr>
                                      <p:tavLst>
                                        <p:tav tm="0">
                                          <p:val>
                                            <p:fltVal val="0"/>
                                          </p:val>
                                        </p:tav>
                                        <p:tav tm="100000">
                                          <p:val>
                                            <p:strVal val="#ppt_w"/>
                                          </p:val>
                                        </p:tav>
                                      </p:tavLst>
                                    </p:anim>
                                    <p:anim calcmode="lin" valueType="num">
                                      <p:cBhvr>
                                        <p:cTn id="374" dur="500" fill="hold"/>
                                        <p:tgtEl>
                                          <p:spTgt spid="20"/>
                                        </p:tgtEl>
                                        <p:attrNameLst>
                                          <p:attrName>ppt_h</p:attrName>
                                        </p:attrNameLst>
                                      </p:cBhvr>
                                      <p:tavLst>
                                        <p:tav tm="0">
                                          <p:val>
                                            <p:fltVal val="0"/>
                                          </p:val>
                                        </p:tav>
                                        <p:tav tm="100000">
                                          <p:val>
                                            <p:strVal val="#ppt_h"/>
                                          </p:val>
                                        </p:tav>
                                      </p:tavLst>
                                    </p:anim>
                                    <p:animEffect transition="in" filter="fade">
                                      <p:cBhvr>
                                        <p:cTn id="375"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animBg="1"/>
      <p:bldP spid="15" grpId="0"/>
      <p:bldP spid="21" grpId="0"/>
      <p:bldP spid="22" grpId="0"/>
      <p:bldP spid="23" grpId="0"/>
      <p:bldP spid="24" grpId="0"/>
      <p:bldP spid="25" grpId="0"/>
      <p:bldP spid="26" grpId="0"/>
      <p:bldP spid="27" grpId="0"/>
      <p:bldP spid="28" grpId="0"/>
      <p:bldP spid="29" grpId="0"/>
      <p:bldP spid="30" grpId="0"/>
      <p:bldP spid="31" grpId="0"/>
      <p:bldP spid="32" grpId="0"/>
      <p:bldP spid="33" grpId="0"/>
      <p:bldP spid="34" grpId="0"/>
      <p:bldP spid="2" grpId="0" animBg="1"/>
      <p:bldP spid="2" grpId="1" animBg="1"/>
      <p:bldP spid="35" grpId="0" animBg="1"/>
      <p:bldP spid="35" grpId="1"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内容占位符 2">
            <a:extLst>
              <a:ext uri="{FF2B5EF4-FFF2-40B4-BE49-F238E27FC236}">
                <a16:creationId xmlns:a16="http://schemas.microsoft.com/office/drawing/2014/main" id="{08B5F8D8-E3A5-42A8-BC0D-43B496B0C7F7}"/>
              </a:ext>
            </a:extLst>
          </p:cNvPr>
          <p:cNvSpPr>
            <a:spLocks noGrp="1"/>
          </p:cNvSpPr>
          <p:nvPr>
            <p:ph idx="1"/>
          </p:nvPr>
        </p:nvSpPr>
        <p:spPr>
          <a:xfrm>
            <a:off x="428625" y="714374"/>
            <a:ext cx="8415338" cy="4160837"/>
          </a:xfrm>
        </p:spPr>
        <p:txBody>
          <a:bodyPr/>
          <a:lstStyle/>
          <a:p>
            <a:pPr eaLnBrk="1" hangingPunct="1">
              <a:lnSpc>
                <a:spcPts val="3400"/>
              </a:lnSpc>
              <a:buClrTx/>
              <a:buFont typeface="Wingdings" pitchFamily="2" charset="2"/>
              <a:buChar char="Ø"/>
              <a:defRPr/>
            </a:pPr>
            <a:r>
              <a:rPr lang="zh-CN" altLang="en-US" sz="2800" b="1" dirty="0">
                <a:solidFill>
                  <a:schemeClr val="tx1"/>
                </a:solidFill>
                <a:cs typeface="Times New Roman" pitchFamily="18" charset="0"/>
              </a:rPr>
              <a:t>不断应用下列规则，直到没有新的终结符可以被加入到任何</a:t>
            </a:r>
            <a:r>
              <a:rPr lang="en-US" altLang="zh-CN" sz="2800" b="1" i="1" dirty="0">
                <a:solidFill>
                  <a:schemeClr val="tx1"/>
                </a:solidFill>
                <a:cs typeface="Times New Roman" pitchFamily="18" charset="0"/>
              </a:rPr>
              <a:t>FOLLOW</a:t>
            </a:r>
            <a:r>
              <a:rPr lang="zh-CN" altLang="en-US" sz="2800" b="1" dirty="0">
                <a:solidFill>
                  <a:schemeClr val="tx1"/>
                </a:solidFill>
                <a:cs typeface="Times New Roman" pitchFamily="18" charset="0"/>
              </a:rPr>
              <a:t>集合中为止</a:t>
            </a:r>
            <a:endParaRPr lang="en-US" altLang="zh-CN" sz="2800" b="1" dirty="0">
              <a:solidFill>
                <a:schemeClr val="tx1"/>
              </a:solidFill>
              <a:cs typeface="Times New Roman" pitchFamily="18" charset="0"/>
            </a:endParaRPr>
          </a:p>
          <a:p>
            <a:pPr lvl="1" eaLnBrk="1" hangingPunct="1">
              <a:lnSpc>
                <a:spcPts val="3400"/>
              </a:lnSpc>
              <a:buClrTx/>
              <a:buFont typeface="Wingdings" pitchFamily="2" charset="2"/>
              <a:buChar char="Ø"/>
              <a:defRPr/>
            </a:pPr>
            <a:r>
              <a:rPr lang="zh-CN" altLang="en-US" sz="2400" b="1" dirty="0">
                <a:solidFill>
                  <a:schemeClr val="tx1"/>
                </a:solidFill>
                <a:cs typeface="Times New Roman" pitchFamily="18" charset="0"/>
              </a:rPr>
              <a:t>将</a:t>
            </a:r>
            <a:r>
              <a:rPr lang="en-US" altLang="zh-CN" sz="2400" b="1" dirty="0">
                <a:solidFill>
                  <a:schemeClr val="tx1"/>
                </a:solidFill>
                <a:cs typeface="Times New Roman" pitchFamily="18" charset="0"/>
              </a:rPr>
              <a:t>$</a:t>
            </a:r>
            <a:r>
              <a:rPr lang="zh-CN" altLang="en-US" sz="2400" b="1" dirty="0">
                <a:solidFill>
                  <a:schemeClr val="tx1"/>
                </a:solidFill>
                <a:cs typeface="Times New Roman" pitchFamily="18" charset="0"/>
              </a:rPr>
              <a:t>放入</a:t>
            </a:r>
            <a:r>
              <a:rPr lang="en-US" altLang="zh-CN" sz="2400" b="1" i="1" dirty="0">
                <a:solidFill>
                  <a:schemeClr val="tx1"/>
                </a:solidFill>
                <a:cs typeface="Times New Roman" pitchFamily="18" charset="0"/>
              </a:rPr>
              <a:t>FOLLOW</a:t>
            </a:r>
            <a:r>
              <a:rPr lang="en-US" altLang="zh-CN" sz="2400" b="1" dirty="0">
                <a:solidFill>
                  <a:schemeClr val="tx1"/>
                </a:solidFill>
                <a:cs typeface="Times New Roman" pitchFamily="18" charset="0"/>
              </a:rPr>
              <a:t>( </a:t>
            </a:r>
            <a:r>
              <a:rPr lang="en-US" altLang="zh-CN" sz="2400" b="1" i="1" dirty="0">
                <a:solidFill>
                  <a:schemeClr val="tx1"/>
                </a:solidFill>
                <a:cs typeface="Times New Roman" pitchFamily="18" charset="0"/>
              </a:rPr>
              <a:t>S </a:t>
            </a:r>
            <a:r>
              <a:rPr lang="en-US" altLang="zh-CN" sz="2400" b="1" dirty="0">
                <a:solidFill>
                  <a:schemeClr val="tx1"/>
                </a:solidFill>
                <a:cs typeface="Times New Roman" pitchFamily="18" charset="0"/>
              </a:rPr>
              <a:t>)</a:t>
            </a:r>
            <a:r>
              <a:rPr lang="zh-CN" altLang="en-US" sz="2400" b="1" dirty="0">
                <a:solidFill>
                  <a:schemeClr val="tx1"/>
                </a:solidFill>
                <a:cs typeface="Times New Roman" pitchFamily="18" charset="0"/>
              </a:rPr>
              <a:t>中，其中</a:t>
            </a:r>
            <a:r>
              <a:rPr lang="en-US" altLang="zh-CN" sz="2400" b="1" i="1" dirty="0">
                <a:solidFill>
                  <a:schemeClr val="tx1"/>
                </a:solidFill>
                <a:cs typeface="Times New Roman" pitchFamily="18" charset="0"/>
              </a:rPr>
              <a:t>S</a:t>
            </a:r>
            <a:r>
              <a:rPr lang="zh-CN" altLang="en-US" sz="2400" b="1" dirty="0">
                <a:solidFill>
                  <a:schemeClr val="tx1"/>
                </a:solidFill>
                <a:cs typeface="Times New Roman" pitchFamily="18" charset="0"/>
              </a:rPr>
              <a:t>是开始符号，</a:t>
            </a:r>
            <a:r>
              <a:rPr lang="en-US" altLang="zh-CN" sz="2400" b="1" dirty="0">
                <a:solidFill>
                  <a:schemeClr val="tx1"/>
                </a:solidFill>
                <a:cs typeface="Times New Roman" pitchFamily="18" charset="0"/>
              </a:rPr>
              <a:t>$</a:t>
            </a:r>
            <a:r>
              <a:rPr lang="zh-CN" altLang="en-US" sz="2400" b="1" dirty="0">
                <a:solidFill>
                  <a:schemeClr val="tx1"/>
                </a:solidFill>
                <a:cs typeface="Times New Roman" pitchFamily="18" charset="0"/>
              </a:rPr>
              <a:t>是输入右端的</a:t>
            </a:r>
            <a:r>
              <a:rPr lang="zh-CN" altLang="en-US" sz="2400" b="1" dirty="0">
                <a:solidFill>
                  <a:schemeClr val="tx2">
                    <a:lumMod val="60000"/>
                    <a:lumOff val="40000"/>
                  </a:schemeClr>
                </a:solidFill>
                <a:cs typeface="Times New Roman" pitchFamily="18" charset="0"/>
              </a:rPr>
              <a:t>结束标记</a:t>
            </a:r>
            <a:endParaRPr lang="en-US" altLang="zh-CN" sz="2400" b="1" dirty="0">
              <a:solidFill>
                <a:schemeClr val="tx2">
                  <a:lumMod val="60000"/>
                  <a:lumOff val="40000"/>
                </a:schemeClr>
              </a:solidFill>
              <a:cs typeface="Times New Roman" pitchFamily="18" charset="0"/>
            </a:endParaRPr>
          </a:p>
          <a:p>
            <a:pPr lvl="1" eaLnBrk="1" hangingPunct="1">
              <a:lnSpc>
                <a:spcPts val="3400"/>
              </a:lnSpc>
              <a:buClrTx/>
              <a:buFont typeface="Wingdings" pitchFamily="2" charset="2"/>
              <a:buChar char="Ø"/>
              <a:defRPr/>
            </a:pPr>
            <a:r>
              <a:rPr lang="zh-CN" altLang="en-US" sz="2400" b="1" dirty="0">
                <a:solidFill>
                  <a:schemeClr val="tx1"/>
                </a:solidFill>
                <a:cs typeface="Times New Roman" pitchFamily="18" charset="0"/>
              </a:rPr>
              <a:t>如果存在一个产生式</a:t>
            </a:r>
            <a:r>
              <a:rPr lang="en-US" altLang="zh-CN" sz="2400" b="1" i="1" dirty="0" err="1">
                <a:solidFill>
                  <a:srgbClr val="0070C0"/>
                </a:solidFill>
                <a:ea typeface="楷体_GB2312"/>
                <a:cs typeface="楷体_GB2312"/>
              </a:rPr>
              <a:t>A</a:t>
            </a:r>
            <a:r>
              <a:rPr lang="en-US" altLang="zh-CN" sz="2400" b="1" dirty="0" err="1">
                <a:solidFill>
                  <a:srgbClr val="0070C0"/>
                </a:solidFill>
                <a:ea typeface="楷体_GB2312"/>
                <a:cs typeface="楷体_GB2312"/>
              </a:rPr>
              <a:t>→</a:t>
            </a:r>
            <a:r>
              <a:rPr lang="en-US" altLang="zh-CN" sz="2400" b="1" i="1" dirty="0" err="1">
                <a:solidFill>
                  <a:srgbClr val="0070C0"/>
                </a:solidFill>
                <a:ea typeface="楷体_GB2312"/>
                <a:cs typeface="楷体_GB2312"/>
              </a:rPr>
              <a:t>αBβ</a:t>
            </a:r>
            <a:r>
              <a:rPr lang="zh-CN" altLang="en-US" sz="2400" b="1" dirty="0">
                <a:solidFill>
                  <a:schemeClr val="tx1"/>
                </a:solidFill>
                <a:latin typeface="楷体" pitchFamily="49" charset="-122"/>
              </a:rPr>
              <a:t>，那么</a:t>
            </a:r>
            <a:r>
              <a:rPr lang="en-US" altLang="zh-CN" sz="2400" b="1" i="1" dirty="0">
                <a:solidFill>
                  <a:schemeClr val="tx1"/>
                </a:solidFill>
                <a:ea typeface="楷体_GB2312"/>
                <a:cs typeface="楷体_GB2312"/>
              </a:rPr>
              <a:t>FIRST </a:t>
            </a:r>
            <a:r>
              <a:rPr lang="en-US" altLang="zh-CN" sz="2400" b="1" dirty="0">
                <a:solidFill>
                  <a:schemeClr val="tx1"/>
                </a:solidFill>
                <a:ea typeface="楷体_GB2312"/>
                <a:cs typeface="楷体_GB2312"/>
              </a:rPr>
              <a:t>( </a:t>
            </a:r>
            <a:r>
              <a:rPr lang="en-US" altLang="zh-CN" sz="2400" b="1" i="1" dirty="0">
                <a:solidFill>
                  <a:schemeClr val="tx1"/>
                </a:solidFill>
                <a:ea typeface="楷体_GB2312"/>
                <a:cs typeface="楷体_GB2312"/>
              </a:rPr>
              <a:t>β </a:t>
            </a:r>
            <a:r>
              <a:rPr lang="en-US" altLang="zh-CN" sz="2400" b="1" dirty="0">
                <a:solidFill>
                  <a:schemeClr val="tx1"/>
                </a:solidFill>
              </a:rPr>
              <a:t>)</a:t>
            </a:r>
            <a:r>
              <a:rPr lang="zh-CN" altLang="en-US" sz="2400" b="1" dirty="0">
                <a:solidFill>
                  <a:schemeClr val="tx1"/>
                </a:solidFill>
              </a:rPr>
              <a:t>中</a:t>
            </a:r>
            <a:r>
              <a:rPr lang="zh-CN" altLang="en-US" sz="2400" b="1" dirty="0">
                <a:solidFill>
                  <a:schemeClr val="tx2">
                    <a:lumMod val="60000"/>
                    <a:lumOff val="40000"/>
                  </a:schemeClr>
                </a:solidFill>
              </a:rPr>
              <a:t>除</a:t>
            </a:r>
            <a:r>
              <a:rPr lang="en-US" altLang="zh-CN" sz="2400" b="1" i="1" dirty="0">
                <a:solidFill>
                  <a:schemeClr val="tx2">
                    <a:lumMod val="60000"/>
                    <a:lumOff val="40000"/>
                  </a:schemeClr>
                </a:solidFill>
                <a:ea typeface="楷体_GB2312"/>
                <a:cs typeface="楷体_GB2312"/>
              </a:rPr>
              <a:t>ε</a:t>
            </a:r>
            <a:r>
              <a:rPr lang="en-US" altLang="zh-CN" sz="2400" b="1" dirty="0">
                <a:solidFill>
                  <a:schemeClr val="tx2">
                    <a:lumMod val="60000"/>
                    <a:lumOff val="40000"/>
                  </a:schemeClr>
                </a:solidFill>
              </a:rPr>
              <a:t> </a:t>
            </a:r>
            <a:r>
              <a:rPr lang="zh-CN" altLang="en-US" sz="2400" b="1" dirty="0">
                <a:solidFill>
                  <a:schemeClr val="tx2">
                    <a:lumMod val="60000"/>
                    <a:lumOff val="40000"/>
                  </a:schemeClr>
                </a:solidFill>
              </a:rPr>
              <a:t>之外</a:t>
            </a:r>
            <a:r>
              <a:rPr lang="zh-CN" altLang="en-US" sz="2400" b="1" dirty="0">
                <a:solidFill>
                  <a:schemeClr val="tx1"/>
                </a:solidFill>
              </a:rPr>
              <a:t>的所有符号都</a:t>
            </a:r>
            <a:r>
              <a:rPr lang="zh-CN" altLang="en-US" sz="2400" dirty="0"/>
              <a:t>加入</a:t>
            </a:r>
            <a:r>
              <a:rPr lang="en-US" altLang="zh-CN" sz="2400" b="1" i="1" dirty="0">
                <a:solidFill>
                  <a:schemeClr val="tx1"/>
                </a:solidFill>
              </a:rPr>
              <a:t>FOLLOW</a:t>
            </a:r>
            <a:r>
              <a:rPr lang="en-US" altLang="zh-CN" sz="2400" b="1" dirty="0">
                <a:solidFill>
                  <a:schemeClr val="tx1"/>
                </a:solidFill>
              </a:rPr>
              <a:t>( </a:t>
            </a:r>
            <a:r>
              <a:rPr lang="en-US" altLang="zh-CN" sz="2400" b="1" i="1" dirty="0">
                <a:solidFill>
                  <a:schemeClr val="tx1"/>
                </a:solidFill>
              </a:rPr>
              <a:t>B </a:t>
            </a:r>
            <a:r>
              <a:rPr lang="en-US" altLang="zh-CN" sz="2400" b="1" dirty="0">
                <a:solidFill>
                  <a:schemeClr val="tx1"/>
                </a:solidFill>
              </a:rPr>
              <a:t>)</a:t>
            </a:r>
            <a:r>
              <a:rPr lang="zh-CN" altLang="en-US" sz="2400" b="1" dirty="0">
                <a:solidFill>
                  <a:schemeClr val="tx1"/>
                </a:solidFill>
              </a:rPr>
              <a:t>中</a:t>
            </a:r>
            <a:endParaRPr lang="en-US" altLang="zh-CN" sz="2400" b="1" dirty="0">
              <a:solidFill>
                <a:schemeClr val="tx1"/>
              </a:solidFill>
            </a:endParaRPr>
          </a:p>
          <a:p>
            <a:pPr lvl="1" eaLnBrk="1" hangingPunct="1">
              <a:lnSpc>
                <a:spcPts val="3400"/>
              </a:lnSpc>
              <a:buClrTx/>
              <a:buFont typeface="Wingdings" pitchFamily="2" charset="2"/>
              <a:buChar char="Ø"/>
              <a:defRPr/>
            </a:pPr>
            <a:r>
              <a:rPr lang="zh-CN" altLang="en-US" sz="2400" b="1" dirty="0">
                <a:solidFill>
                  <a:schemeClr val="tx1"/>
                </a:solidFill>
              </a:rPr>
              <a:t>如果存在一个产生式</a:t>
            </a:r>
            <a:r>
              <a:rPr lang="en-US" altLang="zh-CN" sz="2400" b="1" i="1" dirty="0" err="1">
                <a:solidFill>
                  <a:srgbClr val="0070C0"/>
                </a:solidFill>
                <a:ea typeface="楷体_GB2312"/>
                <a:cs typeface="楷体_GB2312"/>
              </a:rPr>
              <a:t>A</a:t>
            </a:r>
            <a:r>
              <a:rPr lang="en-US" altLang="zh-CN" sz="2400" b="1" dirty="0" err="1">
                <a:solidFill>
                  <a:srgbClr val="0070C0"/>
                </a:solidFill>
                <a:ea typeface="楷体_GB2312"/>
                <a:cs typeface="楷体_GB2312"/>
              </a:rPr>
              <a:t>→</a:t>
            </a:r>
            <a:r>
              <a:rPr lang="en-US" altLang="zh-CN" sz="2400" b="1" i="1" dirty="0" err="1">
                <a:solidFill>
                  <a:srgbClr val="0070C0"/>
                </a:solidFill>
                <a:ea typeface="楷体_GB2312"/>
                <a:cs typeface="楷体_GB2312"/>
              </a:rPr>
              <a:t>αB</a:t>
            </a:r>
            <a:r>
              <a:rPr lang="zh-CN" altLang="en-US" sz="2400" b="1" dirty="0">
                <a:solidFill>
                  <a:schemeClr val="tx1"/>
                </a:solidFill>
              </a:rPr>
              <a:t>，或存在产生式</a:t>
            </a:r>
            <a:r>
              <a:rPr lang="en-US" altLang="zh-CN" sz="2400" b="1" i="1" dirty="0" err="1">
                <a:solidFill>
                  <a:schemeClr val="tx1"/>
                </a:solidFill>
                <a:ea typeface="楷体_GB2312"/>
                <a:cs typeface="楷体_GB2312"/>
              </a:rPr>
              <a:t>A</a:t>
            </a:r>
            <a:r>
              <a:rPr lang="en-US" altLang="zh-CN" sz="2400" b="1" dirty="0" err="1">
                <a:solidFill>
                  <a:schemeClr val="tx1"/>
                </a:solidFill>
                <a:ea typeface="楷体_GB2312"/>
                <a:cs typeface="楷体_GB2312"/>
              </a:rPr>
              <a:t>→</a:t>
            </a:r>
            <a:r>
              <a:rPr lang="en-US" altLang="zh-CN" sz="2400" b="1" i="1" dirty="0" err="1">
                <a:solidFill>
                  <a:schemeClr val="tx1"/>
                </a:solidFill>
                <a:ea typeface="楷体_GB2312"/>
                <a:cs typeface="楷体_GB2312"/>
              </a:rPr>
              <a:t>αBβ</a:t>
            </a:r>
            <a:r>
              <a:rPr lang="zh-CN" altLang="en-US" sz="2400" b="1" dirty="0">
                <a:solidFill>
                  <a:schemeClr val="tx1"/>
                </a:solidFill>
              </a:rPr>
              <a:t>且</a:t>
            </a:r>
            <a:r>
              <a:rPr lang="en-US" altLang="zh-CN" sz="2400" b="1" i="1" dirty="0">
                <a:solidFill>
                  <a:schemeClr val="tx1"/>
                </a:solidFill>
              </a:rPr>
              <a:t>FIRST </a:t>
            </a:r>
            <a:r>
              <a:rPr lang="en-US" altLang="zh-CN" sz="2400" b="1" dirty="0">
                <a:solidFill>
                  <a:schemeClr val="tx1"/>
                </a:solidFill>
              </a:rPr>
              <a:t>( </a:t>
            </a:r>
            <a:r>
              <a:rPr lang="en-US" altLang="zh-CN" sz="2400" b="1" i="1" dirty="0">
                <a:solidFill>
                  <a:schemeClr val="tx1"/>
                </a:solidFill>
                <a:ea typeface="楷体_GB2312"/>
                <a:cs typeface="楷体_GB2312"/>
              </a:rPr>
              <a:t>β </a:t>
            </a:r>
            <a:r>
              <a:rPr lang="en-US" altLang="zh-CN" sz="2400" b="1" dirty="0">
                <a:solidFill>
                  <a:schemeClr val="tx1"/>
                </a:solidFill>
              </a:rPr>
              <a:t>) </a:t>
            </a:r>
            <a:r>
              <a:rPr lang="zh-CN" altLang="en-US" sz="2400" b="1" dirty="0">
                <a:solidFill>
                  <a:schemeClr val="tx1"/>
                </a:solidFill>
              </a:rPr>
              <a:t>包含</a:t>
            </a:r>
            <a:r>
              <a:rPr lang="en-US" altLang="zh-CN" sz="2400" b="1" i="1" dirty="0">
                <a:solidFill>
                  <a:schemeClr val="tx1"/>
                </a:solidFill>
                <a:ea typeface="楷体_GB2312"/>
                <a:cs typeface="楷体_GB2312"/>
              </a:rPr>
              <a:t>ε</a:t>
            </a:r>
            <a:r>
              <a:rPr lang="zh-CN" altLang="en-US" sz="2400" b="1" dirty="0">
                <a:solidFill>
                  <a:schemeClr val="tx1"/>
                </a:solidFill>
              </a:rPr>
              <a:t>，那么</a:t>
            </a:r>
            <a:r>
              <a:rPr lang="en-US" altLang="zh-CN" sz="2400" b="1" dirty="0">
                <a:solidFill>
                  <a:schemeClr val="tx1"/>
                </a:solidFill>
              </a:rPr>
              <a:t> </a:t>
            </a:r>
            <a:r>
              <a:rPr lang="en-US" altLang="zh-CN" sz="2400" b="1" i="1" dirty="0">
                <a:solidFill>
                  <a:srgbClr val="0070C0"/>
                </a:solidFill>
              </a:rPr>
              <a:t>FOLLOW</a:t>
            </a:r>
            <a:r>
              <a:rPr lang="en-US" altLang="zh-CN" sz="2400" b="1" dirty="0">
                <a:solidFill>
                  <a:srgbClr val="0070C0"/>
                </a:solidFill>
              </a:rPr>
              <a:t>( </a:t>
            </a:r>
            <a:r>
              <a:rPr lang="en-US" altLang="zh-CN" sz="2400" b="1" i="1" dirty="0">
                <a:solidFill>
                  <a:srgbClr val="0070C0"/>
                </a:solidFill>
              </a:rPr>
              <a:t>A </a:t>
            </a:r>
            <a:r>
              <a:rPr lang="en-US" altLang="zh-CN" sz="2400" b="1" dirty="0">
                <a:solidFill>
                  <a:srgbClr val="0070C0"/>
                </a:solidFill>
              </a:rPr>
              <a:t>)</a:t>
            </a:r>
            <a:r>
              <a:rPr lang="zh-CN" altLang="en-US" sz="2400" b="1" dirty="0">
                <a:solidFill>
                  <a:schemeClr val="tx1"/>
                </a:solidFill>
              </a:rPr>
              <a:t>中的所有符号都加入</a:t>
            </a:r>
            <a:r>
              <a:rPr lang="en-US" altLang="zh-CN" sz="2400" b="1" i="1" dirty="0">
                <a:solidFill>
                  <a:schemeClr val="tx1"/>
                </a:solidFill>
              </a:rPr>
              <a:t>FOLLOW</a:t>
            </a:r>
            <a:r>
              <a:rPr lang="en-US" altLang="zh-CN" sz="2400" b="1" dirty="0">
                <a:solidFill>
                  <a:schemeClr val="tx1"/>
                </a:solidFill>
              </a:rPr>
              <a:t>( </a:t>
            </a:r>
            <a:r>
              <a:rPr lang="en-US" altLang="zh-CN" sz="2400" b="1" i="1" dirty="0">
                <a:solidFill>
                  <a:schemeClr val="tx1"/>
                </a:solidFill>
              </a:rPr>
              <a:t>B </a:t>
            </a:r>
            <a:r>
              <a:rPr lang="en-US" altLang="zh-CN" sz="2400" b="1" dirty="0">
                <a:solidFill>
                  <a:schemeClr val="tx1"/>
                </a:solidFill>
              </a:rPr>
              <a:t>)</a:t>
            </a:r>
            <a:r>
              <a:rPr lang="zh-CN" altLang="en-US" sz="2400" b="1" dirty="0">
                <a:solidFill>
                  <a:schemeClr val="tx1"/>
                </a:solidFill>
              </a:rPr>
              <a:t>中</a:t>
            </a:r>
          </a:p>
        </p:txBody>
      </p:sp>
      <p:sp>
        <p:nvSpPr>
          <p:cNvPr id="50179" name="标题 1">
            <a:extLst>
              <a:ext uri="{FF2B5EF4-FFF2-40B4-BE49-F238E27FC236}">
                <a16:creationId xmlns:a16="http://schemas.microsoft.com/office/drawing/2014/main" id="{DF7C2685-FB81-4635-8226-20D9BA5C167A}"/>
              </a:ext>
            </a:extLst>
          </p:cNvPr>
          <p:cNvSpPr>
            <a:spLocks noGrp="1"/>
          </p:cNvSpPr>
          <p:nvPr>
            <p:ph type="title"/>
          </p:nvPr>
        </p:nvSpPr>
        <p:spPr>
          <a:xfrm>
            <a:off x="755650" y="268288"/>
            <a:ext cx="7931150" cy="358775"/>
          </a:xfrm>
        </p:spPr>
        <p:txBody>
          <a:bodyPr/>
          <a:lstStyle/>
          <a:p>
            <a:pPr eaLnBrk="1" hangingPunct="1">
              <a:defRPr/>
            </a:pPr>
            <a:r>
              <a:rPr lang="zh-CN" altLang="en-US" sz="3000" spc="300" dirty="0">
                <a:solidFill>
                  <a:schemeClr val="tx1"/>
                </a:solidFill>
                <a:latin typeface="微软雅黑" pitchFamily="34" charset="-122"/>
                <a:ea typeface="微软雅黑" pitchFamily="34" charset="-122"/>
                <a:cs typeface="Times New Roman" pitchFamily="18" charset="0"/>
              </a:rPr>
              <a:t>算法</a:t>
            </a:r>
            <a:endParaRPr lang="zh-CN" altLang="en-US" sz="3000" i="1" spc="300" dirty="0">
              <a:solidFill>
                <a:schemeClr val="tx1"/>
              </a:solidFill>
              <a:latin typeface="微软雅黑" pitchFamily="34" charset="-122"/>
              <a:ea typeface="微软雅黑" pitchFamily="34" charset="-122"/>
              <a:cs typeface="Times New Roman" pitchFamily="18" charset="0"/>
            </a:endParaRPr>
          </a:p>
        </p:txBody>
      </p:sp>
      <p:sp>
        <p:nvSpPr>
          <p:cNvPr id="3" name="灯片编号占位符 2">
            <a:extLst>
              <a:ext uri="{FF2B5EF4-FFF2-40B4-BE49-F238E27FC236}">
                <a16:creationId xmlns:a16="http://schemas.microsoft.com/office/drawing/2014/main" id="{8D3003AF-57A7-42FB-A9BE-6F4232448BC3}"/>
              </a:ext>
            </a:extLst>
          </p:cNvPr>
          <p:cNvSpPr>
            <a:spLocks noGrp="1"/>
          </p:cNvSpPr>
          <p:nvPr>
            <p:ph type="sldNum" sz="quarter" idx="12"/>
          </p:nvPr>
        </p:nvSpPr>
        <p:spPr/>
        <p:txBody>
          <a:bodyPr/>
          <a:lstStyle/>
          <a:p>
            <a:pPr>
              <a:defRPr/>
            </a:pPr>
            <a:fld id="{EA567855-7F13-4FC5-AD61-2B82F6443E16}" type="slidenum">
              <a:rPr lang="zh-CN" altLang="en-US" smtClean="0"/>
              <a:pPr>
                <a:defRPr/>
              </a:pPr>
              <a:t>45</a:t>
            </a:fld>
            <a:endParaRPr lang="en-US" altLang="zh-CN"/>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30" name="Rectangle 2">
            <a:extLst>
              <a:ext uri="{FF2B5EF4-FFF2-40B4-BE49-F238E27FC236}">
                <a16:creationId xmlns:a16="http://schemas.microsoft.com/office/drawing/2014/main" id="{40EB45A6-2D56-401A-9CEB-7F369DBF3450}"/>
              </a:ext>
            </a:extLst>
          </p:cNvPr>
          <p:cNvSpPr>
            <a:spLocks noGrp="1" noChangeArrowheads="1"/>
          </p:cNvSpPr>
          <p:nvPr>
            <p:ph type="title"/>
          </p:nvPr>
        </p:nvSpPr>
        <p:spPr>
          <a:xfrm>
            <a:off x="755650" y="268288"/>
            <a:ext cx="7931150" cy="358775"/>
          </a:xfrm>
        </p:spPr>
        <p:txBody>
          <a:bodyPr/>
          <a:lstStyle/>
          <a:p>
            <a:pPr eaLnBrk="1" hangingPunct="1">
              <a:lnSpc>
                <a:spcPct val="90000"/>
              </a:lnSpc>
              <a:defRPr/>
            </a:pPr>
            <a:r>
              <a:rPr lang="zh-CN" altLang="en-US" sz="3000" spc="300" dirty="0">
                <a:solidFill>
                  <a:schemeClr val="tx1"/>
                </a:solidFill>
                <a:latin typeface="微软雅黑" pitchFamily="34" charset="-122"/>
                <a:ea typeface="微软雅黑" pitchFamily="34" charset="-122"/>
                <a:cs typeface="Times New Roman" pitchFamily="18" charset="0"/>
              </a:rPr>
              <a:t>例：表达式文法各产生式的</a:t>
            </a:r>
            <a:r>
              <a:rPr lang="en-US" altLang="zh-CN" sz="3000" i="1" dirty="0">
                <a:solidFill>
                  <a:schemeClr val="tx1"/>
                </a:solidFill>
                <a:ea typeface="微软雅黑" pitchFamily="34" charset="-122"/>
                <a:cs typeface="Times New Roman" pitchFamily="18" charset="0"/>
              </a:rPr>
              <a:t>SELECT </a:t>
            </a:r>
            <a:r>
              <a:rPr lang="zh-CN" altLang="en-US" sz="3000" spc="300" dirty="0">
                <a:solidFill>
                  <a:schemeClr val="tx1"/>
                </a:solidFill>
                <a:latin typeface="微软雅黑" pitchFamily="34" charset="-122"/>
                <a:ea typeface="微软雅黑" pitchFamily="34" charset="-122"/>
                <a:cs typeface="Times New Roman" pitchFamily="18" charset="0"/>
              </a:rPr>
              <a:t>集</a:t>
            </a:r>
          </a:p>
        </p:txBody>
      </p:sp>
      <p:sp>
        <p:nvSpPr>
          <p:cNvPr id="94211" name="Text Box 3">
            <a:extLst>
              <a:ext uri="{FF2B5EF4-FFF2-40B4-BE49-F238E27FC236}">
                <a16:creationId xmlns:a16="http://schemas.microsoft.com/office/drawing/2014/main" id="{BD6008C5-CA3D-46AF-A3D7-307F84EACF49}"/>
              </a:ext>
            </a:extLst>
          </p:cNvPr>
          <p:cNvSpPr txBox="1">
            <a:spLocks noChangeArrowheads="1"/>
          </p:cNvSpPr>
          <p:nvPr/>
        </p:nvSpPr>
        <p:spPr bwMode="auto">
          <a:xfrm>
            <a:off x="3635896" y="915566"/>
            <a:ext cx="2016224" cy="2986075"/>
          </a:xfrm>
          <a:prstGeom prst="rect">
            <a:avLst/>
          </a:prstGeom>
          <a:solidFill>
            <a:schemeClr val="accent2">
              <a:lumMod val="20000"/>
              <a:lumOff val="80000"/>
            </a:schemeClr>
          </a:solidFill>
          <a:ln>
            <a:solidFill>
              <a:schemeClr val="tx1"/>
            </a:solidFill>
          </a:ln>
          <a:extLst/>
        </p:spPr>
        <p:txBody>
          <a:bodyPr wrap="square" lIns="92075" tIns="46038" rIns="92075" bIns="46038">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20000"/>
              </a:spcBef>
              <a:buClr>
                <a:schemeClr val="tx2"/>
              </a:buClr>
              <a:buSzPct val="75000"/>
              <a:buFont typeface="Monotype Sorts"/>
              <a:buNone/>
            </a:pPr>
            <a:r>
              <a:rPr lang="en-US" altLang="zh-CN" sz="2000" b="1" dirty="0">
                <a:latin typeface="Times New Roman" panose="02020603050405020304" pitchFamily="18" charset="0"/>
                <a:cs typeface="Times New Roman" panose="02020603050405020304" pitchFamily="18" charset="0"/>
              </a:rPr>
              <a:t>(1) </a:t>
            </a:r>
            <a:r>
              <a:rPr lang="en-US" altLang="zh-CN" sz="2000" b="1" i="1" dirty="0">
                <a:latin typeface="Times New Roman" panose="02020603050405020304" pitchFamily="18" charset="0"/>
                <a:cs typeface="Times New Roman" panose="02020603050405020304" pitchFamily="18" charset="0"/>
              </a:rPr>
              <a:t>E </a:t>
            </a:r>
            <a:r>
              <a:rPr kumimoji="1" lang="en-US" altLang="zh-CN" sz="2000" b="1" dirty="0">
                <a:latin typeface="Times New Roman" panose="02020603050405020304" pitchFamily="18" charset="0"/>
                <a:cs typeface="Times New Roman" panose="02020603050405020304" pitchFamily="18" charset="0"/>
              </a:rPr>
              <a:t>→ </a:t>
            </a:r>
            <a:r>
              <a:rPr kumimoji="1" lang="en-US" altLang="zh-CN" sz="2000" b="1" i="1" dirty="0">
                <a:latin typeface="Times New Roman" panose="02020603050405020304" pitchFamily="18" charset="0"/>
                <a:cs typeface="Times New Roman" panose="02020603050405020304" pitchFamily="18" charset="0"/>
              </a:rPr>
              <a:t>T E </a:t>
            </a:r>
            <a:r>
              <a:rPr kumimoji="1" lang="en-US" altLang="zh-CN" sz="2000" b="1" dirty="0">
                <a:latin typeface="Times New Roman" panose="02020603050405020304" pitchFamily="18" charset="0"/>
                <a:cs typeface="Times New Roman" panose="02020603050405020304" pitchFamily="18" charset="0"/>
              </a:rPr>
              <a:t>' </a:t>
            </a:r>
          </a:p>
          <a:p>
            <a:pPr>
              <a:spcBef>
                <a:spcPct val="20000"/>
              </a:spcBef>
              <a:buClr>
                <a:schemeClr val="tx2"/>
              </a:buClr>
              <a:buSzPct val="75000"/>
              <a:buFont typeface="Monotype Sorts"/>
              <a:buNone/>
            </a:pPr>
            <a:r>
              <a:rPr kumimoji="1" lang="en-US" altLang="zh-CN" sz="2000" b="1" dirty="0">
                <a:latin typeface="Times New Roman" panose="02020603050405020304" pitchFamily="18" charset="0"/>
                <a:cs typeface="Times New Roman" panose="02020603050405020304" pitchFamily="18" charset="0"/>
              </a:rPr>
              <a:t>(2) </a:t>
            </a:r>
            <a:r>
              <a:rPr kumimoji="1" lang="en-US" altLang="zh-CN" sz="2000" b="1" i="1" dirty="0">
                <a:latin typeface="Times New Roman" panose="02020603050405020304" pitchFamily="18" charset="0"/>
                <a:cs typeface="Times New Roman" panose="02020603050405020304" pitchFamily="18" charset="0"/>
              </a:rPr>
              <a:t>E</a:t>
            </a:r>
            <a:r>
              <a:rPr kumimoji="1" lang="en-US" altLang="zh-CN" sz="2000" b="1" dirty="0">
                <a:latin typeface="Times New Roman" panose="02020603050405020304" pitchFamily="18" charset="0"/>
                <a:cs typeface="Times New Roman" panose="02020603050405020304" pitchFamily="18" charset="0"/>
              </a:rPr>
              <a:t>'→ + </a:t>
            </a:r>
            <a:r>
              <a:rPr kumimoji="1" lang="en-US" altLang="zh-CN" sz="2000" b="1" i="1" dirty="0">
                <a:latin typeface="Times New Roman" panose="02020603050405020304" pitchFamily="18" charset="0"/>
                <a:cs typeface="Times New Roman" panose="02020603050405020304" pitchFamily="18" charset="0"/>
              </a:rPr>
              <a:t>T E</a:t>
            </a:r>
            <a:r>
              <a:rPr kumimoji="1" lang="en-US" altLang="zh-CN" sz="2000" b="1" dirty="0">
                <a:latin typeface="Times New Roman" panose="02020603050405020304" pitchFamily="18" charset="0"/>
                <a:cs typeface="Times New Roman" panose="02020603050405020304" pitchFamily="18" charset="0"/>
              </a:rPr>
              <a:t> '</a:t>
            </a:r>
          </a:p>
          <a:p>
            <a:pPr>
              <a:spcBef>
                <a:spcPct val="20000"/>
              </a:spcBef>
              <a:buClr>
                <a:schemeClr val="tx2"/>
              </a:buClr>
              <a:buSzPct val="75000"/>
              <a:buFont typeface="Monotype Sorts"/>
              <a:buNone/>
            </a:pPr>
            <a:r>
              <a:rPr kumimoji="1" lang="en-US" altLang="zh-CN" sz="2000" b="1" dirty="0">
                <a:latin typeface="Times New Roman" panose="02020603050405020304" pitchFamily="18" charset="0"/>
                <a:cs typeface="Times New Roman" panose="02020603050405020304" pitchFamily="18" charset="0"/>
              </a:rPr>
              <a:t>(3) </a:t>
            </a:r>
            <a:r>
              <a:rPr kumimoji="1" lang="en-US" altLang="zh-CN" sz="2000" b="1" i="1" dirty="0">
                <a:latin typeface="Times New Roman" panose="02020603050405020304" pitchFamily="18" charset="0"/>
                <a:cs typeface="Times New Roman" panose="02020603050405020304" pitchFamily="18" charset="0"/>
              </a:rPr>
              <a:t>E </a:t>
            </a:r>
            <a:r>
              <a:rPr kumimoji="1" lang="en-US" altLang="zh-CN" sz="2000" b="1" dirty="0">
                <a:latin typeface="Times New Roman" panose="02020603050405020304" pitchFamily="18" charset="0"/>
                <a:cs typeface="Times New Roman" panose="02020603050405020304" pitchFamily="18" charset="0"/>
              </a:rPr>
              <a:t>'→ </a:t>
            </a:r>
            <a:r>
              <a:rPr kumimoji="1" lang="en-US" altLang="zh-CN" sz="2000" b="1" i="1" dirty="0">
                <a:latin typeface="Times New Roman" panose="02020603050405020304" pitchFamily="18" charset="0"/>
                <a:cs typeface="Times New Roman" panose="02020603050405020304" pitchFamily="18" charset="0"/>
              </a:rPr>
              <a:t>ε</a:t>
            </a:r>
            <a:r>
              <a:rPr kumimoji="1" lang="en-US" altLang="zh-CN" sz="2000" b="1" dirty="0">
                <a:latin typeface="Times New Roman" panose="02020603050405020304" pitchFamily="18" charset="0"/>
                <a:cs typeface="Times New Roman" panose="02020603050405020304" pitchFamily="18" charset="0"/>
              </a:rPr>
              <a:t> </a:t>
            </a:r>
          </a:p>
          <a:p>
            <a:pPr>
              <a:spcBef>
                <a:spcPct val="20000"/>
              </a:spcBef>
              <a:buClr>
                <a:schemeClr val="tx2"/>
              </a:buClr>
              <a:buSzPct val="75000"/>
              <a:buFont typeface="Monotype Sorts"/>
              <a:buNone/>
            </a:pPr>
            <a:r>
              <a:rPr kumimoji="1" lang="en-US" altLang="zh-CN" sz="2000" b="1" dirty="0">
                <a:latin typeface="Times New Roman" panose="02020603050405020304" pitchFamily="18" charset="0"/>
                <a:cs typeface="Times New Roman" panose="02020603050405020304" pitchFamily="18" charset="0"/>
              </a:rPr>
              <a:t>(4) </a:t>
            </a:r>
            <a:r>
              <a:rPr kumimoji="1" lang="en-US" altLang="zh-CN" sz="2000" b="1" i="1" dirty="0">
                <a:latin typeface="Times New Roman" panose="02020603050405020304" pitchFamily="18" charset="0"/>
                <a:cs typeface="Times New Roman" panose="02020603050405020304" pitchFamily="18" charset="0"/>
              </a:rPr>
              <a:t>T </a:t>
            </a:r>
            <a:r>
              <a:rPr kumimoji="1" lang="en-US" altLang="zh-CN" sz="2000" b="1" dirty="0">
                <a:latin typeface="Times New Roman" panose="02020603050405020304" pitchFamily="18" charset="0"/>
                <a:cs typeface="Times New Roman" panose="02020603050405020304" pitchFamily="18" charset="0"/>
              </a:rPr>
              <a:t>→ </a:t>
            </a:r>
            <a:r>
              <a:rPr kumimoji="1" lang="en-US" altLang="zh-CN" sz="2000" b="1" i="1" dirty="0">
                <a:latin typeface="Times New Roman" panose="02020603050405020304" pitchFamily="18" charset="0"/>
                <a:cs typeface="Times New Roman" panose="02020603050405020304" pitchFamily="18" charset="0"/>
              </a:rPr>
              <a:t>F T</a:t>
            </a:r>
            <a:r>
              <a:rPr kumimoji="1" lang="en-US" altLang="zh-CN" sz="2000" b="1" dirty="0">
                <a:latin typeface="Times New Roman" panose="02020603050405020304" pitchFamily="18" charset="0"/>
                <a:cs typeface="Times New Roman" panose="02020603050405020304" pitchFamily="18" charset="0"/>
              </a:rPr>
              <a:t> ' </a:t>
            </a:r>
          </a:p>
          <a:p>
            <a:pPr>
              <a:spcBef>
                <a:spcPct val="20000"/>
              </a:spcBef>
              <a:buClr>
                <a:schemeClr val="tx2"/>
              </a:buClr>
              <a:buSzPct val="75000"/>
              <a:buFont typeface="Monotype Sorts"/>
              <a:buNone/>
            </a:pPr>
            <a:r>
              <a:rPr kumimoji="1" lang="en-US" altLang="zh-CN" sz="2000" b="1" dirty="0">
                <a:latin typeface="Times New Roman" panose="02020603050405020304" pitchFamily="18" charset="0"/>
                <a:cs typeface="Times New Roman" panose="02020603050405020304" pitchFamily="18" charset="0"/>
              </a:rPr>
              <a:t>(5) </a:t>
            </a:r>
            <a:r>
              <a:rPr kumimoji="1" lang="en-US" altLang="zh-CN" sz="2000" b="1" i="1" dirty="0">
                <a:latin typeface="Times New Roman" panose="02020603050405020304" pitchFamily="18" charset="0"/>
                <a:cs typeface="Times New Roman" panose="02020603050405020304" pitchFamily="18" charset="0"/>
              </a:rPr>
              <a:t>T</a:t>
            </a:r>
            <a:r>
              <a:rPr kumimoji="1" lang="en-US" altLang="zh-CN" sz="2000" b="1" dirty="0">
                <a:latin typeface="Times New Roman" panose="02020603050405020304" pitchFamily="18" charset="0"/>
                <a:cs typeface="Times New Roman" panose="02020603050405020304" pitchFamily="18" charset="0"/>
              </a:rPr>
              <a:t> ' → * </a:t>
            </a:r>
            <a:r>
              <a:rPr kumimoji="1" lang="en-US" altLang="zh-CN" sz="2000" b="1" i="1" dirty="0">
                <a:latin typeface="Times New Roman" panose="02020603050405020304" pitchFamily="18" charset="0"/>
                <a:cs typeface="Times New Roman" panose="02020603050405020304" pitchFamily="18" charset="0"/>
              </a:rPr>
              <a:t>F T</a:t>
            </a:r>
            <a:r>
              <a:rPr kumimoji="1" lang="en-US" altLang="zh-CN" sz="2000" b="1" dirty="0">
                <a:latin typeface="Times New Roman" panose="02020603050405020304" pitchFamily="18" charset="0"/>
                <a:cs typeface="Times New Roman" panose="02020603050405020304" pitchFamily="18" charset="0"/>
              </a:rPr>
              <a:t> '</a:t>
            </a:r>
          </a:p>
          <a:p>
            <a:pPr>
              <a:spcBef>
                <a:spcPct val="20000"/>
              </a:spcBef>
              <a:buClr>
                <a:schemeClr val="tx2"/>
              </a:buClr>
              <a:buSzPct val="75000"/>
              <a:buFont typeface="Monotype Sorts"/>
              <a:buNone/>
            </a:pPr>
            <a:r>
              <a:rPr kumimoji="1" lang="en-US" altLang="zh-CN" sz="2000" b="1" dirty="0">
                <a:latin typeface="Times New Roman" panose="02020603050405020304" pitchFamily="18" charset="0"/>
                <a:cs typeface="Times New Roman" panose="02020603050405020304" pitchFamily="18" charset="0"/>
              </a:rPr>
              <a:t>(6) </a:t>
            </a:r>
            <a:r>
              <a:rPr kumimoji="1" lang="en-US" altLang="zh-CN" sz="2000" b="1" i="1" dirty="0">
                <a:latin typeface="Times New Roman" panose="02020603050405020304" pitchFamily="18" charset="0"/>
                <a:cs typeface="Times New Roman" panose="02020603050405020304" pitchFamily="18" charset="0"/>
              </a:rPr>
              <a:t>T</a:t>
            </a:r>
            <a:r>
              <a:rPr kumimoji="1" lang="en-US" altLang="zh-CN" sz="2000" b="1" dirty="0">
                <a:latin typeface="Times New Roman" panose="02020603050405020304" pitchFamily="18" charset="0"/>
                <a:cs typeface="Times New Roman" panose="02020603050405020304" pitchFamily="18" charset="0"/>
              </a:rPr>
              <a:t> ' → </a:t>
            </a:r>
            <a:r>
              <a:rPr kumimoji="1" lang="en-US" altLang="zh-CN" sz="2000" b="1" i="1" dirty="0">
                <a:latin typeface="Times New Roman" panose="02020603050405020304" pitchFamily="18" charset="0"/>
                <a:cs typeface="Times New Roman" panose="02020603050405020304" pitchFamily="18" charset="0"/>
              </a:rPr>
              <a:t>ε</a:t>
            </a:r>
          </a:p>
          <a:p>
            <a:pPr>
              <a:spcBef>
                <a:spcPct val="20000"/>
              </a:spcBef>
              <a:buClr>
                <a:schemeClr val="tx2"/>
              </a:buClr>
              <a:buSzPct val="75000"/>
              <a:buFont typeface="Monotype Sorts"/>
              <a:buNone/>
            </a:pPr>
            <a:r>
              <a:rPr kumimoji="1" lang="en-US" altLang="zh-CN" sz="2000" b="1" dirty="0">
                <a:latin typeface="Times New Roman" panose="02020603050405020304" pitchFamily="18" charset="0"/>
                <a:cs typeface="Times New Roman" panose="02020603050405020304" pitchFamily="18" charset="0"/>
              </a:rPr>
              <a:t>(7) </a:t>
            </a:r>
            <a:r>
              <a:rPr kumimoji="1" lang="en-US" altLang="zh-CN" sz="2000" b="1" i="1" dirty="0">
                <a:latin typeface="Times New Roman" panose="02020603050405020304" pitchFamily="18" charset="0"/>
                <a:cs typeface="Times New Roman" panose="02020603050405020304" pitchFamily="18" charset="0"/>
              </a:rPr>
              <a:t>F </a:t>
            </a:r>
            <a:r>
              <a:rPr kumimoji="1" lang="en-US" altLang="zh-CN" sz="2000" b="1" dirty="0">
                <a:latin typeface="Times New Roman" panose="02020603050405020304" pitchFamily="18" charset="0"/>
                <a:cs typeface="Times New Roman" panose="02020603050405020304" pitchFamily="18" charset="0"/>
              </a:rPr>
              <a:t>→ ( </a:t>
            </a:r>
            <a:r>
              <a:rPr kumimoji="1" lang="en-US" altLang="zh-CN" sz="2000" b="1" i="1" dirty="0">
                <a:latin typeface="Times New Roman" panose="02020603050405020304" pitchFamily="18" charset="0"/>
                <a:cs typeface="Times New Roman" panose="02020603050405020304" pitchFamily="18" charset="0"/>
              </a:rPr>
              <a:t>E </a:t>
            </a:r>
            <a:r>
              <a:rPr kumimoji="1" lang="en-US" altLang="zh-CN" sz="2000" b="1" dirty="0">
                <a:latin typeface="Times New Roman" panose="02020603050405020304" pitchFamily="18" charset="0"/>
                <a:cs typeface="Times New Roman" panose="02020603050405020304" pitchFamily="18" charset="0"/>
              </a:rPr>
              <a:t>)</a:t>
            </a:r>
          </a:p>
          <a:p>
            <a:pPr>
              <a:spcBef>
                <a:spcPct val="20000"/>
              </a:spcBef>
              <a:buClr>
                <a:schemeClr val="tx2"/>
              </a:buClr>
              <a:buSzPct val="75000"/>
              <a:buFont typeface="Monotype Sorts"/>
              <a:buNone/>
            </a:pPr>
            <a:r>
              <a:rPr kumimoji="1" lang="en-US" altLang="zh-CN" sz="2000" b="1" dirty="0">
                <a:latin typeface="Times New Roman" panose="02020603050405020304" pitchFamily="18" charset="0"/>
                <a:cs typeface="Times New Roman" panose="02020603050405020304" pitchFamily="18" charset="0"/>
              </a:rPr>
              <a:t>(8) </a:t>
            </a:r>
            <a:r>
              <a:rPr kumimoji="1" lang="en-US" altLang="zh-CN" sz="2000" b="1" i="1" dirty="0">
                <a:latin typeface="Times New Roman" panose="02020603050405020304" pitchFamily="18" charset="0"/>
                <a:cs typeface="Times New Roman" panose="02020603050405020304" pitchFamily="18" charset="0"/>
              </a:rPr>
              <a:t>F </a:t>
            </a:r>
            <a:r>
              <a:rPr kumimoji="1" lang="en-US" altLang="zh-CN" sz="2000" b="1" dirty="0">
                <a:latin typeface="Times New Roman" panose="02020603050405020304" pitchFamily="18" charset="0"/>
                <a:cs typeface="Times New Roman" panose="02020603050405020304" pitchFamily="18" charset="0"/>
              </a:rPr>
              <a:t>→ id</a:t>
            </a:r>
          </a:p>
        </p:txBody>
      </p:sp>
      <p:sp>
        <p:nvSpPr>
          <p:cNvPr id="731180" name="Text Box 44">
            <a:extLst>
              <a:ext uri="{FF2B5EF4-FFF2-40B4-BE49-F238E27FC236}">
                <a16:creationId xmlns:a16="http://schemas.microsoft.com/office/drawing/2014/main" id="{320B70A1-A5FF-49A0-9E66-321D72962E1C}"/>
              </a:ext>
            </a:extLst>
          </p:cNvPr>
          <p:cNvSpPr txBox="1">
            <a:spLocks noChangeArrowheads="1"/>
          </p:cNvSpPr>
          <p:nvPr/>
        </p:nvSpPr>
        <p:spPr bwMode="auto">
          <a:xfrm>
            <a:off x="5686351" y="771550"/>
            <a:ext cx="3457650" cy="4094070"/>
          </a:xfrm>
          <a:prstGeom prst="rect">
            <a:avLst/>
          </a:prstGeom>
          <a:solidFill>
            <a:schemeClr val="accent5">
              <a:lumMod val="20000"/>
              <a:lumOff val="80000"/>
            </a:schemeClr>
          </a:solidFill>
          <a:ln>
            <a:solidFill>
              <a:schemeClr val="tx1"/>
            </a:solidFill>
          </a:ln>
        </p:spPr>
        <p:txBody>
          <a:bodyPr wrap="square" lIns="92075" tIns="46038" rIns="92075" bIns="46038">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ts val="0"/>
              </a:spcBef>
              <a:buClr>
                <a:schemeClr val="tx2"/>
              </a:buClr>
              <a:buSzPct val="75000"/>
              <a:buFont typeface="Monotype Sorts"/>
              <a:buNone/>
              <a:defRPr/>
            </a:pPr>
            <a:r>
              <a:rPr lang="en-US" altLang="zh-CN" sz="2000" b="1" i="1" dirty="0">
                <a:latin typeface="Times New Roman" panose="02020603050405020304" pitchFamily="18" charset="0"/>
                <a:ea typeface="楷体_GB2312"/>
                <a:cs typeface="Times New Roman" panose="02020603050405020304" pitchFamily="18" charset="0"/>
              </a:rPr>
              <a:t>SELECT </a:t>
            </a:r>
            <a:r>
              <a:rPr lang="en-US" altLang="zh-CN" sz="2000" b="1" dirty="0">
                <a:latin typeface="Times New Roman" panose="02020603050405020304" pitchFamily="18" charset="0"/>
                <a:ea typeface="楷体_GB2312"/>
                <a:cs typeface="Times New Roman" panose="02020603050405020304" pitchFamily="18" charset="0"/>
              </a:rPr>
              <a:t>(1)</a:t>
            </a:r>
            <a:endParaRPr kumimoji="1" lang="en-US" altLang="zh-CN" sz="2000" b="1" dirty="0">
              <a:latin typeface="Times New Roman" panose="02020603050405020304" pitchFamily="18" charset="0"/>
              <a:cs typeface="Times New Roman" panose="02020603050405020304" pitchFamily="18" charset="0"/>
            </a:endParaRPr>
          </a:p>
          <a:p>
            <a:pPr>
              <a:spcBef>
                <a:spcPts val="0"/>
              </a:spcBef>
              <a:buClr>
                <a:schemeClr val="tx2"/>
              </a:buClr>
              <a:buSzPct val="75000"/>
              <a:buFont typeface="Monotype Sorts"/>
              <a:buNone/>
              <a:defRPr/>
            </a:pPr>
            <a:r>
              <a:rPr kumimoji="1" lang="en-US" altLang="zh-CN" sz="2000" b="1" dirty="0">
                <a:latin typeface="Times New Roman" panose="02020603050405020304" pitchFamily="18" charset="0"/>
                <a:cs typeface="Times New Roman" panose="02020603050405020304" pitchFamily="18" charset="0"/>
              </a:rPr>
              <a:t>                      = </a:t>
            </a:r>
            <a:r>
              <a:rPr kumimoji="1" lang="en-US" altLang="zh-CN" sz="2000" b="1" dirty="0">
                <a:latin typeface="Times New Roman" panose="02020603050405020304" pitchFamily="18" charset="0"/>
                <a:ea typeface="楷体_GB2312"/>
                <a:cs typeface="Times New Roman" panose="02020603050405020304" pitchFamily="18" charset="0"/>
              </a:rPr>
              <a:t>{ </a:t>
            </a:r>
            <a:r>
              <a:rPr kumimoji="1" lang="en-US" altLang="zh-CN" sz="2000" b="1" dirty="0">
                <a:solidFill>
                  <a:schemeClr val="hlink"/>
                </a:solidFill>
                <a:latin typeface="Times New Roman" panose="02020603050405020304" pitchFamily="18" charset="0"/>
                <a:ea typeface="楷体_GB2312"/>
                <a:cs typeface="Times New Roman" panose="02020603050405020304" pitchFamily="18" charset="0"/>
              </a:rPr>
              <a:t>( </a:t>
            </a:r>
            <a:r>
              <a:rPr kumimoji="1" lang="zh-CN" altLang="en-US" sz="2000" b="1" dirty="0">
                <a:solidFill>
                  <a:schemeClr val="hlink"/>
                </a:solidFill>
                <a:latin typeface="Times New Roman" panose="02020603050405020304" pitchFamily="18" charset="0"/>
                <a:ea typeface="楷体_GB2312"/>
                <a:cs typeface="Times New Roman" panose="02020603050405020304" pitchFamily="18" charset="0"/>
              </a:rPr>
              <a:t>，</a:t>
            </a:r>
            <a:r>
              <a:rPr kumimoji="1" lang="en-US" altLang="zh-CN" sz="2000" b="1" dirty="0">
                <a:solidFill>
                  <a:schemeClr val="hlink"/>
                </a:solidFill>
                <a:latin typeface="Times New Roman" panose="02020603050405020304" pitchFamily="18" charset="0"/>
                <a:ea typeface="楷体_GB2312"/>
                <a:cs typeface="Times New Roman" panose="02020603050405020304" pitchFamily="18" charset="0"/>
              </a:rPr>
              <a:t>id</a:t>
            </a:r>
            <a:r>
              <a:rPr kumimoji="1" lang="en-US" altLang="zh-CN" sz="2000" b="1" dirty="0">
                <a:latin typeface="Times New Roman" panose="02020603050405020304" pitchFamily="18" charset="0"/>
                <a:ea typeface="楷体_GB2312"/>
                <a:cs typeface="Times New Roman" panose="02020603050405020304" pitchFamily="18" charset="0"/>
              </a:rPr>
              <a:t>  }</a:t>
            </a:r>
          </a:p>
          <a:p>
            <a:pPr>
              <a:spcBef>
                <a:spcPts val="0"/>
              </a:spcBef>
              <a:buClr>
                <a:schemeClr val="tx2"/>
              </a:buClr>
              <a:buSzPct val="75000"/>
              <a:buFont typeface="Monotype Sorts"/>
              <a:buNone/>
              <a:defRPr/>
            </a:pPr>
            <a:r>
              <a:rPr lang="en-US" altLang="zh-CN" sz="2000" b="1" i="1" dirty="0">
                <a:solidFill>
                  <a:srgbClr val="0070C0"/>
                </a:solidFill>
                <a:latin typeface="Times New Roman" panose="02020603050405020304" pitchFamily="18" charset="0"/>
                <a:ea typeface="楷体_GB2312"/>
                <a:cs typeface="Times New Roman" panose="02020603050405020304" pitchFamily="18" charset="0"/>
              </a:rPr>
              <a:t>SELECT </a:t>
            </a:r>
            <a:r>
              <a:rPr kumimoji="1" lang="en-US" altLang="zh-CN" sz="2000" b="1" dirty="0">
                <a:solidFill>
                  <a:srgbClr val="0070C0"/>
                </a:solidFill>
                <a:latin typeface="Times New Roman" panose="02020603050405020304" pitchFamily="18" charset="0"/>
                <a:ea typeface="楷体_GB2312"/>
                <a:cs typeface="Times New Roman" panose="02020603050405020304" pitchFamily="18" charset="0"/>
              </a:rPr>
              <a:t>(2) </a:t>
            </a:r>
            <a:r>
              <a:rPr kumimoji="1" lang="en-US" altLang="zh-CN" sz="2000" b="1" dirty="0">
                <a:latin typeface="Times New Roman" panose="02020603050405020304" pitchFamily="18" charset="0"/>
                <a:ea typeface="楷体_GB2312"/>
                <a:cs typeface="Times New Roman" panose="02020603050405020304" pitchFamily="18" charset="0"/>
              </a:rPr>
              <a:t>= </a:t>
            </a:r>
            <a:r>
              <a:rPr kumimoji="1" lang="en-US" altLang="zh-CN" sz="2000" b="1" i="1" dirty="0">
                <a:latin typeface="Times New Roman" panose="02020603050405020304" pitchFamily="18" charset="0"/>
                <a:ea typeface="楷体_GB2312"/>
                <a:cs typeface="Times New Roman" panose="02020603050405020304" pitchFamily="18" charset="0"/>
              </a:rPr>
              <a:t>FIRST</a:t>
            </a:r>
            <a:r>
              <a:rPr kumimoji="1" lang="en-US" altLang="zh-CN" sz="2000" b="1" dirty="0">
                <a:latin typeface="Times New Roman" panose="02020603050405020304" pitchFamily="18" charset="0"/>
                <a:ea typeface="楷体_GB2312"/>
                <a:cs typeface="Times New Roman" panose="02020603050405020304" pitchFamily="18" charset="0"/>
              </a:rPr>
              <a:t>(+</a:t>
            </a:r>
            <a:r>
              <a:rPr kumimoji="1" lang="en-US" altLang="zh-CN" sz="2000" b="1" i="1" dirty="0">
                <a:latin typeface="Times New Roman" panose="02020603050405020304" pitchFamily="18" charset="0"/>
                <a:ea typeface="楷体_GB2312"/>
                <a:cs typeface="Times New Roman" panose="02020603050405020304" pitchFamily="18" charset="0"/>
              </a:rPr>
              <a:t>TE</a:t>
            </a:r>
            <a:r>
              <a:rPr kumimoji="1" lang="en-US" altLang="zh-CN" sz="2000" b="1" dirty="0">
                <a:latin typeface="Times New Roman" panose="02020603050405020304" pitchFamily="18" charset="0"/>
                <a:cs typeface="Times New Roman" panose="02020603050405020304" pitchFamily="18" charset="0"/>
              </a:rPr>
              <a:t> ')</a:t>
            </a:r>
          </a:p>
          <a:p>
            <a:pPr>
              <a:spcBef>
                <a:spcPts val="0"/>
              </a:spcBef>
              <a:buClr>
                <a:schemeClr val="tx2"/>
              </a:buClr>
              <a:buSzPct val="75000"/>
              <a:buFont typeface="Monotype Sorts"/>
              <a:buNone/>
              <a:defRPr/>
            </a:pPr>
            <a:r>
              <a:rPr kumimoji="1" lang="en-US" altLang="zh-CN" sz="2000" b="1" dirty="0">
                <a:latin typeface="Times New Roman" panose="02020603050405020304" pitchFamily="18" charset="0"/>
                <a:cs typeface="Times New Roman" panose="02020603050405020304" pitchFamily="18" charset="0"/>
              </a:rPr>
              <a:t>                      = </a:t>
            </a:r>
            <a:r>
              <a:rPr kumimoji="1" lang="en-US" altLang="zh-CN" sz="2000" b="1" dirty="0">
                <a:latin typeface="Times New Roman" panose="02020603050405020304" pitchFamily="18" charset="0"/>
                <a:ea typeface="楷体_GB2312"/>
                <a:cs typeface="Times New Roman" panose="02020603050405020304" pitchFamily="18" charset="0"/>
              </a:rPr>
              <a:t>{   </a:t>
            </a:r>
            <a:r>
              <a:rPr kumimoji="1" lang="en-US" altLang="zh-CN" sz="2000" b="1" dirty="0">
                <a:solidFill>
                  <a:schemeClr val="hlink"/>
                </a:solidFill>
                <a:latin typeface="Times New Roman" panose="02020603050405020304" pitchFamily="18" charset="0"/>
                <a:ea typeface="楷体_GB2312"/>
                <a:cs typeface="Times New Roman" panose="02020603050405020304" pitchFamily="18" charset="0"/>
              </a:rPr>
              <a:t>+ </a:t>
            </a:r>
            <a:r>
              <a:rPr kumimoji="1" lang="en-US" altLang="zh-CN" sz="2000" b="1" dirty="0">
                <a:latin typeface="Times New Roman" panose="02020603050405020304" pitchFamily="18" charset="0"/>
                <a:ea typeface="楷体_GB2312"/>
                <a:cs typeface="Times New Roman" panose="02020603050405020304" pitchFamily="18" charset="0"/>
              </a:rPr>
              <a:t>   }</a:t>
            </a:r>
          </a:p>
          <a:p>
            <a:pPr>
              <a:spcBef>
                <a:spcPts val="0"/>
              </a:spcBef>
              <a:buClr>
                <a:schemeClr val="tx2"/>
              </a:buClr>
              <a:buSzPct val="75000"/>
              <a:buFont typeface="Monotype Sorts"/>
              <a:buNone/>
              <a:defRPr/>
            </a:pPr>
            <a:r>
              <a:rPr lang="en-US" altLang="zh-CN" sz="2000" b="1" i="1" dirty="0">
                <a:solidFill>
                  <a:srgbClr val="0070C0"/>
                </a:solidFill>
                <a:latin typeface="Times New Roman" panose="02020603050405020304" pitchFamily="18" charset="0"/>
                <a:ea typeface="楷体_GB2312"/>
                <a:cs typeface="Times New Roman" panose="02020603050405020304" pitchFamily="18" charset="0"/>
              </a:rPr>
              <a:t>SELECT </a:t>
            </a:r>
            <a:r>
              <a:rPr kumimoji="1" lang="en-US" altLang="zh-CN" sz="2000" b="1" dirty="0">
                <a:solidFill>
                  <a:srgbClr val="0070C0"/>
                </a:solidFill>
                <a:latin typeface="Times New Roman" panose="02020603050405020304" pitchFamily="18" charset="0"/>
                <a:ea typeface="楷体_GB2312"/>
                <a:cs typeface="Times New Roman" panose="02020603050405020304" pitchFamily="18" charset="0"/>
              </a:rPr>
              <a:t>(3)</a:t>
            </a:r>
            <a:endParaRPr kumimoji="1" lang="en-US" altLang="zh-CN" sz="2000" b="1" dirty="0">
              <a:latin typeface="Times New Roman" panose="02020603050405020304" pitchFamily="18" charset="0"/>
              <a:cs typeface="Times New Roman" panose="02020603050405020304" pitchFamily="18" charset="0"/>
            </a:endParaRPr>
          </a:p>
          <a:p>
            <a:pPr>
              <a:spcBef>
                <a:spcPts val="0"/>
              </a:spcBef>
              <a:buClr>
                <a:schemeClr val="tx2"/>
              </a:buClr>
              <a:buSzPct val="75000"/>
              <a:buFont typeface="Monotype Sorts"/>
              <a:buNone/>
              <a:defRPr/>
            </a:pPr>
            <a:r>
              <a:rPr kumimoji="1" lang="en-US" altLang="zh-CN" sz="2000" b="1" dirty="0">
                <a:latin typeface="Times New Roman" panose="02020603050405020304" pitchFamily="18" charset="0"/>
                <a:cs typeface="Times New Roman" panose="02020603050405020304" pitchFamily="18" charset="0"/>
              </a:rPr>
              <a:t>                      = </a:t>
            </a:r>
            <a:r>
              <a:rPr kumimoji="1" lang="en-US" altLang="zh-CN" sz="2000" b="1" dirty="0">
                <a:latin typeface="Times New Roman" panose="02020603050405020304" pitchFamily="18" charset="0"/>
                <a:ea typeface="楷体_GB2312"/>
                <a:cs typeface="Times New Roman" panose="02020603050405020304" pitchFamily="18" charset="0"/>
              </a:rPr>
              <a:t>{  </a:t>
            </a:r>
            <a:r>
              <a:rPr lang="en-US" altLang="zh-CN" sz="2000" b="1" dirty="0">
                <a:solidFill>
                  <a:schemeClr val="tx2">
                    <a:lumMod val="60000"/>
                    <a:lumOff val="40000"/>
                  </a:schemeClr>
                </a:solidFill>
                <a:latin typeface="Times New Roman" panose="02020603050405020304" pitchFamily="18" charset="0"/>
                <a:ea typeface="楷体_GB2312"/>
                <a:cs typeface="Times New Roman" panose="02020603050405020304" pitchFamily="18" charset="0"/>
              </a:rPr>
              <a:t>$ </a:t>
            </a:r>
            <a:r>
              <a:rPr lang="zh-CN" altLang="en-US" sz="2000" b="1" dirty="0">
                <a:solidFill>
                  <a:schemeClr val="tx2">
                    <a:lumMod val="60000"/>
                    <a:lumOff val="40000"/>
                  </a:schemeClr>
                </a:solidFill>
                <a:latin typeface="Times New Roman" panose="02020603050405020304" pitchFamily="18" charset="0"/>
                <a:ea typeface="楷体_GB2312"/>
                <a:cs typeface="Times New Roman" panose="02020603050405020304" pitchFamily="18" charset="0"/>
              </a:rPr>
              <a:t>，</a:t>
            </a:r>
            <a:r>
              <a:rPr kumimoji="1" lang="en-US" altLang="zh-CN" sz="2000" b="1" dirty="0">
                <a:solidFill>
                  <a:schemeClr val="hlink"/>
                </a:solidFill>
                <a:latin typeface="Times New Roman" panose="02020603050405020304" pitchFamily="18" charset="0"/>
                <a:ea typeface="楷体_GB2312"/>
                <a:cs typeface="Times New Roman" panose="02020603050405020304" pitchFamily="18" charset="0"/>
              </a:rPr>
              <a:t>)</a:t>
            </a:r>
            <a:r>
              <a:rPr kumimoji="1" lang="en-US" altLang="zh-CN" sz="2000" b="1" dirty="0">
                <a:latin typeface="Times New Roman" panose="02020603050405020304" pitchFamily="18" charset="0"/>
                <a:ea typeface="楷体_GB2312"/>
                <a:cs typeface="Times New Roman" panose="02020603050405020304" pitchFamily="18" charset="0"/>
              </a:rPr>
              <a:t>  }</a:t>
            </a:r>
          </a:p>
          <a:p>
            <a:pPr>
              <a:spcBef>
                <a:spcPts val="0"/>
              </a:spcBef>
              <a:buClr>
                <a:schemeClr val="tx2"/>
              </a:buClr>
              <a:buSzPct val="75000"/>
              <a:buFont typeface="Monotype Sorts"/>
              <a:buNone/>
              <a:defRPr/>
            </a:pPr>
            <a:r>
              <a:rPr lang="en-US" altLang="zh-CN" sz="2000" b="1" i="1" dirty="0">
                <a:latin typeface="Times New Roman" panose="02020603050405020304" pitchFamily="18" charset="0"/>
                <a:ea typeface="楷体_GB2312"/>
                <a:cs typeface="Times New Roman" panose="02020603050405020304" pitchFamily="18" charset="0"/>
              </a:rPr>
              <a:t>SELECT </a:t>
            </a:r>
            <a:r>
              <a:rPr kumimoji="1" lang="en-US" altLang="zh-CN" sz="2000" b="1" dirty="0">
                <a:latin typeface="Times New Roman" panose="02020603050405020304" pitchFamily="18" charset="0"/>
                <a:ea typeface="楷体_GB2312"/>
                <a:cs typeface="Times New Roman" panose="02020603050405020304" pitchFamily="18" charset="0"/>
              </a:rPr>
              <a:t>(4) = </a:t>
            </a:r>
            <a:r>
              <a:rPr kumimoji="1" lang="en-US" altLang="zh-CN" sz="2000" b="1" i="1" dirty="0">
                <a:latin typeface="Times New Roman" panose="02020603050405020304" pitchFamily="18" charset="0"/>
                <a:ea typeface="楷体_GB2312"/>
                <a:cs typeface="Times New Roman" panose="02020603050405020304" pitchFamily="18" charset="0"/>
              </a:rPr>
              <a:t>FIRST</a:t>
            </a:r>
            <a:r>
              <a:rPr kumimoji="1" lang="en-US" altLang="zh-CN" sz="2000" b="1" dirty="0">
                <a:latin typeface="Times New Roman" panose="02020603050405020304" pitchFamily="18" charset="0"/>
                <a:ea typeface="楷体_GB2312"/>
                <a:cs typeface="Times New Roman" panose="02020603050405020304" pitchFamily="18" charset="0"/>
              </a:rPr>
              <a:t>(</a:t>
            </a:r>
            <a:r>
              <a:rPr kumimoji="1" lang="en-US" altLang="zh-CN" sz="2000" b="1" i="1" dirty="0">
                <a:latin typeface="Times New Roman" panose="02020603050405020304" pitchFamily="18" charset="0"/>
                <a:ea typeface="楷体_GB2312"/>
                <a:cs typeface="Times New Roman" panose="02020603050405020304" pitchFamily="18" charset="0"/>
              </a:rPr>
              <a:t>FT</a:t>
            </a:r>
            <a:r>
              <a:rPr kumimoji="1" lang="en-US" altLang="zh-CN" sz="2000" b="1" dirty="0">
                <a:latin typeface="Times New Roman" panose="02020603050405020304" pitchFamily="18" charset="0"/>
                <a:cs typeface="Times New Roman" panose="02020603050405020304" pitchFamily="18" charset="0"/>
              </a:rPr>
              <a:t> ') </a:t>
            </a:r>
          </a:p>
          <a:p>
            <a:pPr>
              <a:spcBef>
                <a:spcPts val="0"/>
              </a:spcBef>
              <a:buClr>
                <a:schemeClr val="tx2"/>
              </a:buClr>
              <a:buSzPct val="75000"/>
              <a:buFont typeface="Monotype Sorts"/>
              <a:buNone/>
              <a:defRPr/>
            </a:pPr>
            <a:r>
              <a:rPr kumimoji="1" lang="en-US" altLang="zh-CN" sz="2000" b="1" dirty="0">
                <a:latin typeface="Times New Roman" panose="02020603050405020304" pitchFamily="18" charset="0"/>
                <a:ea typeface="楷体_GB2312"/>
                <a:cs typeface="Times New Roman" panose="02020603050405020304" pitchFamily="18" charset="0"/>
              </a:rPr>
              <a:t>                      = { </a:t>
            </a:r>
            <a:r>
              <a:rPr kumimoji="1" lang="en-US" altLang="zh-CN" sz="2000" b="1" dirty="0">
                <a:solidFill>
                  <a:schemeClr val="hlink"/>
                </a:solidFill>
                <a:latin typeface="Times New Roman" panose="02020603050405020304" pitchFamily="18" charset="0"/>
                <a:ea typeface="楷体_GB2312"/>
                <a:cs typeface="Times New Roman" panose="02020603050405020304" pitchFamily="18" charset="0"/>
              </a:rPr>
              <a:t>( </a:t>
            </a:r>
            <a:r>
              <a:rPr kumimoji="1" lang="zh-CN" altLang="en-US" sz="2000" b="1" dirty="0">
                <a:solidFill>
                  <a:schemeClr val="hlink"/>
                </a:solidFill>
                <a:latin typeface="Times New Roman" panose="02020603050405020304" pitchFamily="18" charset="0"/>
                <a:ea typeface="楷体_GB2312"/>
                <a:cs typeface="Times New Roman" panose="02020603050405020304" pitchFamily="18" charset="0"/>
              </a:rPr>
              <a:t>，</a:t>
            </a:r>
            <a:r>
              <a:rPr kumimoji="1" lang="en-US" altLang="zh-CN" sz="2000" b="1" dirty="0">
                <a:solidFill>
                  <a:schemeClr val="hlink"/>
                </a:solidFill>
                <a:latin typeface="Times New Roman" panose="02020603050405020304" pitchFamily="18" charset="0"/>
                <a:ea typeface="楷体_GB2312"/>
                <a:cs typeface="Times New Roman" panose="02020603050405020304" pitchFamily="18" charset="0"/>
              </a:rPr>
              <a:t>id</a:t>
            </a:r>
            <a:r>
              <a:rPr kumimoji="1" lang="en-US" altLang="zh-CN" sz="2000" b="1" dirty="0">
                <a:latin typeface="Times New Roman" panose="02020603050405020304" pitchFamily="18" charset="0"/>
                <a:ea typeface="楷体_GB2312"/>
                <a:cs typeface="Times New Roman" panose="02020603050405020304" pitchFamily="18" charset="0"/>
              </a:rPr>
              <a:t>  }</a:t>
            </a:r>
          </a:p>
          <a:p>
            <a:pPr>
              <a:spcBef>
                <a:spcPts val="0"/>
              </a:spcBef>
              <a:buClr>
                <a:schemeClr val="tx2"/>
              </a:buClr>
              <a:buSzPct val="75000"/>
              <a:buFont typeface="Monotype Sorts"/>
              <a:buNone/>
              <a:defRPr/>
            </a:pPr>
            <a:r>
              <a:rPr lang="en-US" altLang="zh-CN" sz="2000" b="1" i="1" dirty="0">
                <a:solidFill>
                  <a:srgbClr val="7030A0"/>
                </a:solidFill>
                <a:latin typeface="Times New Roman" panose="02020603050405020304" pitchFamily="18" charset="0"/>
                <a:ea typeface="楷体_GB2312"/>
                <a:cs typeface="Times New Roman" panose="02020603050405020304" pitchFamily="18" charset="0"/>
              </a:rPr>
              <a:t>SELECT </a:t>
            </a:r>
            <a:r>
              <a:rPr kumimoji="1" lang="en-US" altLang="zh-CN" sz="2000" b="1" dirty="0">
                <a:solidFill>
                  <a:srgbClr val="7030A0"/>
                </a:solidFill>
                <a:latin typeface="Times New Roman" panose="02020603050405020304" pitchFamily="18" charset="0"/>
                <a:ea typeface="楷体_GB2312"/>
                <a:cs typeface="Times New Roman" panose="02020603050405020304" pitchFamily="18" charset="0"/>
              </a:rPr>
              <a:t>(5)</a:t>
            </a:r>
            <a:r>
              <a:rPr kumimoji="1" lang="en-US" altLang="zh-CN" sz="2000" b="1" dirty="0">
                <a:latin typeface="Times New Roman" panose="02020603050405020304" pitchFamily="18" charset="0"/>
                <a:ea typeface="楷体_GB2312"/>
                <a:cs typeface="Times New Roman" panose="02020603050405020304" pitchFamily="18" charset="0"/>
              </a:rPr>
              <a:t> = </a:t>
            </a:r>
            <a:r>
              <a:rPr kumimoji="1" lang="en-US" altLang="zh-CN" sz="2000" b="1" i="1" dirty="0">
                <a:latin typeface="Times New Roman" panose="02020603050405020304" pitchFamily="18" charset="0"/>
                <a:ea typeface="楷体_GB2312"/>
                <a:cs typeface="Times New Roman" panose="02020603050405020304" pitchFamily="18" charset="0"/>
              </a:rPr>
              <a:t>FIRST</a:t>
            </a:r>
            <a:r>
              <a:rPr kumimoji="1" lang="en-US" altLang="zh-CN" sz="2000" b="1" dirty="0">
                <a:latin typeface="Times New Roman" panose="02020603050405020304" pitchFamily="18" charset="0"/>
                <a:ea typeface="楷体_GB2312"/>
                <a:cs typeface="Times New Roman" panose="02020603050405020304" pitchFamily="18" charset="0"/>
              </a:rPr>
              <a:t>(*</a:t>
            </a:r>
            <a:r>
              <a:rPr kumimoji="1" lang="en-US" altLang="zh-CN" sz="2000" b="1" i="1" dirty="0">
                <a:latin typeface="Times New Roman" panose="02020603050405020304" pitchFamily="18" charset="0"/>
                <a:ea typeface="楷体_GB2312"/>
                <a:cs typeface="Times New Roman" panose="02020603050405020304" pitchFamily="18" charset="0"/>
              </a:rPr>
              <a:t>FT</a:t>
            </a:r>
            <a:r>
              <a:rPr kumimoji="1" lang="en-US" altLang="zh-CN" sz="2000" b="1" dirty="0">
                <a:latin typeface="Times New Roman" panose="02020603050405020304" pitchFamily="18" charset="0"/>
                <a:cs typeface="Times New Roman" panose="02020603050405020304" pitchFamily="18" charset="0"/>
              </a:rPr>
              <a:t> ')</a:t>
            </a:r>
          </a:p>
          <a:p>
            <a:pPr>
              <a:spcBef>
                <a:spcPts val="0"/>
              </a:spcBef>
              <a:buClr>
                <a:schemeClr val="tx2"/>
              </a:buClr>
              <a:buSzPct val="75000"/>
              <a:buFont typeface="Monotype Sorts"/>
              <a:buNone/>
              <a:defRPr/>
            </a:pPr>
            <a:r>
              <a:rPr kumimoji="1" lang="en-US" altLang="zh-CN" sz="2000" b="1" dirty="0">
                <a:latin typeface="Times New Roman" panose="02020603050405020304" pitchFamily="18" charset="0"/>
                <a:cs typeface="Times New Roman" panose="02020603050405020304" pitchFamily="18" charset="0"/>
              </a:rPr>
              <a:t>                      = </a:t>
            </a:r>
            <a:r>
              <a:rPr kumimoji="1" lang="en-US" altLang="zh-CN" sz="2000" b="1" dirty="0">
                <a:latin typeface="Times New Roman" panose="02020603050405020304" pitchFamily="18" charset="0"/>
                <a:ea typeface="楷体_GB2312"/>
                <a:cs typeface="Times New Roman" panose="02020603050405020304" pitchFamily="18" charset="0"/>
              </a:rPr>
              <a:t>{   </a:t>
            </a:r>
            <a:r>
              <a:rPr kumimoji="1" lang="en-US" altLang="zh-CN" sz="2000" b="1" dirty="0">
                <a:solidFill>
                  <a:schemeClr val="hlink"/>
                </a:solidFill>
                <a:latin typeface="Times New Roman" panose="02020603050405020304" pitchFamily="18" charset="0"/>
                <a:ea typeface="楷体_GB2312"/>
                <a:cs typeface="Times New Roman" panose="02020603050405020304" pitchFamily="18" charset="0"/>
              </a:rPr>
              <a:t>*</a:t>
            </a:r>
            <a:r>
              <a:rPr kumimoji="1" lang="en-US" altLang="zh-CN" sz="2000" b="1" dirty="0">
                <a:latin typeface="Times New Roman" panose="02020603050405020304" pitchFamily="18" charset="0"/>
                <a:ea typeface="楷体_GB2312"/>
                <a:cs typeface="Times New Roman" panose="02020603050405020304" pitchFamily="18" charset="0"/>
              </a:rPr>
              <a:t>    }</a:t>
            </a:r>
          </a:p>
          <a:p>
            <a:pPr>
              <a:spcBef>
                <a:spcPts val="0"/>
              </a:spcBef>
              <a:buClr>
                <a:schemeClr val="tx2"/>
              </a:buClr>
              <a:buSzPct val="75000"/>
              <a:buFont typeface="Monotype Sorts"/>
              <a:buNone/>
              <a:defRPr/>
            </a:pPr>
            <a:r>
              <a:rPr lang="en-US" altLang="zh-CN" sz="2000" b="1" i="1" dirty="0">
                <a:solidFill>
                  <a:srgbClr val="7030A0"/>
                </a:solidFill>
                <a:latin typeface="Times New Roman" panose="02020603050405020304" pitchFamily="18" charset="0"/>
                <a:ea typeface="楷体_GB2312"/>
                <a:cs typeface="Times New Roman" panose="02020603050405020304" pitchFamily="18" charset="0"/>
              </a:rPr>
              <a:t>SELECT </a:t>
            </a:r>
            <a:r>
              <a:rPr kumimoji="1" lang="en-US" altLang="zh-CN" sz="2000" b="1" dirty="0">
                <a:solidFill>
                  <a:srgbClr val="7030A0"/>
                </a:solidFill>
                <a:latin typeface="Times New Roman" panose="02020603050405020304" pitchFamily="18" charset="0"/>
                <a:ea typeface="楷体_GB2312"/>
                <a:cs typeface="Times New Roman" panose="02020603050405020304" pitchFamily="18" charset="0"/>
              </a:rPr>
              <a:t>(6)</a:t>
            </a:r>
            <a:r>
              <a:rPr kumimoji="1" lang="en-US" altLang="zh-CN" sz="2000" b="1" dirty="0">
                <a:latin typeface="Times New Roman" panose="02020603050405020304" pitchFamily="18" charset="0"/>
                <a:ea typeface="楷体_GB2312"/>
                <a:cs typeface="Times New Roman" panose="02020603050405020304" pitchFamily="18" charset="0"/>
              </a:rPr>
              <a:t>= { </a:t>
            </a:r>
            <a:r>
              <a:rPr lang="en-US" altLang="zh-CN" sz="2000" b="1" dirty="0">
                <a:solidFill>
                  <a:schemeClr val="hlink"/>
                </a:solidFill>
                <a:latin typeface="Times New Roman" panose="02020603050405020304" pitchFamily="18" charset="0"/>
                <a:ea typeface="楷体_GB2312"/>
                <a:cs typeface="Times New Roman" panose="02020603050405020304" pitchFamily="18" charset="0"/>
              </a:rPr>
              <a:t>+</a:t>
            </a:r>
            <a:r>
              <a:rPr lang="zh-CN" altLang="en-US" sz="2000" b="1" dirty="0">
                <a:solidFill>
                  <a:schemeClr val="hlink"/>
                </a:solidFill>
                <a:latin typeface="Times New Roman" panose="02020603050405020304" pitchFamily="18" charset="0"/>
                <a:ea typeface="楷体_GB2312"/>
                <a:cs typeface="Times New Roman" panose="02020603050405020304" pitchFamily="18" charset="0"/>
              </a:rPr>
              <a:t>，</a:t>
            </a:r>
            <a:r>
              <a:rPr lang="en-US" altLang="zh-CN" sz="2000" b="1" dirty="0">
                <a:solidFill>
                  <a:schemeClr val="hlink"/>
                </a:solidFill>
                <a:latin typeface="Times New Roman" panose="02020603050405020304" pitchFamily="18" charset="0"/>
                <a:ea typeface="楷体_GB2312"/>
                <a:cs typeface="Times New Roman" panose="02020603050405020304" pitchFamily="18" charset="0"/>
              </a:rPr>
              <a:t>)</a:t>
            </a:r>
            <a:r>
              <a:rPr lang="zh-CN" altLang="en-US" sz="2000" b="1" dirty="0">
                <a:solidFill>
                  <a:schemeClr val="hlink"/>
                </a:solidFill>
                <a:latin typeface="Times New Roman" panose="02020603050405020304" pitchFamily="18" charset="0"/>
                <a:ea typeface="楷体_GB2312"/>
                <a:cs typeface="Times New Roman" panose="02020603050405020304" pitchFamily="18" charset="0"/>
              </a:rPr>
              <a:t>，</a:t>
            </a:r>
            <a:r>
              <a:rPr lang="en-US" altLang="zh-CN" sz="2000" b="1" dirty="0">
                <a:solidFill>
                  <a:schemeClr val="hlink"/>
                </a:solidFill>
                <a:latin typeface="Times New Roman" panose="02020603050405020304" pitchFamily="18" charset="0"/>
                <a:ea typeface="楷体_GB2312"/>
                <a:cs typeface="Times New Roman" panose="02020603050405020304" pitchFamily="18" charset="0"/>
              </a:rPr>
              <a:t> </a:t>
            </a:r>
            <a:r>
              <a:rPr lang="en-US" altLang="zh-CN" sz="2000" b="1" dirty="0">
                <a:solidFill>
                  <a:schemeClr val="tx2">
                    <a:lumMod val="60000"/>
                    <a:lumOff val="40000"/>
                  </a:schemeClr>
                </a:solidFill>
                <a:latin typeface="Times New Roman" panose="02020603050405020304" pitchFamily="18" charset="0"/>
                <a:ea typeface="楷体_GB2312"/>
                <a:cs typeface="Times New Roman" panose="02020603050405020304" pitchFamily="18" charset="0"/>
              </a:rPr>
              <a:t>$</a:t>
            </a:r>
            <a:r>
              <a:rPr lang="en-US" altLang="zh-CN" sz="2000" b="1" dirty="0">
                <a:latin typeface="Times New Roman" panose="02020603050405020304" pitchFamily="18" charset="0"/>
                <a:ea typeface="楷体_GB2312"/>
                <a:cs typeface="Times New Roman" panose="02020603050405020304" pitchFamily="18" charset="0"/>
              </a:rPr>
              <a:t> </a:t>
            </a:r>
            <a:r>
              <a:rPr kumimoji="1" lang="en-US" altLang="zh-CN" sz="2000" b="1" dirty="0">
                <a:latin typeface="Times New Roman" panose="02020603050405020304" pitchFamily="18" charset="0"/>
                <a:ea typeface="楷体_GB2312"/>
                <a:cs typeface="Times New Roman" panose="02020603050405020304" pitchFamily="18" charset="0"/>
              </a:rPr>
              <a:t>}</a:t>
            </a:r>
          </a:p>
          <a:p>
            <a:pPr>
              <a:spcBef>
                <a:spcPts val="0"/>
              </a:spcBef>
              <a:buClr>
                <a:schemeClr val="tx2"/>
              </a:buClr>
              <a:buSzPct val="75000"/>
              <a:buFont typeface="Monotype Sorts"/>
              <a:buNone/>
              <a:defRPr/>
            </a:pPr>
            <a:r>
              <a:rPr lang="en-US" altLang="zh-CN" sz="2000" b="1" i="1" dirty="0">
                <a:solidFill>
                  <a:schemeClr val="accent3">
                    <a:lumMod val="50000"/>
                  </a:schemeClr>
                </a:solidFill>
                <a:latin typeface="Times New Roman" panose="02020603050405020304" pitchFamily="18" charset="0"/>
                <a:ea typeface="楷体_GB2312"/>
                <a:cs typeface="Times New Roman" panose="02020603050405020304" pitchFamily="18" charset="0"/>
              </a:rPr>
              <a:t>SELECT </a:t>
            </a:r>
            <a:r>
              <a:rPr kumimoji="1" lang="en-US" altLang="zh-CN" sz="2000" b="1" dirty="0">
                <a:solidFill>
                  <a:schemeClr val="accent3">
                    <a:lumMod val="50000"/>
                  </a:schemeClr>
                </a:solidFill>
                <a:latin typeface="Times New Roman" panose="02020603050405020304" pitchFamily="18" charset="0"/>
                <a:ea typeface="楷体_GB2312"/>
                <a:cs typeface="Times New Roman" panose="02020603050405020304" pitchFamily="18" charset="0"/>
              </a:rPr>
              <a:t>(7)</a:t>
            </a:r>
            <a:r>
              <a:rPr kumimoji="1" lang="en-US" altLang="zh-CN" sz="2000" b="1" dirty="0">
                <a:latin typeface="Times New Roman" panose="02020603050405020304" pitchFamily="18" charset="0"/>
                <a:ea typeface="楷体_GB2312"/>
                <a:cs typeface="Times New Roman" panose="02020603050405020304" pitchFamily="18" charset="0"/>
              </a:rPr>
              <a:t>= {   </a:t>
            </a:r>
            <a:r>
              <a:rPr kumimoji="1" lang="en-US" altLang="zh-CN" sz="2000" b="1" dirty="0">
                <a:solidFill>
                  <a:schemeClr val="hlink"/>
                </a:solidFill>
                <a:latin typeface="Times New Roman" panose="02020603050405020304" pitchFamily="18" charset="0"/>
                <a:ea typeface="楷体_GB2312"/>
                <a:cs typeface="Times New Roman" panose="02020603050405020304" pitchFamily="18" charset="0"/>
              </a:rPr>
              <a:t>(</a:t>
            </a:r>
            <a:r>
              <a:rPr kumimoji="1" lang="en-US" altLang="zh-CN" sz="2000" b="1" dirty="0">
                <a:latin typeface="Times New Roman" panose="02020603050405020304" pitchFamily="18" charset="0"/>
                <a:ea typeface="楷体_GB2312"/>
                <a:cs typeface="Times New Roman" panose="02020603050405020304" pitchFamily="18" charset="0"/>
              </a:rPr>
              <a:t>     }</a:t>
            </a:r>
          </a:p>
          <a:p>
            <a:pPr>
              <a:spcBef>
                <a:spcPts val="0"/>
              </a:spcBef>
              <a:buClr>
                <a:schemeClr val="tx2"/>
              </a:buClr>
              <a:buSzPct val="75000"/>
              <a:buFont typeface="Monotype Sorts"/>
              <a:buNone/>
              <a:defRPr/>
            </a:pPr>
            <a:r>
              <a:rPr lang="en-US" altLang="zh-CN" sz="2000" b="1" i="1" dirty="0">
                <a:solidFill>
                  <a:schemeClr val="accent3">
                    <a:lumMod val="50000"/>
                  </a:schemeClr>
                </a:solidFill>
                <a:latin typeface="Times New Roman" panose="02020603050405020304" pitchFamily="18" charset="0"/>
                <a:ea typeface="楷体_GB2312"/>
                <a:cs typeface="Times New Roman" panose="02020603050405020304" pitchFamily="18" charset="0"/>
              </a:rPr>
              <a:t>SELECT </a:t>
            </a:r>
            <a:r>
              <a:rPr kumimoji="1" lang="en-US" altLang="zh-CN" sz="2000" b="1" dirty="0">
                <a:solidFill>
                  <a:schemeClr val="accent3">
                    <a:lumMod val="50000"/>
                  </a:schemeClr>
                </a:solidFill>
                <a:latin typeface="Times New Roman" panose="02020603050405020304" pitchFamily="18" charset="0"/>
                <a:ea typeface="楷体_GB2312"/>
                <a:cs typeface="Times New Roman" panose="02020603050405020304" pitchFamily="18" charset="0"/>
              </a:rPr>
              <a:t>(8)</a:t>
            </a:r>
            <a:r>
              <a:rPr kumimoji="1" lang="en-US" altLang="zh-CN" sz="2000" b="1" dirty="0">
                <a:latin typeface="Times New Roman" panose="02020603050405020304" pitchFamily="18" charset="0"/>
                <a:ea typeface="楷体_GB2312"/>
                <a:cs typeface="Times New Roman" panose="02020603050405020304" pitchFamily="18" charset="0"/>
              </a:rPr>
              <a:t>= {   </a:t>
            </a:r>
            <a:r>
              <a:rPr kumimoji="1" lang="en-US" altLang="zh-CN" sz="2000" b="1" dirty="0">
                <a:solidFill>
                  <a:schemeClr val="hlink"/>
                </a:solidFill>
                <a:latin typeface="Times New Roman" panose="02020603050405020304" pitchFamily="18" charset="0"/>
                <a:ea typeface="楷体_GB2312"/>
                <a:cs typeface="Times New Roman" panose="02020603050405020304" pitchFamily="18" charset="0"/>
              </a:rPr>
              <a:t>id </a:t>
            </a:r>
            <a:r>
              <a:rPr kumimoji="1" lang="en-US" altLang="zh-CN" sz="2000" b="1" dirty="0">
                <a:latin typeface="Times New Roman" panose="02020603050405020304" pitchFamily="18" charset="0"/>
                <a:ea typeface="楷体_GB2312"/>
                <a:cs typeface="Times New Roman" panose="02020603050405020304" pitchFamily="18" charset="0"/>
              </a:rPr>
              <a:t>  }</a:t>
            </a:r>
          </a:p>
        </p:txBody>
      </p:sp>
      <p:sp>
        <p:nvSpPr>
          <p:cNvPr id="3" name="圆角矩形标注 2">
            <a:extLst>
              <a:ext uri="{FF2B5EF4-FFF2-40B4-BE49-F238E27FC236}">
                <a16:creationId xmlns:a16="http://schemas.microsoft.com/office/drawing/2014/main" id="{A649F9C1-5EA0-4D1C-8A03-5401EE16D05E}"/>
              </a:ext>
            </a:extLst>
          </p:cNvPr>
          <p:cNvSpPr/>
          <p:nvPr/>
        </p:nvSpPr>
        <p:spPr>
          <a:xfrm>
            <a:off x="186641" y="3223245"/>
            <a:ext cx="3214687" cy="428625"/>
          </a:xfrm>
          <a:prstGeom prst="wedgeRoundRectCallout">
            <a:avLst>
              <a:gd name="adj1" fmla="val 56459"/>
              <a:gd name="adj2" fmla="val -17070"/>
              <a:gd name="adj3" fmla="val 16667"/>
            </a:avLst>
          </a:prstGeom>
          <a:solidFill>
            <a:schemeClr val="accent5">
              <a:lumMod val="60000"/>
              <a:lumOff val="4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sz="2000" b="1" dirty="0">
                <a:solidFill>
                  <a:schemeClr val="tx1"/>
                </a:solidFill>
                <a:latin typeface="Times New Roman" pitchFamily="18" charset="0"/>
                <a:ea typeface="楷体" pitchFamily="49" charset="-122"/>
                <a:cs typeface="Times New Roman" pitchFamily="18" charset="0"/>
              </a:rPr>
              <a:t>表达式文法是 </a:t>
            </a:r>
            <a:r>
              <a:rPr lang="en-US" altLang="zh-CN" sz="2000" b="1" i="1" dirty="0">
                <a:solidFill>
                  <a:schemeClr val="tx1"/>
                </a:solidFill>
                <a:latin typeface="Times New Roman" pitchFamily="18" charset="0"/>
                <a:ea typeface="楷体" pitchFamily="49" charset="-122"/>
                <a:cs typeface="Times New Roman" pitchFamily="18" charset="0"/>
              </a:rPr>
              <a:t>LL</a:t>
            </a:r>
            <a:r>
              <a:rPr lang="en-US" altLang="zh-CN" sz="2000" b="1" dirty="0">
                <a:solidFill>
                  <a:schemeClr val="tx1"/>
                </a:solidFill>
                <a:latin typeface="Times New Roman" pitchFamily="18" charset="0"/>
                <a:ea typeface="楷体" pitchFamily="49" charset="-122"/>
                <a:cs typeface="Times New Roman" pitchFamily="18" charset="0"/>
              </a:rPr>
              <a:t>(1) </a:t>
            </a:r>
            <a:r>
              <a:rPr lang="zh-CN" altLang="en-US" sz="2000" b="1" dirty="0">
                <a:solidFill>
                  <a:schemeClr val="tx1"/>
                </a:solidFill>
                <a:latin typeface="Times New Roman" pitchFamily="18" charset="0"/>
                <a:ea typeface="楷体" pitchFamily="49" charset="-122"/>
                <a:cs typeface="Times New Roman" pitchFamily="18" charset="0"/>
              </a:rPr>
              <a:t>文法</a:t>
            </a:r>
          </a:p>
        </p:txBody>
      </p:sp>
      <p:graphicFrame>
        <p:nvGraphicFramePr>
          <p:cNvPr id="10" name="Group 18">
            <a:extLst>
              <a:ext uri="{FF2B5EF4-FFF2-40B4-BE49-F238E27FC236}">
                <a16:creationId xmlns:a16="http://schemas.microsoft.com/office/drawing/2014/main" id="{4A8B865F-B6A1-4CFC-910C-E684236A32B1}"/>
              </a:ext>
            </a:extLst>
          </p:cNvPr>
          <p:cNvGraphicFramePr>
            <a:graphicFrameLocks noGrp="1"/>
          </p:cNvGraphicFramePr>
          <p:nvPr>
            <p:extLst>
              <p:ext uri="{D42A27DB-BD31-4B8C-83A1-F6EECF244321}">
                <p14:modId xmlns:p14="http://schemas.microsoft.com/office/powerpoint/2010/main" val="3202174710"/>
              </p:ext>
            </p:extLst>
          </p:nvPr>
        </p:nvGraphicFramePr>
        <p:xfrm>
          <a:off x="179512" y="915566"/>
          <a:ext cx="3422154" cy="2071689"/>
        </p:xfrm>
        <a:graphic>
          <a:graphicData uri="http://schemas.openxmlformats.org/drawingml/2006/table">
            <a:tbl>
              <a:tblPr/>
              <a:tblGrid>
                <a:gridCol w="592296">
                  <a:extLst>
                    <a:ext uri="{9D8B030D-6E8A-4147-A177-3AD203B41FA5}">
                      <a16:colId xmlns:a16="http://schemas.microsoft.com/office/drawing/2014/main" val="20000"/>
                    </a:ext>
                  </a:extLst>
                </a:gridCol>
                <a:gridCol w="1245681">
                  <a:extLst>
                    <a:ext uri="{9D8B030D-6E8A-4147-A177-3AD203B41FA5}">
                      <a16:colId xmlns:a16="http://schemas.microsoft.com/office/drawing/2014/main" val="20001"/>
                    </a:ext>
                  </a:extLst>
                </a:gridCol>
                <a:gridCol w="1584177">
                  <a:extLst>
                    <a:ext uri="{9D8B030D-6E8A-4147-A177-3AD203B41FA5}">
                      <a16:colId xmlns:a16="http://schemas.microsoft.com/office/drawing/2014/main" val="20002"/>
                    </a:ext>
                  </a:extLst>
                </a:gridCol>
              </a:tblGrid>
              <a:tr h="357139">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1600" b="1" i="1" u="none" strike="noStrike" cap="none" normalizeH="0" baseline="0" dirty="0">
                          <a:ln>
                            <a:noFill/>
                          </a:ln>
                          <a:solidFill>
                            <a:schemeClr val="tx1"/>
                          </a:solidFill>
                          <a:effectLst/>
                          <a:latin typeface="Times New Roman" pitchFamily="18" charset="0"/>
                          <a:ea typeface="楷体_GB2312"/>
                          <a:cs typeface="Times New Roman" pitchFamily="18" charset="0"/>
                        </a:rPr>
                        <a:t>X</a:t>
                      </a:r>
                      <a:endParaRPr kumimoji="1" lang="zh-CN" altLang="en-US" sz="1600" b="1" i="1" u="none" strike="noStrike" cap="none" normalizeH="0" baseline="0" dirty="0">
                        <a:ln>
                          <a:noFill/>
                        </a:ln>
                        <a:solidFill>
                          <a:schemeClr val="tx1"/>
                        </a:solidFill>
                        <a:effectLst/>
                        <a:latin typeface="Times New Roman" pitchFamily="18" charset="0"/>
                        <a:ea typeface="楷体_GB2312"/>
                        <a:cs typeface="Times New Roman" pitchFamily="18" charset="0"/>
                      </a:endParaRPr>
                    </a:p>
                  </a:txBody>
                  <a:tcPr marL="171085" marR="171085" marT="34295" marB="3429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1600" b="1" i="1" u="none" strike="noStrike" cap="none" normalizeH="0" baseline="0" dirty="0">
                          <a:ln>
                            <a:noFill/>
                          </a:ln>
                          <a:solidFill>
                            <a:schemeClr val="tx1"/>
                          </a:solidFill>
                          <a:effectLst/>
                          <a:latin typeface="Times New Roman" pitchFamily="18" charset="0"/>
                          <a:ea typeface="楷体_GB2312"/>
                          <a:cs typeface="Times New Roman" pitchFamily="18" charset="0"/>
                        </a:rPr>
                        <a:t>FIRST</a:t>
                      </a:r>
                      <a:r>
                        <a:rPr kumimoji="1" lang="en-US" altLang="zh-CN" sz="1600" b="1" i="0" u="none" strike="noStrike" cap="none" normalizeH="0" baseline="0" dirty="0">
                          <a:ln>
                            <a:noFill/>
                          </a:ln>
                          <a:solidFill>
                            <a:schemeClr val="tx1"/>
                          </a:solidFill>
                          <a:effectLst/>
                          <a:latin typeface="Times New Roman" pitchFamily="18" charset="0"/>
                          <a:ea typeface="楷体_GB2312"/>
                          <a:cs typeface="Times New Roman" pitchFamily="18" charset="0"/>
                        </a:rPr>
                        <a:t>( </a:t>
                      </a:r>
                      <a:r>
                        <a:rPr kumimoji="1" lang="en-US" altLang="zh-CN" sz="1600" b="1" i="1" u="none" strike="noStrike" cap="none" normalizeH="0" baseline="0" dirty="0">
                          <a:ln>
                            <a:noFill/>
                          </a:ln>
                          <a:solidFill>
                            <a:schemeClr val="tx1"/>
                          </a:solidFill>
                          <a:effectLst/>
                          <a:latin typeface="Times New Roman" pitchFamily="18" charset="0"/>
                          <a:ea typeface="楷体_GB2312"/>
                          <a:cs typeface="Times New Roman" pitchFamily="18" charset="0"/>
                        </a:rPr>
                        <a:t>X </a:t>
                      </a:r>
                      <a:r>
                        <a:rPr kumimoji="1" lang="en-US" altLang="zh-CN" sz="1600" b="1" i="0" u="none" strike="noStrike" cap="none" normalizeH="0" baseline="0" dirty="0">
                          <a:ln>
                            <a:noFill/>
                          </a:ln>
                          <a:solidFill>
                            <a:schemeClr val="tx1"/>
                          </a:solidFill>
                          <a:effectLst/>
                          <a:latin typeface="Times New Roman" pitchFamily="18" charset="0"/>
                          <a:ea typeface="楷体_GB2312"/>
                          <a:cs typeface="Times New Roman" pitchFamily="18" charset="0"/>
                        </a:rPr>
                        <a:t>)</a:t>
                      </a:r>
                      <a:endParaRPr kumimoji="1" lang="zh-CN" altLang="en-US" sz="1600" b="1" i="0" u="none" strike="noStrike" cap="none" normalizeH="0" baseline="0" dirty="0">
                        <a:ln>
                          <a:noFill/>
                        </a:ln>
                        <a:solidFill>
                          <a:schemeClr val="tx1"/>
                        </a:solidFill>
                        <a:effectLst/>
                        <a:latin typeface="Times New Roman" pitchFamily="18" charset="0"/>
                        <a:ea typeface="楷体_GB2312"/>
                        <a:cs typeface="Times New Roman" pitchFamily="18" charset="0"/>
                      </a:endParaRPr>
                    </a:p>
                  </a:txBody>
                  <a:tcPr marL="171085" marR="171085" marT="34295" marB="3429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1" i="1" u="none" strike="noStrike" cap="none" normalizeH="0" baseline="0" dirty="0">
                          <a:ln>
                            <a:noFill/>
                          </a:ln>
                          <a:solidFill>
                            <a:schemeClr val="tx1"/>
                          </a:solidFill>
                          <a:effectLst/>
                          <a:latin typeface="Times New Roman" pitchFamily="18" charset="0"/>
                          <a:ea typeface="楷体_GB2312"/>
                          <a:cs typeface="Times New Roman" pitchFamily="18" charset="0"/>
                        </a:rPr>
                        <a:t>FOLLOW</a:t>
                      </a:r>
                      <a:r>
                        <a:rPr kumimoji="0" lang="en-US" altLang="zh-CN" sz="1600" b="1" i="0" u="none" strike="noStrike" cap="none" normalizeH="0" baseline="0" dirty="0">
                          <a:ln>
                            <a:noFill/>
                          </a:ln>
                          <a:solidFill>
                            <a:schemeClr val="tx1"/>
                          </a:solidFill>
                          <a:effectLst/>
                          <a:latin typeface="Times New Roman" pitchFamily="18" charset="0"/>
                          <a:ea typeface="楷体_GB2312"/>
                          <a:cs typeface="Times New Roman" pitchFamily="18" charset="0"/>
                        </a:rPr>
                        <a:t>( </a:t>
                      </a:r>
                      <a:r>
                        <a:rPr kumimoji="0" lang="en-US" altLang="zh-CN" sz="1600" b="1" i="1" u="none" strike="noStrike" cap="none" normalizeH="0" baseline="0" dirty="0">
                          <a:ln>
                            <a:noFill/>
                          </a:ln>
                          <a:solidFill>
                            <a:schemeClr val="tx1"/>
                          </a:solidFill>
                          <a:effectLst/>
                          <a:latin typeface="Times New Roman" pitchFamily="18" charset="0"/>
                          <a:ea typeface="楷体_GB2312"/>
                          <a:cs typeface="Times New Roman" pitchFamily="18" charset="0"/>
                        </a:rPr>
                        <a:t>X </a:t>
                      </a:r>
                      <a:r>
                        <a:rPr kumimoji="0" lang="en-US" altLang="zh-CN" sz="1600" b="1" i="0" u="none" strike="noStrike" cap="none" normalizeH="0" baseline="0" dirty="0">
                          <a:ln>
                            <a:noFill/>
                          </a:ln>
                          <a:solidFill>
                            <a:schemeClr val="tx1"/>
                          </a:solidFill>
                          <a:effectLst/>
                          <a:latin typeface="Times New Roman" pitchFamily="18" charset="0"/>
                          <a:ea typeface="楷体_GB2312"/>
                          <a:cs typeface="Times New Roman" pitchFamily="18" charset="0"/>
                        </a:rPr>
                        <a:t>)</a:t>
                      </a:r>
                      <a:endParaRPr kumimoji="0" lang="zh-CN" altLang="en-US" sz="1600" b="1" i="0" u="none" strike="noStrike" cap="none" normalizeH="0" baseline="0" dirty="0">
                        <a:ln>
                          <a:noFill/>
                        </a:ln>
                        <a:solidFill>
                          <a:schemeClr val="tx1"/>
                        </a:solidFill>
                        <a:effectLst/>
                        <a:latin typeface="Times New Roman" pitchFamily="18" charset="0"/>
                        <a:ea typeface="楷体_GB2312"/>
                        <a:cs typeface="Times New Roman" pitchFamily="18" charset="0"/>
                      </a:endParaRPr>
                    </a:p>
                  </a:txBody>
                  <a:tcPr marL="171085" marR="171085" marT="34295" marB="3429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40000"/>
                        <a:lumOff val="60000"/>
                      </a:schemeClr>
                    </a:solidFill>
                  </a:tcPr>
                </a:tc>
                <a:extLst>
                  <a:ext uri="{0D108BD9-81ED-4DB2-BD59-A6C34878D82A}">
                    <a16:rowId xmlns:a16="http://schemas.microsoft.com/office/drawing/2014/main" val="10000"/>
                  </a:ext>
                </a:extLst>
              </a:tr>
              <a:tr h="34291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1600" b="1" i="1" u="none" strike="noStrike" cap="none" normalizeH="0" baseline="0" dirty="0">
                          <a:ln>
                            <a:noFill/>
                          </a:ln>
                          <a:solidFill>
                            <a:schemeClr val="tx1"/>
                          </a:solidFill>
                          <a:effectLst/>
                          <a:latin typeface="Times New Roman" pitchFamily="18" charset="0"/>
                          <a:ea typeface="楷体_GB2312"/>
                          <a:cs typeface="Times New Roman" pitchFamily="18" charset="0"/>
                        </a:rPr>
                        <a:t>E</a:t>
                      </a:r>
                      <a:endParaRPr kumimoji="1" lang="zh-CN" altLang="en-US" sz="1600" b="1" i="1" u="none" strike="noStrike" cap="none" normalizeH="0" baseline="0" dirty="0">
                        <a:ln>
                          <a:noFill/>
                        </a:ln>
                        <a:solidFill>
                          <a:schemeClr val="tx1"/>
                        </a:solidFill>
                        <a:effectLst/>
                        <a:latin typeface="Times New Roman" pitchFamily="18" charset="0"/>
                        <a:ea typeface="楷体_GB2312"/>
                        <a:cs typeface="Times New Roman" pitchFamily="18" charset="0"/>
                      </a:endParaRPr>
                    </a:p>
                  </a:txBody>
                  <a:tcPr marL="171085" marR="171085" marT="34295" marB="3429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1800" b="1" i="0" u="none" strike="noStrike" cap="none" normalizeH="0" baseline="0" dirty="0">
                          <a:ln>
                            <a:noFill/>
                          </a:ln>
                          <a:solidFill>
                            <a:schemeClr val="tx1"/>
                          </a:solidFill>
                          <a:effectLst/>
                          <a:latin typeface="Times New Roman" pitchFamily="18" charset="0"/>
                          <a:ea typeface="楷体_GB2312"/>
                          <a:cs typeface="Times New Roman" pitchFamily="18" charset="0"/>
                        </a:rPr>
                        <a:t>   (   id</a:t>
                      </a:r>
                      <a:endParaRPr kumimoji="1" lang="zh-CN" altLang="en-US" sz="1800" b="1" i="0" u="none" strike="noStrike" cap="none" normalizeH="0" baseline="0" dirty="0">
                        <a:ln>
                          <a:noFill/>
                        </a:ln>
                        <a:solidFill>
                          <a:schemeClr val="tx1"/>
                        </a:solidFill>
                        <a:effectLst/>
                        <a:latin typeface="Times New Roman" pitchFamily="18" charset="0"/>
                        <a:ea typeface="楷体_GB2312"/>
                        <a:cs typeface="Times New Roman" pitchFamily="18" charset="0"/>
                      </a:endParaRPr>
                    </a:p>
                  </a:txBody>
                  <a:tcPr marL="171085" marR="171085" marT="34295" marB="3429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8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1800" b="1" i="0" u="none" strike="noStrike" cap="none" normalizeH="0" baseline="0" dirty="0">
                          <a:ln>
                            <a:noFill/>
                          </a:ln>
                          <a:solidFill>
                            <a:schemeClr val="tx1"/>
                          </a:solidFill>
                          <a:effectLst/>
                          <a:latin typeface="Times New Roman" pitchFamily="18" charset="0"/>
                          <a:ea typeface="楷体_GB2312"/>
                          <a:cs typeface="Times New Roman" pitchFamily="18" charset="0"/>
                        </a:rPr>
                        <a:t>  )</a:t>
                      </a:r>
                      <a:endParaRPr kumimoji="0" lang="zh-CN" altLang="en-US" sz="1800" b="1" i="0" u="none" strike="noStrike" cap="none" normalizeH="0" baseline="0" dirty="0">
                        <a:ln>
                          <a:noFill/>
                        </a:ln>
                        <a:solidFill>
                          <a:schemeClr val="tx1"/>
                        </a:solidFill>
                        <a:effectLst/>
                        <a:latin typeface="Times New Roman" pitchFamily="18" charset="0"/>
                        <a:ea typeface="楷体_GB2312"/>
                        <a:cs typeface="Times New Roman" pitchFamily="18" charset="0"/>
                      </a:endParaRPr>
                    </a:p>
                  </a:txBody>
                  <a:tcPr marL="171085" marR="171085" marT="34295" marB="3429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4291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1600" b="1" i="1" u="none" strike="noStrike" cap="none" normalizeH="0" baseline="0" dirty="0">
                          <a:ln>
                            <a:noFill/>
                          </a:ln>
                          <a:solidFill>
                            <a:schemeClr val="tx1"/>
                          </a:solidFill>
                          <a:effectLst/>
                          <a:latin typeface="Times New Roman" pitchFamily="18" charset="0"/>
                          <a:ea typeface="楷体_GB2312"/>
                          <a:cs typeface="Times New Roman" pitchFamily="18" charset="0"/>
                        </a:rPr>
                        <a:t>E </a:t>
                      </a:r>
                      <a:r>
                        <a:rPr kumimoji="1" lang="en-US" altLang="zh-CN" sz="1600" b="1" i="0" u="none" strike="noStrike" cap="none" normalizeH="0" baseline="0" dirty="0">
                          <a:ln>
                            <a:noFill/>
                          </a:ln>
                          <a:solidFill>
                            <a:schemeClr val="tx1"/>
                          </a:solidFill>
                          <a:effectLst/>
                          <a:latin typeface="Times New Roman" pitchFamily="18" charset="0"/>
                          <a:ea typeface="楷体_GB2312"/>
                          <a:cs typeface="Times New Roman" pitchFamily="18" charset="0"/>
                        </a:rPr>
                        <a:t>'</a:t>
                      </a:r>
                      <a:endParaRPr kumimoji="1" lang="zh-CN" altLang="en-US" sz="1600" b="1" i="0" u="none" strike="noStrike" cap="none" normalizeH="0" baseline="0" dirty="0">
                        <a:ln>
                          <a:noFill/>
                        </a:ln>
                        <a:solidFill>
                          <a:schemeClr val="tx1"/>
                        </a:solidFill>
                        <a:effectLst/>
                        <a:latin typeface="Times New Roman" pitchFamily="18" charset="0"/>
                        <a:ea typeface="楷体_GB2312"/>
                        <a:cs typeface="Times New Roman" pitchFamily="18" charset="0"/>
                      </a:endParaRPr>
                    </a:p>
                  </a:txBody>
                  <a:tcPr marL="171085" marR="171085" marT="34295" marB="3429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1800" b="1" i="0" u="none" strike="noStrike" cap="none" normalizeH="0" baseline="0" dirty="0">
                          <a:ln>
                            <a:noFill/>
                          </a:ln>
                          <a:solidFill>
                            <a:schemeClr val="tx1"/>
                          </a:solidFill>
                          <a:effectLst/>
                          <a:latin typeface="Times New Roman" pitchFamily="18" charset="0"/>
                          <a:ea typeface="楷体_GB2312"/>
                          <a:cs typeface="Times New Roman" pitchFamily="18" charset="0"/>
                        </a:rPr>
                        <a:t>   +  </a:t>
                      </a:r>
                      <a:r>
                        <a:rPr kumimoji="1" lang="en-US" altLang="zh-CN" sz="1800" b="1" i="1" u="none" strike="noStrike" cap="none" normalizeH="0" baseline="0" dirty="0">
                          <a:ln>
                            <a:noFill/>
                          </a:ln>
                          <a:solidFill>
                            <a:schemeClr val="tx1"/>
                          </a:solidFill>
                          <a:effectLst/>
                          <a:latin typeface="Times New Roman" pitchFamily="18" charset="0"/>
                          <a:ea typeface="楷体_GB2312"/>
                          <a:cs typeface="Times New Roman" pitchFamily="18" charset="0"/>
                        </a:rPr>
                        <a:t>ε</a:t>
                      </a:r>
                      <a:endParaRPr kumimoji="1" lang="zh-CN" altLang="en-US" sz="1800" b="1" i="0" u="none" strike="noStrike" cap="none" normalizeH="0" baseline="0" dirty="0">
                        <a:ln>
                          <a:noFill/>
                        </a:ln>
                        <a:solidFill>
                          <a:schemeClr val="tx1"/>
                        </a:solidFill>
                        <a:effectLst/>
                        <a:latin typeface="Times New Roman" pitchFamily="18" charset="0"/>
                        <a:ea typeface="楷体_GB2312"/>
                        <a:cs typeface="Times New Roman" pitchFamily="18" charset="0"/>
                      </a:endParaRPr>
                    </a:p>
                  </a:txBody>
                  <a:tcPr marL="171085" marR="171085" marT="34295" marB="3429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8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1800" b="1" i="0" u="none" strike="noStrike" cap="none" normalizeH="0" baseline="0" dirty="0">
                          <a:ln>
                            <a:noFill/>
                          </a:ln>
                          <a:solidFill>
                            <a:schemeClr val="tx1"/>
                          </a:solidFill>
                          <a:effectLst/>
                          <a:latin typeface="Times New Roman" pitchFamily="18" charset="0"/>
                          <a:ea typeface="楷体_GB2312"/>
                          <a:cs typeface="Times New Roman" pitchFamily="18" charset="0"/>
                        </a:rPr>
                        <a:t>  )</a:t>
                      </a:r>
                      <a:endParaRPr kumimoji="0" lang="zh-CN" altLang="en-US" sz="1800" b="1" i="0" u="none" strike="noStrike" cap="none" normalizeH="0" baseline="0" dirty="0">
                        <a:ln>
                          <a:noFill/>
                        </a:ln>
                        <a:solidFill>
                          <a:schemeClr val="tx1"/>
                        </a:solidFill>
                        <a:effectLst/>
                        <a:latin typeface="Times New Roman" pitchFamily="18" charset="0"/>
                        <a:ea typeface="楷体_GB2312"/>
                        <a:cs typeface="Times New Roman" pitchFamily="18" charset="0"/>
                      </a:endParaRPr>
                    </a:p>
                  </a:txBody>
                  <a:tcPr marL="171085" marR="171085" marT="34295" marB="3429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4291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1600" b="1" i="1" u="none" strike="noStrike" cap="none" normalizeH="0" baseline="0" dirty="0">
                          <a:ln>
                            <a:noFill/>
                          </a:ln>
                          <a:solidFill>
                            <a:schemeClr val="tx1"/>
                          </a:solidFill>
                          <a:effectLst/>
                          <a:latin typeface="Times New Roman" pitchFamily="18" charset="0"/>
                          <a:ea typeface="楷体_GB2312"/>
                          <a:cs typeface="Times New Roman" pitchFamily="18" charset="0"/>
                        </a:rPr>
                        <a:t>T</a:t>
                      </a:r>
                      <a:endParaRPr kumimoji="1" lang="zh-CN" altLang="en-US" sz="1600" b="1" i="1" u="none" strike="noStrike" cap="none" normalizeH="0" baseline="0" dirty="0">
                        <a:ln>
                          <a:noFill/>
                        </a:ln>
                        <a:solidFill>
                          <a:schemeClr val="tx1"/>
                        </a:solidFill>
                        <a:effectLst/>
                        <a:latin typeface="Times New Roman" pitchFamily="18" charset="0"/>
                        <a:ea typeface="楷体_GB2312"/>
                        <a:cs typeface="Times New Roman" pitchFamily="18" charset="0"/>
                      </a:endParaRPr>
                    </a:p>
                  </a:txBody>
                  <a:tcPr marL="171085" marR="171085" marT="34295" marB="3429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1800" b="1" i="0" u="none" strike="noStrike" cap="none" normalizeH="0" baseline="0" dirty="0">
                          <a:ln>
                            <a:noFill/>
                          </a:ln>
                          <a:solidFill>
                            <a:schemeClr val="tx1"/>
                          </a:solidFill>
                          <a:effectLst/>
                          <a:latin typeface="Times New Roman" pitchFamily="18" charset="0"/>
                          <a:ea typeface="楷体_GB2312"/>
                          <a:cs typeface="Times New Roman" pitchFamily="18" charset="0"/>
                        </a:rPr>
                        <a:t>   (   id</a:t>
                      </a:r>
                      <a:endParaRPr kumimoji="1" lang="zh-CN" altLang="en-US" sz="1800" b="1" i="0" u="none" strike="noStrike" cap="none" normalizeH="0" baseline="0" dirty="0">
                        <a:ln>
                          <a:noFill/>
                        </a:ln>
                        <a:solidFill>
                          <a:schemeClr val="tx1"/>
                        </a:solidFill>
                        <a:effectLst/>
                        <a:latin typeface="Times New Roman" pitchFamily="18" charset="0"/>
                        <a:ea typeface="楷体_GB2312"/>
                        <a:cs typeface="Times New Roman" pitchFamily="18" charset="0"/>
                      </a:endParaRPr>
                    </a:p>
                  </a:txBody>
                  <a:tcPr marL="171085" marR="171085" marT="34295" marB="3429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800" b="1" i="0" u="none" strike="noStrike" cap="none" normalizeH="0" baseline="0" dirty="0">
                          <a:ln>
                            <a:noFill/>
                          </a:ln>
                          <a:solidFill>
                            <a:schemeClr val="tx1"/>
                          </a:solidFill>
                          <a:effectLst/>
                          <a:latin typeface="Times New Roman" pitchFamily="18" charset="0"/>
                          <a:ea typeface="楷体_GB2312"/>
                          <a:cs typeface="Times New Roman" pitchFamily="18" charset="0"/>
                        </a:rPr>
                        <a:t>+  )  $</a:t>
                      </a:r>
                      <a:endParaRPr kumimoji="0" lang="zh-CN" altLang="en-US" sz="1800" b="1" i="0" u="none" strike="noStrike" cap="none" normalizeH="0" baseline="0" dirty="0">
                        <a:ln>
                          <a:noFill/>
                        </a:ln>
                        <a:solidFill>
                          <a:schemeClr val="tx1"/>
                        </a:solidFill>
                        <a:effectLst/>
                        <a:latin typeface="Times New Roman" pitchFamily="18" charset="0"/>
                        <a:ea typeface="楷体_GB2312"/>
                        <a:cs typeface="Times New Roman" pitchFamily="18" charset="0"/>
                      </a:endParaRPr>
                    </a:p>
                  </a:txBody>
                  <a:tcPr marL="171085" marR="171085" marT="34295" marB="3429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4291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1600" b="1" i="1" u="none" strike="noStrike" cap="none" normalizeH="0" baseline="0" dirty="0">
                          <a:ln>
                            <a:noFill/>
                          </a:ln>
                          <a:solidFill>
                            <a:schemeClr val="tx1"/>
                          </a:solidFill>
                          <a:effectLst/>
                          <a:latin typeface="Times New Roman" pitchFamily="18" charset="0"/>
                          <a:ea typeface="楷体_GB2312"/>
                          <a:cs typeface="Times New Roman" pitchFamily="18" charset="0"/>
                        </a:rPr>
                        <a:t>T </a:t>
                      </a:r>
                      <a:r>
                        <a:rPr kumimoji="1" lang="en-US" altLang="zh-CN" sz="1600" b="1" i="0" u="none" strike="noStrike" cap="none" normalizeH="0" baseline="0" dirty="0">
                          <a:ln>
                            <a:noFill/>
                          </a:ln>
                          <a:solidFill>
                            <a:schemeClr val="tx1"/>
                          </a:solidFill>
                          <a:effectLst/>
                          <a:latin typeface="Times New Roman" pitchFamily="18" charset="0"/>
                          <a:ea typeface="楷体_GB2312"/>
                          <a:cs typeface="Times New Roman" pitchFamily="18" charset="0"/>
                        </a:rPr>
                        <a:t>'</a:t>
                      </a:r>
                      <a:endParaRPr kumimoji="1" lang="zh-CN" altLang="en-US" sz="1600" b="1" i="0" u="none" strike="noStrike" cap="none" normalizeH="0" baseline="0" dirty="0">
                        <a:ln>
                          <a:noFill/>
                        </a:ln>
                        <a:solidFill>
                          <a:schemeClr val="tx1"/>
                        </a:solidFill>
                        <a:effectLst/>
                        <a:latin typeface="Times New Roman" pitchFamily="18" charset="0"/>
                        <a:ea typeface="楷体_GB2312"/>
                        <a:cs typeface="Times New Roman" pitchFamily="18" charset="0"/>
                      </a:endParaRPr>
                    </a:p>
                  </a:txBody>
                  <a:tcPr marL="171085" marR="171085" marT="34295" marB="3429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1800" b="1" i="0" u="none" strike="noStrike" cap="none" normalizeH="0" baseline="0">
                          <a:ln>
                            <a:noFill/>
                          </a:ln>
                          <a:solidFill>
                            <a:schemeClr val="tx1"/>
                          </a:solidFill>
                          <a:effectLst/>
                          <a:latin typeface="Times New Roman" pitchFamily="18" charset="0"/>
                          <a:ea typeface="楷体_GB2312"/>
                          <a:cs typeface="Times New Roman" pitchFamily="18" charset="0"/>
                        </a:rPr>
                        <a:t>   *  </a:t>
                      </a:r>
                      <a:r>
                        <a:rPr kumimoji="1" lang="en-US" altLang="zh-CN" sz="1800" b="1" i="1" u="none" strike="noStrike" cap="none" normalizeH="0" baseline="0">
                          <a:ln>
                            <a:noFill/>
                          </a:ln>
                          <a:solidFill>
                            <a:schemeClr val="tx1"/>
                          </a:solidFill>
                          <a:effectLst/>
                          <a:latin typeface="Times New Roman" pitchFamily="18" charset="0"/>
                          <a:ea typeface="楷体_GB2312"/>
                          <a:cs typeface="Times New Roman" pitchFamily="18" charset="0"/>
                        </a:rPr>
                        <a:t>ε</a:t>
                      </a:r>
                      <a:r>
                        <a:rPr kumimoji="1" lang="zh-CN" altLang="en-US" sz="1800" b="1" i="0" u="none" strike="noStrike" cap="none" normalizeH="0" baseline="0">
                          <a:ln>
                            <a:noFill/>
                          </a:ln>
                          <a:solidFill>
                            <a:schemeClr val="tx1"/>
                          </a:solidFill>
                          <a:effectLst/>
                          <a:latin typeface="Times New Roman" pitchFamily="18" charset="0"/>
                          <a:ea typeface="楷体_GB2312"/>
                          <a:cs typeface="Times New Roman" pitchFamily="18" charset="0"/>
                        </a:rPr>
                        <a:t> </a:t>
                      </a:r>
                    </a:p>
                  </a:txBody>
                  <a:tcPr marL="171085" marR="171085" marT="34295" marB="3429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800" b="1" i="0" u="none" strike="noStrike" cap="none" normalizeH="0" baseline="0" dirty="0">
                          <a:ln>
                            <a:noFill/>
                          </a:ln>
                          <a:solidFill>
                            <a:schemeClr val="tx1"/>
                          </a:solidFill>
                          <a:effectLst/>
                          <a:latin typeface="Times New Roman" pitchFamily="18" charset="0"/>
                          <a:ea typeface="楷体_GB2312"/>
                          <a:cs typeface="Times New Roman" pitchFamily="18" charset="0"/>
                        </a:rPr>
                        <a:t>+  )  $</a:t>
                      </a:r>
                      <a:endParaRPr kumimoji="0" lang="zh-CN" altLang="en-US" sz="1800" b="1" i="0" u="none" strike="noStrike" cap="none" normalizeH="0" baseline="0" dirty="0">
                        <a:ln>
                          <a:noFill/>
                        </a:ln>
                        <a:solidFill>
                          <a:schemeClr val="tx1"/>
                        </a:solidFill>
                        <a:effectLst/>
                        <a:latin typeface="Times New Roman" pitchFamily="18" charset="0"/>
                        <a:ea typeface="楷体_GB2312"/>
                        <a:cs typeface="Times New Roman" pitchFamily="18" charset="0"/>
                      </a:endParaRPr>
                    </a:p>
                  </a:txBody>
                  <a:tcPr marL="171085" marR="171085" marT="34295" marB="3429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4291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1600" b="1" i="1" u="none" strike="noStrike" cap="none" normalizeH="0" baseline="0" dirty="0">
                          <a:ln>
                            <a:noFill/>
                          </a:ln>
                          <a:solidFill>
                            <a:schemeClr val="tx1"/>
                          </a:solidFill>
                          <a:effectLst/>
                          <a:latin typeface="Times New Roman" pitchFamily="18" charset="0"/>
                          <a:ea typeface="楷体_GB2312"/>
                          <a:cs typeface="Times New Roman" pitchFamily="18" charset="0"/>
                        </a:rPr>
                        <a:t>F</a:t>
                      </a:r>
                      <a:endParaRPr kumimoji="1" lang="zh-CN" altLang="en-US" sz="1600" b="1" i="1" u="none" strike="noStrike" cap="none" normalizeH="0" baseline="0" dirty="0">
                        <a:ln>
                          <a:noFill/>
                        </a:ln>
                        <a:solidFill>
                          <a:schemeClr val="tx1"/>
                        </a:solidFill>
                        <a:effectLst/>
                        <a:latin typeface="Times New Roman" pitchFamily="18" charset="0"/>
                        <a:ea typeface="楷体_GB2312"/>
                        <a:cs typeface="Times New Roman" pitchFamily="18" charset="0"/>
                      </a:endParaRPr>
                    </a:p>
                  </a:txBody>
                  <a:tcPr marL="171085" marR="171085" marT="34295" marB="3429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1800" b="1" i="0" u="none" strike="noStrike" cap="none" normalizeH="0" baseline="0">
                          <a:ln>
                            <a:noFill/>
                          </a:ln>
                          <a:solidFill>
                            <a:schemeClr val="tx1"/>
                          </a:solidFill>
                          <a:effectLst/>
                          <a:latin typeface="Times New Roman" pitchFamily="18" charset="0"/>
                          <a:ea typeface="楷体_GB2312"/>
                          <a:cs typeface="Times New Roman" pitchFamily="18" charset="0"/>
                        </a:rPr>
                        <a:t>   (   id</a:t>
                      </a:r>
                      <a:endParaRPr kumimoji="1" lang="zh-CN" altLang="en-US" sz="1800" b="1" i="0" u="none" strike="noStrike" cap="none" normalizeH="0" baseline="0">
                        <a:ln>
                          <a:noFill/>
                        </a:ln>
                        <a:solidFill>
                          <a:schemeClr val="tx1"/>
                        </a:solidFill>
                        <a:effectLst/>
                        <a:latin typeface="Times New Roman" pitchFamily="18" charset="0"/>
                        <a:ea typeface="楷体_GB2312"/>
                        <a:cs typeface="Times New Roman" pitchFamily="18" charset="0"/>
                      </a:endParaRPr>
                    </a:p>
                  </a:txBody>
                  <a:tcPr marL="171085" marR="171085" marT="34295" marB="3429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800" b="1" i="0" u="none" strike="noStrike" cap="none" normalizeH="0" baseline="0" dirty="0">
                          <a:ln>
                            <a:noFill/>
                          </a:ln>
                          <a:solidFill>
                            <a:schemeClr val="tx1"/>
                          </a:solidFill>
                          <a:effectLst/>
                          <a:latin typeface="Times New Roman" pitchFamily="18" charset="0"/>
                          <a:ea typeface="楷体_GB2312"/>
                          <a:cs typeface="Times New Roman" pitchFamily="18" charset="0"/>
                        </a:rPr>
                        <a:t>* +  )  $</a:t>
                      </a:r>
                      <a:endParaRPr kumimoji="0" lang="zh-CN" altLang="en-US" sz="1800" b="1" i="0" u="none" strike="noStrike" cap="none" normalizeH="0" baseline="0" dirty="0">
                        <a:ln>
                          <a:noFill/>
                        </a:ln>
                        <a:solidFill>
                          <a:schemeClr val="tx1"/>
                        </a:solidFill>
                        <a:effectLst/>
                        <a:latin typeface="Times New Roman" pitchFamily="18" charset="0"/>
                        <a:ea typeface="楷体_GB2312"/>
                        <a:cs typeface="Times New Roman" pitchFamily="18" charset="0"/>
                      </a:endParaRPr>
                    </a:p>
                  </a:txBody>
                  <a:tcPr marL="171085" marR="171085" marT="34295" marB="3429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4" name="文本框 3">
            <a:extLst>
              <a:ext uri="{FF2B5EF4-FFF2-40B4-BE49-F238E27FC236}">
                <a16:creationId xmlns:a16="http://schemas.microsoft.com/office/drawing/2014/main" id="{84122295-5DB7-45CF-9289-802B48CCFBA7}"/>
              </a:ext>
            </a:extLst>
          </p:cNvPr>
          <p:cNvSpPr txBox="1"/>
          <p:nvPr/>
        </p:nvSpPr>
        <p:spPr>
          <a:xfrm>
            <a:off x="35496" y="3939902"/>
            <a:ext cx="4176464" cy="1169551"/>
          </a:xfrm>
          <a:prstGeom prst="rect">
            <a:avLst/>
          </a:prstGeom>
          <a:solidFill>
            <a:schemeClr val="accent4">
              <a:lumMod val="20000"/>
              <a:lumOff val="80000"/>
            </a:schemeClr>
          </a:solidFill>
          <a:ln>
            <a:solidFill>
              <a:schemeClr val="tx1"/>
            </a:solidFill>
          </a:ln>
        </p:spPr>
        <p:txBody>
          <a:bodyPr wrap="square" rtlCol="0">
            <a:spAutoFit/>
          </a:bodyPr>
          <a:lstStyle/>
          <a:p>
            <a:pPr marL="0" lvl="1" indent="0" algn="ctr" eaLnBrk="1" hangingPunct="1">
              <a:lnSpc>
                <a:spcPts val="2800"/>
              </a:lnSpc>
              <a:buNone/>
              <a:defRPr/>
            </a:pPr>
            <a:r>
              <a:rPr lang="en-US" altLang="zh-CN" sz="2400" b="1" i="1" dirty="0">
                <a:solidFill>
                  <a:srgbClr val="C00000"/>
                </a:solidFill>
                <a:latin typeface="Times New Roman" panose="02020603050405020304" pitchFamily="18" charset="0"/>
                <a:cs typeface="Times New Roman" panose="02020603050405020304" pitchFamily="18" charset="0"/>
              </a:rPr>
              <a:t>SELECT</a:t>
            </a:r>
            <a:r>
              <a:rPr lang="en-US" altLang="zh-CN" sz="2400" b="1" dirty="0">
                <a:solidFill>
                  <a:srgbClr val="C00000"/>
                </a:solidFill>
                <a:latin typeface="Times New Roman" panose="02020603050405020304" pitchFamily="18" charset="0"/>
                <a:cs typeface="Times New Roman" panose="02020603050405020304" pitchFamily="18" charset="0"/>
              </a:rPr>
              <a:t>(2)</a:t>
            </a:r>
            <a:r>
              <a:rPr lang="en-US" altLang="zh-CN" sz="2400" b="1" i="1" dirty="0">
                <a:solidFill>
                  <a:srgbClr val="C00000"/>
                </a:solidFill>
                <a:latin typeface="Times New Roman" panose="02020603050405020304" pitchFamily="18" charset="0"/>
                <a:cs typeface="Times New Roman" panose="02020603050405020304" pitchFamily="18" charset="0"/>
              </a:rPr>
              <a:t> </a:t>
            </a:r>
            <a:r>
              <a:rPr lang="en-US" altLang="zh-CN" sz="2400" b="1" dirty="0">
                <a:solidFill>
                  <a:srgbClr val="C00000"/>
                </a:solidFill>
                <a:latin typeface="Times New Roman" panose="02020603050405020304" pitchFamily="18" charset="0"/>
                <a:cs typeface="Times New Roman" panose="02020603050405020304" pitchFamily="18" charset="0"/>
              </a:rPr>
              <a:t>∩ </a:t>
            </a:r>
            <a:r>
              <a:rPr lang="en-US" altLang="zh-CN" sz="2400" b="1" i="1" dirty="0">
                <a:solidFill>
                  <a:srgbClr val="C00000"/>
                </a:solidFill>
                <a:latin typeface="Times New Roman" panose="02020603050405020304" pitchFamily="18" charset="0"/>
                <a:cs typeface="Times New Roman" panose="02020603050405020304" pitchFamily="18" charset="0"/>
              </a:rPr>
              <a:t>SELECT</a:t>
            </a:r>
            <a:r>
              <a:rPr lang="en-US" altLang="zh-CN" sz="2400" b="1" dirty="0">
                <a:solidFill>
                  <a:srgbClr val="C00000"/>
                </a:solidFill>
                <a:latin typeface="Times New Roman" panose="02020603050405020304" pitchFamily="18" charset="0"/>
                <a:cs typeface="Times New Roman" panose="02020603050405020304" pitchFamily="18" charset="0"/>
              </a:rPr>
              <a:t>(3)</a:t>
            </a:r>
            <a:r>
              <a:rPr lang="en-US" altLang="zh-CN" sz="2400" b="1" i="1" dirty="0">
                <a:solidFill>
                  <a:srgbClr val="C00000"/>
                </a:solidFill>
                <a:latin typeface="Times New Roman" panose="02020603050405020304" pitchFamily="18" charset="0"/>
                <a:cs typeface="Times New Roman" panose="02020603050405020304" pitchFamily="18" charset="0"/>
              </a:rPr>
              <a:t> </a:t>
            </a:r>
            <a:r>
              <a:rPr lang="en-US" altLang="zh-CN" sz="2400" b="1" dirty="0">
                <a:solidFill>
                  <a:srgbClr val="C00000"/>
                </a:solidFill>
                <a:latin typeface="Times New Roman" panose="02020603050405020304" pitchFamily="18" charset="0"/>
                <a:cs typeface="Times New Roman" panose="02020603050405020304" pitchFamily="18" charset="0"/>
              </a:rPr>
              <a:t>= </a:t>
            </a:r>
            <a:r>
              <a:rPr lang="el-GR" altLang="zh-CN" sz="2400" b="1" dirty="0">
                <a:solidFill>
                  <a:srgbClr val="C00000"/>
                </a:solidFill>
                <a:latin typeface="Times New Roman" panose="02020603050405020304" pitchFamily="18" charset="0"/>
                <a:cs typeface="Times New Roman" panose="02020603050405020304" pitchFamily="18" charset="0"/>
              </a:rPr>
              <a:t>Φ</a:t>
            </a:r>
            <a:endParaRPr lang="en-US" altLang="zh-CN" sz="2400" b="1" dirty="0">
              <a:solidFill>
                <a:srgbClr val="C00000"/>
              </a:solidFill>
              <a:latin typeface="Times New Roman" panose="02020603050405020304" pitchFamily="18" charset="0"/>
              <a:cs typeface="Times New Roman" panose="02020603050405020304" pitchFamily="18" charset="0"/>
            </a:endParaRPr>
          </a:p>
          <a:p>
            <a:pPr marL="0" lvl="1" algn="ctr" eaLnBrk="1" hangingPunct="1">
              <a:lnSpc>
                <a:spcPts val="2800"/>
              </a:lnSpc>
              <a:defRPr/>
            </a:pPr>
            <a:r>
              <a:rPr lang="en-US" altLang="zh-CN" sz="2400" b="1" i="1" dirty="0">
                <a:solidFill>
                  <a:srgbClr val="C00000"/>
                </a:solidFill>
                <a:latin typeface="Times New Roman" panose="02020603050405020304" pitchFamily="18" charset="0"/>
                <a:cs typeface="Times New Roman" panose="02020603050405020304" pitchFamily="18" charset="0"/>
              </a:rPr>
              <a:t>SELECT</a:t>
            </a:r>
            <a:r>
              <a:rPr lang="en-US" altLang="zh-CN" sz="2400" b="1" dirty="0">
                <a:solidFill>
                  <a:srgbClr val="C00000"/>
                </a:solidFill>
                <a:latin typeface="Times New Roman" panose="02020603050405020304" pitchFamily="18" charset="0"/>
                <a:cs typeface="Times New Roman" panose="02020603050405020304" pitchFamily="18" charset="0"/>
              </a:rPr>
              <a:t>(5)</a:t>
            </a:r>
            <a:r>
              <a:rPr lang="en-US" altLang="zh-CN" sz="2400" b="1" i="1" dirty="0">
                <a:solidFill>
                  <a:srgbClr val="C00000"/>
                </a:solidFill>
                <a:latin typeface="Times New Roman" panose="02020603050405020304" pitchFamily="18" charset="0"/>
                <a:cs typeface="Times New Roman" panose="02020603050405020304" pitchFamily="18" charset="0"/>
              </a:rPr>
              <a:t> </a:t>
            </a:r>
            <a:r>
              <a:rPr lang="en-US" altLang="zh-CN" sz="2400" b="1" dirty="0">
                <a:solidFill>
                  <a:srgbClr val="C00000"/>
                </a:solidFill>
                <a:latin typeface="Times New Roman" panose="02020603050405020304" pitchFamily="18" charset="0"/>
                <a:cs typeface="Times New Roman" panose="02020603050405020304" pitchFamily="18" charset="0"/>
              </a:rPr>
              <a:t>∩ </a:t>
            </a:r>
            <a:r>
              <a:rPr lang="en-US" altLang="zh-CN" sz="2400" b="1" i="1" dirty="0">
                <a:solidFill>
                  <a:srgbClr val="C00000"/>
                </a:solidFill>
                <a:latin typeface="Times New Roman" panose="02020603050405020304" pitchFamily="18" charset="0"/>
                <a:cs typeface="Times New Roman" panose="02020603050405020304" pitchFamily="18" charset="0"/>
              </a:rPr>
              <a:t>SELECT</a:t>
            </a:r>
            <a:r>
              <a:rPr lang="en-US" altLang="zh-CN" sz="2400" b="1" dirty="0">
                <a:solidFill>
                  <a:srgbClr val="C00000"/>
                </a:solidFill>
                <a:latin typeface="Times New Roman" panose="02020603050405020304" pitchFamily="18" charset="0"/>
                <a:cs typeface="Times New Roman" panose="02020603050405020304" pitchFamily="18" charset="0"/>
              </a:rPr>
              <a:t>(6)</a:t>
            </a:r>
            <a:r>
              <a:rPr lang="en-US" altLang="zh-CN" sz="2400" b="1" i="1" dirty="0">
                <a:solidFill>
                  <a:srgbClr val="C00000"/>
                </a:solidFill>
                <a:latin typeface="Times New Roman" panose="02020603050405020304" pitchFamily="18" charset="0"/>
                <a:cs typeface="Times New Roman" panose="02020603050405020304" pitchFamily="18" charset="0"/>
              </a:rPr>
              <a:t> </a:t>
            </a:r>
            <a:r>
              <a:rPr lang="en-US" altLang="zh-CN" sz="2400" b="1" dirty="0">
                <a:solidFill>
                  <a:srgbClr val="C00000"/>
                </a:solidFill>
                <a:latin typeface="Times New Roman" panose="02020603050405020304" pitchFamily="18" charset="0"/>
                <a:cs typeface="Times New Roman" panose="02020603050405020304" pitchFamily="18" charset="0"/>
              </a:rPr>
              <a:t>= </a:t>
            </a:r>
            <a:r>
              <a:rPr lang="el-GR" altLang="zh-CN" sz="2400" b="1" dirty="0">
                <a:solidFill>
                  <a:srgbClr val="C00000"/>
                </a:solidFill>
                <a:latin typeface="Times New Roman" panose="02020603050405020304" pitchFamily="18" charset="0"/>
                <a:cs typeface="Times New Roman" panose="02020603050405020304" pitchFamily="18" charset="0"/>
              </a:rPr>
              <a:t>Φ</a:t>
            </a:r>
            <a:endParaRPr lang="en-US" altLang="zh-CN" sz="2400" b="1" dirty="0">
              <a:solidFill>
                <a:srgbClr val="C00000"/>
              </a:solidFill>
              <a:latin typeface="Times New Roman" panose="02020603050405020304" pitchFamily="18" charset="0"/>
              <a:ea typeface="楷体" pitchFamily="49" charset="-122"/>
              <a:cs typeface="Times New Roman" panose="02020603050405020304" pitchFamily="18" charset="0"/>
            </a:endParaRPr>
          </a:p>
          <a:p>
            <a:pPr marL="0" lvl="1" algn="ctr" eaLnBrk="1" hangingPunct="1">
              <a:lnSpc>
                <a:spcPts val="2800"/>
              </a:lnSpc>
              <a:defRPr/>
            </a:pPr>
            <a:r>
              <a:rPr lang="en-US" altLang="zh-CN" sz="2400" b="1" i="1" dirty="0">
                <a:solidFill>
                  <a:srgbClr val="C00000"/>
                </a:solidFill>
                <a:latin typeface="Times New Roman" panose="02020603050405020304" pitchFamily="18" charset="0"/>
                <a:cs typeface="Times New Roman" panose="02020603050405020304" pitchFamily="18" charset="0"/>
              </a:rPr>
              <a:t>SELECT</a:t>
            </a:r>
            <a:r>
              <a:rPr lang="en-US" altLang="zh-CN" sz="2400" b="1" dirty="0">
                <a:solidFill>
                  <a:srgbClr val="C00000"/>
                </a:solidFill>
                <a:latin typeface="Times New Roman" panose="02020603050405020304" pitchFamily="18" charset="0"/>
                <a:cs typeface="Times New Roman" panose="02020603050405020304" pitchFamily="18" charset="0"/>
              </a:rPr>
              <a:t>(7)</a:t>
            </a:r>
            <a:r>
              <a:rPr lang="en-US" altLang="zh-CN" sz="2400" b="1" i="1" dirty="0">
                <a:solidFill>
                  <a:srgbClr val="C00000"/>
                </a:solidFill>
                <a:latin typeface="Times New Roman" panose="02020603050405020304" pitchFamily="18" charset="0"/>
                <a:cs typeface="Times New Roman" panose="02020603050405020304" pitchFamily="18" charset="0"/>
              </a:rPr>
              <a:t> </a:t>
            </a:r>
            <a:r>
              <a:rPr lang="en-US" altLang="zh-CN" sz="2400" b="1" dirty="0">
                <a:solidFill>
                  <a:srgbClr val="C00000"/>
                </a:solidFill>
                <a:latin typeface="Times New Roman" panose="02020603050405020304" pitchFamily="18" charset="0"/>
                <a:cs typeface="Times New Roman" panose="02020603050405020304" pitchFamily="18" charset="0"/>
              </a:rPr>
              <a:t>∩ </a:t>
            </a:r>
            <a:r>
              <a:rPr lang="en-US" altLang="zh-CN" sz="2400" b="1" i="1" dirty="0">
                <a:solidFill>
                  <a:srgbClr val="C00000"/>
                </a:solidFill>
                <a:latin typeface="Times New Roman" panose="02020603050405020304" pitchFamily="18" charset="0"/>
                <a:cs typeface="Times New Roman" panose="02020603050405020304" pitchFamily="18" charset="0"/>
              </a:rPr>
              <a:t>SELECT</a:t>
            </a:r>
            <a:r>
              <a:rPr lang="en-US" altLang="zh-CN" sz="2400" b="1" dirty="0">
                <a:solidFill>
                  <a:srgbClr val="C00000"/>
                </a:solidFill>
                <a:latin typeface="Times New Roman" panose="02020603050405020304" pitchFamily="18" charset="0"/>
                <a:cs typeface="Times New Roman" panose="02020603050405020304" pitchFamily="18" charset="0"/>
              </a:rPr>
              <a:t>(8)</a:t>
            </a:r>
            <a:r>
              <a:rPr lang="en-US" altLang="zh-CN" sz="2400" b="1" i="1" dirty="0">
                <a:solidFill>
                  <a:srgbClr val="C00000"/>
                </a:solidFill>
                <a:latin typeface="Times New Roman" panose="02020603050405020304" pitchFamily="18" charset="0"/>
                <a:cs typeface="Times New Roman" panose="02020603050405020304" pitchFamily="18" charset="0"/>
              </a:rPr>
              <a:t> </a:t>
            </a:r>
            <a:r>
              <a:rPr lang="en-US" altLang="zh-CN" sz="2400" b="1" dirty="0">
                <a:solidFill>
                  <a:srgbClr val="C00000"/>
                </a:solidFill>
                <a:latin typeface="Times New Roman" panose="02020603050405020304" pitchFamily="18" charset="0"/>
                <a:cs typeface="Times New Roman" panose="02020603050405020304" pitchFamily="18" charset="0"/>
              </a:rPr>
              <a:t>= </a:t>
            </a:r>
            <a:r>
              <a:rPr lang="el-GR" altLang="zh-CN" sz="2400" b="1" dirty="0">
                <a:solidFill>
                  <a:srgbClr val="C00000"/>
                </a:solidFill>
                <a:latin typeface="Times New Roman" panose="02020603050405020304" pitchFamily="18" charset="0"/>
                <a:cs typeface="Times New Roman" panose="02020603050405020304" pitchFamily="18" charset="0"/>
              </a:rPr>
              <a:t>Φ</a:t>
            </a:r>
            <a:endParaRPr lang="en-US" altLang="zh-CN" sz="2400" b="1" dirty="0">
              <a:solidFill>
                <a:srgbClr val="C00000"/>
              </a:solidFill>
              <a:latin typeface="Times New Roman" panose="02020603050405020304" pitchFamily="18" charset="0"/>
              <a:ea typeface="楷体" pitchFamily="49" charset="-122"/>
              <a:cs typeface="Times New Roman" panose="02020603050405020304" pitchFamily="18" charset="0"/>
            </a:endParaRPr>
          </a:p>
        </p:txBody>
      </p:sp>
      <p:sp>
        <p:nvSpPr>
          <p:cNvPr id="5" name="矩形 4">
            <a:extLst>
              <a:ext uri="{FF2B5EF4-FFF2-40B4-BE49-F238E27FC236}">
                <a16:creationId xmlns:a16="http://schemas.microsoft.com/office/drawing/2014/main" id="{CE9745FB-7B47-41F9-BF20-68E613C51106}"/>
              </a:ext>
            </a:extLst>
          </p:cNvPr>
          <p:cNvSpPr/>
          <p:nvPr/>
        </p:nvSpPr>
        <p:spPr>
          <a:xfrm>
            <a:off x="7087320" y="781278"/>
            <a:ext cx="1770036" cy="400110"/>
          </a:xfrm>
          <a:prstGeom prst="rect">
            <a:avLst/>
          </a:prstGeom>
        </p:spPr>
        <p:txBody>
          <a:bodyPr wrap="none">
            <a:spAutoFit/>
          </a:bodyPr>
          <a:lstStyle/>
          <a:p>
            <a:r>
              <a:rPr lang="en-US" altLang="zh-CN" sz="2000" b="1" dirty="0">
                <a:latin typeface="Times New Roman" panose="02020603050405020304" pitchFamily="18" charset="0"/>
                <a:ea typeface="楷体_GB2312"/>
                <a:cs typeface="Times New Roman" panose="02020603050405020304" pitchFamily="18" charset="0"/>
              </a:rPr>
              <a:t>=</a:t>
            </a:r>
            <a:r>
              <a:rPr kumimoji="1" lang="en-US" altLang="zh-CN" sz="2000" b="1" dirty="0">
                <a:latin typeface="Times New Roman" panose="02020603050405020304" pitchFamily="18" charset="0"/>
                <a:ea typeface="楷体_GB2312"/>
                <a:cs typeface="Times New Roman" panose="02020603050405020304" pitchFamily="18" charset="0"/>
              </a:rPr>
              <a:t> </a:t>
            </a:r>
            <a:r>
              <a:rPr kumimoji="1" lang="en-US" altLang="zh-CN" sz="2000" b="1" i="1" dirty="0">
                <a:latin typeface="Times New Roman" panose="02020603050405020304" pitchFamily="18" charset="0"/>
                <a:ea typeface="楷体_GB2312"/>
                <a:cs typeface="Times New Roman" panose="02020603050405020304" pitchFamily="18" charset="0"/>
              </a:rPr>
              <a:t>FIRST</a:t>
            </a:r>
            <a:r>
              <a:rPr kumimoji="1" lang="en-US" altLang="zh-CN" sz="2000" b="1" dirty="0">
                <a:latin typeface="Times New Roman" panose="02020603050405020304" pitchFamily="18" charset="0"/>
                <a:ea typeface="楷体_GB2312"/>
                <a:cs typeface="Times New Roman" panose="02020603050405020304" pitchFamily="18" charset="0"/>
              </a:rPr>
              <a:t>(</a:t>
            </a:r>
            <a:r>
              <a:rPr kumimoji="1" lang="en-US" altLang="zh-CN" sz="2000" b="1" i="1" dirty="0">
                <a:latin typeface="Times New Roman" panose="02020603050405020304" pitchFamily="18" charset="0"/>
                <a:ea typeface="楷体_GB2312"/>
                <a:cs typeface="Times New Roman" panose="02020603050405020304" pitchFamily="18" charset="0"/>
              </a:rPr>
              <a:t>TE</a:t>
            </a:r>
            <a:r>
              <a:rPr kumimoji="1" lang="en-US" altLang="zh-CN" sz="2000" b="1" dirty="0">
                <a:latin typeface="Times New Roman" panose="02020603050405020304" pitchFamily="18" charset="0"/>
                <a:cs typeface="Times New Roman" panose="02020603050405020304" pitchFamily="18" charset="0"/>
              </a:rPr>
              <a:t>') </a:t>
            </a:r>
            <a:endParaRPr lang="zh-CN" altLang="en-US" sz="2000" dirty="0"/>
          </a:p>
        </p:txBody>
      </p:sp>
      <p:sp>
        <p:nvSpPr>
          <p:cNvPr id="6" name="矩形 5">
            <a:extLst>
              <a:ext uri="{FF2B5EF4-FFF2-40B4-BE49-F238E27FC236}">
                <a16:creationId xmlns:a16="http://schemas.microsoft.com/office/drawing/2014/main" id="{DA25532A-2C47-4681-85CF-A4862E4CE4D6}"/>
              </a:ext>
            </a:extLst>
          </p:cNvPr>
          <p:cNvSpPr/>
          <p:nvPr/>
        </p:nvSpPr>
        <p:spPr>
          <a:xfrm>
            <a:off x="7093064" y="2019815"/>
            <a:ext cx="1955985" cy="400110"/>
          </a:xfrm>
          <a:prstGeom prst="rect">
            <a:avLst/>
          </a:prstGeom>
        </p:spPr>
        <p:txBody>
          <a:bodyPr wrap="none">
            <a:spAutoFit/>
          </a:bodyPr>
          <a:lstStyle/>
          <a:p>
            <a:r>
              <a:rPr kumimoji="1" lang="en-US" altLang="zh-CN" sz="2000" b="1" dirty="0">
                <a:latin typeface="Times New Roman" panose="02020603050405020304" pitchFamily="18" charset="0"/>
                <a:ea typeface="楷体_GB2312"/>
                <a:cs typeface="Times New Roman" panose="02020603050405020304" pitchFamily="18" charset="0"/>
              </a:rPr>
              <a:t>= </a:t>
            </a:r>
            <a:r>
              <a:rPr kumimoji="1" lang="en-US" altLang="zh-CN" sz="2000" b="1" i="1" dirty="0">
                <a:latin typeface="Times New Roman" panose="02020603050405020304" pitchFamily="18" charset="0"/>
                <a:ea typeface="楷体_GB2312"/>
                <a:cs typeface="Times New Roman" panose="02020603050405020304" pitchFamily="18" charset="0"/>
              </a:rPr>
              <a:t>FOLLOW</a:t>
            </a:r>
            <a:r>
              <a:rPr kumimoji="1" lang="en-US" altLang="zh-CN" sz="2000" b="1" dirty="0">
                <a:latin typeface="Times New Roman" panose="02020603050405020304" pitchFamily="18" charset="0"/>
                <a:ea typeface="楷体_GB2312"/>
                <a:cs typeface="Times New Roman" panose="02020603050405020304" pitchFamily="18" charset="0"/>
              </a:rPr>
              <a:t>(</a:t>
            </a:r>
            <a:r>
              <a:rPr kumimoji="1" lang="en-US" altLang="zh-CN" sz="2000" b="1" i="1" dirty="0">
                <a:latin typeface="Times New Roman" panose="02020603050405020304" pitchFamily="18" charset="0"/>
                <a:ea typeface="楷体_GB2312"/>
                <a:cs typeface="Times New Roman" panose="02020603050405020304" pitchFamily="18" charset="0"/>
              </a:rPr>
              <a:t>E</a:t>
            </a:r>
            <a:r>
              <a:rPr kumimoji="1" lang="en-US" altLang="zh-CN" sz="2000" b="1" dirty="0">
                <a:latin typeface="Times New Roman" panose="02020603050405020304" pitchFamily="18" charset="0"/>
                <a:cs typeface="Times New Roman" panose="02020603050405020304" pitchFamily="18" charset="0"/>
              </a:rPr>
              <a:t> ')</a:t>
            </a:r>
            <a:endParaRPr lang="zh-CN" altLang="en-US" sz="2000" dirty="0"/>
          </a:p>
        </p:txBody>
      </p:sp>
      <p:sp>
        <p:nvSpPr>
          <p:cNvPr id="8" name="灯片编号占位符 7">
            <a:extLst>
              <a:ext uri="{FF2B5EF4-FFF2-40B4-BE49-F238E27FC236}">
                <a16:creationId xmlns:a16="http://schemas.microsoft.com/office/drawing/2014/main" id="{4F0ABA7A-E6A1-4B29-88BB-8FFA5BB7379F}"/>
              </a:ext>
            </a:extLst>
          </p:cNvPr>
          <p:cNvSpPr>
            <a:spLocks noGrp="1"/>
          </p:cNvSpPr>
          <p:nvPr>
            <p:ph type="sldNum" sz="quarter" idx="12"/>
          </p:nvPr>
        </p:nvSpPr>
        <p:spPr/>
        <p:txBody>
          <a:bodyPr/>
          <a:lstStyle/>
          <a:p>
            <a:pPr>
              <a:defRPr/>
            </a:pPr>
            <a:fld id="{EA567855-7F13-4FC5-AD61-2B82F6443E16}" type="slidenum">
              <a:rPr lang="zh-CN" altLang="en-US" smtClean="0"/>
              <a:pPr>
                <a:defRPr/>
              </a:pPr>
              <a:t>46</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4211"/>
                                        </p:tgtEl>
                                        <p:attrNameLst>
                                          <p:attrName>style.visibility</p:attrName>
                                        </p:attrNameLst>
                                      </p:cBhvr>
                                      <p:to>
                                        <p:strVal val="visible"/>
                                      </p:to>
                                    </p:set>
                                    <p:anim calcmode="lin" valueType="num">
                                      <p:cBhvr>
                                        <p:cTn id="7" dur="500" fill="hold"/>
                                        <p:tgtEl>
                                          <p:spTgt spid="94211"/>
                                        </p:tgtEl>
                                        <p:attrNameLst>
                                          <p:attrName>ppt_w</p:attrName>
                                        </p:attrNameLst>
                                      </p:cBhvr>
                                      <p:tavLst>
                                        <p:tav tm="0">
                                          <p:val>
                                            <p:fltVal val="0"/>
                                          </p:val>
                                        </p:tav>
                                        <p:tav tm="100000">
                                          <p:val>
                                            <p:strVal val="#ppt_w"/>
                                          </p:val>
                                        </p:tav>
                                      </p:tavLst>
                                    </p:anim>
                                    <p:anim calcmode="lin" valueType="num">
                                      <p:cBhvr>
                                        <p:cTn id="8" dur="500" fill="hold"/>
                                        <p:tgtEl>
                                          <p:spTgt spid="94211"/>
                                        </p:tgtEl>
                                        <p:attrNameLst>
                                          <p:attrName>ppt_h</p:attrName>
                                        </p:attrNameLst>
                                      </p:cBhvr>
                                      <p:tavLst>
                                        <p:tav tm="0">
                                          <p:val>
                                            <p:fltVal val="0"/>
                                          </p:val>
                                        </p:tav>
                                        <p:tav tm="100000">
                                          <p:val>
                                            <p:strVal val="#ppt_h"/>
                                          </p:val>
                                        </p:tav>
                                      </p:tavLst>
                                    </p:anim>
                                    <p:animEffect transition="in" filter="fade">
                                      <p:cBhvr>
                                        <p:cTn id="9" dur="500"/>
                                        <p:tgtEl>
                                          <p:spTgt spid="94211"/>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 calcmode="lin" valueType="num">
                                      <p:cBhvr>
                                        <p:cTn id="14" dur="500" fill="hold"/>
                                        <p:tgtEl>
                                          <p:spTgt spid="10"/>
                                        </p:tgtEl>
                                        <p:attrNameLst>
                                          <p:attrName>ppt_w</p:attrName>
                                        </p:attrNameLst>
                                      </p:cBhvr>
                                      <p:tavLst>
                                        <p:tav tm="0">
                                          <p:val>
                                            <p:fltVal val="0"/>
                                          </p:val>
                                        </p:tav>
                                        <p:tav tm="100000">
                                          <p:val>
                                            <p:strVal val="#ppt_w"/>
                                          </p:val>
                                        </p:tav>
                                      </p:tavLst>
                                    </p:anim>
                                    <p:anim calcmode="lin" valueType="num">
                                      <p:cBhvr>
                                        <p:cTn id="15" dur="500" fill="hold"/>
                                        <p:tgtEl>
                                          <p:spTgt spid="10"/>
                                        </p:tgtEl>
                                        <p:attrNameLst>
                                          <p:attrName>ppt_h</p:attrName>
                                        </p:attrNameLst>
                                      </p:cBhvr>
                                      <p:tavLst>
                                        <p:tav tm="0">
                                          <p:val>
                                            <p:fltVal val="0"/>
                                          </p:val>
                                        </p:tav>
                                        <p:tav tm="100000">
                                          <p:val>
                                            <p:strVal val="#ppt_h"/>
                                          </p:val>
                                        </p:tav>
                                      </p:tavLst>
                                    </p:anim>
                                    <p:animEffect transition="in" filter="fade">
                                      <p:cBhvr>
                                        <p:cTn id="16" dur="500"/>
                                        <p:tgtEl>
                                          <p:spTgt spid="10"/>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731180">
                                            <p:bg/>
                                          </p:spTgt>
                                        </p:tgtEl>
                                        <p:attrNameLst>
                                          <p:attrName>style.visibility</p:attrName>
                                        </p:attrNameLst>
                                      </p:cBhvr>
                                      <p:to>
                                        <p:strVal val="visible"/>
                                      </p:to>
                                    </p:set>
                                    <p:animEffect transition="in" filter="wipe(down)">
                                      <p:cBhvr>
                                        <p:cTn id="21" dur="500"/>
                                        <p:tgtEl>
                                          <p:spTgt spid="731180">
                                            <p:bg/>
                                          </p:spTgt>
                                        </p:tgtEl>
                                      </p:cBhvr>
                                    </p:animEffect>
                                  </p:childTnLst>
                                </p:cTn>
                              </p:par>
                              <p:par>
                                <p:cTn id="22" presetID="53" presetClass="entr" presetSubtype="0" fill="hold" nodeType="withEffect">
                                  <p:stCondLst>
                                    <p:cond delay="0"/>
                                  </p:stCondLst>
                                  <p:childTnLst>
                                    <p:set>
                                      <p:cBhvr>
                                        <p:cTn id="23" dur="1" fill="hold">
                                          <p:stCondLst>
                                            <p:cond delay="0"/>
                                          </p:stCondLst>
                                        </p:cTn>
                                        <p:tgtEl>
                                          <p:spTgt spid="731180">
                                            <p:txEl>
                                              <p:pRg st="0" end="0"/>
                                            </p:txEl>
                                          </p:spTgt>
                                        </p:tgtEl>
                                        <p:attrNameLst>
                                          <p:attrName>style.visibility</p:attrName>
                                        </p:attrNameLst>
                                      </p:cBhvr>
                                      <p:to>
                                        <p:strVal val="visible"/>
                                      </p:to>
                                    </p:set>
                                    <p:anim calcmode="lin" valueType="num">
                                      <p:cBhvr>
                                        <p:cTn id="24" dur="500" fill="hold"/>
                                        <p:tgtEl>
                                          <p:spTgt spid="731180">
                                            <p:txEl>
                                              <p:pRg st="0" end="0"/>
                                            </p:txEl>
                                          </p:spTgt>
                                        </p:tgtEl>
                                        <p:attrNameLst>
                                          <p:attrName>ppt_w</p:attrName>
                                        </p:attrNameLst>
                                      </p:cBhvr>
                                      <p:tavLst>
                                        <p:tav tm="0">
                                          <p:val>
                                            <p:fltVal val="0"/>
                                          </p:val>
                                        </p:tav>
                                        <p:tav tm="100000">
                                          <p:val>
                                            <p:strVal val="#ppt_w"/>
                                          </p:val>
                                        </p:tav>
                                      </p:tavLst>
                                    </p:anim>
                                    <p:anim calcmode="lin" valueType="num">
                                      <p:cBhvr>
                                        <p:cTn id="25" dur="500" fill="hold"/>
                                        <p:tgtEl>
                                          <p:spTgt spid="731180">
                                            <p:txEl>
                                              <p:pRg st="0" end="0"/>
                                            </p:txEl>
                                          </p:spTgt>
                                        </p:tgtEl>
                                        <p:attrNameLst>
                                          <p:attrName>ppt_h</p:attrName>
                                        </p:attrNameLst>
                                      </p:cBhvr>
                                      <p:tavLst>
                                        <p:tav tm="0">
                                          <p:val>
                                            <p:fltVal val="0"/>
                                          </p:val>
                                        </p:tav>
                                        <p:tav tm="100000">
                                          <p:val>
                                            <p:strVal val="#ppt_h"/>
                                          </p:val>
                                        </p:tav>
                                      </p:tavLst>
                                    </p:anim>
                                    <p:animEffect transition="in" filter="fade">
                                      <p:cBhvr>
                                        <p:cTn id="26" dur="500"/>
                                        <p:tgtEl>
                                          <p:spTgt spid="731180">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wipe(down)">
                                      <p:cBhvr>
                                        <p:cTn id="31" dur="500"/>
                                        <p:tgtEl>
                                          <p:spTgt spid="5"/>
                                        </p:tgtEl>
                                      </p:cBhvr>
                                    </p:animEffect>
                                  </p:childTnLst>
                                </p:cTn>
                              </p:par>
                            </p:childTnLst>
                          </p:cTn>
                        </p:par>
                      </p:childTnLst>
                    </p:cTn>
                  </p:par>
                  <p:par>
                    <p:cTn id="32" fill="hold">
                      <p:stCondLst>
                        <p:cond delay="indefinite"/>
                      </p:stCondLst>
                      <p:childTnLst>
                        <p:par>
                          <p:cTn id="33" fill="hold">
                            <p:stCondLst>
                              <p:cond delay="0"/>
                            </p:stCondLst>
                            <p:childTnLst>
                              <p:par>
                                <p:cTn id="34" presetID="53" presetClass="entr" presetSubtype="0" fill="hold" nodeType="clickEffect">
                                  <p:stCondLst>
                                    <p:cond delay="0"/>
                                  </p:stCondLst>
                                  <p:childTnLst>
                                    <p:set>
                                      <p:cBhvr>
                                        <p:cTn id="35" dur="1" fill="hold">
                                          <p:stCondLst>
                                            <p:cond delay="0"/>
                                          </p:stCondLst>
                                        </p:cTn>
                                        <p:tgtEl>
                                          <p:spTgt spid="731180">
                                            <p:txEl>
                                              <p:pRg st="1" end="1"/>
                                            </p:txEl>
                                          </p:spTgt>
                                        </p:tgtEl>
                                        <p:attrNameLst>
                                          <p:attrName>style.visibility</p:attrName>
                                        </p:attrNameLst>
                                      </p:cBhvr>
                                      <p:to>
                                        <p:strVal val="visible"/>
                                      </p:to>
                                    </p:set>
                                    <p:anim calcmode="lin" valueType="num">
                                      <p:cBhvr>
                                        <p:cTn id="36" dur="500" fill="hold"/>
                                        <p:tgtEl>
                                          <p:spTgt spid="731180">
                                            <p:txEl>
                                              <p:pRg st="1" end="1"/>
                                            </p:txEl>
                                          </p:spTgt>
                                        </p:tgtEl>
                                        <p:attrNameLst>
                                          <p:attrName>ppt_w</p:attrName>
                                        </p:attrNameLst>
                                      </p:cBhvr>
                                      <p:tavLst>
                                        <p:tav tm="0">
                                          <p:val>
                                            <p:fltVal val="0"/>
                                          </p:val>
                                        </p:tav>
                                        <p:tav tm="100000">
                                          <p:val>
                                            <p:strVal val="#ppt_w"/>
                                          </p:val>
                                        </p:tav>
                                      </p:tavLst>
                                    </p:anim>
                                    <p:anim calcmode="lin" valueType="num">
                                      <p:cBhvr>
                                        <p:cTn id="37" dur="500" fill="hold"/>
                                        <p:tgtEl>
                                          <p:spTgt spid="731180">
                                            <p:txEl>
                                              <p:pRg st="1" end="1"/>
                                            </p:txEl>
                                          </p:spTgt>
                                        </p:tgtEl>
                                        <p:attrNameLst>
                                          <p:attrName>ppt_h</p:attrName>
                                        </p:attrNameLst>
                                      </p:cBhvr>
                                      <p:tavLst>
                                        <p:tav tm="0">
                                          <p:val>
                                            <p:fltVal val="0"/>
                                          </p:val>
                                        </p:tav>
                                        <p:tav tm="100000">
                                          <p:val>
                                            <p:strVal val="#ppt_h"/>
                                          </p:val>
                                        </p:tav>
                                      </p:tavLst>
                                    </p:anim>
                                    <p:animEffect transition="in" filter="fade">
                                      <p:cBhvr>
                                        <p:cTn id="38" dur="500"/>
                                        <p:tgtEl>
                                          <p:spTgt spid="731180">
                                            <p:txEl>
                                              <p:pRg st="1" end="1"/>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53" presetClass="entr" presetSubtype="0" fill="hold" nodeType="clickEffect">
                                  <p:stCondLst>
                                    <p:cond delay="0"/>
                                  </p:stCondLst>
                                  <p:childTnLst>
                                    <p:set>
                                      <p:cBhvr>
                                        <p:cTn id="42" dur="1" fill="hold">
                                          <p:stCondLst>
                                            <p:cond delay="0"/>
                                          </p:stCondLst>
                                        </p:cTn>
                                        <p:tgtEl>
                                          <p:spTgt spid="731180">
                                            <p:txEl>
                                              <p:pRg st="2" end="2"/>
                                            </p:txEl>
                                          </p:spTgt>
                                        </p:tgtEl>
                                        <p:attrNameLst>
                                          <p:attrName>style.visibility</p:attrName>
                                        </p:attrNameLst>
                                      </p:cBhvr>
                                      <p:to>
                                        <p:strVal val="visible"/>
                                      </p:to>
                                    </p:set>
                                    <p:anim calcmode="lin" valueType="num">
                                      <p:cBhvr>
                                        <p:cTn id="43" dur="500" fill="hold"/>
                                        <p:tgtEl>
                                          <p:spTgt spid="731180">
                                            <p:txEl>
                                              <p:pRg st="2" end="2"/>
                                            </p:txEl>
                                          </p:spTgt>
                                        </p:tgtEl>
                                        <p:attrNameLst>
                                          <p:attrName>ppt_w</p:attrName>
                                        </p:attrNameLst>
                                      </p:cBhvr>
                                      <p:tavLst>
                                        <p:tav tm="0">
                                          <p:val>
                                            <p:fltVal val="0"/>
                                          </p:val>
                                        </p:tav>
                                        <p:tav tm="100000">
                                          <p:val>
                                            <p:strVal val="#ppt_w"/>
                                          </p:val>
                                        </p:tav>
                                      </p:tavLst>
                                    </p:anim>
                                    <p:anim calcmode="lin" valueType="num">
                                      <p:cBhvr>
                                        <p:cTn id="44" dur="500" fill="hold"/>
                                        <p:tgtEl>
                                          <p:spTgt spid="731180">
                                            <p:txEl>
                                              <p:pRg st="2" end="2"/>
                                            </p:txEl>
                                          </p:spTgt>
                                        </p:tgtEl>
                                        <p:attrNameLst>
                                          <p:attrName>ppt_h</p:attrName>
                                        </p:attrNameLst>
                                      </p:cBhvr>
                                      <p:tavLst>
                                        <p:tav tm="0">
                                          <p:val>
                                            <p:fltVal val="0"/>
                                          </p:val>
                                        </p:tav>
                                        <p:tav tm="100000">
                                          <p:val>
                                            <p:strVal val="#ppt_h"/>
                                          </p:val>
                                        </p:tav>
                                      </p:tavLst>
                                    </p:anim>
                                    <p:animEffect transition="in" filter="fade">
                                      <p:cBhvr>
                                        <p:cTn id="45" dur="500"/>
                                        <p:tgtEl>
                                          <p:spTgt spid="731180">
                                            <p:txEl>
                                              <p:pRg st="2" end="2"/>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53" presetClass="entr" presetSubtype="0" fill="hold" nodeType="clickEffect">
                                  <p:stCondLst>
                                    <p:cond delay="0"/>
                                  </p:stCondLst>
                                  <p:childTnLst>
                                    <p:set>
                                      <p:cBhvr>
                                        <p:cTn id="49" dur="1" fill="hold">
                                          <p:stCondLst>
                                            <p:cond delay="0"/>
                                          </p:stCondLst>
                                        </p:cTn>
                                        <p:tgtEl>
                                          <p:spTgt spid="731180">
                                            <p:txEl>
                                              <p:pRg st="3" end="3"/>
                                            </p:txEl>
                                          </p:spTgt>
                                        </p:tgtEl>
                                        <p:attrNameLst>
                                          <p:attrName>style.visibility</p:attrName>
                                        </p:attrNameLst>
                                      </p:cBhvr>
                                      <p:to>
                                        <p:strVal val="visible"/>
                                      </p:to>
                                    </p:set>
                                    <p:anim calcmode="lin" valueType="num">
                                      <p:cBhvr>
                                        <p:cTn id="50" dur="500" fill="hold"/>
                                        <p:tgtEl>
                                          <p:spTgt spid="731180">
                                            <p:txEl>
                                              <p:pRg st="3" end="3"/>
                                            </p:txEl>
                                          </p:spTgt>
                                        </p:tgtEl>
                                        <p:attrNameLst>
                                          <p:attrName>ppt_w</p:attrName>
                                        </p:attrNameLst>
                                      </p:cBhvr>
                                      <p:tavLst>
                                        <p:tav tm="0">
                                          <p:val>
                                            <p:fltVal val="0"/>
                                          </p:val>
                                        </p:tav>
                                        <p:tav tm="100000">
                                          <p:val>
                                            <p:strVal val="#ppt_w"/>
                                          </p:val>
                                        </p:tav>
                                      </p:tavLst>
                                    </p:anim>
                                    <p:anim calcmode="lin" valueType="num">
                                      <p:cBhvr>
                                        <p:cTn id="51" dur="500" fill="hold"/>
                                        <p:tgtEl>
                                          <p:spTgt spid="731180">
                                            <p:txEl>
                                              <p:pRg st="3" end="3"/>
                                            </p:txEl>
                                          </p:spTgt>
                                        </p:tgtEl>
                                        <p:attrNameLst>
                                          <p:attrName>ppt_h</p:attrName>
                                        </p:attrNameLst>
                                      </p:cBhvr>
                                      <p:tavLst>
                                        <p:tav tm="0">
                                          <p:val>
                                            <p:fltVal val="0"/>
                                          </p:val>
                                        </p:tav>
                                        <p:tav tm="100000">
                                          <p:val>
                                            <p:strVal val="#ppt_h"/>
                                          </p:val>
                                        </p:tav>
                                      </p:tavLst>
                                    </p:anim>
                                    <p:animEffect transition="in" filter="fade">
                                      <p:cBhvr>
                                        <p:cTn id="52" dur="500"/>
                                        <p:tgtEl>
                                          <p:spTgt spid="731180">
                                            <p:txEl>
                                              <p:pRg st="3" end="3"/>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53" presetClass="entr" presetSubtype="0" fill="hold" nodeType="clickEffect">
                                  <p:stCondLst>
                                    <p:cond delay="0"/>
                                  </p:stCondLst>
                                  <p:childTnLst>
                                    <p:set>
                                      <p:cBhvr>
                                        <p:cTn id="56" dur="1" fill="hold">
                                          <p:stCondLst>
                                            <p:cond delay="0"/>
                                          </p:stCondLst>
                                        </p:cTn>
                                        <p:tgtEl>
                                          <p:spTgt spid="731180">
                                            <p:txEl>
                                              <p:pRg st="4" end="4"/>
                                            </p:txEl>
                                          </p:spTgt>
                                        </p:tgtEl>
                                        <p:attrNameLst>
                                          <p:attrName>style.visibility</p:attrName>
                                        </p:attrNameLst>
                                      </p:cBhvr>
                                      <p:to>
                                        <p:strVal val="visible"/>
                                      </p:to>
                                    </p:set>
                                    <p:anim calcmode="lin" valueType="num">
                                      <p:cBhvr>
                                        <p:cTn id="57" dur="500" fill="hold"/>
                                        <p:tgtEl>
                                          <p:spTgt spid="731180">
                                            <p:txEl>
                                              <p:pRg st="4" end="4"/>
                                            </p:txEl>
                                          </p:spTgt>
                                        </p:tgtEl>
                                        <p:attrNameLst>
                                          <p:attrName>ppt_w</p:attrName>
                                        </p:attrNameLst>
                                      </p:cBhvr>
                                      <p:tavLst>
                                        <p:tav tm="0">
                                          <p:val>
                                            <p:fltVal val="0"/>
                                          </p:val>
                                        </p:tav>
                                        <p:tav tm="100000">
                                          <p:val>
                                            <p:strVal val="#ppt_w"/>
                                          </p:val>
                                        </p:tav>
                                      </p:tavLst>
                                    </p:anim>
                                    <p:anim calcmode="lin" valueType="num">
                                      <p:cBhvr>
                                        <p:cTn id="58" dur="500" fill="hold"/>
                                        <p:tgtEl>
                                          <p:spTgt spid="731180">
                                            <p:txEl>
                                              <p:pRg st="4" end="4"/>
                                            </p:txEl>
                                          </p:spTgt>
                                        </p:tgtEl>
                                        <p:attrNameLst>
                                          <p:attrName>ppt_h</p:attrName>
                                        </p:attrNameLst>
                                      </p:cBhvr>
                                      <p:tavLst>
                                        <p:tav tm="0">
                                          <p:val>
                                            <p:fltVal val="0"/>
                                          </p:val>
                                        </p:tav>
                                        <p:tav tm="100000">
                                          <p:val>
                                            <p:strVal val="#ppt_h"/>
                                          </p:val>
                                        </p:tav>
                                      </p:tavLst>
                                    </p:anim>
                                    <p:animEffect transition="in" filter="fade">
                                      <p:cBhvr>
                                        <p:cTn id="59" dur="500"/>
                                        <p:tgtEl>
                                          <p:spTgt spid="731180">
                                            <p:txEl>
                                              <p:pRg st="4" end="4"/>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4" fill="hold" grpId="0" nodeType="clickEffect">
                                  <p:stCondLst>
                                    <p:cond delay="0"/>
                                  </p:stCondLst>
                                  <p:childTnLst>
                                    <p:set>
                                      <p:cBhvr>
                                        <p:cTn id="63" dur="1" fill="hold">
                                          <p:stCondLst>
                                            <p:cond delay="0"/>
                                          </p:stCondLst>
                                        </p:cTn>
                                        <p:tgtEl>
                                          <p:spTgt spid="6"/>
                                        </p:tgtEl>
                                        <p:attrNameLst>
                                          <p:attrName>style.visibility</p:attrName>
                                        </p:attrNameLst>
                                      </p:cBhvr>
                                      <p:to>
                                        <p:strVal val="visible"/>
                                      </p:to>
                                    </p:set>
                                    <p:animEffect transition="in" filter="wipe(down)">
                                      <p:cBhvr>
                                        <p:cTn id="64" dur="500"/>
                                        <p:tgtEl>
                                          <p:spTgt spid="6"/>
                                        </p:tgtEl>
                                      </p:cBhvr>
                                    </p:animEffect>
                                  </p:childTnLst>
                                </p:cTn>
                              </p:par>
                            </p:childTnLst>
                          </p:cTn>
                        </p:par>
                      </p:childTnLst>
                    </p:cTn>
                  </p:par>
                  <p:par>
                    <p:cTn id="65" fill="hold">
                      <p:stCondLst>
                        <p:cond delay="indefinite"/>
                      </p:stCondLst>
                      <p:childTnLst>
                        <p:par>
                          <p:cTn id="66" fill="hold">
                            <p:stCondLst>
                              <p:cond delay="0"/>
                            </p:stCondLst>
                            <p:childTnLst>
                              <p:par>
                                <p:cTn id="67" presetID="53" presetClass="entr" presetSubtype="0" fill="hold" nodeType="clickEffect">
                                  <p:stCondLst>
                                    <p:cond delay="0"/>
                                  </p:stCondLst>
                                  <p:childTnLst>
                                    <p:set>
                                      <p:cBhvr>
                                        <p:cTn id="68" dur="1" fill="hold">
                                          <p:stCondLst>
                                            <p:cond delay="0"/>
                                          </p:stCondLst>
                                        </p:cTn>
                                        <p:tgtEl>
                                          <p:spTgt spid="731180">
                                            <p:txEl>
                                              <p:pRg st="5" end="5"/>
                                            </p:txEl>
                                          </p:spTgt>
                                        </p:tgtEl>
                                        <p:attrNameLst>
                                          <p:attrName>style.visibility</p:attrName>
                                        </p:attrNameLst>
                                      </p:cBhvr>
                                      <p:to>
                                        <p:strVal val="visible"/>
                                      </p:to>
                                    </p:set>
                                    <p:anim calcmode="lin" valueType="num">
                                      <p:cBhvr>
                                        <p:cTn id="69" dur="500" fill="hold"/>
                                        <p:tgtEl>
                                          <p:spTgt spid="731180">
                                            <p:txEl>
                                              <p:pRg st="5" end="5"/>
                                            </p:txEl>
                                          </p:spTgt>
                                        </p:tgtEl>
                                        <p:attrNameLst>
                                          <p:attrName>ppt_w</p:attrName>
                                        </p:attrNameLst>
                                      </p:cBhvr>
                                      <p:tavLst>
                                        <p:tav tm="0">
                                          <p:val>
                                            <p:fltVal val="0"/>
                                          </p:val>
                                        </p:tav>
                                        <p:tav tm="100000">
                                          <p:val>
                                            <p:strVal val="#ppt_w"/>
                                          </p:val>
                                        </p:tav>
                                      </p:tavLst>
                                    </p:anim>
                                    <p:anim calcmode="lin" valueType="num">
                                      <p:cBhvr>
                                        <p:cTn id="70" dur="500" fill="hold"/>
                                        <p:tgtEl>
                                          <p:spTgt spid="731180">
                                            <p:txEl>
                                              <p:pRg st="5" end="5"/>
                                            </p:txEl>
                                          </p:spTgt>
                                        </p:tgtEl>
                                        <p:attrNameLst>
                                          <p:attrName>ppt_h</p:attrName>
                                        </p:attrNameLst>
                                      </p:cBhvr>
                                      <p:tavLst>
                                        <p:tav tm="0">
                                          <p:val>
                                            <p:fltVal val="0"/>
                                          </p:val>
                                        </p:tav>
                                        <p:tav tm="100000">
                                          <p:val>
                                            <p:strVal val="#ppt_h"/>
                                          </p:val>
                                        </p:tav>
                                      </p:tavLst>
                                    </p:anim>
                                    <p:animEffect transition="in" filter="fade">
                                      <p:cBhvr>
                                        <p:cTn id="71" dur="500"/>
                                        <p:tgtEl>
                                          <p:spTgt spid="731180">
                                            <p:txEl>
                                              <p:pRg st="5" end="5"/>
                                            </p:txEl>
                                          </p:spTgt>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53" presetClass="entr" presetSubtype="0" fill="hold" nodeType="clickEffect">
                                  <p:stCondLst>
                                    <p:cond delay="0"/>
                                  </p:stCondLst>
                                  <p:childTnLst>
                                    <p:set>
                                      <p:cBhvr>
                                        <p:cTn id="75" dur="1" fill="hold">
                                          <p:stCondLst>
                                            <p:cond delay="0"/>
                                          </p:stCondLst>
                                        </p:cTn>
                                        <p:tgtEl>
                                          <p:spTgt spid="731180">
                                            <p:txEl>
                                              <p:pRg st="6" end="6"/>
                                            </p:txEl>
                                          </p:spTgt>
                                        </p:tgtEl>
                                        <p:attrNameLst>
                                          <p:attrName>style.visibility</p:attrName>
                                        </p:attrNameLst>
                                      </p:cBhvr>
                                      <p:to>
                                        <p:strVal val="visible"/>
                                      </p:to>
                                    </p:set>
                                    <p:anim calcmode="lin" valueType="num">
                                      <p:cBhvr>
                                        <p:cTn id="76" dur="500" fill="hold"/>
                                        <p:tgtEl>
                                          <p:spTgt spid="731180">
                                            <p:txEl>
                                              <p:pRg st="6" end="6"/>
                                            </p:txEl>
                                          </p:spTgt>
                                        </p:tgtEl>
                                        <p:attrNameLst>
                                          <p:attrName>ppt_w</p:attrName>
                                        </p:attrNameLst>
                                      </p:cBhvr>
                                      <p:tavLst>
                                        <p:tav tm="0">
                                          <p:val>
                                            <p:fltVal val="0"/>
                                          </p:val>
                                        </p:tav>
                                        <p:tav tm="100000">
                                          <p:val>
                                            <p:strVal val="#ppt_w"/>
                                          </p:val>
                                        </p:tav>
                                      </p:tavLst>
                                    </p:anim>
                                    <p:anim calcmode="lin" valueType="num">
                                      <p:cBhvr>
                                        <p:cTn id="77" dur="500" fill="hold"/>
                                        <p:tgtEl>
                                          <p:spTgt spid="731180">
                                            <p:txEl>
                                              <p:pRg st="6" end="6"/>
                                            </p:txEl>
                                          </p:spTgt>
                                        </p:tgtEl>
                                        <p:attrNameLst>
                                          <p:attrName>ppt_h</p:attrName>
                                        </p:attrNameLst>
                                      </p:cBhvr>
                                      <p:tavLst>
                                        <p:tav tm="0">
                                          <p:val>
                                            <p:fltVal val="0"/>
                                          </p:val>
                                        </p:tav>
                                        <p:tav tm="100000">
                                          <p:val>
                                            <p:strVal val="#ppt_h"/>
                                          </p:val>
                                        </p:tav>
                                      </p:tavLst>
                                    </p:anim>
                                    <p:animEffect transition="in" filter="fade">
                                      <p:cBhvr>
                                        <p:cTn id="78" dur="500"/>
                                        <p:tgtEl>
                                          <p:spTgt spid="731180">
                                            <p:txEl>
                                              <p:pRg st="6" end="6"/>
                                            </p:txEl>
                                          </p:spTgt>
                                        </p:tgtEl>
                                      </p:cBhvr>
                                    </p:animEffect>
                                  </p:childTnLst>
                                </p:cTn>
                              </p:par>
                            </p:childTnLst>
                          </p:cTn>
                        </p:par>
                      </p:childTnLst>
                    </p:cTn>
                  </p:par>
                  <p:par>
                    <p:cTn id="79" fill="hold">
                      <p:stCondLst>
                        <p:cond delay="indefinite"/>
                      </p:stCondLst>
                      <p:childTnLst>
                        <p:par>
                          <p:cTn id="80" fill="hold">
                            <p:stCondLst>
                              <p:cond delay="0"/>
                            </p:stCondLst>
                            <p:childTnLst>
                              <p:par>
                                <p:cTn id="81" presetID="53" presetClass="entr" presetSubtype="0" fill="hold" nodeType="clickEffect">
                                  <p:stCondLst>
                                    <p:cond delay="0"/>
                                  </p:stCondLst>
                                  <p:childTnLst>
                                    <p:set>
                                      <p:cBhvr>
                                        <p:cTn id="82" dur="1" fill="hold">
                                          <p:stCondLst>
                                            <p:cond delay="0"/>
                                          </p:stCondLst>
                                        </p:cTn>
                                        <p:tgtEl>
                                          <p:spTgt spid="731180">
                                            <p:txEl>
                                              <p:pRg st="7" end="7"/>
                                            </p:txEl>
                                          </p:spTgt>
                                        </p:tgtEl>
                                        <p:attrNameLst>
                                          <p:attrName>style.visibility</p:attrName>
                                        </p:attrNameLst>
                                      </p:cBhvr>
                                      <p:to>
                                        <p:strVal val="visible"/>
                                      </p:to>
                                    </p:set>
                                    <p:anim calcmode="lin" valueType="num">
                                      <p:cBhvr>
                                        <p:cTn id="83" dur="500" fill="hold"/>
                                        <p:tgtEl>
                                          <p:spTgt spid="731180">
                                            <p:txEl>
                                              <p:pRg st="7" end="7"/>
                                            </p:txEl>
                                          </p:spTgt>
                                        </p:tgtEl>
                                        <p:attrNameLst>
                                          <p:attrName>ppt_w</p:attrName>
                                        </p:attrNameLst>
                                      </p:cBhvr>
                                      <p:tavLst>
                                        <p:tav tm="0">
                                          <p:val>
                                            <p:fltVal val="0"/>
                                          </p:val>
                                        </p:tav>
                                        <p:tav tm="100000">
                                          <p:val>
                                            <p:strVal val="#ppt_w"/>
                                          </p:val>
                                        </p:tav>
                                      </p:tavLst>
                                    </p:anim>
                                    <p:anim calcmode="lin" valueType="num">
                                      <p:cBhvr>
                                        <p:cTn id="84" dur="500" fill="hold"/>
                                        <p:tgtEl>
                                          <p:spTgt spid="731180">
                                            <p:txEl>
                                              <p:pRg st="7" end="7"/>
                                            </p:txEl>
                                          </p:spTgt>
                                        </p:tgtEl>
                                        <p:attrNameLst>
                                          <p:attrName>ppt_h</p:attrName>
                                        </p:attrNameLst>
                                      </p:cBhvr>
                                      <p:tavLst>
                                        <p:tav tm="0">
                                          <p:val>
                                            <p:fltVal val="0"/>
                                          </p:val>
                                        </p:tav>
                                        <p:tav tm="100000">
                                          <p:val>
                                            <p:strVal val="#ppt_h"/>
                                          </p:val>
                                        </p:tav>
                                      </p:tavLst>
                                    </p:anim>
                                    <p:animEffect transition="in" filter="fade">
                                      <p:cBhvr>
                                        <p:cTn id="85" dur="500"/>
                                        <p:tgtEl>
                                          <p:spTgt spid="731180">
                                            <p:txEl>
                                              <p:pRg st="7" end="7"/>
                                            </p:txEl>
                                          </p:spTgt>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53" presetClass="entr" presetSubtype="0" fill="hold" nodeType="clickEffect">
                                  <p:stCondLst>
                                    <p:cond delay="0"/>
                                  </p:stCondLst>
                                  <p:childTnLst>
                                    <p:set>
                                      <p:cBhvr>
                                        <p:cTn id="89" dur="1" fill="hold">
                                          <p:stCondLst>
                                            <p:cond delay="0"/>
                                          </p:stCondLst>
                                        </p:cTn>
                                        <p:tgtEl>
                                          <p:spTgt spid="731180">
                                            <p:txEl>
                                              <p:pRg st="8" end="8"/>
                                            </p:txEl>
                                          </p:spTgt>
                                        </p:tgtEl>
                                        <p:attrNameLst>
                                          <p:attrName>style.visibility</p:attrName>
                                        </p:attrNameLst>
                                      </p:cBhvr>
                                      <p:to>
                                        <p:strVal val="visible"/>
                                      </p:to>
                                    </p:set>
                                    <p:anim calcmode="lin" valueType="num">
                                      <p:cBhvr>
                                        <p:cTn id="90" dur="500" fill="hold"/>
                                        <p:tgtEl>
                                          <p:spTgt spid="731180">
                                            <p:txEl>
                                              <p:pRg st="8" end="8"/>
                                            </p:txEl>
                                          </p:spTgt>
                                        </p:tgtEl>
                                        <p:attrNameLst>
                                          <p:attrName>ppt_w</p:attrName>
                                        </p:attrNameLst>
                                      </p:cBhvr>
                                      <p:tavLst>
                                        <p:tav tm="0">
                                          <p:val>
                                            <p:fltVal val="0"/>
                                          </p:val>
                                        </p:tav>
                                        <p:tav tm="100000">
                                          <p:val>
                                            <p:strVal val="#ppt_w"/>
                                          </p:val>
                                        </p:tav>
                                      </p:tavLst>
                                    </p:anim>
                                    <p:anim calcmode="lin" valueType="num">
                                      <p:cBhvr>
                                        <p:cTn id="91" dur="500" fill="hold"/>
                                        <p:tgtEl>
                                          <p:spTgt spid="731180">
                                            <p:txEl>
                                              <p:pRg st="8" end="8"/>
                                            </p:txEl>
                                          </p:spTgt>
                                        </p:tgtEl>
                                        <p:attrNameLst>
                                          <p:attrName>ppt_h</p:attrName>
                                        </p:attrNameLst>
                                      </p:cBhvr>
                                      <p:tavLst>
                                        <p:tav tm="0">
                                          <p:val>
                                            <p:fltVal val="0"/>
                                          </p:val>
                                        </p:tav>
                                        <p:tav tm="100000">
                                          <p:val>
                                            <p:strVal val="#ppt_h"/>
                                          </p:val>
                                        </p:tav>
                                      </p:tavLst>
                                    </p:anim>
                                    <p:animEffect transition="in" filter="fade">
                                      <p:cBhvr>
                                        <p:cTn id="92" dur="500"/>
                                        <p:tgtEl>
                                          <p:spTgt spid="731180">
                                            <p:txEl>
                                              <p:pRg st="8" end="8"/>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53" presetClass="entr" presetSubtype="0" fill="hold" nodeType="clickEffect">
                                  <p:stCondLst>
                                    <p:cond delay="0"/>
                                  </p:stCondLst>
                                  <p:childTnLst>
                                    <p:set>
                                      <p:cBhvr>
                                        <p:cTn id="96" dur="1" fill="hold">
                                          <p:stCondLst>
                                            <p:cond delay="0"/>
                                          </p:stCondLst>
                                        </p:cTn>
                                        <p:tgtEl>
                                          <p:spTgt spid="731180">
                                            <p:txEl>
                                              <p:pRg st="9" end="9"/>
                                            </p:txEl>
                                          </p:spTgt>
                                        </p:tgtEl>
                                        <p:attrNameLst>
                                          <p:attrName>style.visibility</p:attrName>
                                        </p:attrNameLst>
                                      </p:cBhvr>
                                      <p:to>
                                        <p:strVal val="visible"/>
                                      </p:to>
                                    </p:set>
                                    <p:anim calcmode="lin" valueType="num">
                                      <p:cBhvr>
                                        <p:cTn id="97" dur="500" fill="hold"/>
                                        <p:tgtEl>
                                          <p:spTgt spid="731180">
                                            <p:txEl>
                                              <p:pRg st="9" end="9"/>
                                            </p:txEl>
                                          </p:spTgt>
                                        </p:tgtEl>
                                        <p:attrNameLst>
                                          <p:attrName>ppt_w</p:attrName>
                                        </p:attrNameLst>
                                      </p:cBhvr>
                                      <p:tavLst>
                                        <p:tav tm="0">
                                          <p:val>
                                            <p:fltVal val="0"/>
                                          </p:val>
                                        </p:tav>
                                        <p:tav tm="100000">
                                          <p:val>
                                            <p:strVal val="#ppt_w"/>
                                          </p:val>
                                        </p:tav>
                                      </p:tavLst>
                                    </p:anim>
                                    <p:anim calcmode="lin" valueType="num">
                                      <p:cBhvr>
                                        <p:cTn id="98" dur="500" fill="hold"/>
                                        <p:tgtEl>
                                          <p:spTgt spid="731180">
                                            <p:txEl>
                                              <p:pRg st="9" end="9"/>
                                            </p:txEl>
                                          </p:spTgt>
                                        </p:tgtEl>
                                        <p:attrNameLst>
                                          <p:attrName>ppt_h</p:attrName>
                                        </p:attrNameLst>
                                      </p:cBhvr>
                                      <p:tavLst>
                                        <p:tav tm="0">
                                          <p:val>
                                            <p:fltVal val="0"/>
                                          </p:val>
                                        </p:tav>
                                        <p:tav tm="100000">
                                          <p:val>
                                            <p:strVal val="#ppt_h"/>
                                          </p:val>
                                        </p:tav>
                                      </p:tavLst>
                                    </p:anim>
                                    <p:animEffect transition="in" filter="fade">
                                      <p:cBhvr>
                                        <p:cTn id="99" dur="500"/>
                                        <p:tgtEl>
                                          <p:spTgt spid="731180">
                                            <p:txEl>
                                              <p:pRg st="9" end="9"/>
                                            </p:txEl>
                                          </p:spTgt>
                                        </p:tgtEl>
                                      </p:cBhvr>
                                    </p:animEffec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53" presetClass="entr" presetSubtype="0" fill="hold" nodeType="clickEffect">
                                  <p:stCondLst>
                                    <p:cond delay="0"/>
                                  </p:stCondLst>
                                  <p:childTnLst>
                                    <p:set>
                                      <p:cBhvr>
                                        <p:cTn id="103" dur="1" fill="hold">
                                          <p:stCondLst>
                                            <p:cond delay="0"/>
                                          </p:stCondLst>
                                        </p:cTn>
                                        <p:tgtEl>
                                          <p:spTgt spid="731180">
                                            <p:txEl>
                                              <p:pRg st="10" end="10"/>
                                            </p:txEl>
                                          </p:spTgt>
                                        </p:tgtEl>
                                        <p:attrNameLst>
                                          <p:attrName>style.visibility</p:attrName>
                                        </p:attrNameLst>
                                      </p:cBhvr>
                                      <p:to>
                                        <p:strVal val="visible"/>
                                      </p:to>
                                    </p:set>
                                    <p:anim calcmode="lin" valueType="num">
                                      <p:cBhvr>
                                        <p:cTn id="104" dur="500" fill="hold"/>
                                        <p:tgtEl>
                                          <p:spTgt spid="731180">
                                            <p:txEl>
                                              <p:pRg st="10" end="10"/>
                                            </p:txEl>
                                          </p:spTgt>
                                        </p:tgtEl>
                                        <p:attrNameLst>
                                          <p:attrName>ppt_w</p:attrName>
                                        </p:attrNameLst>
                                      </p:cBhvr>
                                      <p:tavLst>
                                        <p:tav tm="0">
                                          <p:val>
                                            <p:fltVal val="0"/>
                                          </p:val>
                                        </p:tav>
                                        <p:tav tm="100000">
                                          <p:val>
                                            <p:strVal val="#ppt_w"/>
                                          </p:val>
                                        </p:tav>
                                      </p:tavLst>
                                    </p:anim>
                                    <p:anim calcmode="lin" valueType="num">
                                      <p:cBhvr>
                                        <p:cTn id="105" dur="500" fill="hold"/>
                                        <p:tgtEl>
                                          <p:spTgt spid="731180">
                                            <p:txEl>
                                              <p:pRg st="10" end="10"/>
                                            </p:txEl>
                                          </p:spTgt>
                                        </p:tgtEl>
                                        <p:attrNameLst>
                                          <p:attrName>ppt_h</p:attrName>
                                        </p:attrNameLst>
                                      </p:cBhvr>
                                      <p:tavLst>
                                        <p:tav tm="0">
                                          <p:val>
                                            <p:fltVal val="0"/>
                                          </p:val>
                                        </p:tav>
                                        <p:tav tm="100000">
                                          <p:val>
                                            <p:strVal val="#ppt_h"/>
                                          </p:val>
                                        </p:tav>
                                      </p:tavLst>
                                    </p:anim>
                                    <p:animEffect transition="in" filter="fade">
                                      <p:cBhvr>
                                        <p:cTn id="106" dur="500"/>
                                        <p:tgtEl>
                                          <p:spTgt spid="731180">
                                            <p:txEl>
                                              <p:pRg st="10" end="10"/>
                                            </p:txEl>
                                          </p:spTgt>
                                        </p:tgtEl>
                                      </p:cBhvr>
                                    </p:animEffec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53" presetClass="entr" presetSubtype="0" fill="hold" nodeType="clickEffect">
                                  <p:stCondLst>
                                    <p:cond delay="0"/>
                                  </p:stCondLst>
                                  <p:childTnLst>
                                    <p:set>
                                      <p:cBhvr>
                                        <p:cTn id="110" dur="1" fill="hold">
                                          <p:stCondLst>
                                            <p:cond delay="0"/>
                                          </p:stCondLst>
                                        </p:cTn>
                                        <p:tgtEl>
                                          <p:spTgt spid="731180">
                                            <p:txEl>
                                              <p:pRg st="11" end="11"/>
                                            </p:txEl>
                                          </p:spTgt>
                                        </p:tgtEl>
                                        <p:attrNameLst>
                                          <p:attrName>style.visibility</p:attrName>
                                        </p:attrNameLst>
                                      </p:cBhvr>
                                      <p:to>
                                        <p:strVal val="visible"/>
                                      </p:to>
                                    </p:set>
                                    <p:anim calcmode="lin" valueType="num">
                                      <p:cBhvr>
                                        <p:cTn id="111" dur="500" fill="hold"/>
                                        <p:tgtEl>
                                          <p:spTgt spid="731180">
                                            <p:txEl>
                                              <p:pRg st="11" end="11"/>
                                            </p:txEl>
                                          </p:spTgt>
                                        </p:tgtEl>
                                        <p:attrNameLst>
                                          <p:attrName>ppt_w</p:attrName>
                                        </p:attrNameLst>
                                      </p:cBhvr>
                                      <p:tavLst>
                                        <p:tav tm="0">
                                          <p:val>
                                            <p:fltVal val="0"/>
                                          </p:val>
                                        </p:tav>
                                        <p:tav tm="100000">
                                          <p:val>
                                            <p:strVal val="#ppt_w"/>
                                          </p:val>
                                        </p:tav>
                                      </p:tavLst>
                                    </p:anim>
                                    <p:anim calcmode="lin" valueType="num">
                                      <p:cBhvr>
                                        <p:cTn id="112" dur="500" fill="hold"/>
                                        <p:tgtEl>
                                          <p:spTgt spid="731180">
                                            <p:txEl>
                                              <p:pRg st="11" end="11"/>
                                            </p:txEl>
                                          </p:spTgt>
                                        </p:tgtEl>
                                        <p:attrNameLst>
                                          <p:attrName>ppt_h</p:attrName>
                                        </p:attrNameLst>
                                      </p:cBhvr>
                                      <p:tavLst>
                                        <p:tav tm="0">
                                          <p:val>
                                            <p:fltVal val="0"/>
                                          </p:val>
                                        </p:tav>
                                        <p:tav tm="100000">
                                          <p:val>
                                            <p:strVal val="#ppt_h"/>
                                          </p:val>
                                        </p:tav>
                                      </p:tavLst>
                                    </p:anim>
                                    <p:animEffect transition="in" filter="fade">
                                      <p:cBhvr>
                                        <p:cTn id="113" dur="500"/>
                                        <p:tgtEl>
                                          <p:spTgt spid="731180">
                                            <p:txEl>
                                              <p:pRg st="11" end="11"/>
                                            </p:txEl>
                                          </p:spTgt>
                                        </p:tgtEl>
                                      </p:cBhvr>
                                    </p:animEffec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53" presetClass="entr" presetSubtype="0" fill="hold" nodeType="clickEffect">
                                  <p:stCondLst>
                                    <p:cond delay="0"/>
                                  </p:stCondLst>
                                  <p:childTnLst>
                                    <p:set>
                                      <p:cBhvr>
                                        <p:cTn id="117" dur="1" fill="hold">
                                          <p:stCondLst>
                                            <p:cond delay="0"/>
                                          </p:stCondLst>
                                        </p:cTn>
                                        <p:tgtEl>
                                          <p:spTgt spid="731180">
                                            <p:txEl>
                                              <p:pRg st="12" end="12"/>
                                            </p:txEl>
                                          </p:spTgt>
                                        </p:tgtEl>
                                        <p:attrNameLst>
                                          <p:attrName>style.visibility</p:attrName>
                                        </p:attrNameLst>
                                      </p:cBhvr>
                                      <p:to>
                                        <p:strVal val="visible"/>
                                      </p:to>
                                    </p:set>
                                    <p:anim calcmode="lin" valueType="num">
                                      <p:cBhvr>
                                        <p:cTn id="118" dur="500" fill="hold"/>
                                        <p:tgtEl>
                                          <p:spTgt spid="731180">
                                            <p:txEl>
                                              <p:pRg st="12" end="12"/>
                                            </p:txEl>
                                          </p:spTgt>
                                        </p:tgtEl>
                                        <p:attrNameLst>
                                          <p:attrName>ppt_w</p:attrName>
                                        </p:attrNameLst>
                                      </p:cBhvr>
                                      <p:tavLst>
                                        <p:tav tm="0">
                                          <p:val>
                                            <p:fltVal val="0"/>
                                          </p:val>
                                        </p:tav>
                                        <p:tav tm="100000">
                                          <p:val>
                                            <p:strVal val="#ppt_w"/>
                                          </p:val>
                                        </p:tav>
                                      </p:tavLst>
                                    </p:anim>
                                    <p:anim calcmode="lin" valueType="num">
                                      <p:cBhvr>
                                        <p:cTn id="119" dur="500" fill="hold"/>
                                        <p:tgtEl>
                                          <p:spTgt spid="731180">
                                            <p:txEl>
                                              <p:pRg st="12" end="12"/>
                                            </p:txEl>
                                          </p:spTgt>
                                        </p:tgtEl>
                                        <p:attrNameLst>
                                          <p:attrName>ppt_h</p:attrName>
                                        </p:attrNameLst>
                                      </p:cBhvr>
                                      <p:tavLst>
                                        <p:tav tm="0">
                                          <p:val>
                                            <p:fltVal val="0"/>
                                          </p:val>
                                        </p:tav>
                                        <p:tav tm="100000">
                                          <p:val>
                                            <p:strVal val="#ppt_h"/>
                                          </p:val>
                                        </p:tav>
                                      </p:tavLst>
                                    </p:anim>
                                    <p:animEffect transition="in" filter="fade">
                                      <p:cBhvr>
                                        <p:cTn id="120" dur="500"/>
                                        <p:tgtEl>
                                          <p:spTgt spid="731180">
                                            <p:txEl>
                                              <p:pRg st="12" end="12"/>
                                            </p:txEl>
                                          </p:spTgt>
                                        </p:tgtEl>
                                      </p:cBhvr>
                                    </p:animEffect>
                                  </p:childTnLst>
                                </p:cTn>
                              </p:par>
                            </p:childTnLst>
                          </p:cTn>
                        </p:par>
                      </p:childTnLst>
                    </p:cTn>
                  </p:par>
                  <p:par>
                    <p:cTn id="121" fill="hold">
                      <p:stCondLst>
                        <p:cond delay="indefinite"/>
                      </p:stCondLst>
                      <p:childTnLst>
                        <p:par>
                          <p:cTn id="122" fill="hold">
                            <p:stCondLst>
                              <p:cond delay="0"/>
                            </p:stCondLst>
                            <p:childTnLst>
                              <p:par>
                                <p:cTn id="123" presetID="22" presetClass="entr" presetSubtype="4" fill="hold" grpId="0" nodeType="clickEffect">
                                  <p:stCondLst>
                                    <p:cond delay="0"/>
                                  </p:stCondLst>
                                  <p:childTnLst>
                                    <p:set>
                                      <p:cBhvr>
                                        <p:cTn id="124" dur="1" fill="hold">
                                          <p:stCondLst>
                                            <p:cond delay="0"/>
                                          </p:stCondLst>
                                        </p:cTn>
                                        <p:tgtEl>
                                          <p:spTgt spid="4"/>
                                        </p:tgtEl>
                                        <p:attrNameLst>
                                          <p:attrName>style.visibility</p:attrName>
                                        </p:attrNameLst>
                                      </p:cBhvr>
                                      <p:to>
                                        <p:strVal val="visible"/>
                                      </p:to>
                                    </p:set>
                                    <p:animEffect transition="in" filter="wipe(down)">
                                      <p:cBhvr>
                                        <p:cTn id="125" dur="500"/>
                                        <p:tgtEl>
                                          <p:spTgt spid="4"/>
                                        </p:tgtEl>
                                      </p:cBhvr>
                                    </p:animEffect>
                                  </p:childTnLst>
                                </p:cTn>
                              </p:par>
                            </p:childTnLst>
                          </p:cTn>
                        </p:par>
                      </p:childTnLst>
                    </p:cTn>
                  </p:par>
                  <p:par>
                    <p:cTn id="126" fill="hold">
                      <p:stCondLst>
                        <p:cond delay="indefinite"/>
                      </p:stCondLst>
                      <p:childTnLst>
                        <p:par>
                          <p:cTn id="127" fill="hold">
                            <p:stCondLst>
                              <p:cond delay="0"/>
                            </p:stCondLst>
                            <p:childTnLst>
                              <p:par>
                                <p:cTn id="128" presetID="53" presetClass="entr" presetSubtype="0" fill="hold" grpId="0" nodeType="clickEffect">
                                  <p:stCondLst>
                                    <p:cond delay="0"/>
                                  </p:stCondLst>
                                  <p:childTnLst>
                                    <p:set>
                                      <p:cBhvr>
                                        <p:cTn id="129" dur="1" fill="hold">
                                          <p:stCondLst>
                                            <p:cond delay="0"/>
                                          </p:stCondLst>
                                        </p:cTn>
                                        <p:tgtEl>
                                          <p:spTgt spid="3"/>
                                        </p:tgtEl>
                                        <p:attrNameLst>
                                          <p:attrName>style.visibility</p:attrName>
                                        </p:attrNameLst>
                                      </p:cBhvr>
                                      <p:to>
                                        <p:strVal val="visible"/>
                                      </p:to>
                                    </p:set>
                                    <p:anim calcmode="lin" valueType="num">
                                      <p:cBhvr>
                                        <p:cTn id="130" dur="500" fill="hold"/>
                                        <p:tgtEl>
                                          <p:spTgt spid="3"/>
                                        </p:tgtEl>
                                        <p:attrNameLst>
                                          <p:attrName>ppt_w</p:attrName>
                                        </p:attrNameLst>
                                      </p:cBhvr>
                                      <p:tavLst>
                                        <p:tav tm="0">
                                          <p:val>
                                            <p:fltVal val="0"/>
                                          </p:val>
                                        </p:tav>
                                        <p:tav tm="100000">
                                          <p:val>
                                            <p:strVal val="#ppt_w"/>
                                          </p:val>
                                        </p:tav>
                                      </p:tavLst>
                                    </p:anim>
                                    <p:anim calcmode="lin" valueType="num">
                                      <p:cBhvr>
                                        <p:cTn id="131" dur="500" fill="hold"/>
                                        <p:tgtEl>
                                          <p:spTgt spid="3"/>
                                        </p:tgtEl>
                                        <p:attrNameLst>
                                          <p:attrName>ppt_h</p:attrName>
                                        </p:attrNameLst>
                                      </p:cBhvr>
                                      <p:tavLst>
                                        <p:tav tm="0">
                                          <p:val>
                                            <p:fltVal val="0"/>
                                          </p:val>
                                        </p:tav>
                                        <p:tav tm="100000">
                                          <p:val>
                                            <p:strVal val="#ppt_h"/>
                                          </p:val>
                                        </p:tav>
                                      </p:tavLst>
                                    </p:anim>
                                    <p:animEffect transition="in" filter="fade">
                                      <p:cBhvr>
                                        <p:cTn id="13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1" grpId="0" animBg="1"/>
      <p:bldP spid="731180" grpId="0" uiExpand="1" build="allAtOnce" animBg="1"/>
      <p:bldP spid="3" grpId="0" animBg="1"/>
      <p:bldP spid="4" grpId="0" animBg="1"/>
      <p:bldP spid="5" grpId="0"/>
      <p:bldP spid="6"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63" name="Rectangle 2">
            <a:extLst>
              <a:ext uri="{FF2B5EF4-FFF2-40B4-BE49-F238E27FC236}">
                <a16:creationId xmlns:a16="http://schemas.microsoft.com/office/drawing/2014/main" id="{AB6B0D52-9F7B-49FB-83EE-6756890F5EE5}"/>
              </a:ext>
            </a:extLst>
          </p:cNvPr>
          <p:cNvSpPr>
            <a:spLocks noGrp="1" noChangeArrowheads="1"/>
          </p:cNvSpPr>
          <p:nvPr>
            <p:ph type="title"/>
          </p:nvPr>
        </p:nvSpPr>
        <p:spPr>
          <a:xfrm>
            <a:off x="755650" y="268288"/>
            <a:ext cx="7931150" cy="358775"/>
          </a:xfrm>
        </p:spPr>
        <p:txBody>
          <a:bodyPr lIns="92075" tIns="46038" rIns="92075" bIns="46038"/>
          <a:lstStyle/>
          <a:p>
            <a:pPr eaLnBrk="1" hangingPunct="1">
              <a:defRPr/>
            </a:pPr>
            <a:r>
              <a:rPr lang="zh-CN" altLang="en-US" sz="3000" spc="300" dirty="0">
                <a:solidFill>
                  <a:schemeClr val="tx1"/>
                </a:solidFill>
                <a:latin typeface="微软雅黑" pitchFamily="34" charset="-122"/>
                <a:ea typeface="微软雅黑" pitchFamily="34" charset="-122"/>
                <a:cs typeface="Times New Roman" pitchFamily="18" charset="0"/>
              </a:rPr>
              <a:t>为文法构造预测分析表</a:t>
            </a:r>
          </a:p>
        </p:txBody>
      </p:sp>
      <p:graphicFrame>
        <p:nvGraphicFramePr>
          <p:cNvPr id="6" name="Group 18">
            <a:extLst>
              <a:ext uri="{FF2B5EF4-FFF2-40B4-BE49-F238E27FC236}">
                <a16:creationId xmlns:a16="http://schemas.microsoft.com/office/drawing/2014/main" id="{A707F644-A919-44A3-90B9-73ABA36381F7}"/>
              </a:ext>
            </a:extLst>
          </p:cNvPr>
          <p:cNvGraphicFramePr>
            <a:graphicFrameLocks noGrp="1"/>
          </p:cNvGraphicFramePr>
          <p:nvPr>
            <p:extLst>
              <p:ext uri="{D42A27DB-BD31-4B8C-83A1-F6EECF244321}">
                <p14:modId xmlns:p14="http://schemas.microsoft.com/office/powerpoint/2010/main" val="91768322"/>
              </p:ext>
            </p:extLst>
          </p:nvPr>
        </p:nvGraphicFramePr>
        <p:xfrm>
          <a:off x="5357813" y="156714"/>
          <a:ext cx="3214687" cy="2559052"/>
        </p:xfrm>
        <a:graphic>
          <a:graphicData uri="http://schemas.openxmlformats.org/drawingml/2006/table">
            <a:tbl>
              <a:tblPr/>
              <a:tblGrid>
                <a:gridCol w="642937">
                  <a:extLst>
                    <a:ext uri="{9D8B030D-6E8A-4147-A177-3AD203B41FA5}">
                      <a16:colId xmlns:a16="http://schemas.microsoft.com/office/drawing/2014/main" val="20000"/>
                    </a:ext>
                  </a:extLst>
                </a:gridCol>
                <a:gridCol w="1285875">
                  <a:extLst>
                    <a:ext uri="{9D8B030D-6E8A-4147-A177-3AD203B41FA5}">
                      <a16:colId xmlns:a16="http://schemas.microsoft.com/office/drawing/2014/main" val="20001"/>
                    </a:ext>
                  </a:extLst>
                </a:gridCol>
                <a:gridCol w="1285875">
                  <a:extLst>
                    <a:ext uri="{9D8B030D-6E8A-4147-A177-3AD203B41FA5}">
                      <a16:colId xmlns:a16="http://schemas.microsoft.com/office/drawing/2014/main" val="20002"/>
                    </a:ext>
                  </a:extLst>
                </a:gridCol>
              </a:tblGrid>
              <a:tr h="357187">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800" b="1" i="1" u="none" strike="noStrike" cap="none" normalizeH="0" baseline="0">
                        <a:ln>
                          <a:noFill/>
                        </a:ln>
                        <a:solidFill>
                          <a:schemeClr val="tx1"/>
                        </a:solidFill>
                        <a:effectLst/>
                        <a:latin typeface="楷体_GB2312"/>
                        <a:ea typeface="楷体_GB2312"/>
                        <a:cs typeface="楷体_GB2312"/>
                      </a:endParaRPr>
                    </a:p>
                  </a:txBody>
                  <a:tcPr marL="183558" marR="183558" marT="34304" marB="343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1800" b="1" i="0" u="none" strike="noStrike" cap="none" normalizeH="0" baseline="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产生式</a:t>
                      </a:r>
                    </a:p>
                  </a:txBody>
                  <a:tcPr marL="183558" marR="183558" marT="34304" marB="343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1"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SELECT</a:t>
                      </a:r>
                      <a:endParaRPr kumimoji="0" lang="zh-CN" altLang="en-US" sz="1800" b="1" i="1"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183558" marR="183558" marT="34304" marB="343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0"/>
                  </a:ext>
                </a:extLst>
              </a:tr>
              <a:tr h="312738">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E</a:t>
                      </a:r>
                      <a:endParaRPr kumimoji="0"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58" marR="183558" marT="34304" marB="343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E</a:t>
                      </a:r>
                      <a:r>
                        <a:rPr kumimoji="1"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→TE'</a:t>
                      </a: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58" marR="183558" marT="34304" marB="343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rPr>
                        <a:t>     (  id</a:t>
                      </a:r>
                      <a:endParaRPr kumimoji="1" lang="zh-CN" altLang="en-US"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183558" marR="183558" marT="34304" marB="343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25437">
                <a:tc rowSpan="2">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E'</a:t>
                      </a: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58" marR="183558" marT="34304" marB="343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E'→+TE’</a:t>
                      </a: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58" marR="183558" marT="34304" marB="343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rPr>
                        <a:t>     +</a:t>
                      </a:r>
                      <a:endParaRPr kumimoji="1" lang="zh-CN" altLang="en-US"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183558" marR="183558" marT="34304" marB="343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2738">
                <a:tc vMerge="1">
                  <a:txBody>
                    <a:bodyPr/>
                    <a:lstStyle/>
                    <a:p>
                      <a:endParaRPr lang="zh-CN" altLang="en-US"/>
                    </a:p>
                  </a:txBody>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E'→ε</a:t>
                      </a: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58" marR="183558" marT="34304" marB="343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rPr>
                        <a:t>     $</a:t>
                      </a:r>
                      <a:r>
                        <a:rPr kumimoji="1" lang="en-US" altLang="zh-CN"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rPr>
                        <a:t>  )</a:t>
                      </a:r>
                      <a:endParaRPr kumimoji="1" lang="zh-CN" altLang="en-US"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183558" marR="183558" marT="34304" marB="343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2738">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T</a:t>
                      </a: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58" marR="183558" marT="34304" marB="343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T→FT' </a:t>
                      </a: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58" marR="183558" marT="34304" marB="343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rPr>
                        <a:t>     (  id</a:t>
                      </a:r>
                      <a:endParaRPr kumimoji="1" lang="zh-CN" altLang="en-US"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183558" marR="183558" marT="34304" marB="343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12738">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T'</a:t>
                      </a: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58" marR="183558" marT="34304" marB="343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T'→*FT’</a:t>
                      </a: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58" marR="183558" marT="34304" marB="343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rPr>
                        <a:t>     *</a:t>
                      </a:r>
                      <a:endParaRPr kumimoji="1" lang="zh-CN" altLang="en-US"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183558" marR="183558" marT="34304" marB="343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12738">
                <a:tc rowSpan="2">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F</a:t>
                      </a: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58" marR="183558" marT="34304" marB="343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F→</a:t>
                      </a: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1"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E </a:t>
                      </a: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1"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58" marR="183558" marT="34304" marB="343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rPr>
                        <a:t>     (</a:t>
                      </a:r>
                      <a:endParaRPr kumimoji="1" lang="zh-CN" altLang="en-US"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183558" marR="183558" marT="34304" marB="343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12738">
                <a:tc vMerge="1">
                  <a:txBody>
                    <a:bodyPr/>
                    <a:lstStyle/>
                    <a:p>
                      <a:endParaRPr lang="zh-CN" altLang="en-US"/>
                    </a:p>
                  </a:txBody>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F→</a:t>
                      </a: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id</a:t>
                      </a:r>
                      <a:endParaRPr kumimoji="1"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58" marR="183558" marT="34304" marB="343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1600" b="1" i="0" u="none" strike="noStrike" cap="none" normalizeH="0" baseline="0" dirty="0">
                          <a:ln>
                            <a:noFill/>
                          </a:ln>
                          <a:solidFill>
                            <a:schemeClr val="hlink"/>
                          </a:solidFill>
                          <a:effectLst/>
                          <a:latin typeface="Times New Roman" panose="02020603050405020304" pitchFamily="18" charset="0"/>
                          <a:ea typeface="宋体" panose="02010600030101010101" pitchFamily="2" charset="-122"/>
                        </a:rPr>
                        <a:t>     id</a:t>
                      </a:r>
                      <a:endParaRPr kumimoji="1" lang="zh-CN" altLang="en-US" sz="1600" b="1" i="0" u="none" strike="noStrike" cap="none" normalizeH="0" baseline="0" dirty="0">
                        <a:ln>
                          <a:noFill/>
                        </a:ln>
                        <a:solidFill>
                          <a:schemeClr val="hlink"/>
                        </a:solidFill>
                        <a:effectLst/>
                        <a:latin typeface="Times New Roman" panose="02020603050405020304" pitchFamily="18" charset="0"/>
                        <a:ea typeface="宋体" panose="02010600030101010101" pitchFamily="2" charset="-122"/>
                      </a:endParaRPr>
                    </a:p>
                  </a:txBody>
                  <a:tcPr marL="183558" marR="183558" marT="34304" marB="343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graphicFrame>
        <p:nvGraphicFramePr>
          <p:cNvPr id="8" name="Group 18">
            <a:extLst>
              <a:ext uri="{FF2B5EF4-FFF2-40B4-BE49-F238E27FC236}">
                <a16:creationId xmlns:a16="http://schemas.microsoft.com/office/drawing/2014/main" id="{52C79CE0-27F4-4C6F-871E-E402DF463561}"/>
              </a:ext>
            </a:extLst>
          </p:cNvPr>
          <p:cNvGraphicFramePr>
            <a:graphicFrameLocks noGrp="1"/>
          </p:cNvGraphicFramePr>
          <p:nvPr>
            <p:extLst>
              <p:ext uri="{D42A27DB-BD31-4B8C-83A1-F6EECF244321}">
                <p14:modId xmlns:p14="http://schemas.microsoft.com/office/powerpoint/2010/main" val="1590813666"/>
              </p:ext>
            </p:extLst>
          </p:nvPr>
        </p:nvGraphicFramePr>
        <p:xfrm>
          <a:off x="571500" y="2786063"/>
          <a:ext cx="8001000" cy="2263777"/>
        </p:xfrm>
        <a:graphic>
          <a:graphicData uri="http://schemas.openxmlformats.org/drawingml/2006/table">
            <a:tbl>
              <a:tblPr/>
              <a:tblGrid>
                <a:gridCol w="1336204">
                  <a:extLst>
                    <a:ext uri="{9D8B030D-6E8A-4147-A177-3AD203B41FA5}">
                      <a16:colId xmlns:a16="http://schemas.microsoft.com/office/drawing/2014/main" val="20000"/>
                    </a:ext>
                  </a:extLst>
                </a:gridCol>
                <a:gridCol w="1152128">
                  <a:extLst>
                    <a:ext uri="{9D8B030D-6E8A-4147-A177-3AD203B41FA5}">
                      <a16:colId xmlns:a16="http://schemas.microsoft.com/office/drawing/2014/main" val="20001"/>
                    </a:ext>
                  </a:extLst>
                </a:gridCol>
                <a:gridCol w="1154981">
                  <a:extLst>
                    <a:ext uri="{9D8B030D-6E8A-4147-A177-3AD203B41FA5}">
                      <a16:colId xmlns:a16="http://schemas.microsoft.com/office/drawing/2014/main" val="20002"/>
                    </a:ext>
                  </a:extLst>
                </a:gridCol>
                <a:gridCol w="1214437">
                  <a:extLst>
                    <a:ext uri="{9D8B030D-6E8A-4147-A177-3AD203B41FA5}">
                      <a16:colId xmlns:a16="http://schemas.microsoft.com/office/drawing/2014/main" val="20003"/>
                    </a:ext>
                  </a:extLst>
                </a:gridCol>
                <a:gridCol w="1214438">
                  <a:extLst>
                    <a:ext uri="{9D8B030D-6E8A-4147-A177-3AD203B41FA5}">
                      <a16:colId xmlns:a16="http://schemas.microsoft.com/office/drawing/2014/main" val="20004"/>
                    </a:ext>
                  </a:extLst>
                </a:gridCol>
                <a:gridCol w="1000125">
                  <a:extLst>
                    <a:ext uri="{9D8B030D-6E8A-4147-A177-3AD203B41FA5}">
                      <a16:colId xmlns:a16="http://schemas.microsoft.com/office/drawing/2014/main" val="20005"/>
                    </a:ext>
                  </a:extLst>
                </a:gridCol>
                <a:gridCol w="928687">
                  <a:extLst>
                    <a:ext uri="{9D8B030D-6E8A-4147-A177-3AD203B41FA5}">
                      <a16:colId xmlns:a16="http://schemas.microsoft.com/office/drawing/2014/main" val="20006"/>
                    </a:ext>
                  </a:extLst>
                </a:gridCol>
              </a:tblGrid>
              <a:tr h="342900">
                <a:tc rowSpan="2">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1800" b="1"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rPr>
                        <a:t>非终结符</a:t>
                      </a:r>
                    </a:p>
                  </a:txBody>
                  <a:tcPr marL="183558" marR="183558"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gridSpan="6">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18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输入符号</a:t>
                      </a: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342900">
                <a:tc vMerge="1">
                  <a:txBody>
                    <a:bodyPr/>
                    <a:lstStyle/>
                    <a:p>
                      <a:endParaRPr lang="zh-CN" altLang="en-US"/>
                    </a:p>
                  </a:txBody>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id</a:t>
                      </a:r>
                      <a:endParaRPr kumimoji="0" lang="zh-CN" altLang="en-US" sz="18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0" lang="zh-CN" altLang="en-US" sz="1800" b="1"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endParaRPr kumimoji="0" lang="zh-CN" altLang="en-US" sz="1800" b="1" i="0" u="none" strike="noStrike" cap="none" normalizeH="0" baseline="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0" lang="zh-CN" altLang="en-US" sz="1800" b="1" i="0" u="none" strike="noStrike" cap="none" normalizeH="0" baseline="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endParaRPr kumimoji="0" lang="zh-CN" altLang="en-US" sz="1800" b="1"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1"/>
                  </a:ext>
                </a:extLst>
              </a:tr>
              <a:tr h="314325">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E</a:t>
                      </a:r>
                      <a:endParaRPr kumimoji="0"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E</a:t>
                      </a:r>
                      <a:r>
                        <a:rPr kumimoji="1" lang="en-US" altLang="zh-CN" sz="16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→TE'</a:t>
                      </a:r>
                      <a:endParaRPr kumimoji="1" lang="zh-CN" altLang="en-US" sz="16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1" lang="zh-CN" altLang="en-US"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E</a:t>
                      </a:r>
                      <a:r>
                        <a:rPr kumimoji="1"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→TE'</a:t>
                      </a: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1" lang="zh-CN" altLang="en-US"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5438">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16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E'</a:t>
                      </a:r>
                      <a:endParaRPr kumimoji="1" lang="zh-CN" altLang="en-US" sz="16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E'→+TE’</a:t>
                      </a: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E'→ε</a:t>
                      </a:r>
                      <a:endParaRPr kumimoji="0" lang="zh-CN" altLang="en-US" sz="1600" b="1"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E'→ε</a:t>
                      </a:r>
                      <a:endParaRPr kumimoji="0" lang="zh-CN" altLang="en-US" sz="1600" b="1"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2738">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T</a:t>
                      </a: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T→FT' </a:t>
                      </a: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1" lang="zh-CN" altLang="en-US"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T→FT' </a:t>
                      </a: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12738">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T'</a:t>
                      </a: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T'→ε</a:t>
                      </a:r>
                      <a:endParaRPr kumimoji="1" lang="zh-CN" altLang="en-US"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T'→*FT’</a:t>
                      </a: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T'→ε</a:t>
                      </a:r>
                      <a:endParaRPr kumimoji="1" lang="zh-CN" altLang="en-US"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T'→ε</a:t>
                      </a:r>
                      <a:endParaRPr kumimoji="1" lang="zh-CN" altLang="en-US"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12738">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F</a:t>
                      </a: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F→</a:t>
                      </a: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id</a:t>
                      </a:r>
                      <a:endParaRPr kumimoji="1"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1" lang="zh-CN" altLang="en-US"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F→</a:t>
                      </a: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1"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E </a:t>
                      </a: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1"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dirty="0">
                        <a:ln>
                          <a:noFill/>
                        </a:ln>
                        <a:solidFill>
                          <a:schemeClr val="tx1"/>
                        </a:solidFill>
                        <a:effectLst/>
                        <a:latin typeface="Candara" panose="020E0502030303020204" pitchFamily="34" charset="0"/>
                        <a:ea typeface="华文楷体" panose="02010600040101010101" pitchFamily="2" charset="-122"/>
                      </a:endParaRPr>
                    </a:p>
                  </a:txBody>
                  <a:tcPr marL="183558" marR="183558" marT="34284" marB="3428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2" name="矩形 1">
            <a:extLst>
              <a:ext uri="{FF2B5EF4-FFF2-40B4-BE49-F238E27FC236}">
                <a16:creationId xmlns:a16="http://schemas.microsoft.com/office/drawing/2014/main" id="{1ACD4DF3-96CF-48C6-BEC2-B087AEBC210A}"/>
              </a:ext>
            </a:extLst>
          </p:cNvPr>
          <p:cNvSpPr/>
          <p:nvPr/>
        </p:nvSpPr>
        <p:spPr>
          <a:xfrm>
            <a:off x="539552" y="843558"/>
            <a:ext cx="4680520" cy="1728192"/>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2500"/>
              </a:lnSpc>
            </a:pPr>
            <a:r>
              <a:rPr lang="zh-CN" altLang="en-US" sz="2200" b="1" dirty="0">
                <a:solidFill>
                  <a:srgbClr val="0070C0"/>
                </a:solidFill>
                <a:latin typeface="Times New Roman" panose="02020603050405020304" pitchFamily="18" charset="0"/>
                <a:cs typeface="Times New Roman" panose="02020603050405020304" pitchFamily="18" charset="0"/>
              </a:rPr>
              <a:t>可以证明：</a:t>
            </a:r>
            <a:r>
              <a:rPr lang="zh-CN" altLang="en-US" sz="2200" b="1" dirty="0">
                <a:solidFill>
                  <a:srgbClr val="FF0000"/>
                </a:solidFill>
                <a:latin typeface="Times New Roman" panose="02020603050405020304" pitchFamily="18" charset="0"/>
                <a:cs typeface="Times New Roman" panose="02020603050405020304" pitchFamily="18" charset="0"/>
              </a:rPr>
              <a:t>文法</a:t>
            </a:r>
            <a:r>
              <a:rPr lang="en-US" altLang="zh-CN" sz="2200" b="1" dirty="0">
                <a:solidFill>
                  <a:srgbClr val="FF0000"/>
                </a:solidFill>
                <a:latin typeface="Times New Roman" panose="02020603050405020304" pitchFamily="18" charset="0"/>
                <a:cs typeface="Times New Roman" panose="02020603050405020304" pitchFamily="18" charset="0"/>
              </a:rPr>
              <a:t>G</a:t>
            </a:r>
            <a:r>
              <a:rPr lang="zh-CN" altLang="en-US" sz="2200" b="1" dirty="0">
                <a:solidFill>
                  <a:srgbClr val="FF0000"/>
                </a:solidFill>
                <a:latin typeface="Times New Roman" panose="02020603050405020304" pitchFamily="18" charset="0"/>
                <a:cs typeface="Times New Roman" panose="02020603050405020304" pitchFamily="18" charset="0"/>
              </a:rPr>
              <a:t>是</a:t>
            </a:r>
            <a:r>
              <a:rPr lang="en-US" altLang="zh-CN" sz="2200" b="1" dirty="0">
                <a:solidFill>
                  <a:srgbClr val="FF0000"/>
                </a:solidFill>
                <a:latin typeface="Times New Roman" panose="02020603050405020304" pitchFamily="18" charset="0"/>
                <a:cs typeface="Times New Roman" panose="02020603050405020304" pitchFamily="18" charset="0"/>
              </a:rPr>
              <a:t>LL(1)</a:t>
            </a:r>
            <a:r>
              <a:rPr lang="zh-CN" altLang="en-US" sz="2200" b="1" dirty="0">
                <a:solidFill>
                  <a:srgbClr val="FF0000"/>
                </a:solidFill>
                <a:latin typeface="Times New Roman" panose="02020603050405020304" pitchFamily="18" charset="0"/>
                <a:cs typeface="Times New Roman" panose="02020603050405020304" pitchFamily="18" charset="0"/>
              </a:rPr>
              <a:t>文法</a:t>
            </a:r>
            <a:r>
              <a:rPr lang="zh-CN" altLang="en-US" sz="2200" b="1" dirty="0">
                <a:solidFill>
                  <a:srgbClr val="0070C0"/>
                </a:solidFill>
                <a:latin typeface="Times New Roman" panose="02020603050405020304" pitchFamily="18" charset="0"/>
                <a:cs typeface="Times New Roman" panose="02020603050405020304" pitchFamily="18" charset="0"/>
              </a:rPr>
              <a:t>，当且仅当</a:t>
            </a:r>
            <a:r>
              <a:rPr lang="zh-CN" altLang="en-US" sz="2200" b="1" dirty="0">
                <a:solidFill>
                  <a:schemeClr val="tx1"/>
                </a:solidFill>
                <a:latin typeface="Times New Roman" panose="02020603050405020304" pitchFamily="18" charset="0"/>
                <a:cs typeface="Times New Roman" panose="02020603050405020304" pitchFamily="18" charset="0"/>
              </a:rPr>
              <a:t>文法</a:t>
            </a:r>
            <a:r>
              <a:rPr lang="en-US" altLang="zh-CN" sz="2200" b="1" dirty="0">
                <a:solidFill>
                  <a:schemeClr val="tx1"/>
                </a:solidFill>
                <a:latin typeface="Times New Roman" panose="02020603050405020304" pitchFamily="18" charset="0"/>
                <a:cs typeface="Times New Roman" panose="02020603050405020304" pitchFamily="18" charset="0"/>
              </a:rPr>
              <a:t>G</a:t>
            </a:r>
            <a:r>
              <a:rPr lang="zh-CN" altLang="en-US" sz="2200" b="1" dirty="0">
                <a:solidFill>
                  <a:schemeClr val="tx1"/>
                </a:solidFill>
                <a:latin typeface="Times New Roman" panose="02020603050405020304" pitchFamily="18" charset="0"/>
                <a:cs typeface="Times New Roman" panose="02020603050405020304" pitchFamily="18" charset="0"/>
              </a:rPr>
              <a:t>的</a:t>
            </a:r>
            <a:r>
              <a:rPr lang="zh-CN" altLang="en-US" sz="2200" b="1" dirty="0">
                <a:solidFill>
                  <a:srgbClr val="0070C0"/>
                </a:solidFill>
                <a:latin typeface="Times New Roman" panose="02020603050405020304" pitchFamily="18" charset="0"/>
                <a:cs typeface="Times New Roman" panose="02020603050405020304" pitchFamily="18" charset="0"/>
              </a:rPr>
              <a:t>预测分析表</a:t>
            </a:r>
            <a:r>
              <a:rPr lang="zh-CN" altLang="en-US" sz="2200" b="1" dirty="0">
                <a:solidFill>
                  <a:schemeClr val="tx1"/>
                </a:solidFill>
                <a:latin typeface="Times New Roman" panose="02020603050405020304" pitchFamily="18" charset="0"/>
                <a:cs typeface="Times New Roman" panose="02020603050405020304" pitchFamily="18" charset="0"/>
              </a:rPr>
              <a:t>中，任何表项都</a:t>
            </a:r>
            <a:r>
              <a:rPr lang="zh-CN" altLang="en-US" sz="2200" b="1" dirty="0">
                <a:solidFill>
                  <a:srgbClr val="0070C0"/>
                </a:solidFill>
                <a:latin typeface="Times New Roman" panose="02020603050405020304" pitchFamily="18" charset="0"/>
                <a:cs typeface="Times New Roman" panose="02020603050405020304" pitchFamily="18" charset="0"/>
              </a:rPr>
              <a:t>不包含多重定义的冲突条目</a:t>
            </a:r>
            <a:r>
              <a:rPr lang="zh-CN" altLang="en-US" sz="2200" b="1" dirty="0">
                <a:solidFill>
                  <a:schemeClr val="tx1"/>
                </a:solidFill>
                <a:latin typeface="Times New Roman" panose="02020603050405020304" pitchFamily="18" charset="0"/>
                <a:cs typeface="Times New Roman" panose="02020603050405020304" pitchFamily="18" charset="0"/>
              </a:rPr>
              <a:t>，即不包含两条以上的产生式。</a:t>
            </a:r>
          </a:p>
        </p:txBody>
      </p:sp>
      <p:sp>
        <p:nvSpPr>
          <p:cNvPr id="4" name="灯片编号占位符 3">
            <a:extLst>
              <a:ext uri="{FF2B5EF4-FFF2-40B4-BE49-F238E27FC236}">
                <a16:creationId xmlns:a16="http://schemas.microsoft.com/office/drawing/2014/main" id="{EAC8CB46-EC09-4537-A0C7-D5E38E8641FF}"/>
              </a:ext>
            </a:extLst>
          </p:cNvPr>
          <p:cNvSpPr>
            <a:spLocks noGrp="1"/>
          </p:cNvSpPr>
          <p:nvPr>
            <p:ph type="sldNum" sz="quarter" idx="12"/>
          </p:nvPr>
        </p:nvSpPr>
        <p:spPr/>
        <p:txBody>
          <a:bodyPr/>
          <a:lstStyle/>
          <a:p>
            <a:pPr>
              <a:defRPr/>
            </a:pPr>
            <a:fld id="{EA567855-7F13-4FC5-AD61-2B82F6443E16}" type="slidenum">
              <a:rPr lang="zh-CN" altLang="en-US" smtClean="0"/>
              <a:pPr>
                <a:defRPr/>
              </a:pPr>
              <a:t>47</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p:cTn id="14" dur="500" fill="hold"/>
                                        <p:tgtEl>
                                          <p:spTgt spid="8"/>
                                        </p:tgtEl>
                                        <p:attrNameLst>
                                          <p:attrName>ppt_w</p:attrName>
                                        </p:attrNameLst>
                                      </p:cBhvr>
                                      <p:tavLst>
                                        <p:tav tm="0">
                                          <p:val>
                                            <p:fltVal val="0"/>
                                          </p:val>
                                        </p:tav>
                                        <p:tav tm="100000">
                                          <p:val>
                                            <p:strVal val="#ppt_w"/>
                                          </p:val>
                                        </p:tav>
                                      </p:tavLst>
                                    </p:anim>
                                    <p:anim calcmode="lin" valueType="num">
                                      <p:cBhvr>
                                        <p:cTn id="15" dur="500" fill="hold"/>
                                        <p:tgtEl>
                                          <p:spTgt spid="8"/>
                                        </p:tgtEl>
                                        <p:attrNameLst>
                                          <p:attrName>ppt_h</p:attrName>
                                        </p:attrNameLst>
                                      </p:cBhvr>
                                      <p:tavLst>
                                        <p:tav tm="0">
                                          <p:val>
                                            <p:fltVal val="0"/>
                                          </p:val>
                                        </p:tav>
                                        <p:tav tm="100000">
                                          <p:val>
                                            <p:strVal val="#ppt_h"/>
                                          </p:val>
                                        </p:tav>
                                      </p:tavLst>
                                    </p:anim>
                                    <p:animEffect transition="in" filter="fad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down)">
                                      <p:cBhvr>
                                        <p:cTn id="2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E00DFD36-FD2C-4D8D-9AE3-3D27AC714E16}"/>
              </a:ext>
            </a:extLst>
          </p:cNvPr>
          <p:cNvSpPr>
            <a:spLocks noGrp="1"/>
          </p:cNvSpPr>
          <p:nvPr>
            <p:ph idx="1"/>
          </p:nvPr>
        </p:nvSpPr>
        <p:spPr>
          <a:xfrm>
            <a:off x="755576" y="958850"/>
            <a:ext cx="7560840" cy="3701132"/>
          </a:xfrm>
        </p:spPr>
        <p:txBody>
          <a:bodyPr/>
          <a:lstStyle/>
          <a:p>
            <a:pPr eaLnBrk="1" hangingPunct="1">
              <a:lnSpc>
                <a:spcPct val="90000"/>
              </a:lnSpc>
              <a:buNone/>
            </a:pPr>
            <a:r>
              <a:rPr lang="zh-CN" altLang="en-US" dirty="0">
                <a:cs typeface="Times New Roman" panose="02020603050405020304" pitchFamily="18" charset="0"/>
              </a:rPr>
              <a:t>算法</a:t>
            </a:r>
            <a:r>
              <a:rPr lang="en-US" altLang="zh-CN" dirty="0">
                <a:cs typeface="Times New Roman" panose="02020603050405020304" pitchFamily="18" charset="0"/>
              </a:rPr>
              <a:t>4.6 </a:t>
            </a:r>
            <a:r>
              <a:rPr lang="zh-CN" altLang="en-US" dirty="0">
                <a:cs typeface="Times New Roman" panose="02020603050405020304" pitchFamily="18" charset="0"/>
              </a:rPr>
              <a:t>预测分析表</a:t>
            </a:r>
            <a:r>
              <a:rPr lang="en-US" altLang="zh-CN" dirty="0">
                <a:cs typeface="Times New Roman" panose="02020603050405020304" pitchFamily="18" charset="0"/>
              </a:rPr>
              <a:t>(</a:t>
            </a:r>
            <a:r>
              <a:rPr lang="en-US" altLang="zh-CN" i="1" dirty="0">
                <a:cs typeface="Times New Roman" panose="02020603050405020304" pitchFamily="18" charset="0"/>
              </a:rPr>
              <a:t>LL</a:t>
            </a:r>
            <a:r>
              <a:rPr lang="en-US" altLang="zh-CN" dirty="0">
                <a:cs typeface="Times New Roman" panose="02020603050405020304" pitchFamily="18" charset="0"/>
              </a:rPr>
              <a:t>(1)</a:t>
            </a:r>
            <a:r>
              <a:rPr lang="zh-CN" altLang="en-US" dirty="0">
                <a:cs typeface="Times New Roman" panose="02020603050405020304" pitchFamily="18" charset="0"/>
              </a:rPr>
              <a:t>分析表</a:t>
            </a:r>
            <a:r>
              <a:rPr lang="en-US" altLang="zh-CN" dirty="0">
                <a:cs typeface="Times New Roman" panose="02020603050405020304" pitchFamily="18" charset="0"/>
              </a:rPr>
              <a:t>)</a:t>
            </a:r>
            <a:r>
              <a:rPr lang="zh-CN" altLang="en-US" dirty="0">
                <a:cs typeface="Times New Roman" panose="02020603050405020304" pitchFamily="18" charset="0"/>
              </a:rPr>
              <a:t>的构造算法。</a:t>
            </a:r>
          </a:p>
          <a:p>
            <a:pPr eaLnBrk="1" hangingPunct="1">
              <a:lnSpc>
                <a:spcPct val="90000"/>
              </a:lnSpc>
              <a:buNone/>
            </a:pPr>
            <a:r>
              <a:rPr lang="zh-CN" altLang="en-US" dirty="0">
                <a:cs typeface="Times New Roman" panose="02020603050405020304" pitchFamily="18" charset="0"/>
              </a:rPr>
              <a:t>输入：文法</a:t>
            </a:r>
            <a:r>
              <a:rPr lang="en-US" altLang="zh-CN" i="1" dirty="0">
                <a:cs typeface="Times New Roman" panose="02020603050405020304" pitchFamily="18" charset="0"/>
              </a:rPr>
              <a:t>G</a:t>
            </a:r>
            <a:r>
              <a:rPr lang="en-US" altLang="zh-CN" dirty="0">
                <a:cs typeface="Times New Roman" panose="02020603050405020304" pitchFamily="18" charset="0"/>
              </a:rPr>
              <a:t>;</a:t>
            </a:r>
          </a:p>
          <a:p>
            <a:pPr eaLnBrk="1" hangingPunct="1">
              <a:lnSpc>
                <a:spcPct val="90000"/>
              </a:lnSpc>
              <a:buNone/>
            </a:pPr>
            <a:r>
              <a:rPr lang="zh-CN" altLang="en-US" dirty="0">
                <a:cs typeface="Times New Roman" panose="02020603050405020304" pitchFamily="18" charset="0"/>
              </a:rPr>
              <a:t>输出：分析表</a:t>
            </a:r>
            <a:r>
              <a:rPr lang="en-US" altLang="zh-CN" i="1" dirty="0">
                <a:cs typeface="Times New Roman" panose="02020603050405020304" pitchFamily="18" charset="0"/>
              </a:rPr>
              <a:t>M</a:t>
            </a:r>
            <a:r>
              <a:rPr lang="en-US" altLang="zh-CN" dirty="0">
                <a:cs typeface="Times New Roman" panose="02020603050405020304" pitchFamily="18" charset="0"/>
              </a:rPr>
              <a:t>;</a:t>
            </a:r>
          </a:p>
          <a:p>
            <a:pPr eaLnBrk="1" hangingPunct="1">
              <a:lnSpc>
                <a:spcPct val="90000"/>
              </a:lnSpc>
              <a:buNone/>
            </a:pPr>
            <a:r>
              <a:rPr lang="zh-CN" altLang="en-US" dirty="0">
                <a:cs typeface="Times New Roman" panose="02020603050405020304" pitchFamily="18" charset="0"/>
              </a:rPr>
              <a:t>步骤：</a:t>
            </a:r>
          </a:p>
          <a:p>
            <a:pPr eaLnBrk="1" hangingPunct="1">
              <a:lnSpc>
                <a:spcPct val="90000"/>
              </a:lnSpc>
              <a:buNone/>
            </a:pPr>
            <a:r>
              <a:rPr lang="en-US" altLang="zh-CN" dirty="0">
                <a:cs typeface="Times New Roman" panose="02020603050405020304" pitchFamily="18" charset="0"/>
              </a:rPr>
              <a:t>1. </a:t>
            </a:r>
            <a:r>
              <a:rPr lang="zh-CN" altLang="en-US" dirty="0">
                <a:cs typeface="Times New Roman" panose="02020603050405020304" pitchFamily="18" charset="0"/>
              </a:rPr>
              <a:t>对</a:t>
            </a:r>
            <a:r>
              <a:rPr lang="en-US" altLang="zh-CN" i="1" dirty="0">
                <a:cs typeface="Times New Roman" panose="02020603050405020304" pitchFamily="18" charset="0"/>
              </a:rPr>
              <a:t>G</a:t>
            </a:r>
            <a:r>
              <a:rPr lang="zh-CN" altLang="en-US" dirty="0">
                <a:cs typeface="Times New Roman" panose="02020603050405020304" pitchFamily="18" charset="0"/>
              </a:rPr>
              <a:t>中的任意一个产生式</a:t>
            </a:r>
            <a:r>
              <a:rPr lang="en-US" altLang="zh-CN" i="1" dirty="0">
                <a:cs typeface="Times New Roman" panose="02020603050405020304" pitchFamily="18" charset="0"/>
              </a:rPr>
              <a:t>A</a:t>
            </a:r>
            <a:r>
              <a:rPr lang="en-US" altLang="zh-CN" dirty="0">
                <a:cs typeface="Times New Roman" panose="02020603050405020304" pitchFamily="18" charset="0"/>
              </a:rPr>
              <a:t>→</a:t>
            </a:r>
            <a:r>
              <a:rPr lang="en-US" altLang="zh-CN" i="1" dirty="0">
                <a:cs typeface="Times New Roman" panose="02020603050405020304" pitchFamily="18" charset="0"/>
              </a:rPr>
              <a:t>α</a:t>
            </a:r>
            <a:r>
              <a:rPr lang="en-US" altLang="zh-CN" dirty="0">
                <a:cs typeface="Times New Roman" panose="02020603050405020304" pitchFamily="18" charset="0"/>
              </a:rPr>
              <a:t>, </a:t>
            </a:r>
            <a:r>
              <a:rPr lang="zh-CN" altLang="en-US" dirty="0">
                <a:cs typeface="Times New Roman" panose="02020603050405020304" pitchFamily="18" charset="0"/>
              </a:rPr>
              <a:t>执行第</a:t>
            </a:r>
            <a:r>
              <a:rPr lang="en-US" altLang="zh-CN" dirty="0">
                <a:cs typeface="Times New Roman" panose="02020603050405020304" pitchFamily="18" charset="0"/>
              </a:rPr>
              <a:t>2</a:t>
            </a:r>
            <a:r>
              <a:rPr lang="zh-CN" altLang="en-US" dirty="0">
                <a:cs typeface="Times New Roman" panose="02020603050405020304" pitchFamily="18" charset="0"/>
              </a:rPr>
              <a:t>步和第</a:t>
            </a:r>
            <a:r>
              <a:rPr lang="en-US" altLang="zh-CN" dirty="0">
                <a:cs typeface="Times New Roman" panose="02020603050405020304" pitchFamily="18" charset="0"/>
              </a:rPr>
              <a:t>3</a:t>
            </a:r>
            <a:r>
              <a:rPr lang="zh-CN" altLang="en-US" dirty="0">
                <a:cs typeface="Times New Roman" panose="02020603050405020304" pitchFamily="18" charset="0"/>
              </a:rPr>
              <a:t>步</a:t>
            </a:r>
            <a:r>
              <a:rPr lang="en-US" altLang="zh-CN" dirty="0">
                <a:cs typeface="Times New Roman" panose="02020603050405020304" pitchFamily="18" charset="0"/>
              </a:rPr>
              <a:t>;</a:t>
            </a:r>
          </a:p>
          <a:p>
            <a:pPr eaLnBrk="1" hangingPunct="1">
              <a:lnSpc>
                <a:spcPct val="90000"/>
              </a:lnSpc>
              <a:buNone/>
            </a:pPr>
            <a:r>
              <a:rPr lang="en-US" altLang="zh-CN" dirty="0">
                <a:cs typeface="Times New Roman" panose="02020603050405020304" pitchFamily="18" charset="0"/>
              </a:rPr>
              <a:t>2.</a:t>
            </a:r>
            <a:r>
              <a:rPr lang="zh-CN" altLang="en-US" dirty="0">
                <a:cs typeface="Times New Roman" panose="02020603050405020304" pitchFamily="18" charset="0"/>
              </a:rPr>
              <a:t> </a:t>
            </a:r>
            <a:r>
              <a:rPr lang="en-US" altLang="zh-CN" dirty="0">
                <a:cs typeface="Times New Roman" panose="02020603050405020304" pitchFamily="18" charset="0"/>
              </a:rPr>
              <a:t>for </a:t>
            </a:r>
            <a:r>
              <a:rPr lang="en-US" altLang="zh-CN" dirty="0">
                <a:cs typeface="Times New Roman" panose="02020603050405020304" pitchFamily="18" charset="0"/>
                <a:sym typeface="Symbol" panose="05050102010706020507" pitchFamily="18" charset="2"/>
              </a:rPr>
              <a:t></a:t>
            </a:r>
            <a:r>
              <a:rPr lang="en-US" altLang="zh-CN" i="1" dirty="0" err="1">
                <a:cs typeface="Times New Roman" panose="02020603050405020304" pitchFamily="18" charset="0"/>
              </a:rPr>
              <a:t>a</a:t>
            </a:r>
            <a:r>
              <a:rPr lang="en-US" altLang="zh-CN" dirty="0" err="1">
                <a:cs typeface="Times New Roman" panose="02020603050405020304" pitchFamily="18" charset="0"/>
                <a:sym typeface="Symbol" panose="05050102010706020507" pitchFamily="18" charset="2"/>
              </a:rPr>
              <a:t></a:t>
            </a:r>
            <a:r>
              <a:rPr lang="en-US" altLang="zh-CN" i="1" dirty="0" err="1">
                <a:cs typeface="Times New Roman" panose="02020603050405020304" pitchFamily="18" charset="0"/>
              </a:rPr>
              <a:t>FIRST</a:t>
            </a:r>
            <a:r>
              <a:rPr lang="en-US" altLang="zh-CN" dirty="0">
                <a:cs typeface="Times New Roman" panose="02020603050405020304" pitchFamily="18" charset="0"/>
              </a:rPr>
              <a:t>(</a:t>
            </a:r>
            <a:r>
              <a:rPr lang="en-US" altLang="zh-CN" i="1" dirty="0">
                <a:cs typeface="Times New Roman" panose="02020603050405020304" pitchFamily="18" charset="0"/>
              </a:rPr>
              <a:t>α</a:t>
            </a:r>
            <a:r>
              <a:rPr lang="en-US" altLang="zh-CN" dirty="0">
                <a:cs typeface="Times New Roman" panose="02020603050405020304" pitchFamily="18" charset="0"/>
              </a:rPr>
              <a:t>), </a:t>
            </a:r>
            <a:r>
              <a:rPr lang="zh-CN" altLang="en-US" dirty="0">
                <a:cs typeface="Times New Roman" panose="02020603050405020304" pitchFamily="18" charset="0"/>
              </a:rPr>
              <a:t>将</a:t>
            </a:r>
            <a:r>
              <a:rPr lang="en-US" altLang="zh-CN" i="1" dirty="0">
                <a:cs typeface="Times New Roman" panose="02020603050405020304" pitchFamily="18" charset="0"/>
              </a:rPr>
              <a:t>A</a:t>
            </a:r>
            <a:r>
              <a:rPr lang="en-US" altLang="zh-CN" dirty="0">
                <a:cs typeface="Times New Roman" panose="02020603050405020304" pitchFamily="18" charset="0"/>
              </a:rPr>
              <a:t>→</a:t>
            </a:r>
            <a:r>
              <a:rPr lang="en-US" altLang="zh-CN" i="1" dirty="0">
                <a:cs typeface="Times New Roman" panose="02020603050405020304" pitchFamily="18" charset="0"/>
              </a:rPr>
              <a:t>α</a:t>
            </a:r>
            <a:r>
              <a:rPr lang="zh-CN" altLang="en-US" dirty="0">
                <a:cs typeface="Times New Roman" panose="02020603050405020304" pitchFamily="18" charset="0"/>
              </a:rPr>
              <a:t>填入</a:t>
            </a:r>
            <a:r>
              <a:rPr lang="en-US" altLang="zh-CN" i="1" dirty="0">
                <a:cs typeface="Times New Roman" panose="02020603050405020304" pitchFamily="18" charset="0"/>
              </a:rPr>
              <a:t>M</a:t>
            </a:r>
            <a:r>
              <a:rPr lang="en-US" altLang="zh-CN" dirty="0">
                <a:cs typeface="Times New Roman" panose="02020603050405020304" pitchFamily="18" charset="0"/>
              </a:rPr>
              <a:t>[</a:t>
            </a:r>
            <a:r>
              <a:rPr lang="en-US" altLang="zh-CN" i="1" dirty="0">
                <a:cs typeface="Times New Roman" panose="02020603050405020304" pitchFamily="18" charset="0"/>
              </a:rPr>
              <a:t>A</a:t>
            </a:r>
            <a:r>
              <a:rPr lang="en-US" altLang="zh-CN" dirty="0">
                <a:cs typeface="Times New Roman" panose="02020603050405020304" pitchFamily="18" charset="0"/>
              </a:rPr>
              <a:t>, </a:t>
            </a:r>
            <a:r>
              <a:rPr lang="en-US" altLang="zh-CN" i="1" dirty="0">
                <a:cs typeface="Times New Roman" panose="02020603050405020304" pitchFamily="18" charset="0"/>
              </a:rPr>
              <a:t>a</a:t>
            </a:r>
            <a:r>
              <a:rPr lang="en-US" altLang="zh-CN" dirty="0">
                <a:cs typeface="Times New Roman" panose="02020603050405020304" pitchFamily="18" charset="0"/>
              </a:rPr>
              <a:t>];</a:t>
            </a:r>
          </a:p>
          <a:p>
            <a:pPr eaLnBrk="1" hangingPunct="1">
              <a:lnSpc>
                <a:spcPct val="90000"/>
              </a:lnSpc>
              <a:buNone/>
            </a:pPr>
            <a:r>
              <a:rPr lang="en-US" altLang="zh-CN" dirty="0">
                <a:cs typeface="Times New Roman" panose="02020603050405020304" pitchFamily="18" charset="0"/>
              </a:rPr>
              <a:t>3. if </a:t>
            </a:r>
            <a:r>
              <a:rPr lang="en-US" altLang="zh-CN" i="1" dirty="0" err="1">
                <a:cs typeface="Times New Roman" panose="02020603050405020304" pitchFamily="18" charset="0"/>
              </a:rPr>
              <a:t>ε</a:t>
            </a:r>
            <a:r>
              <a:rPr lang="en-US" altLang="zh-CN" dirty="0" err="1">
                <a:cs typeface="Times New Roman" panose="02020603050405020304" pitchFamily="18" charset="0"/>
                <a:sym typeface="Symbol" panose="05050102010706020507" pitchFamily="18" charset="2"/>
              </a:rPr>
              <a:t></a:t>
            </a:r>
            <a:r>
              <a:rPr lang="en-US" altLang="zh-CN" i="1" dirty="0" err="1">
                <a:cs typeface="Times New Roman" panose="02020603050405020304" pitchFamily="18" charset="0"/>
              </a:rPr>
              <a:t>FIRST</a:t>
            </a:r>
            <a:r>
              <a:rPr lang="en-US" altLang="zh-CN" dirty="0">
                <a:cs typeface="Times New Roman" panose="02020603050405020304" pitchFamily="18" charset="0"/>
              </a:rPr>
              <a:t>(</a:t>
            </a:r>
            <a:r>
              <a:rPr lang="en-US" altLang="zh-CN" i="1" dirty="0">
                <a:cs typeface="Times New Roman" panose="02020603050405020304" pitchFamily="18" charset="0"/>
              </a:rPr>
              <a:t>α</a:t>
            </a:r>
            <a:r>
              <a:rPr lang="en-US" altLang="zh-CN" dirty="0">
                <a:cs typeface="Times New Roman" panose="02020603050405020304" pitchFamily="18" charset="0"/>
              </a:rPr>
              <a:t>) then </a:t>
            </a:r>
            <a:r>
              <a:rPr lang="en-US" altLang="zh-CN" dirty="0">
                <a:cs typeface="Times New Roman" panose="02020603050405020304" pitchFamily="18" charset="0"/>
                <a:sym typeface="Symbol" panose="05050102010706020507" pitchFamily="18" charset="2"/>
              </a:rPr>
              <a:t></a:t>
            </a:r>
            <a:r>
              <a:rPr lang="en-US" altLang="zh-CN" i="1" dirty="0" err="1">
                <a:cs typeface="Times New Roman" panose="02020603050405020304" pitchFamily="18" charset="0"/>
              </a:rPr>
              <a:t>a</a:t>
            </a:r>
            <a:r>
              <a:rPr lang="en-US" altLang="zh-CN" dirty="0" err="1">
                <a:cs typeface="Times New Roman" panose="02020603050405020304" pitchFamily="18" charset="0"/>
                <a:sym typeface="Symbol" panose="05050102010706020507" pitchFamily="18" charset="2"/>
              </a:rPr>
              <a:t></a:t>
            </a:r>
            <a:r>
              <a:rPr lang="en-US" altLang="zh-CN" i="1" dirty="0" err="1">
                <a:cs typeface="Times New Roman" panose="02020603050405020304" pitchFamily="18" charset="0"/>
              </a:rPr>
              <a:t>FOLLOW</a:t>
            </a:r>
            <a:r>
              <a:rPr lang="en-US" altLang="zh-CN" dirty="0">
                <a:cs typeface="Times New Roman" panose="02020603050405020304" pitchFamily="18" charset="0"/>
              </a:rPr>
              <a:t>(</a:t>
            </a:r>
            <a:r>
              <a:rPr lang="en-US" altLang="zh-CN" i="1" dirty="0">
                <a:cs typeface="Times New Roman" panose="02020603050405020304" pitchFamily="18" charset="0"/>
              </a:rPr>
              <a:t>A</a:t>
            </a:r>
            <a:r>
              <a:rPr lang="en-US" altLang="zh-CN" dirty="0">
                <a:cs typeface="Times New Roman" panose="02020603050405020304" pitchFamily="18" charset="0"/>
              </a:rPr>
              <a:t>), </a:t>
            </a:r>
            <a:r>
              <a:rPr lang="zh-CN" altLang="en-US" dirty="0">
                <a:cs typeface="Times New Roman" panose="02020603050405020304" pitchFamily="18" charset="0"/>
              </a:rPr>
              <a:t>将</a:t>
            </a:r>
            <a:r>
              <a:rPr lang="en-US" altLang="zh-CN" i="1" dirty="0">
                <a:cs typeface="Times New Roman" panose="02020603050405020304" pitchFamily="18" charset="0"/>
              </a:rPr>
              <a:t>A</a:t>
            </a:r>
            <a:r>
              <a:rPr lang="en-US" altLang="zh-CN" dirty="0">
                <a:cs typeface="Times New Roman" panose="02020603050405020304" pitchFamily="18" charset="0"/>
              </a:rPr>
              <a:t>→</a:t>
            </a:r>
            <a:r>
              <a:rPr lang="en-US" altLang="zh-CN" i="1" dirty="0">
                <a:cs typeface="Times New Roman" panose="02020603050405020304" pitchFamily="18" charset="0"/>
              </a:rPr>
              <a:t>α</a:t>
            </a:r>
            <a:r>
              <a:rPr lang="zh-CN" altLang="en-US" dirty="0">
                <a:cs typeface="Times New Roman" panose="02020603050405020304" pitchFamily="18" charset="0"/>
              </a:rPr>
              <a:t>填入</a:t>
            </a:r>
            <a:r>
              <a:rPr lang="en-US" altLang="zh-CN" i="1" dirty="0">
                <a:cs typeface="Times New Roman" panose="02020603050405020304" pitchFamily="18" charset="0"/>
              </a:rPr>
              <a:t>M</a:t>
            </a:r>
            <a:r>
              <a:rPr lang="en-US" altLang="zh-CN" dirty="0">
                <a:cs typeface="Times New Roman" panose="02020603050405020304" pitchFamily="18" charset="0"/>
              </a:rPr>
              <a:t>[</a:t>
            </a:r>
            <a:r>
              <a:rPr lang="en-US" altLang="zh-CN" i="1" dirty="0">
                <a:cs typeface="Times New Roman" panose="02020603050405020304" pitchFamily="18" charset="0"/>
              </a:rPr>
              <a:t>A</a:t>
            </a:r>
            <a:r>
              <a:rPr lang="en-US" altLang="zh-CN" dirty="0">
                <a:cs typeface="Times New Roman" panose="02020603050405020304" pitchFamily="18" charset="0"/>
              </a:rPr>
              <a:t>, </a:t>
            </a:r>
            <a:r>
              <a:rPr lang="en-US" altLang="zh-CN" i="1" dirty="0">
                <a:cs typeface="Times New Roman" panose="02020603050405020304" pitchFamily="18" charset="0"/>
              </a:rPr>
              <a:t>a</a:t>
            </a:r>
            <a:r>
              <a:rPr lang="en-US" altLang="zh-CN" dirty="0">
                <a:cs typeface="Times New Roman" panose="02020603050405020304" pitchFamily="18" charset="0"/>
              </a:rPr>
              <a:t>];</a:t>
            </a:r>
          </a:p>
          <a:p>
            <a:pPr eaLnBrk="1" hangingPunct="1">
              <a:lnSpc>
                <a:spcPct val="90000"/>
              </a:lnSpc>
              <a:buNone/>
            </a:pPr>
            <a:r>
              <a:rPr lang="en-US" altLang="zh-CN" dirty="0">
                <a:cs typeface="Times New Roman" panose="02020603050405020304" pitchFamily="18" charset="0"/>
              </a:rPr>
              <a:t>4. </a:t>
            </a:r>
            <a:r>
              <a:rPr lang="zh-CN" altLang="en-US" dirty="0">
                <a:cs typeface="Times New Roman" panose="02020603050405020304" pitchFamily="18" charset="0"/>
              </a:rPr>
              <a:t>将所有无定义的</a:t>
            </a:r>
            <a:r>
              <a:rPr lang="en-US" altLang="zh-CN" i="1" dirty="0">
                <a:cs typeface="Times New Roman" panose="02020603050405020304" pitchFamily="18" charset="0"/>
              </a:rPr>
              <a:t>M</a:t>
            </a:r>
            <a:r>
              <a:rPr lang="en-US" altLang="zh-CN" dirty="0">
                <a:cs typeface="Times New Roman" panose="02020603050405020304" pitchFamily="18" charset="0"/>
              </a:rPr>
              <a:t>[</a:t>
            </a:r>
            <a:r>
              <a:rPr lang="en-US" altLang="zh-CN" i="1" dirty="0">
                <a:cs typeface="Times New Roman" panose="02020603050405020304" pitchFamily="18" charset="0"/>
              </a:rPr>
              <a:t>A</a:t>
            </a:r>
            <a:r>
              <a:rPr lang="en-US" altLang="zh-CN" dirty="0">
                <a:cs typeface="Times New Roman" panose="02020603050405020304" pitchFamily="18" charset="0"/>
              </a:rPr>
              <a:t>, </a:t>
            </a:r>
            <a:r>
              <a:rPr lang="en-US" altLang="zh-CN" i="1" dirty="0">
                <a:cs typeface="Times New Roman" panose="02020603050405020304" pitchFamily="18" charset="0"/>
              </a:rPr>
              <a:t>b</a:t>
            </a:r>
            <a:r>
              <a:rPr lang="en-US" altLang="zh-CN" dirty="0">
                <a:cs typeface="Times New Roman" panose="02020603050405020304" pitchFamily="18" charset="0"/>
              </a:rPr>
              <a:t>]</a:t>
            </a:r>
            <a:r>
              <a:rPr lang="zh-CN" altLang="en-US" dirty="0">
                <a:cs typeface="Times New Roman" panose="02020603050405020304" pitchFamily="18" charset="0"/>
              </a:rPr>
              <a:t>标上出错标志。</a:t>
            </a:r>
          </a:p>
        </p:txBody>
      </p:sp>
      <p:sp>
        <p:nvSpPr>
          <p:cNvPr id="3" name="标题 2">
            <a:extLst>
              <a:ext uri="{FF2B5EF4-FFF2-40B4-BE49-F238E27FC236}">
                <a16:creationId xmlns:a16="http://schemas.microsoft.com/office/drawing/2014/main" id="{64C0193A-1DD0-4B8D-9E5A-79073E758252}"/>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预测分析表的构造算法</a:t>
            </a:r>
          </a:p>
        </p:txBody>
      </p:sp>
      <p:sp>
        <p:nvSpPr>
          <p:cNvPr id="5" name="灯片编号占位符 4">
            <a:extLst>
              <a:ext uri="{FF2B5EF4-FFF2-40B4-BE49-F238E27FC236}">
                <a16:creationId xmlns:a16="http://schemas.microsoft.com/office/drawing/2014/main" id="{F6F600AA-868E-4690-9A32-7E3FEE07D618}"/>
              </a:ext>
            </a:extLst>
          </p:cNvPr>
          <p:cNvSpPr>
            <a:spLocks noGrp="1"/>
          </p:cNvSpPr>
          <p:nvPr>
            <p:ph type="sldNum" sz="quarter" idx="12"/>
          </p:nvPr>
        </p:nvSpPr>
        <p:spPr/>
        <p:txBody>
          <a:bodyPr/>
          <a:lstStyle/>
          <a:p>
            <a:pPr>
              <a:defRPr/>
            </a:pPr>
            <a:fld id="{EA567855-7F13-4FC5-AD61-2B82F6443E16}" type="slidenum">
              <a:rPr lang="zh-CN" altLang="en-US" smtClean="0"/>
              <a:pPr>
                <a:defRPr/>
              </a:pPr>
              <a:t>48</a:t>
            </a:fld>
            <a:endParaRPr lang="en-US" altLang="zh-CN"/>
          </a:p>
        </p:txBody>
      </p:sp>
    </p:spTree>
    <p:extLst>
      <p:ext uri="{BB962C8B-B14F-4D97-AF65-F5344CB8AC3E}">
        <p14:creationId xmlns:p14="http://schemas.microsoft.com/office/powerpoint/2010/main" val="294103358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3">
            <a:extLst>
              <a:ext uri="{FF2B5EF4-FFF2-40B4-BE49-F238E27FC236}">
                <a16:creationId xmlns:a16="http://schemas.microsoft.com/office/drawing/2014/main" id="{EBA83D05-68FD-41D3-9EA1-30288312908F}"/>
              </a:ext>
            </a:extLst>
          </p:cNvPr>
          <p:cNvSpPr>
            <a:spLocks noGrp="1" noChangeArrowheads="1"/>
          </p:cNvSpPr>
          <p:nvPr>
            <p:ph idx="1"/>
          </p:nvPr>
        </p:nvSpPr>
        <p:spPr>
          <a:xfrm>
            <a:off x="715963" y="1000125"/>
            <a:ext cx="5927725" cy="3225800"/>
          </a:xfrm>
        </p:spPr>
        <p:txBody>
          <a:bodyPr/>
          <a:lstStyle/>
          <a:p>
            <a:pPr eaLnBrk="1" hangingPunct="1">
              <a:lnSpc>
                <a:spcPts val="4500"/>
              </a:lnSpc>
              <a:buClrTx/>
              <a:buFont typeface="Wingdings" panose="05000000000000000000" pitchFamily="2" charset="2"/>
              <a:buChar char="Ø"/>
            </a:pPr>
            <a:r>
              <a:rPr lang="zh-CN" altLang="en-US" sz="3000" b="1">
                <a:solidFill>
                  <a:schemeClr val="tx1"/>
                </a:solidFill>
                <a:cs typeface="Times New Roman" panose="02020603050405020304" pitchFamily="18" charset="0"/>
              </a:rPr>
              <a:t>递归的预测分析法</a:t>
            </a:r>
            <a:endParaRPr lang="en-US" altLang="zh-CN" sz="3000" b="1">
              <a:solidFill>
                <a:schemeClr val="tx1"/>
              </a:solidFill>
              <a:cs typeface="Times New Roman" panose="02020603050405020304" pitchFamily="18" charset="0"/>
            </a:endParaRPr>
          </a:p>
          <a:p>
            <a:pPr eaLnBrk="1" hangingPunct="1">
              <a:lnSpc>
                <a:spcPts val="4500"/>
              </a:lnSpc>
              <a:buClrTx/>
              <a:buFont typeface="Wingdings" panose="05000000000000000000" pitchFamily="2" charset="2"/>
              <a:buChar char="Ø"/>
            </a:pPr>
            <a:r>
              <a:rPr lang="zh-CN" altLang="en-US" sz="3000" b="1">
                <a:solidFill>
                  <a:schemeClr val="tx1"/>
                </a:solidFill>
                <a:cs typeface="Times New Roman" panose="02020603050405020304" pitchFamily="18" charset="0"/>
              </a:rPr>
              <a:t>非递归的预测分析法</a:t>
            </a:r>
          </a:p>
        </p:txBody>
      </p:sp>
      <p:sp>
        <p:nvSpPr>
          <p:cNvPr id="53251" name="标题 1">
            <a:extLst>
              <a:ext uri="{FF2B5EF4-FFF2-40B4-BE49-F238E27FC236}">
                <a16:creationId xmlns:a16="http://schemas.microsoft.com/office/drawing/2014/main" id="{024C1201-80F0-4C1D-BB30-AD8DB7F91BE8}"/>
              </a:ext>
            </a:extLst>
          </p:cNvPr>
          <p:cNvSpPr>
            <a:spLocks noGrp="1"/>
          </p:cNvSpPr>
          <p:nvPr>
            <p:ph type="title"/>
          </p:nvPr>
        </p:nvSpPr>
        <p:spPr>
          <a:xfrm>
            <a:off x="755650" y="268288"/>
            <a:ext cx="7931150" cy="358775"/>
          </a:xfrm>
        </p:spPr>
        <p:txBody>
          <a:bodyPr/>
          <a:lstStyle/>
          <a:p>
            <a:pPr>
              <a:defRPr/>
            </a:pPr>
            <a:r>
              <a:rPr lang="en-US" altLang="zh-CN" sz="3000" i="1" dirty="0">
                <a:solidFill>
                  <a:schemeClr val="tx1"/>
                </a:solidFill>
                <a:ea typeface="微软雅黑" pitchFamily="34" charset="-122"/>
                <a:cs typeface="Times New Roman" pitchFamily="18" charset="0"/>
              </a:rPr>
              <a:t>LL</a:t>
            </a:r>
            <a:r>
              <a:rPr lang="en-US" altLang="zh-CN" sz="3000" spc="300" dirty="0">
                <a:solidFill>
                  <a:schemeClr val="tx1"/>
                </a:solidFill>
                <a:latin typeface="微软雅黑" pitchFamily="34" charset="-122"/>
                <a:ea typeface="微软雅黑" pitchFamily="34" charset="-122"/>
              </a:rPr>
              <a:t>(1)</a:t>
            </a:r>
            <a:r>
              <a:rPr lang="zh-CN" altLang="en-US" sz="3000" spc="300" dirty="0">
                <a:solidFill>
                  <a:schemeClr val="tx1"/>
                </a:solidFill>
                <a:latin typeface="微软雅黑" pitchFamily="34" charset="-122"/>
                <a:ea typeface="微软雅黑" pitchFamily="34" charset="-122"/>
              </a:rPr>
              <a:t>文法的分析方法</a:t>
            </a:r>
          </a:p>
        </p:txBody>
      </p:sp>
      <p:sp>
        <p:nvSpPr>
          <p:cNvPr id="3" name="灯片编号占位符 2">
            <a:extLst>
              <a:ext uri="{FF2B5EF4-FFF2-40B4-BE49-F238E27FC236}">
                <a16:creationId xmlns:a16="http://schemas.microsoft.com/office/drawing/2014/main" id="{E83F3E3B-999C-4704-B784-534C63807099}"/>
              </a:ext>
            </a:extLst>
          </p:cNvPr>
          <p:cNvSpPr>
            <a:spLocks noGrp="1"/>
          </p:cNvSpPr>
          <p:nvPr>
            <p:ph type="sldNum" sz="quarter" idx="12"/>
          </p:nvPr>
        </p:nvSpPr>
        <p:spPr/>
        <p:txBody>
          <a:bodyPr/>
          <a:lstStyle/>
          <a:p>
            <a:pPr>
              <a:defRPr/>
            </a:pPr>
            <a:fld id="{EA567855-7F13-4FC5-AD61-2B82F6443E16}" type="slidenum">
              <a:rPr lang="zh-CN" altLang="en-US" smtClean="0"/>
              <a:pPr>
                <a:defRPr/>
              </a:pPr>
              <a:t>49</a:t>
            </a:fld>
            <a:endParaRPr lang="en-US" altLang="zh-CN"/>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5714" name="组合 5">
            <a:extLst>
              <a:ext uri="{FF2B5EF4-FFF2-40B4-BE49-F238E27FC236}">
                <a16:creationId xmlns:a16="http://schemas.microsoft.com/office/drawing/2014/main" id="{CA26112B-2C38-4EBC-BF7E-7008B7B49F2D}"/>
              </a:ext>
            </a:extLst>
          </p:cNvPr>
          <p:cNvGrpSpPr>
            <a:grpSpLocks/>
          </p:cNvGrpSpPr>
          <p:nvPr/>
        </p:nvGrpSpPr>
        <p:grpSpPr bwMode="auto">
          <a:xfrm>
            <a:off x="0" y="195263"/>
            <a:ext cx="755650" cy="431800"/>
            <a:chOff x="-786" y="195486"/>
            <a:chExt cx="756363" cy="432048"/>
          </a:xfrm>
        </p:grpSpPr>
        <p:sp>
          <p:nvSpPr>
            <p:cNvPr id="6" name="五边形 5">
              <a:extLst>
                <a:ext uri="{FF2B5EF4-FFF2-40B4-BE49-F238E27FC236}">
                  <a16:creationId xmlns:a16="http://schemas.microsoft.com/office/drawing/2014/main" id="{11A35598-DD79-40AD-B486-89AD657C34D3}"/>
                </a:ext>
              </a:extLst>
            </p:cNvPr>
            <p:cNvSpPr/>
            <p:nvPr/>
          </p:nvSpPr>
          <p:spPr>
            <a:xfrm>
              <a:off x="-786" y="195486"/>
              <a:ext cx="756363" cy="432048"/>
            </a:xfrm>
            <a:prstGeom prst="homePlate">
              <a:avLst/>
            </a:prstGeom>
            <a:solidFill>
              <a:schemeClr val="bg2">
                <a:lumMod val="50000"/>
              </a:schemeClr>
            </a:solidFill>
            <a:ln w="25400" cap="flat" cmpd="sng" algn="ctr">
              <a:noFill/>
              <a:prstDash val="solid"/>
            </a:ln>
            <a:effectLst/>
          </p:spPr>
          <p:txBody>
            <a:bodyPr anchor="ctr"/>
            <a:lstStyle/>
            <a:p>
              <a:pPr algn="ctr" eaLnBrk="1" hangingPunct="1">
                <a:defRPr/>
              </a:pPr>
              <a:endParaRPr lang="zh-CN" altLang="en-US">
                <a:solidFill>
                  <a:srgbClr val="FFFFFF"/>
                </a:solidFill>
                <a:latin typeface="Calibri" pitchFamily="34" charset="0"/>
                <a:ea typeface="楷体_GB2312"/>
                <a:cs typeface="楷体_GB2312"/>
              </a:endParaRPr>
            </a:p>
          </p:txBody>
        </p:sp>
        <p:sp>
          <p:nvSpPr>
            <p:cNvPr id="115719" name="五边形 8">
              <a:extLst>
                <a:ext uri="{FF2B5EF4-FFF2-40B4-BE49-F238E27FC236}">
                  <a16:creationId xmlns:a16="http://schemas.microsoft.com/office/drawing/2014/main" id="{4E1727D3-3415-473E-BE0F-93D6BEC03238}"/>
                </a:ext>
              </a:extLst>
            </p:cNvPr>
            <p:cNvSpPr>
              <a:spLocks noChangeArrowheads="1"/>
            </p:cNvSpPr>
            <p:nvPr/>
          </p:nvSpPr>
          <p:spPr bwMode="auto">
            <a:xfrm>
              <a:off x="-786" y="197074"/>
              <a:ext cx="756363" cy="88951"/>
            </a:xfrm>
            <a:prstGeom prst="homePlate">
              <a:avLst>
                <a:gd name="adj" fmla="val 49995"/>
              </a:avLst>
            </a:prstGeom>
            <a:solidFill>
              <a:schemeClr val="bg1">
                <a:alpha val="30196"/>
              </a:schemeClr>
            </a:solidFill>
            <a:ln>
              <a:noFill/>
            </a:ln>
            <a:extLst>
              <a:ext uri="{91240B29-F687-4F45-9708-019B960494DF}">
                <a14:hiddenLine xmlns:a14="http://schemas.microsoft.com/office/drawing/2010/main" w="25400" algn="ctr">
                  <a:solidFill>
                    <a:srgbClr val="000000"/>
                  </a:solidFill>
                  <a:miter lim="800000"/>
                  <a:headEnd/>
                  <a:tailEnd/>
                </a14:hiddenLine>
              </a:ext>
            </a:extLst>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grpSp>
      <p:sp>
        <p:nvSpPr>
          <p:cNvPr id="8" name="标题 1">
            <a:extLst>
              <a:ext uri="{FF2B5EF4-FFF2-40B4-BE49-F238E27FC236}">
                <a16:creationId xmlns:a16="http://schemas.microsoft.com/office/drawing/2014/main" id="{9A49461F-8A3A-40AC-836C-778C05EB3DCB}"/>
              </a:ext>
            </a:extLst>
          </p:cNvPr>
          <p:cNvSpPr>
            <a:spLocks noGrp="1"/>
          </p:cNvSpPr>
          <p:nvPr>
            <p:ph type="title"/>
          </p:nvPr>
        </p:nvSpPr>
        <p:spPr>
          <a:xfrm>
            <a:off x="755650" y="268288"/>
            <a:ext cx="7931150" cy="358775"/>
          </a:xfrm>
        </p:spPr>
        <p:txBody>
          <a:bodyPr/>
          <a:lstStyle/>
          <a:p>
            <a:pPr eaLnBrk="1" hangingPunct="1">
              <a:defRPr/>
            </a:pPr>
            <a:r>
              <a:rPr lang="en-US" altLang="zh-CN" sz="3000" spc="300" dirty="0">
                <a:solidFill>
                  <a:schemeClr val="tx1"/>
                </a:solidFill>
                <a:latin typeface="微软雅黑" pitchFamily="34" charset="-122"/>
                <a:ea typeface="微软雅黑" pitchFamily="34" charset="-122"/>
              </a:rPr>
              <a:t>4.2.2 </a:t>
            </a:r>
            <a:r>
              <a:rPr lang="zh-CN" altLang="en-US" sz="3000" spc="300" dirty="0">
                <a:solidFill>
                  <a:schemeClr val="tx1"/>
                </a:solidFill>
                <a:latin typeface="微软雅黑" pitchFamily="34" charset="-122"/>
                <a:ea typeface="微软雅黑" pitchFamily="34" charset="-122"/>
              </a:rPr>
              <a:t>递归的预测分析法</a:t>
            </a:r>
          </a:p>
        </p:txBody>
      </p:sp>
      <p:sp>
        <p:nvSpPr>
          <p:cNvPr id="9" name="Rectangle 3">
            <a:extLst>
              <a:ext uri="{FF2B5EF4-FFF2-40B4-BE49-F238E27FC236}">
                <a16:creationId xmlns:a16="http://schemas.microsoft.com/office/drawing/2014/main" id="{EDACC5E1-3F2F-41C2-A153-4C22E8AA0171}"/>
              </a:ext>
            </a:extLst>
          </p:cNvPr>
          <p:cNvSpPr>
            <a:spLocks noGrp="1" noChangeArrowheads="1"/>
          </p:cNvSpPr>
          <p:nvPr>
            <p:ph idx="1"/>
          </p:nvPr>
        </p:nvSpPr>
        <p:spPr>
          <a:xfrm>
            <a:off x="428625" y="642938"/>
            <a:ext cx="8135938" cy="4449762"/>
          </a:xfrm>
        </p:spPr>
        <p:txBody>
          <a:bodyPr/>
          <a:lstStyle/>
          <a:p>
            <a:pPr eaLnBrk="1" hangingPunct="1">
              <a:lnSpc>
                <a:spcPts val="2600"/>
              </a:lnSpc>
              <a:spcBef>
                <a:spcPts val="0"/>
              </a:spcBef>
              <a:buClrTx/>
              <a:buFont typeface="Wingdings" panose="05000000000000000000" pitchFamily="2" charset="2"/>
              <a:buChar char="Ø"/>
              <a:defRPr/>
            </a:pPr>
            <a:r>
              <a:rPr lang="zh-CN" altLang="en-US" b="1" dirty="0">
                <a:solidFill>
                  <a:schemeClr val="tx1"/>
                </a:solidFill>
                <a:cs typeface="Times New Roman" panose="02020603050405020304" pitchFamily="18" charset="0"/>
              </a:rPr>
              <a:t> </a:t>
            </a:r>
            <a:r>
              <a:rPr lang="zh-CN" altLang="en-US" b="1" dirty="0">
                <a:solidFill>
                  <a:srgbClr val="FF0000"/>
                </a:solidFill>
                <a:cs typeface="Times New Roman" panose="02020603050405020304" pitchFamily="18" charset="0"/>
              </a:rPr>
              <a:t>递归的预测分析法</a:t>
            </a:r>
            <a:r>
              <a:rPr lang="zh-CN" altLang="en-US" b="1" dirty="0">
                <a:solidFill>
                  <a:schemeClr val="tx1"/>
                </a:solidFill>
                <a:cs typeface="Times New Roman" panose="02020603050405020304" pitchFamily="18" charset="0"/>
              </a:rPr>
              <a:t>是指：在</a:t>
            </a:r>
            <a:r>
              <a:rPr lang="zh-CN" altLang="en-US" b="1" dirty="0">
                <a:solidFill>
                  <a:schemeClr val="tx2">
                    <a:lumMod val="60000"/>
                    <a:lumOff val="40000"/>
                  </a:schemeClr>
                </a:solidFill>
                <a:cs typeface="Times New Roman" panose="02020603050405020304" pitchFamily="18" charset="0"/>
              </a:rPr>
              <a:t>递归下降分析</a:t>
            </a:r>
            <a:r>
              <a:rPr lang="zh-CN" altLang="en-US" b="1" dirty="0">
                <a:solidFill>
                  <a:schemeClr val="tx1"/>
                </a:solidFill>
                <a:cs typeface="Times New Roman" panose="02020603050405020304" pitchFamily="18" charset="0"/>
              </a:rPr>
              <a:t>中，根据</a:t>
            </a:r>
            <a:r>
              <a:rPr lang="zh-CN" altLang="en-US" b="1" dirty="0">
                <a:solidFill>
                  <a:schemeClr val="tx2">
                    <a:lumMod val="60000"/>
                    <a:lumOff val="40000"/>
                  </a:schemeClr>
                </a:solidFill>
                <a:cs typeface="Times New Roman" panose="02020603050405020304" pitchFamily="18" charset="0"/>
              </a:rPr>
              <a:t>预测分析表</a:t>
            </a:r>
            <a:r>
              <a:rPr lang="zh-CN" altLang="en-US" b="1" dirty="0">
                <a:solidFill>
                  <a:schemeClr val="tx1"/>
                </a:solidFill>
                <a:cs typeface="Times New Roman" panose="02020603050405020304" pitchFamily="18" charset="0"/>
              </a:rPr>
              <a:t>进行产生式的选择</a:t>
            </a:r>
            <a:endParaRPr lang="en-US" altLang="zh-CN" b="1" dirty="0">
              <a:solidFill>
                <a:schemeClr val="tx1"/>
              </a:solidFill>
              <a:cs typeface="Times New Roman" panose="02020603050405020304" pitchFamily="18" charset="0"/>
            </a:endParaRPr>
          </a:p>
          <a:p>
            <a:pPr lvl="1" eaLnBrk="1" hangingPunct="1">
              <a:lnSpc>
                <a:spcPts val="2600"/>
              </a:lnSpc>
              <a:spcBef>
                <a:spcPts val="0"/>
              </a:spcBef>
              <a:buClrTx/>
              <a:buFont typeface="Wingdings" pitchFamily="2" charset="2"/>
              <a:buChar char="Ø"/>
              <a:defRPr/>
            </a:pPr>
            <a:r>
              <a:rPr lang="zh-CN" altLang="en-US" b="1" dirty="0">
                <a:solidFill>
                  <a:schemeClr val="tx1"/>
                </a:solidFill>
                <a:cs typeface="Times New Roman" panose="02020603050405020304" pitchFamily="18" charset="0"/>
              </a:rPr>
              <a:t>根据每个非终结符的</a:t>
            </a:r>
            <a:r>
              <a:rPr lang="zh-CN" altLang="en-US" b="1" dirty="0">
                <a:solidFill>
                  <a:schemeClr val="tx2">
                    <a:lumMod val="60000"/>
                    <a:lumOff val="40000"/>
                  </a:schemeClr>
                </a:solidFill>
                <a:cs typeface="Times New Roman" panose="02020603050405020304" pitchFamily="18" charset="0"/>
              </a:rPr>
              <a:t>产生式</a:t>
            </a:r>
            <a:r>
              <a:rPr lang="zh-CN" altLang="en-US" b="1" dirty="0">
                <a:solidFill>
                  <a:schemeClr val="tx1"/>
                </a:solidFill>
                <a:cs typeface="Times New Roman" panose="02020603050405020304" pitchFamily="18" charset="0"/>
              </a:rPr>
              <a:t>和</a:t>
            </a:r>
            <a:r>
              <a:rPr lang="en-US" altLang="zh-CN" b="1" i="1" dirty="0">
                <a:solidFill>
                  <a:schemeClr val="tx1"/>
                </a:solidFill>
                <a:cs typeface="Times New Roman" panose="02020603050405020304" pitchFamily="18" charset="0"/>
              </a:rPr>
              <a:t>LL</a:t>
            </a:r>
            <a:r>
              <a:rPr lang="en-US" altLang="zh-CN" b="1" dirty="0">
                <a:solidFill>
                  <a:schemeClr val="tx1"/>
                </a:solidFill>
                <a:cs typeface="Times New Roman" panose="02020603050405020304" pitchFamily="18" charset="0"/>
              </a:rPr>
              <a:t>(1)</a:t>
            </a:r>
            <a:r>
              <a:rPr lang="zh-CN" altLang="en-US" b="1" dirty="0">
                <a:solidFill>
                  <a:schemeClr val="tx1"/>
                </a:solidFill>
                <a:cs typeface="Times New Roman" panose="02020603050405020304" pitchFamily="18" charset="0"/>
              </a:rPr>
              <a:t>文法的</a:t>
            </a:r>
            <a:r>
              <a:rPr lang="zh-CN" altLang="en-US" b="1" dirty="0">
                <a:solidFill>
                  <a:schemeClr val="tx2">
                    <a:lumMod val="60000"/>
                    <a:lumOff val="40000"/>
                  </a:schemeClr>
                </a:solidFill>
                <a:cs typeface="Times New Roman" panose="02020603050405020304" pitchFamily="18" charset="0"/>
              </a:rPr>
              <a:t>预测分析表</a:t>
            </a:r>
            <a:r>
              <a:rPr lang="zh-CN" altLang="en-US" b="1" dirty="0">
                <a:solidFill>
                  <a:schemeClr val="tx1"/>
                </a:solidFill>
                <a:cs typeface="Times New Roman" panose="02020603050405020304" pitchFamily="18" charset="0"/>
              </a:rPr>
              <a:t>，为每个非终结符编写对应的过程</a:t>
            </a:r>
          </a:p>
        </p:txBody>
      </p:sp>
      <p:sp>
        <p:nvSpPr>
          <p:cNvPr id="104452" name="内容占位符 1">
            <a:extLst>
              <a:ext uri="{FF2B5EF4-FFF2-40B4-BE49-F238E27FC236}">
                <a16:creationId xmlns:a16="http://schemas.microsoft.com/office/drawing/2014/main" id="{29AEBECF-6327-4BDF-9AC5-5FA4BA470CBF}"/>
              </a:ext>
            </a:extLst>
          </p:cNvPr>
          <p:cNvSpPr txBox="1">
            <a:spLocks/>
          </p:cNvSpPr>
          <p:nvPr/>
        </p:nvSpPr>
        <p:spPr bwMode="auto">
          <a:xfrm>
            <a:off x="539552" y="2067694"/>
            <a:ext cx="5328592" cy="3003798"/>
          </a:xfrm>
          <a:prstGeom prst="rect">
            <a:avLst/>
          </a:prstGeom>
          <a:solidFill>
            <a:schemeClr val="accent2">
              <a:lumMod val="40000"/>
              <a:lumOff val="60000"/>
            </a:schemeClr>
          </a:solidFill>
          <a:ln w="12700">
            <a:solidFill>
              <a:schemeClr val="tx1"/>
            </a:solidFill>
            <a:miter lim="800000"/>
            <a:headEnd/>
            <a:tailEnd/>
          </a:ln>
        </p:spPr>
        <p:txBody>
          <a:bodyPr anchor="ctr"/>
          <a:lstStyle>
            <a:lvl1pPr marL="273050" indent="-273050">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lnSpc>
                <a:spcPts val="2300"/>
              </a:lnSpc>
              <a:spcBef>
                <a:spcPts val="0"/>
              </a:spcBef>
              <a:buSzPct val="100000"/>
              <a:buFont typeface="Symbol" panose="05050102010706020507" pitchFamily="18" charset="2"/>
              <a:buNone/>
              <a:defRPr/>
            </a:pPr>
            <a:r>
              <a:rPr lang="en-US" altLang="zh-CN" sz="2000" b="1" dirty="0">
                <a:latin typeface="Times New Roman" panose="02020603050405020304" pitchFamily="18" charset="0"/>
                <a:ea typeface="华文楷体" panose="02010600040101010101" pitchFamily="2" charset="-122"/>
              </a:rPr>
              <a:t>      void </a:t>
            </a:r>
            <a:r>
              <a:rPr lang="en-US" altLang="zh-CN" sz="2000" b="1" i="1" dirty="0">
                <a:latin typeface="Times New Roman" panose="02020603050405020304" pitchFamily="18" charset="0"/>
                <a:ea typeface="华文楷体" panose="02010600040101010101" pitchFamily="2" charset="-122"/>
              </a:rPr>
              <a:t>A</a:t>
            </a:r>
            <a:r>
              <a:rPr lang="en-US" altLang="zh-CN" sz="2000" b="1" dirty="0">
                <a:latin typeface="Times New Roman" panose="02020603050405020304" pitchFamily="18" charset="0"/>
                <a:ea typeface="楷体" panose="02010609060101010101" pitchFamily="49" charset="-122"/>
              </a:rPr>
              <a:t>(</a:t>
            </a:r>
            <a:r>
              <a:rPr lang="en-US" altLang="zh-CN" sz="2000" b="1" dirty="0">
                <a:solidFill>
                  <a:srgbClr val="0070C0"/>
                </a:solidFill>
                <a:latin typeface="Times New Roman" panose="02020603050405020304" pitchFamily="18" charset="0"/>
                <a:ea typeface="楷体" panose="02010609060101010101" pitchFamily="49" charset="-122"/>
              </a:rPr>
              <a:t>TOKEN</a:t>
            </a:r>
            <a:r>
              <a:rPr lang="en-US" altLang="zh-CN" sz="2000" b="1" dirty="0">
                <a:latin typeface="Times New Roman" panose="02020603050405020304" pitchFamily="18" charset="0"/>
                <a:ea typeface="楷体" panose="02010609060101010101" pitchFamily="49" charset="-122"/>
              </a:rPr>
              <a:t> ) {</a:t>
            </a:r>
            <a:endParaRPr lang="en-US" altLang="zh-CN" sz="2000" b="1" dirty="0">
              <a:latin typeface="Times New Roman" panose="02020603050405020304" pitchFamily="18" charset="0"/>
              <a:ea typeface="华文楷体" panose="02010600040101010101" pitchFamily="2" charset="-122"/>
            </a:endParaRPr>
          </a:p>
          <a:p>
            <a:pPr eaLnBrk="1" hangingPunct="1">
              <a:lnSpc>
                <a:spcPts val="2300"/>
              </a:lnSpc>
              <a:spcBef>
                <a:spcPts val="0"/>
              </a:spcBef>
              <a:buSzPct val="100000"/>
              <a:buFontTx/>
              <a:buAutoNum type="arabicParenR"/>
              <a:defRPr/>
            </a:pPr>
            <a:r>
              <a:rPr lang="zh-CN" altLang="en-US" sz="2000" b="1" dirty="0">
                <a:latin typeface="Times New Roman" panose="02020603050405020304" pitchFamily="18" charset="0"/>
                <a:ea typeface="楷体" panose="02010609060101010101" pitchFamily="49" charset="-122"/>
              </a:rPr>
              <a:t>     </a:t>
            </a:r>
            <a:r>
              <a:rPr lang="zh-CN" altLang="en-US" sz="2000" b="1" u="sng" dirty="0">
                <a:solidFill>
                  <a:srgbClr val="0070C0"/>
                </a:solidFill>
                <a:latin typeface="Times New Roman" panose="02020603050405020304" pitchFamily="18" charset="0"/>
                <a:ea typeface="楷体" panose="02010609060101010101" pitchFamily="49" charset="-122"/>
              </a:rPr>
              <a:t>选择一个</a:t>
            </a:r>
            <a:r>
              <a:rPr lang="en-US" altLang="zh-CN" sz="2000" b="1" i="1" u="sng" dirty="0">
                <a:solidFill>
                  <a:srgbClr val="0070C0"/>
                </a:solidFill>
                <a:latin typeface="Times New Roman" panose="02020603050405020304" pitchFamily="18" charset="0"/>
              </a:rPr>
              <a:t>A</a:t>
            </a:r>
            <a:r>
              <a:rPr lang="zh-CN" altLang="en-US" sz="2000" b="1" u="sng" dirty="0">
                <a:solidFill>
                  <a:srgbClr val="0070C0"/>
                </a:solidFill>
                <a:latin typeface="华文楷体" panose="02010600040101010101" pitchFamily="2" charset="-122"/>
                <a:ea typeface="华文楷体" panose="02010600040101010101" pitchFamily="2" charset="-122"/>
              </a:rPr>
              <a:t>产生式</a:t>
            </a:r>
            <a:r>
              <a:rPr lang="zh-CN" altLang="en-US" sz="2000" b="1" u="sng" dirty="0">
                <a:latin typeface="华文楷体" panose="02010600040101010101" pitchFamily="2" charset="-122"/>
                <a:ea typeface="华文楷体" panose="02010600040101010101" pitchFamily="2" charset="-122"/>
              </a:rPr>
              <a:t>，</a:t>
            </a:r>
            <a:r>
              <a:rPr lang="en-US" altLang="zh-CN" sz="2000" b="1" i="1" u="sng" dirty="0">
                <a:latin typeface="Times New Roman" panose="02020603050405020304" pitchFamily="18" charset="0"/>
              </a:rPr>
              <a:t> A →X</a:t>
            </a:r>
            <a:r>
              <a:rPr lang="en-US" altLang="zh-CN" sz="2000" b="1" u="sng" baseline="-25000" dirty="0">
                <a:latin typeface="Times New Roman" panose="02020603050405020304" pitchFamily="18" charset="0"/>
              </a:rPr>
              <a:t>1</a:t>
            </a:r>
            <a:r>
              <a:rPr lang="en-US" altLang="zh-CN" sz="2000" b="1" i="1" u="sng" dirty="0">
                <a:latin typeface="Times New Roman" panose="02020603050405020304" pitchFamily="18" charset="0"/>
              </a:rPr>
              <a:t> X</a:t>
            </a:r>
            <a:r>
              <a:rPr lang="en-US" altLang="zh-CN" sz="2000" b="1" u="sng" baseline="-25000" dirty="0">
                <a:latin typeface="Times New Roman" panose="02020603050405020304" pitchFamily="18" charset="0"/>
              </a:rPr>
              <a:t>2</a:t>
            </a:r>
            <a:r>
              <a:rPr lang="en-US" altLang="zh-CN" sz="2000" b="1" i="1" u="sng" dirty="0">
                <a:latin typeface="Times New Roman" panose="02020603050405020304" pitchFamily="18" charset="0"/>
              </a:rPr>
              <a:t>  … </a:t>
            </a:r>
            <a:r>
              <a:rPr lang="en-US" altLang="zh-CN" sz="2000" b="1" i="1" u="sng" dirty="0" err="1">
                <a:latin typeface="Times New Roman" panose="02020603050405020304" pitchFamily="18" charset="0"/>
              </a:rPr>
              <a:t>X</a:t>
            </a:r>
            <a:r>
              <a:rPr lang="en-US" altLang="zh-CN" sz="2000" b="1" i="1" u="sng" baseline="-25000" dirty="0" err="1">
                <a:latin typeface="Times New Roman" panose="02020603050405020304" pitchFamily="18" charset="0"/>
              </a:rPr>
              <a:t>k</a:t>
            </a:r>
            <a:r>
              <a:rPr lang="en-US" altLang="zh-CN" sz="2000" b="1" i="1" u="sng" dirty="0">
                <a:latin typeface="Times New Roman" panose="02020603050405020304" pitchFamily="18" charset="0"/>
              </a:rPr>
              <a:t>  </a:t>
            </a:r>
            <a:r>
              <a:rPr lang="zh-CN" altLang="en-US" sz="2000" b="1" u="sng" dirty="0">
                <a:latin typeface="华文楷体" panose="02010600040101010101" pitchFamily="2" charset="-122"/>
                <a:ea typeface="华文楷体" panose="02010600040101010101" pitchFamily="2" charset="-122"/>
              </a:rPr>
              <a:t>；</a:t>
            </a:r>
            <a:endParaRPr lang="en-US" altLang="zh-CN" sz="2000" b="1" u="sng" dirty="0">
              <a:latin typeface="华文楷体" panose="02010600040101010101" pitchFamily="2" charset="-122"/>
              <a:ea typeface="华文楷体" panose="02010600040101010101" pitchFamily="2" charset="-122"/>
            </a:endParaRPr>
          </a:p>
          <a:p>
            <a:pPr eaLnBrk="1" hangingPunct="1">
              <a:lnSpc>
                <a:spcPts val="2300"/>
              </a:lnSpc>
              <a:spcBef>
                <a:spcPts val="0"/>
              </a:spcBef>
              <a:buSzPct val="100000"/>
              <a:buFontTx/>
              <a:buAutoNum type="arabicParenR"/>
              <a:defRPr/>
            </a:pPr>
            <a:r>
              <a:rPr lang="en-US" altLang="zh-CN" sz="2000" b="1" dirty="0">
                <a:latin typeface="Times New Roman" panose="02020603050405020304" pitchFamily="18" charset="0"/>
                <a:ea typeface="楷体" panose="02010609060101010101" pitchFamily="49" charset="-122"/>
              </a:rPr>
              <a:t>     for</a:t>
            </a:r>
            <a:r>
              <a:rPr lang="en-US" altLang="zh-CN" sz="2000" b="1" i="1" dirty="0">
                <a:latin typeface="Times New Roman" panose="02020603050405020304" pitchFamily="18" charset="0"/>
                <a:ea typeface="楷体" panose="02010609060101010101" pitchFamily="49" charset="-122"/>
              </a:rPr>
              <a:t> </a:t>
            </a:r>
            <a:r>
              <a:rPr lang="en-US" altLang="zh-CN" sz="2000" b="1" dirty="0">
                <a:latin typeface="Times New Roman" panose="02020603050405020304" pitchFamily="18" charset="0"/>
                <a:ea typeface="楷体" panose="02010609060101010101" pitchFamily="49" charset="-122"/>
              </a:rPr>
              <a:t>( </a:t>
            </a:r>
            <a:r>
              <a:rPr lang="en-US" altLang="zh-CN" sz="2000" b="1" i="1" dirty="0" err="1">
                <a:latin typeface="Times New Roman" panose="02020603050405020304" pitchFamily="18" charset="0"/>
                <a:ea typeface="楷体" panose="02010609060101010101" pitchFamily="49" charset="-122"/>
              </a:rPr>
              <a:t>i</a:t>
            </a:r>
            <a:r>
              <a:rPr lang="en-US" altLang="zh-CN" sz="2000" b="1" i="1" dirty="0">
                <a:latin typeface="Times New Roman" panose="02020603050405020304" pitchFamily="18" charset="0"/>
                <a:ea typeface="楷体" panose="02010609060101010101" pitchFamily="49" charset="-122"/>
              </a:rPr>
              <a:t> </a:t>
            </a:r>
            <a:r>
              <a:rPr lang="en-US" altLang="zh-CN" sz="2000" b="1" dirty="0">
                <a:latin typeface="Times New Roman" panose="02020603050405020304" pitchFamily="18" charset="0"/>
                <a:ea typeface="楷体" panose="02010609060101010101" pitchFamily="49" charset="-122"/>
              </a:rPr>
              <a:t>= 1 to </a:t>
            </a:r>
            <a:r>
              <a:rPr lang="en-US" altLang="zh-CN" sz="2000" b="1" i="1" dirty="0">
                <a:latin typeface="Times New Roman" panose="02020603050405020304" pitchFamily="18" charset="0"/>
                <a:ea typeface="楷体" panose="02010609060101010101" pitchFamily="49" charset="-122"/>
              </a:rPr>
              <a:t>k</a:t>
            </a:r>
            <a:r>
              <a:rPr lang="en-US" altLang="zh-CN" sz="2000" b="1" dirty="0">
                <a:latin typeface="Times New Roman" panose="02020603050405020304" pitchFamily="18" charset="0"/>
                <a:ea typeface="楷体" panose="02010609060101010101" pitchFamily="49" charset="-122"/>
              </a:rPr>
              <a:t> ) {</a:t>
            </a:r>
          </a:p>
          <a:p>
            <a:pPr eaLnBrk="1" hangingPunct="1">
              <a:lnSpc>
                <a:spcPts val="2300"/>
              </a:lnSpc>
              <a:spcBef>
                <a:spcPts val="0"/>
              </a:spcBef>
              <a:buSzPct val="100000"/>
              <a:buFontTx/>
              <a:buAutoNum type="arabicParenR" startAt="3"/>
              <a:defRPr/>
            </a:pPr>
            <a:r>
              <a:rPr lang="en-US" altLang="zh-CN" sz="2000" b="1" dirty="0">
                <a:latin typeface="Times New Roman" panose="02020603050405020304" pitchFamily="18" charset="0"/>
                <a:ea typeface="楷体" panose="02010609060101010101" pitchFamily="49" charset="-122"/>
              </a:rPr>
              <a:t>             if</a:t>
            </a:r>
            <a:r>
              <a:rPr lang="en-US" altLang="zh-CN" sz="2000" b="1" i="1" dirty="0">
                <a:latin typeface="Times New Roman" panose="02020603050405020304" pitchFamily="18" charset="0"/>
                <a:ea typeface="楷体" panose="02010609060101010101" pitchFamily="49" charset="-122"/>
              </a:rPr>
              <a:t> </a:t>
            </a:r>
            <a:r>
              <a:rPr lang="en-US" altLang="zh-CN" sz="2000" b="1" dirty="0">
                <a:latin typeface="Times New Roman" panose="02020603050405020304" pitchFamily="18" charset="0"/>
                <a:ea typeface="楷体" panose="02010609060101010101" pitchFamily="49" charset="-122"/>
              </a:rPr>
              <a:t>( </a:t>
            </a:r>
            <a:r>
              <a:rPr lang="en-US" altLang="zh-CN" sz="2000" b="1" i="1" dirty="0">
                <a:latin typeface="Times New Roman" panose="02020603050405020304" pitchFamily="18" charset="0"/>
                <a:ea typeface="楷体" panose="02010609060101010101" pitchFamily="49" charset="-122"/>
              </a:rPr>
              <a:t>X</a:t>
            </a:r>
            <a:r>
              <a:rPr lang="en-US" altLang="zh-CN" sz="2000" b="1" i="1" baseline="-25000" dirty="0">
                <a:latin typeface="Times New Roman" panose="02020603050405020304" pitchFamily="18" charset="0"/>
              </a:rPr>
              <a:t>i</a:t>
            </a:r>
            <a:r>
              <a:rPr lang="zh-CN" altLang="en-US" sz="2000" b="1" dirty="0">
                <a:latin typeface="Times New Roman" panose="02020603050405020304" pitchFamily="18" charset="0"/>
                <a:ea typeface="楷体" panose="02010609060101010101" pitchFamily="49" charset="-122"/>
              </a:rPr>
              <a:t>是一个非终结符号</a:t>
            </a:r>
            <a:r>
              <a:rPr lang="en-US" altLang="zh-CN" sz="2000" b="1" dirty="0">
                <a:latin typeface="Times New Roman" panose="02020603050405020304" pitchFamily="18" charset="0"/>
                <a:ea typeface="楷体" panose="02010609060101010101" pitchFamily="49" charset="-122"/>
              </a:rPr>
              <a:t>)</a:t>
            </a:r>
          </a:p>
          <a:p>
            <a:pPr eaLnBrk="1" hangingPunct="1">
              <a:lnSpc>
                <a:spcPts val="2300"/>
              </a:lnSpc>
              <a:spcBef>
                <a:spcPts val="0"/>
              </a:spcBef>
              <a:buSzPct val="100000"/>
              <a:buFontTx/>
              <a:buAutoNum type="arabicParenR" startAt="3"/>
              <a:defRPr/>
            </a:pPr>
            <a:r>
              <a:rPr lang="en-US" altLang="zh-CN" sz="2000" b="1" dirty="0">
                <a:latin typeface="Times New Roman" panose="02020603050405020304" pitchFamily="18" charset="0"/>
                <a:ea typeface="楷体" panose="02010609060101010101" pitchFamily="49" charset="-122"/>
              </a:rPr>
              <a:t>                       </a:t>
            </a:r>
            <a:r>
              <a:rPr lang="zh-CN" altLang="en-US" sz="2000" b="1" dirty="0">
                <a:latin typeface="Times New Roman" panose="02020603050405020304" pitchFamily="18" charset="0"/>
                <a:ea typeface="楷体" panose="02010609060101010101" pitchFamily="49" charset="-122"/>
              </a:rPr>
              <a:t>调用过程 </a:t>
            </a:r>
            <a:r>
              <a:rPr lang="en-US" altLang="zh-CN" sz="2000" b="1" i="1" dirty="0">
                <a:latin typeface="Times New Roman" panose="02020603050405020304" pitchFamily="18" charset="0"/>
                <a:ea typeface="楷体" panose="02010609060101010101" pitchFamily="49" charset="-122"/>
              </a:rPr>
              <a:t>X</a:t>
            </a:r>
            <a:r>
              <a:rPr lang="en-US" altLang="zh-CN" sz="2000" b="1" i="1" baseline="-25000" dirty="0">
                <a:solidFill>
                  <a:srgbClr val="000000"/>
                </a:solidFill>
                <a:latin typeface="Times New Roman" panose="02020603050405020304" pitchFamily="18" charset="0"/>
              </a:rPr>
              <a:t>i </a:t>
            </a:r>
            <a:r>
              <a:rPr lang="en-US" altLang="zh-CN" sz="2000" b="1" dirty="0">
                <a:latin typeface="Times New Roman" panose="02020603050405020304" pitchFamily="18" charset="0"/>
                <a:ea typeface="楷体" panose="02010609060101010101" pitchFamily="49" charset="-122"/>
              </a:rPr>
              <a:t>( ) ; </a:t>
            </a:r>
            <a:endParaRPr lang="en-US" altLang="zh-CN" sz="2000" b="1" i="1" dirty="0">
              <a:latin typeface="Times New Roman" panose="02020603050405020304" pitchFamily="18" charset="0"/>
              <a:ea typeface="楷体" panose="02010609060101010101" pitchFamily="49" charset="-122"/>
            </a:endParaRPr>
          </a:p>
          <a:p>
            <a:pPr eaLnBrk="1" hangingPunct="1">
              <a:lnSpc>
                <a:spcPts val="2300"/>
              </a:lnSpc>
              <a:spcBef>
                <a:spcPts val="0"/>
              </a:spcBef>
              <a:buSzPct val="100000"/>
              <a:buFontTx/>
              <a:buAutoNum type="arabicParenR" startAt="3"/>
              <a:defRPr/>
            </a:pPr>
            <a:r>
              <a:rPr lang="en-US" altLang="zh-CN" sz="2000" b="1" dirty="0">
                <a:latin typeface="Times New Roman" panose="02020603050405020304" pitchFamily="18" charset="0"/>
                <a:ea typeface="楷体" panose="02010609060101010101" pitchFamily="49" charset="-122"/>
              </a:rPr>
              <a:t>             else  if ( </a:t>
            </a:r>
            <a:r>
              <a:rPr lang="en-US" altLang="zh-CN" sz="2000" b="1" i="1" dirty="0">
                <a:latin typeface="Times New Roman" panose="02020603050405020304" pitchFamily="18" charset="0"/>
                <a:ea typeface="楷体" panose="02010609060101010101" pitchFamily="49" charset="-122"/>
              </a:rPr>
              <a:t>X</a:t>
            </a:r>
            <a:r>
              <a:rPr lang="en-US" altLang="zh-CN" sz="2000" b="1" i="1" baseline="-25000" dirty="0">
                <a:latin typeface="Times New Roman" panose="02020603050405020304" pitchFamily="18" charset="0"/>
              </a:rPr>
              <a:t>i</a:t>
            </a:r>
            <a:r>
              <a:rPr lang="en-US" altLang="zh-CN" sz="2000" b="1" dirty="0">
                <a:latin typeface="Times New Roman" panose="02020603050405020304" pitchFamily="18" charset="0"/>
                <a:ea typeface="楷体" panose="02010609060101010101" pitchFamily="49" charset="-122"/>
              </a:rPr>
              <a:t> </a:t>
            </a:r>
            <a:r>
              <a:rPr lang="zh-CN" altLang="en-US" sz="2000" b="1" dirty="0">
                <a:latin typeface="Times New Roman" panose="02020603050405020304" pitchFamily="18" charset="0"/>
                <a:ea typeface="楷体" panose="02010609060101010101" pitchFamily="49" charset="-122"/>
              </a:rPr>
              <a:t>等于当前的输入符号</a:t>
            </a:r>
            <a:r>
              <a:rPr lang="en-US" altLang="zh-CN" sz="2000" b="1" i="1" dirty="0">
                <a:latin typeface="Times New Roman" panose="02020603050405020304" pitchFamily="18" charset="0"/>
                <a:ea typeface="楷体" panose="02010609060101010101" pitchFamily="49" charset="-122"/>
              </a:rPr>
              <a:t>a</a:t>
            </a:r>
            <a:r>
              <a:rPr lang="en-US" altLang="zh-CN" sz="2000" b="1" dirty="0">
                <a:latin typeface="Times New Roman" panose="02020603050405020304" pitchFamily="18" charset="0"/>
                <a:ea typeface="楷体" panose="02010609060101010101" pitchFamily="49" charset="-122"/>
              </a:rPr>
              <a:t>)       </a:t>
            </a:r>
          </a:p>
          <a:p>
            <a:pPr eaLnBrk="1" hangingPunct="1">
              <a:lnSpc>
                <a:spcPts val="2300"/>
              </a:lnSpc>
              <a:spcBef>
                <a:spcPts val="0"/>
              </a:spcBef>
              <a:buSzPct val="100000"/>
              <a:buFontTx/>
              <a:buAutoNum type="arabicParenR" startAt="3"/>
              <a:defRPr/>
            </a:pPr>
            <a:r>
              <a:rPr lang="en-US" altLang="zh-CN" sz="2000" b="1" dirty="0">
                <a:latin typeface="Times New Roman" panose="02020603050405020304" pitchFamily="18" charset="0"/>
                <a:ea typeface="楷体" panose="02010609060101010101" pitchFamily="49" charset="-122"/>
              </a:rPr>
              <a:t>                        </a:t>
            </a:r>
            <a:r>
              <a:rPr lang="zh-CN" altLang="en-US" sz="2000" b="1" dirty="0">
                <a:latin typeface="Times New Roman" panose="02020603050405020304" pitchFamily="18" charset="0"/>
                <a:ea typeface="楷体" panose="02010609060101010101" pitchFamily="49" charset="-122"/>
              </a:rPr>
              <a:t>读入下一个输入符号</a:t>
            </a:r>
            <a:r>
              <a:rPr lang="en-US" altLang="zh-CN" sz="2000" b="1" dirty="0">
                <a:latin typeface="Times New Roman" panose="02020603050405020304" pitchFamily="18" charset="0"/>
                <a:ea typeface="楷体" panose="02010609060101010101" pitchFamily="49" charset="-122"/>
              </a:rPr>
              <a:t>;</a:t>
            </a:r>
          </a:p>
          <a:p>
            <a:pPr eaLnBrk="1" hangingPunct="1">
              <a:lnSpc>
                <a:spcPts val="2300"/>
              </a:lnSpc>
              <a:spcBef>
                <a:spcPts val="0"/>
              </a:spcBef>
              <a:buSzPct val="100000"/>
              <a:buFontTx/>
              <a:buAutoNum type="arabicParenR" startAt="3"/>
              <a:defRPr/>
            </a:pPr>
            <a:r>
              <a:rPr lang="en-US" altLang="zh-CN" sz="2000" b="1" dirty="0">
                <a:latin typeface="Times New Roman" panose="02020603050405020304" pitchFamily="18" charset="0"/>
                <a:ea typeface="楷体" panose="02010609060101010101" pitchFamily="49" charset="-122"/>
              </a:rPr>
              <a:t>             else /* </a:t>
            </a:r>
            <a:r>
              <a:rPr lang="zh-CN" altLang="en-US" sz="2000" b="1" dirty="0">
                <a:latin typeface="Times New Roman" panose="02020603050405020304" pitchFamily="18" charset="0"/>
                <a:ea typeface="楷体" panose="02010609060101010101" pitchFamily="49" charset="-122"/>
              </a:rPr>
              <a:t>发生了一个错误 </a:t>
            </a:r>
            <a:r>
              <a:rPr lang="en-US" altLang="zh-CN" sz="2000" b="1" dirty="0">
                <a:latin typeface="Times New Roman" panose="02020603050405020304" pitchFamily="18" charset="0"/>
                <a:ea typeface="楷体" panose="02010609060101010101" pitchFamily="49" charset="-122"/>
              </a:rPr>
              <a:t>*/ ;</a:t>
            </a:r>
          </a:p>
          <a:p>
            <a:pPr eaLnBrk="1" hangingPunct="1">
              <a:lnSpc>
                <a:spcPts val="2300"/>
              </a:lnSpc>
              <a:spcBef>
                <a:spcPts val="0"/>
              </a:spcBef>
              <a:buSzPct val="100000"/>
              <a:buFont typeface="Symbol" panose="05050102010706020507" pitchFamily="18" charset="2"/>
              <a:buNone/>
              <a:defRPr/>
            </a:pPr>
            <a:r>
              <a:rPr lang="en-US" altLang="zh-CN" sz="2000" b="1" dirty="0">
                <a:latin typeface="Times New Roman" panose="02020603050405020304" pitchFamily="18" charset="0"/>
                <a:ea typeface="楷体" panose="02010609060101010101" pitchFamily="49" charset="-122"/>
              </a:rPr>
              <a:t>              }</a:t>
            </a:r>
          </a:p>
          <a:p>
            <a:pPr eaLnBrk="1" hangingPunct="1">
              <a:lnSpc>
                <a:spcPts val="2300"/>
              </a:lnSpc>
              <a:spcBef>
                <a:spcPts val="0"/>
              </a:spcBef>
              <a:buSzPct val="100000"/>
              <a:buFont typeface="Symbol" panose="05050102010706020507" pitchFamily="18" charset="2"/>
              <a:buNone/>
              <a:defRPr/>
            </a:pPr>
            <a:r>
              <a:rPr lang="en-US" altLang="zh-CN" sz="2000" b="1" dirty="0">
                <a:latin typeface="Times New Roman" panose="02020603050405020304" pitchFamily="18" charset="0"/>
                <a:ea typeface="楷体" panose="02010609060101010101" pitchFamily="49" charset="-122"/>
              </a:rPr>
              <a:t>       }</a:t>
            </a:r>
          </a:p>
        </p:txBody>
      </p:sp>
      <p:sp>
        <p:nvSpPr>
          <p:cNvPr id="2" name="文本框 1">
            <a:extLst>
              <a:ext uri="{FF2B5EF4-FFF2-40B4-BE49-F238E27FC236}">
                <a16:creationId xmlns:a16="http://schemas.microsoft.com/office/drawing/2014/main" id="{2A43A5E1-EAEC-4602-B4F8-6F849679FEA9}"/>
              </a:ext>
            </a:extLst>
          </p:cNvPr>
          <p:cNvSpPr txBox="1"/>
          <p:nvPr/>
        </p:nvSpPr>
        <p:spPr>
          <a:xfrm>
            <a:off x="5979071" y="2355726"/>
            <a:ext cx="2985417" cy="2308324"/>
          </a:xfrm>
          <a:prstGeom prst="rect">
            <a:avLst/>
          </a:prstGeom>
          <a:solidFill>
            <a:schemeClr val="accent5">
              <a:lumMod val="20000"/>
              <a:lumOff val="80000"/>
            </a:schemeClr>
          </a:solidFill>
          <a:ln>
            <a:solidFill>
              <a:schemeClr val="tx1"/>
            </a:solidFill>
          </a:ln>
        </p:spPr>
        <p:txBody>
          <a:bodyPr wrap="square" rtlCol="0">
            <a:spAutoFit/>
          </a:bodyPr>
          <a:lstStyle/>
          <a:p>
            <a:r>
              <a:rPr lang="en-US" altLang="zh-CN" sz="2400" b="1" dirty="0">
                <a:latin typeface="Times New Roman" panose="02020603050405020304" pitchFamily="18" charset="0"/>
                <a:ea typeface="+mn-ea"/>
                <a:cs typeface="Times New Roman" panose="02020603050405020304" pitchFamily="18" charset="0"/>
              </a:rPr>
              <a:t>TOKEN</a:t>
            </a:r>
            <a:r>
              <a:rPr lang="zh-CN" altLang="en-US" sz="2400" b="1" dirty="0">
                <a:latin typeface="Times New Roman" panose="02020603050405020304" pitchFamily="18" charset="0"/>
                <a:ea typeface="+mn-ea"/>
                <a:cs typeface="Times New Roman" panose="02020603050405020304" pitchFamily="18" charset="0"/>
              </a:rPr>
              <a:t>：当前输入符号</a:t>
            </a:r>
            <a:endParaRPr lang="en-US" altLang="zh-CN" sz="2400" b="1" dirty="0">
              <a:latin typeface="Times New Roman" panose="02020603050405020304" pitchFamily="18" charset="0"/>
              <a:ea typeface="+mn-ea"/>
              <a:cs typeface="Times New Roman" panose="02020603050405020304" pitchFamily="18" charset="0"/>
            </a:endParaRPr>
          </a:p>
          <a:p>
            <a:r>
              <a:rPr lang="zh-CN" altLang="en-US" sz="2400" b="1" dirty="0">
                <a:latin typeface="Times New Roman" panose="02020603050405020304" pitchFamily="18" charset="0"/>
                <a:ea typeface="+mn-ea"/>
                <a:cs typeface="Times New Roman" panose="02020603050405020304" pitchFamily="18" charset="0"/>
              </a:rPr>
              <a:t>根据</a:t>
            </a:r>
            <a:r>
              <a:rPr lang="en-US" altLang="zh-CN" sz="2400" b="1" dirty="0">
                <a:latin typeface="Times New Roman" panose="02020603050405020304" pitchFamily="18" charset="0"/>
                <a:ea typeface="+mn-ea"/>
                <a:cs typeface="Times New Roman" panose="02020603050405020304" pitchFamily="18" charset="0"/>
              </a:rPr>
              <a:t>TOKEN</a:t>
            </a:r>
            <a:r>
              <a:rPr lang="zh-CN" altLang="en-US" sz="2400" b="1" dirty="0">
                <a:latin typeface="Times New Roman" panose="02020603050405020304" pitchFamily="18" charset="0"/>
                <a:ea typeface="+mn-ea"/>
                <a:cs typeface="Times New Roman" panose="02020603050405020304" pitchFamily="18" charset="0"/>
              </a:rPr>
              <a:t>，选择表项</a:t>
            </a:r>
            <a:r>
              <a:rPr lang="en-US" altLang="zh-CN" sz="2400" b="1" dirty="0">
                <a:solidFill>
                  <a:srgbClr val="0070C0"/>
                </a:solidFill>
                <a:latin typeface="Times New Roman" panose="02020603050405020304" pitchFamily="18" charset="0"/>
                <a:ea typeface="+mn-ea"/>
                <a:cs typeface="Times New Roman" panose="02020603050405020304" pitchFamily="18" charset="0"/>
              </a:rPr>
              <a:t>M(</a:t>
            </a:r>
            <a:r>
              <a:rPr lang="en-US" altLang="zh-CN" sz="2400" b="1" i="1" dirty="0">
                <a:solidFill>
                  <a:srgbClr val="0070C0"/>
                </a:solidFill>
                <a:latin typeface="Times New Roman" panose="02020603050405020304" pitchFamily="18" charset="0"/>
                <a:ea typeface="+mn-ea"/>
                <a:cs typeface="Times New Roman" panose="02020603050405020304" pitchFamily="18" charset="0"/>
              </a:rPr>
              <a:t>A</a:t>
            </a:r>
            <a:r>
              <a:rPr lang="en-US" altLang="zh-CN" sz="2400" b="1" dirty="0">
                <a:solidFill>
                  <a:srgbClr val="0070C0"/>
                </a:solidFill>
                <a:latin typeface="Times New Roman" panose="02020603050405020304" pitchFamily="18" charset="0"/>
                <a:ea typeface="+mn-ea"/>
                <a:cs typeface="Times New Roman" panose="02020603050405020304" pitchFamily="18" charset="0"/>
              </a:rPr>
              <a:t>, </a:t>
            </a:r>
            <a:r>
              <a:rPr lang="en-US" altLang="zh-CN" sz="2400" b="1" i="1" dirty="0">
                <a:solidFill>
                  <a:srgbClr val="0070C0"/>
                </a:solidFill>
                <a:latin typeface="Times New Roman" panose="02020603050405020304" pitchFamily="18" charset="0"/>
                <a:ea typeface="+mn-ea"/>
                <a:cs typeface="Times New Roman" panose="02020603050405020304" pitchFamily="18" charset="0"/>
              </a:rPr>
              <a:t>TOKEN</a:t>
            </a:r>
            <a:r>
              <a:rPr lang="en-US" altLang="zh-CN" sz="2400" b="1" dirty="0">
                <a:solidFill>
                  <a:srgbClr val="0070C0"/>
                </a:solidFill>
                <a:latin typeface="Times New Roman" panose="02020603050405020304" pitchFamily="18" charset="0"/>
                <a:ea typeface="+mn-ea"/>
                <a:cs typeface="Times New Roman" panose="02020603050405020304" pitchFamily="18" charset="0"/>
              </a:rPr>
              <a:t>)</a:t>
            </a:r>
          </a:p>
          <a:p>
            <a:r>
              <a:rPr lang="zh-CN" altLang="en-US" sz="2400" b="1" dirty="0">
                <a:latin typeface="Times New Roman" panose="02020603050405020304" pitchFamily="18" charset="0"/>
                <a:ea typeface="+mn-ea"/>
                <a:cs typeface="Times New Roman" panose="02020603050405020304" pitchFamily="18" charset="0"/>
              </a:rPr>
              <a:t>中对应的产生式进行推导。</a:t>
            </a:r>
          </a:p>
        </p:txBody>
      </p:sp>
      <p:sp>
        <p:nvSpPr>
          <p:cNvPr id="4" name="灯片编号占位符 3">
            <a:extLst>
              <a:ext uri="{FF2B5EF4-FFF2-40B4-BE49-F238E27FC236}">
                <a16:creationId xmlns:a16="http://schemas.microsoft.com/office/drawing/2014/main" id="{578D407B-CBE9-4EB5-A3D6-A1682162B1A3}"/>
              </a:ext>
            </a:extLst>
          </p:cNvPr>
          <p:cNvSpPr>
            <a:spLocks noGrp="1"/>
          </p:cNvSpPr>
          <p:nvPr>
            <p:ph type="sldNum" sz="quarter" idx="12"/>
          </p:nvPr>
        </p:nvSpPr>
        <p:spPr/>
        <p:txBody>
          <a:bodyPr/>
          <a:lstStyle/>
          <a:p>
            <a:pPr>
              <a:defRPr/>
            </a:pPr>
            <a:fld id="{EA567855-7F13-4FC5-AD61-2B82F6443E16}" type="slidenum">
              <a:rPr lang="zh-CN" altLang="en-US" smtClean="0"/>
              <a:pPr>
                <a:defRPr/>
              </a:pPr>
              <a:t>50</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 calcmode="lin" valueType="num">
                                      <p:cBhvr>
                                        <p:cTn id="7" dur="500" fill="hold"/>
                                        <p:tgtEl>
                                          <p:spTgt spid="9">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9">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9">
                                            <p:txEl>
                                              <p:pRg st="1" end="1"/>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wipe(down)">
                                      <p:cBhvr>
                                        <p:cTn id="1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3" name="Rectangle 2">
            <a:extLst>
              <a:ext uri="{FF2B5EF4-FFF2-40B4-BE49-F238E27FC236}">
                <a16:creationId xmlns:a16="http://schemas.microsoft.com/office/drawing/2014/main" id="{1B00DEFC-40AE-4748-89D4-A1E8E64DF8CD}"/>
              </a:ext>
            </a:extLst>
          </p:cNvPr>
          <p:cNvSpPr>
            <a:spLocks noGrp="1" noChangeArrowheads="1"/>
          </p:cNvSpPr>
          <p:nvPr>
            <p:ph type="title"/>
          </p:nvPr>
        </p:nvSpPr>
        <p:spPr>
          <a:xfrm>
            <a:off x="755650" y="268288"/>
            <a:ext cx="7931150" cy="358775"/>
          </a:xfrm>
        </p:spPr>
        <p:txBody>
          <a:bodyPr/>
          <a:lstStyle/>
          <a:p>
            <a:pPr eaLnBrk="1" hangingPunct="1"/>
            <a:r>
              <a:rPr lang="zh-CN" altLang="en-US" sz="3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例：假设已构建了预测分析表</a:t>
            </a:r>
          </a:p>
        </p:txBody>
      </p:sp>
      <p:sp>
        <p:nvSpPr>
          <p:cNvPr id="117764" name="Text Box 4">
            <a:extLst>
              <a:ext uri="{FF2B5EF4-FFF2-40B4-BE49-F238E27FC236}">
                <a16:creationId xmlns:a16="http://schemas.microsoft.com/office/drawing/2014/main" id="{85079BFB-FF53-4D26-809C-EC74B51735B8}"/>
              </a:ext>
            </a:extLst>
          </p:cNvPr>
          <p:cNvSpPr txBox="1">
            <a:spLocks noChangeArrowheads="1"/>
          </p:cNvSpPr>
          <p:nvPr/>
        </p:nvSpPr>
        <p:spPr bwMode="auto">
          <a:xfrm>
            <a:off x="214313" y="681038"/>
            <a:ext cx="8715375" cy="356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342900" indent="-342900">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800"/>
              </a:lnSpc>
              <a:spcBef>
                <a:spcPct val="20000"/>
              </a:spcBef>
              <a:buClr>
                <a:schemeClr val="tx2"/>
              </a:buClr>
              <a:buSzPct val="75000"/>
            </a:pPr>
            <a:r>
              <a:rPr kumimoji="1" lang="en-US" altLang="zh-CN" b="1">
                <a:latin typeface="Times New Roman" panose="02020603050405020304" pitchFamily="18" charset="0"/>
                <a:ea typeface="楷体_GB2312"/>
                <a:cs typeface="楷体_GB2312"/>
              </a:rPr>
              <a:t>(1) </a:t>
            </a:r>
            <a:r>
              <a:rPr lang="en-US" altLang="zh-CN" b="1">
                <a:latin typeface="Times New Roman" panose="02020603050405020304" pitchFamily="18" charset="0"/>
                <a:ea typeface="楷体_GB2312"/>
                <a:cs typeface="楷体_GB2312"/>
              </a:rPr>
              <a:t>&lt;PROGRAM&gt; </a:t>
            </a:r>
            <a:r>
              <a:rPr kumimoji="1" lang="en-US" altLang="zh-CN" b="1">
                <a:latin typeface="Times New Roman" panose="02020603050405020304" pitchFamily="18" charset="0"/>
                <a:ea typeface="楷体_GB2312"/>
                <a:cs typeface="楷体_GB2312"/>
              </a:rPr>
              <a:t>→ program &lt;DECLIST&gt; :&lt;TYPE&gt; ; &lt;STLIST&gt; end</a:t>
            </a:r>
          </a:p>
          <a:p>
            <a:pPr>
              <a:lnSpc>
                <a:spcPts val="2800"/>
              </a:lnSpc>
              <a:spcBef>
                <a:spcPct val="20000"/>
              </a:spcBef>
              <a:buClr>
                <a:schemeClr val="tx2"/>
              </a:buClr>
              <a:buSzPct val="75000"/>
              <a:buFont typeface="Monotype Sorts"/>
              <a:buNone/>
            </a:pPr>
            <a:r>
              <a:rPr kumimoji="1" lang="en-US" altLang="zh-CN" b="1">
                <a:latin typeface="Times New Roman" panose="02020603050405020304" pitchFamily="18" charset="0"/>
                <a:ea typeface="楷体_GB2312"/>
                <a:cs typeface="楷体_GB2312"/>
              </a:rPr>
              <a:t>(2) </a:t>
            </a:r>
            <a:r>
              <a:rPr lang="en-US" altLang="zh-CN" b="1">
                <a:latin typeface="Times New Roman" panose="02020603050405020304" pitchFamily="18" charset="0"/>
                <a:ea typeface="楷体_GB2312"/>
                <a:cs typeface="楷体_GB2312"/>
              </a:rPr>
              <a:t>&lt;DECLIST&gt; → id &lt;DECLISTN&gt;</a:t>
            </a:r>
          </a:p>
          <a:p>
            <a:pPr eaLnBrk="1" hangingPunct="1">
              <a:lnSpc>
                <a:spcPts val="2800"/>
              </a:lnSpc>
              <a:spcBef>
                <a:spcPct val="20000"/>
              </a:spcBef>
            </a:pPr>
            <a:r>
              <a:rPr kumimoji="1" lang="en-US" altLang="zh-CN" b="1">
                <a:latin typeface="Times New Roman" panose="02020603050405020304" pitchFamily="18" charset="0"/>
                <a:ea typeface="楷体_GB2312"/>
                <a:cs typeface="楷体_GB2312"/>
              </a:rPr>
              <a:t>(3) </a:t>
            </a:r>
            <a:r>
              <a:rPr lang="en-US" altLang="zh-CN" b="1">
                <a:latin typeface="Times New Roman" panose="02020603050405020304" pitchFamily="18" charset="0"/>
                <a:ea typeface="楷体_GB2312"/>
                <a:cs typeface="楷体_GB2312"/>
              </a:rPr>
              <a:t>&lt;DECLISTN&gt; → , id &lt;DECLISTN&gt;</a:t>
            </a:r>
          </a:p>
          <a:p>
            <a:pPr eaLnBrk="1" hangingPunct="1">
              <a:lnSpc>
                <a:spcPts val="2800"/>
              </a:lnSpc>
              <a:spcBef>
                <a:spcPct val="20000"/>
              </a:spcBef>
            </a:pPr>
            <a:r>
              <a:rPr lang="en-US" altLang="zh-CN" b="1">
                <a:latin typeface="Times New Roman" panose="02020603050405020304" pitchFamily="18" charset="0"/>
                <a:ea typeface="楷体_GB2312"/>
                <a:cs typeface="楷体_GB2312"/>
              </a:rPr>
              <a:t>(4) </a:t>
            </a:r>
            <a:r>
              <a:rPr lang="en-US" altLang="zh-CN" b="1">
                <a:latin typeface="Times New Roman" panose="02020603050405020304" pitchFamily="18" charset="0"/>
              </a:rPr>
              <a:t>&lt;DECLISTN&gt; → </a:t>
            </a:r>
            <a:r>
              <a:rPr lang="en-US" altLang="zh-CN" b="1" i="1">
                <a:latin typeface="Times New Roman" panose="02020603050405020304" pitchFamily="18" charset="0"/>
              </a:rPr>
              <a:t>ε</a:t>
            </a:r>
          </a:p>
          <a:p>
            <a:pPr eaLnBrk="1" hangingPunct="1">
              <a:lnSpc>
                <a:spcPts val="2800"/>
              </a:lnSpc>
              <a:spcBef>
                <a:spcPct val="20000"/>
              </a:spcBef>
            </a:pPr>
            <a:r>
              <a:rPr lang="en-US" altLang="zh-CN" b="1">
                <a:latin typeface="Times New Roman" panose="02020603050405020304" pitchFamily="18" charset="0"/>
                <a:ea typeface="楷体_GB2312"/>
                <a:cs typeface="楷体_GB2312"/>
              </a:rPr>
              <a:t>(5) &lt;STLIST&gt; → s &lt;STLISTN&gt;</a:t>
            </a:r>
          </a:p>
          <a:p>
            <a:pPr eaLnBrk="1" hangingPunct="1">
              <a:lnSpc>
                <a:spcPts val="2800"/>
              </a:lnSpc>
              <a:spcBef>
                <a:spcPct val="20000"/>
              </a:spcBef>
            </a:pPr>
            <a:r>
              <a:rPr lang="en-US" altLang="zh-CN" b="1">
                <a:latin typeface="Times New Roman" panose="02020603050405020304" pitchFamily="18" charset="0"/>
                <a:ea typeface="楷体_GB2312"/>
                <a:cs typeface="楷体_GB2312"/>
              </a:rPr>
              <a:t>(6) &lt;STLISTN&gt; → ; s &lt;STLISTN&gt;</a:t>
            </a:r>
          </a:p>
          <a:p>
            <a:pPr eaLnBrk="1" hangingPunct="1">
              <a:lnSpc>
                <a:spcPts val="2800"/>
              </a:lnSpc>
            </a:pPr>
            <a:r>
              <a:rPr lang="en-US" altLang="zh-CN" b="1">
                <a:latin typeface="Times New Roman" panose="02020603050405020304" pitchFamily="18" charset="0"/>
                <a:ea typeface="楷体_GB2312"/>
                <a:cs typeface="楷体_GB2312"/>
              </a:rPr>
              <a:t>(7)</a:t>
            </a:r>
            <a:r>
              <a:rPr lang="en-US" altLang="zh-CN" b="1">
                <a:latin typeface="Times New Roman" panose="02020603050405020304" pitchFamily="18" charset="0"/>
              </a:rPr>
              <a:t> &lt;STLISTN&gt; → </a:t>
            </a:r>
            <a:r>
              <a:rPr lang="en-US" altLang="zh-CN" b="1" i="1">
                <a:latin typeface="Times New Roman" panose="02020603050405020304" pitchFamily="18" charset="0"/>
              </a:rPr>
              <a:t>ε</a:t>
            </a:r>
          </a:p>
          <a:p>
            <a:pPr eaLnBrk="1" hangingPunct="1">
              <a:lnSpc>
                <a:spcPts val="2800"/>
              </a:lnSpc>
            </a:pPr>
            <a:r>
              <a:rPr lang="en-US" altLang="zh-CN" b="1">
                <a:latin typeface="Times New Roman" panose="02020603050405020304" pitchFamily="18" charset="0"/>
              </a:rPr>
              <a:t>(8)</a:t>
            </a:r>
            <a:r>
              <a:rPr lang="en-US" altLang="zh-CN" b="1">
                <a:latin typeface="Times New Roman" panose="02020603050405020304" pitchFamily="18" charset="0"/>
                <a:ea typeface="楷体_GB2312"/>
                <a:cs typeface="楷体_GB2312"/>
              </a:rPr>
              <a:t> &lt;TYPE&gt; → real</a:t>
            </a:r>
          </a:p>
          <a:p>
            <a:pPr eaLnBrk="1" hangingPunct="1">
              <a:lnSpc>
                <a:spcPts val="2800"/>
              </a:lnSpc>
            </a:pPr>
            <a:r>
              <a:rPr lang="en-US" altLang="zh-CN" b="1">
                <a:latin typeface="Times New Roman" panose="02020603050405020304" pitchFamily="18" charset="0"/>
              </a:rPr>
              <a:t>(9) &lt;TYPE&gt; → int</a:t>
            </a:r>
          </a:p>
        </p:txBody>
      </p:sp>
      <p:sp>
        <p:nvSpPr>
          <p:cNvPr id="774149" name="Rectangle 5">
            <a:extLst>
              <a:ext uri="{FF2B5EF4-FFF2-40B4-BE49-F238E27FC236}">
                <a16:creationId xmlns:a16="http://schemas.microsoft.com/office/drawing/2014/main" id="{365002D4-7153-4A52-B3E7-2C3659FBD32B}"/>
              </a:ext>
            </a:extLst>
          </p:cNvPr>
          <p:cNvSpPr>
            <a:spLocks noChangeArrowheads="1"/>
          </p:cNvSpPr>
          <p:nvPr/>
        </p:nvSpPr>
        <p:spPr bwMode="auto">
          <a:xfrm>
            <a:off x="4500563" y="1203325"/>
            <a:ext cx="4357687" cy="2868478"/>
          </a:xfrm>
          <a:prstGeom prst="rect">
            <a:avLst/>
          </a:prstGeom>
          <a:solidFill>
            <a:schemeClr val="accent2">
              <a:lumMod val="40000"/>
              <a:lumOff val="60000"/>
            </a:schemeClr>
          </a:solidFill>
          <a:ln w="12700" algn="ctr">
            <a:solidFill>
              <a:schemeClr val="tx1"/>
            </a:solidFill>
            <a:miter lim="800000"/>
            <a:headEnd/>
            <a:tailEnd/>
          </a:ln>
        </p:spPr>
        <p:txBody>
          <a:bodyPr>
            <a:spAutoFit/>
          </a:bodyPr>
          <a:lstStyle/>
          <a:p>
            <a:pPr marL="342900" indent="-342900" eaLnBrk="1" hangingPunct="1">
              <a:spcBef>
                <a:spcPct val="20000"/>
              </a:spcBef>
              <a:defRPr/>
            </a:pPr>
            <a:r>
              <a:rPr lang="en-US" altLang="zh-CN" sz="2200" b="1" dirty="0">
                <a:latin typeface="Times New Roman" pitchFamily="18" charset="0"/>
                <a:ea typeface="楷体_GB2312"/>
                <a:cs typeface="楷体_GB2312"/>
              </a:rPr>
              <a:t>program DESCENT;</a:t>
            </a:r>
          </a:p>
          <a:p>
            <a:pPr marL="342900" indent="-342900" eaLnBrk="1" hangingPunct="1">
              <a:spcBef>
                <a:spcPct val="20000"/>
              </a:spcBef>
              <a:defRPr/>
            </a:pPr>
            <a:r>
              <a:rPr lang="en-US" altLang="zh-CN" sz="2200" b="1" dirty="0">
                <a:latin typeface="Times New Roman" pitchFamily="18" charset="0"/>
                <a:ea typeface="楷体_GB2312"/>
                <a:cs typeface="楷体_GB2312"/>
              </a:rPr>
              <a:t>	begin</a:t>
            </a:r>
          </a:p>
          <a:p>
            <a:pPr marL="342900" indent="-342900" eaLnBrk="1" hangingPunct="1">
              <a:spcBef>
                <a:spcPct val="20000"/>
              </a:spcBef>
              <a:defRPr/>
            </a:pPr>
            <a:r>
              <a:rPr lang="en-US" altLang="zh-CN" sz="2200" b="1" dirty="0">
                <a:latin typeface="Times New Roman" pitchFamily="18" charset="0"/>
                <a:ea typeface="楷体_GB2312"/>
                <a:cs typeface="楷体_GB2312"/>
              </a:rPr>
              <a:t>	     GETNEXT(TOKEN);</a:t>
            </a:r>
          </a:p>
          <a:p>
            <a:pPr marL="342900" indent="-342900" eaLnBrk="1" hangingPunct="1">
              <a:spcBef>
                <a:spcPct val="20000"/>
              </a:spcBef>
              <a:defRPr/>
            </a:pPr>
            <a:r>
              <a:rPr lang="en-US" altLang="zh-CN" sz="2200" b="1" dirty="0">
                <a:latin typeface="Times New Roman" pitchFamily="18" charset="0"/>
                <a:ea typeface="楷体_GB2312"/>
                <a:cs typeface="楷体_GB2312"/>
              </a:rPr>
              <a:t>	     </a:t>
            </a:r>
            <a:r>
              <a:rPr lang="en-US" altLang="zh-CN" sz="2200" b="1" dirty="0">
                <a:solidFill>
                  <a:srgbClr val="FF0000"/>
                </a:solidFill>
                <a:latin typeface="Times New Roman" pitchFamily="18" charset="0"/>
                <a:ea typeface="楷体_GB2312"/>
                <a:cs typeface="楷体_GB2312"/>
              </a:rPr>
              <a:t>PROGRAM</a:t>
            </a:r>
            <a:r>
              <a:rPr lang="en-US" altLang="zh-CN" sz="2200" b="1" dirty="0">
                <a:latin typeface="Times New Roman" pitchFamily="18" charset="0"/>
                <a:ea typeface="楷体_GB2312"/>
                <a:cs typeface="楷体_GB2312"/>
              </a:rPr>
              <a:t>(TOKEN);</a:t>
            </a:r>
          </a:p>
          <a:p>
            <a:pPr marL="342900" indent="-342900" eaLnBrk="1" hangingPunct="1">
              <a:spcBef>
                <a:spcPct val="20000"/>
              </a:spcBef>
              <a:defRPr/>
            </a:pPr>
            <a:r>
              <a:rPr lang="en-US" altLang="zh-CN" sz="2200" b="1" dirty="0">
                <a:latin typeface="Times New Roman" pitchFamily="18" charset="0"/>
                <a:ea typeface="楷体_GB2312"/>
                <a:cs typeface="楷体_GB2312"/>
              </a:rPr>
              <a:t>	     </a:t>
            </a:r>
            <a:r>
              <a:rPr lang="en-US" altLang="zh-CN" sz="2200" b="1" dirty="0">
                <a:solidFill>
                  <a:srgbClr val="3333FF"/>
                </a:solidFill>
                <a:latin typeface="Times New Roman" pitchFamily="18" charset="0"/>
                <a:ea typeface="楷体_GB2312"/>
                <a:cs typeface="楷体_GB2312"/>
              </a:rPr>
              <a:t>if</a:t>
            </a:r>
            <a:r>
              <a:rPr lang="en-US" altLang="zh-CN" sz="2200" b="1" dirty="0">
                <a:solidFill>
                  <a:schemeClr val="bg2">
                    <a:lumMod val="50000"/>
                  </a:schemeClr>
                </a:solidFill>
                <a:latin typeface="Times New Roman" pitchFamily="18" charset="0"/>
                <a:ea typeface="楷体_GB2312"/>
                <a:cs typeface="楷体_GB2312"/>
              </a:rPr>
              <a:t> </a:t>
            </a:r>
            <a:r>
              <a:rPr lang="en-US" altLang="zh-CN" sz="2200" b="1" dirty="0">
                <a:latin typeface="Times New Roman" pitchFamily="18" charset="0"/>
                <a:ea typeface="楷体_GB2312"/>
                <a:cs typeface="楷体_GB2312"/>
              </a:rPr>
              <a:t>TOKEN≠’$’ </a:t>
            </a:r>
            <a:r>
              <a:rPr lang="en-US" altLang="zh-CN" sz="2200" b="1" dirty="0">
                <a:solidFill>
                  <a:srgbClr val="3333FF"/>
                </a:solidFill>
                <a:latin typeface="Times New Roman" pitchFamily="18" charset="0"/>
                <a:ea typeface="楷体_GB2312"/>
                <a:cs typeface="楷体_GB2312"/>
              </a:rPr>
              <a:t> then </a:t>
            </a:r>
            <a:r>
              <a:rPr lang="en-US" altLang="zh-CN" sz="2200" b="1" dirty="0">
                <a:latin typeface="Times New Roman" pitchFamily="18" charset="0"/>
                <a:ea typeface="楷体_GB2312"/>
                <a:cs typeface="楷体_GB2312"/>
              </a:rPr>
              <a:t>ERROR;</a:t>
            </a:r>
          </a:p>
          <a:p>
            <a:pPr marL="342900" indent="-342900" eaLnBrk="1" hangingPunct="1">
              <a:spcBef>
                <a:spcPct val="20000"/>
              </a:spcBef>
              <a:defRPr/>
            </a:pPr>
            <a:r>
              <a:rPr lang="en-US" altLang="zh-CN" sz="2200" b="1" dirty="0">
                <a:latin typeface="Times New Roman" pitchFamily="18" charset="0"/>
                <a:ea typeface="楷体_GB2312"/>
                <a:cs typeface="楷体_GB2312"/>
              </a:rPr>
              <a:t>         write(‘success!’);</a:t>
            </a:r>
          </a:p>
          <a:p>
            <a:pPr marL="342900" indent="-342900" eaLnBrk="1" hangingPunct="1">
              <a:spcBef>
                <a:spcPct val="20000"/>
              </a:spcBef>
              <a:defRPr/>
            </a:pPr>
            <a:r>
              <a:rPr lang="en-US" altLang="zh-CN" sz="2200" b="1" dirty="0">
                <a:latin typeface="Times New Roman" pitchFamily="18" charset="0"/>
                <a:ea typeface="楷体_GB2312"/>
                <a:cs typeface="楷体_GB2312"/>
              </a:rPr>
              <a:t>	end</a:t>
            </a:r>
          </a:p>
        </p:txBody>
      </p:sp>
      <p:sp>
        <p:nvSpPr>
          <p:cNvPr id="3" name="灯片编号占位符 2">
            <a:extLst>
              <a:ext uri="{FF2B5EF4-FFF2-40B4-BE49-F238E27FC236}">
                <a16:creationId xmlns:a16="http://schemas.microsoft.com/office/drawing/2014/main" id="{5B095967-9D16-4749-BE35-23D1FC1D8ABF}"/>
              </a:ext>
            </a:extLst>
          </p:cNvPr>
          <p:cNvSpPr>
            <a:spLocks noGrp="1"/>
          </p:cNvSpPr>
          <p:nvPr>
            <p:ph type="sldNum" sz="quarter" idx="12"/>
          </p:nvPr>
        </p:nvSpPr>
        <p:spPr/>
        <p:txBody>
          <a:bodyPr/>
          <a:lstStyle/>
          <a:p>
            <a:pPr>
              <a:defRPr/>
            </a:pPr>
            <a:fld id="{EA567855-7F13-4FC5-AD61-2B82F6443E16}" type="slidenum">
              <a:rPr lang="zh-CN" altLang="en-US" smtClean="0"/>
              <a:pPr>
                <a:defRPr/>
              </a:pPr>
              <a:t>51</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774149"/>
                                        </p:tgtEl>
                                        <p:attrNameLst>
                                          <p:attrName>style.visibility</p:attrName>
                                        </p:attrNameLst>
                                      </p:cBhvr>
                                      <p:to>
                                        <p:strVal val="visible"/>
                                      </p:to>
                                    </p:set>
                                    <p:anim calcmode="lin" valueType="num">
                                      <p:cBhvr>
                                        <p:cTn id="7" dur="500" fill="hold"/>
                                        <p:tgtEl>
                                          <p:spTgt spid="774149"/>
                                        </p:tgtEl>
                                        <p:attrNameLst>
                                          <p:attrName>ppt_w</p:attrName>
                                        </p:attrNameLst>
                                      </p:cBhvr>
                                      <p:tavLst>
                                        <p:tav tm="0">
                                          <p:val>
                                            <p:fltVal val="0"/>
                                          </p:val>
                                        </p:tav>
                                        <p:tav tm="100000">
                                          <p:val>
                                            <p:strVal val="#ppt_w"/>
                                          </p:val>
                                        </p:tav>
                                      </p:tavLst>
                                    </p:anim>
                                    <p:anim calcmode="lin" valueType="num">
                                      <p:cBhvr>
                                        <p:cTn id="8" dur="500" fill="hold"/>
                                        <p:tgtEl>
                                          <p:spTgt spid="774149"/>
                                        </p:tgtEl>
                                        <p:attrNameLst>
                                          <p:attrName>ppt_h</p:attrName>
                                        </p:attrNameLst>
                                      </p:cBhvr>
                                      <p:tavLst>
                                        <p:tav tm="0">
                                          <p:val>
                                            <p:fltVal val="0"/>
                                          </p:val>
                                        </p:tav>
                                        <p:tav tm="100000">
                                          <p:val>
                                            <p:strVal val="#ppt_h"/>
                                          </p:val>
                                        </p:tav>
                                      </p:tavLst>
                                    </p:anim>
                                    <p:animEffect transition="in" filter="fade">
                                      <p:cBhvr>
                                        <p:cTn id="9" dur="500"/>
                                        <p:tgtEl>
                                          <p:spTgt spid="774149"/>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xit" presetSubtype="0" fill="hold" grpId="1" nodeType="clickEffect">
                                  <p:stCondLst>
                                    <p:cond delay="0"/>
                                  </p:stCondLst>
                                  <p:childTnLst>
                                    <p:anim calcmode="lin" valueType="num">
                                      <p:cBhvr>
                                        <p:cTn id="13" dur="500"/>
                                        <p:tgtEl>
                                          <p:spTgt spid="774149"/>
                                        </p:tgtEl>
                                        <p:attrNameLst>
                                          <p:attrName>ppt_w</p:attrName>
                                        </p:attrNameLst>
                                      </p:cBhvr>
                                      <p:tavLst>
                                        <p:tav tm="0">
                                          <p:val>
                                            <p:strVal val="ppt_w"/>
                                          </p:val>
                                        </p:tav>
                                        <p:tav tm="100000">
                                          <p:val>
                                            <p:fltVal val="0"/>
                                          </p:val>
                                        </p:tav>
                                      </p:tavLst>
                                    </p:anim>
                                    <p:anim calcmode="lin" valueType="num">
                                      <p:cBhvr>
                                        <p:cTn id="14" dur="500"/>
                                        <p:tgtEl>
                                          <p:spTgt spid="774149"/>
                                        </p:tgtEl>
                                        <p:attrNameLst>
                                          <p:attrName>ppt_h</p:attrName>
                                        </p:attrNameLst>
                                      </p:cBhvr>
                                      <p:tavLst>
                                        <p:tav tm="0">
                                          <p:val>
                                            <p:strVal val="ppt_h"/>
                                          </p:val>
                                        </p:tav>
                                        <p:tav tm="100000">
                                          <p:val>
                                            <p:fltVal val="0"/>
                                          </p:val>
                                        </p:tav>
                                      </p:tavLst>
                                    </p:anim>
                                    <p:animEffect transition="out" filter="fade">
                                      <p:cBhvr>
                                        <p:cTn id="15" dur="500"/>
                                        <p:tgtEl>
                                          <p:spTgt spid="774149"/>
                                        </p:tgtEl>
                                      </p:cBhvr>
                                    </p:animEffect>
                                    <p:set>
                                      <p:cBhvr>
                                        <p:cTn id="16" dur="1" fill="hold">
                                          <p:stCondLst>
                                            <p:cond delay="499"/>
                                          </p:stCondLst>
                                        </p:cTn>
                                        <p:tgtEl>
                                          <p:spTgt spid="77414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4149" grpId="0" animBg="1"/>
      <p:bldP spid="774149" grpId="1"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2" name="Text Box 4">
            <a:extLst>
              <a:ext uri="{FF2B5EF4-FFF2-40B4-BE49-F238E27FC236}">
                <a16:creationId xmlns:a16="http://schemas.microsoft.com/office/drawing/2014/main" id="{7112BD77-F9E4-4BAC-9A21-4C41F56ED4D2}"/>
              </a:ext>
            </a:extLst>
          </p:cNvPr>
          <p:cNvSpPr txBox="1">
            <a:spLocks noChangeArrowheads="1"/>
          </p:cNvSpPr>
          <p:nvPr/>
        </p:nvSpPr>
        <p:spPr bwMode="auto">
          <a:xfrm>
            <a:off x="214313" y="681038"/>
            <a:ext cx="8715375" cy="356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342900" indent="-342900">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800"/>
              </a:lnSpc>
              <a:spcBef>
                <a:spcPct val="20000"/>
              </a:spcBef>
              <a:buClr>
                <a:srgbClr val="073E87"/>
              </a:buClr>
              <a:buSzPct val="75000"/>
            </a:pPr>
            <a:r>
              <a:rPr kumimoji="1" lang="en-US" altLang="zh-CN" b="1">
                <a:solidFill>
                  <a:srgbClr val="2D83F4"/>
                </a:solidFill>
                <a:latin typeface="Times New Roman" panose="02020603050405020304" pitchFamily="18" charset="0"/>
                <a:ea typeface="楷体_GB2312"/>
                <a:cs typeface="楷体_GB2312"/>
              </a:rPr>
              <a:t>(1) </a:t>
            </a:r>
            <a:r>
              <a:rPr lang="en-US" altLang="zh-CN" b="1">
                <a:solidFill>
                  <a:srgbClr val="2D83F4"/>
                </a:solidFill>
                <a:latin typeface="Times New Roman" panose="02020603050405020304" pitchFamily="18" charset="0"/>
                <a:ea typeface="楷体_GB2312"/>
                <a:cs typeface="楷体_GB2312"/>
              </a:rPr>
              <a:t>&lt;PROGRAM&gt; </a:t>
            </a:r>
            <a:r>
              <a:rPr kumimoji="1" lang="en-US" altLang="zh-CN" b="1">
                <a:solidFill>
                  <a:srgbClr val="2D83F4"/>
                </a:solidFill>
                <a:latin typeface="Times New Roman" panose="02020603050405020304" pitchFamily="18" charset="0"/>
                <a:ea typeface="楷体_GB2312"/>
                <a:cs typeface="楷体_GB2312"/>
              </a:rPr>
              <a:t>→ program &lt;DECLIST&gt; :&lt;TYPE&gt; ; &lt;STLIST&gt; end</a:t>
            </a:r>
          </a:p>
          <a:p>
            <a:pPr>
              <a:lnSpc>
                <a:spcPts val="2800"/>
              </a:lnSpc>
              <a:spcBef>
                <a:spcPct val="20000"/>
              </a:spcBef>
              <a:buClr>
                <a:srgbClr val="073E87"/>
              </a:buClr>
              <a:buSzPct val="75000"/>
              <a:buFont typeface="Monotype Sorts"/>
              <a:buNone/>
            </a:pPr>
            <a:r>
              <a:rPr kumimoji="1" lang="en-US" altLang="zh-CN" b="1">
                <a:solidFill>
                  <a:srgbClr val="000000"/>
                </a:solidFill>
                <a:latin typeface="Times New Roman" panose="02020603050405020304" pitchFamily="18" charset="0"/>
                <a:ea typeface="楷体_GB2312"/>
                <a:cs typeface="楷体_GB2312"/>
              </a:rPr>
              <a:t>(2) </a:t>
            </a:r>
            <a:r>
              <a:rPr lang="en-US" altLang="zh-CN" b="1">
                <a:solidFill>
                  <a:srgbClr val="000000"/>
                </a:solidFill>
                <a:latin typeface="Times New Roman" panose="02020603050405020304" pitchFamily="18" charset="0"/>
                <a:ea typeface="楷体_GB2312"/>
                <a:cs typeface="楷体_GB2312"/>
              </a:rPr>
              <a:t>&lt;DECLIST&gt; → id &lt;DECLISTN&gt;</a:t>
            </a:r>
          </a:p>
          <a:p>
            <a:pPr eaLnBrk="1" hangingPunct="1">
              <a:lnSpc>
                <a:spcPts val="2800"/>
              </a:lnSpc>
              <a:spcBef>
                <a:spcPct val="20000"/>
              </a:spcBef>
            </a:pPr>
            <a:r>
              <a:rPr kumimoji="1" lang="en-US" altLang="zh-CN" b="1">
                <a:solidFill>
                  <a:srgbClr val="000000"/>
                </a:solidFill>
                <a:latin typeface="Times New Roman" panose="02020603050405020304" pitchFamily="18" charset="0"/>
                <a:ea typeface="楷体_GB2312"/>
                <a:cs typeface="楷体_GB2312"/>
              </a:rPr>
              <a:t>(3) </a:t>
            </a:r>
            <a:r>
              <a:rPr lang="en-US" altLang="zh-CN" b="1">
                <a:solidFill>
                  <a:srgbClr val="000000"/>
                </a:solidFill>
                <a:latin typeface="Times New Roman" panose="02020603050405020304" pitchFamily="18" charset="0"/>
                <a:ea typeface="楷体_GB2312"/>
                <a:cs typeface="楷体_GB2312"/>
              </a:rPr>
              <a:t>&lt;DECLISTN&gt; → , id &lt;DECLISTN&gt;</a:t>
            </a:r>
          </a:p>
          <a:p>
            <a:pPr eaLnBrk="1" hangingPunct="1">
              <a:lnSpc>
                <a:spcPts val="2800"/>
              </a:lnSpc>
              <a:spcBef>
                <a:spcPct val="20000"/>
              </a:spcBef>
            </a:pPr>
            <a:r>
              <a:rPr lang="en-US" altLang="zh-CN" b="1">
                <a:solidFill>
                  <a:srgbClr val="000000"/>
                </a:solidFill>
                <a:latin typeface="Times New Roman" panose="02020603050405020304" pitchFamily="18" charset="0"/>
                <a:ea typeface="楷体_GB2312"/>
                <a:cs typeface="楷体_GB2312"/>
              </a:rPr>
              <a:t>(4) </a:t>
            </a:r>
            <a:r>
              <a:rPr lang="en-US" altLang="zh-CN" b="1">
                <a:solidFill>
                  <a:srgbClr val="000000"/>
                </a:solidFill>
                <a:latin typeface="Times New Roman" panose="02020603050405020304" pitchFamily="18" charset="0"/>
              </a:rPr>
              <a:t>&lt;DECLISTN&gt; → </a:t>
            </a:r>
            <a:r>
              <a:rPr lang="en-US" altLang="zh-CN" b="1" i="1">
                <a:solidFill>
                  <a:srgbClr val="000000"/>
                </a:solidFill>
                <a:latin typeface="Times New Roman" panose="02020603050405020304" pitchFamily="18" charset="0"/>
              </a:rPr>
              <a:t>ε</a:t>
            </a:r>
          </a:p>
          <a:p>
            <a:pPr eaLnBrk="1" hangingPunct="1">
              <a:lnSpc>
                <a:spcPts val="2800"/>
              </a:lnSpc>
              <a:spcBef>
                <a:spcPct val="20000"/>
              </a:spcBef>
            </a:pPr>
            <a:r>
              <a:rPr lang="en-US" altLang="zh-CN" b="1">
                <a:solidFill>
                  <a:srgbClr val="000000"/>
                </a:solidFill>
                <a:latin typeface="Times New Roman" panose="02020603050405020304" pitchFamily="18" charset="0"/>
                <a:ea typeface="楷体_GB2312"/>
                <a:cs typeface="楷体_GB2312"/>
              </a:rPr>
              <a:t>(5) &lt;STLIST&gt; → s &lt;STLISTN&gt;</a:t>
            </a:r>
          </a:p>
          <a:p>
            <a:pPr eaLnBrk="1" hangingPunct="1">
              <a:lnSpc>
                <a:spcPts val="2800"/>
              </a:lnSpc>
              <a:spcBef>
                <a:spcPct val="20000"/>
              </a:spcBef>
            </a:pPr>
            <a:r>
              <a:rPr lang="en-US" altLang="zh-CN" b="1">
                <a:solidFill>
                  <a:srgbClr val="000000"/>
                </a:solidFill>
                <a:latin typeface="Times New Roman" panose="02020603050405020304" pitchFamily="18" charset="0"/>
                <a:ea typeface="楷体_GB2312"/>
                <a:cs typeface="楷体_GB2312"/>
              </a:rPr>
              <a:t>(6) &lt;STLISTN&gt; → ; s &lt;STLISTN&gt;</a:t>
            </a:r>
          </a:p>
          <a:p>
            <a:pPr eaLnBrk="1" hangingPunct="1">
              <a:lnSpc>
                <a:spcPts val="2800"/>
              </a:lnSpc>
            </a:pPr>
            <a:r>
              <a:rPr lang="en-US" altLang="zh-CN" b="1">
                <a:solidFill>
                  <a:srgbClr val="000000"/>
                </a:solidFill>
                <a:latin typeface="Times New Roman" panose="02020603050405020304" pitchFamily="18" charset="0"/>
                <a:ea typeface="楷体_GB2312"/>
                <a:cs typeface="楷体_GB2312"/>
              </a:rPr>
              <a:t>(7)</a:t>
            </a:r>
            <a:r>
              <a:rPr lang="en-US" altLang="zh-CN" b="1">
                <a:solidFill>
                  <a:srgbClr val="000000"/>
                </a:solidFill>
                <a:latin typeface="Times New Roman" panose="02020603050405020304" pitchFamily="18" charset="0"/>
              </a:rPr>
              <a:t> &lt;STLISTN&gt; → </a:t>
            </a:r>
            <a:r>
              <a:rPr lang="en-US" altLang="zh-CN" b="1" i="1">
                <a:solidFill>
                  <a:srgbClr val="000000"/>
                </a:solidFill>
                <a:latin typeface="Times New Roman" panose="02020603050405020304" pitchFamily="18" charset="0"/>
              </a:rPr>
              <a:t>ε</a:t>
            </a:r>
          </a:p>
          <a:p>
            <a:pPr eaLnBrk="1" hangingPunct="1">
              <a:lnSpc>
                <a:spcPts val="2800"/>
              </a:lnSpc>
            </a:pPr>
            <a:r>
              <a:rPr lang="en-US" altLang="zh-CN" b="1">
                <a:solidFill>
                  <a:srgbClr val="000000"/>
                </a:solidFill>
                <a:latin typeface="Times New Roman" panose="02020603050405020304" pitchFamily="18" charset="0"/>
              </a:rPr>
              <a:t>(8)</a:t>
            </a:r>
            <a:r>
              <a:rPr lang="en-US" altLang="zh-CN" b="1">
                <a:solidFill>
                  <a:srgbClr val="000000"/>
                </a:solidFill>
                <a:latin typeface="Times New Roman" panose="02020603050405020304" pitchFamily="18" charset="0"/>
                <a:ea typeface="楷体_GB2312"/>
                <a:cs typeface="楷体_GB2312"/>
              </a:rPr>
              <a:t> &lt;TYPE&gt; → real</a:t>
            </a:r>
          </a:p>
          <a:p>
            <a:pPr eaLnBrk="1" hangingPunct="1">
              <a:lnSpc>
                <a:spcPts val="2800"/>
              </a:lnSpc>
            </a:pPr>
            <a:r>
              <a:rPr lang="en-US" altLang="zh-CN" b="1">
                <a:solidFill>
                  <a:srgbClr val="000000"/>
                </a:solidFill>
                <a:latin typeface="Times New Roman" panose="02020603050405020304" pitchFamily="18" charset="0"/>
              </a:rPr>
              <a:t>(9) &lt;TYPE&gt; → int</a:t>
            </a:r>
          </a:p>
        </p:txBody>
      </p:sp>
      <p:sp>
        <p:nvSpPr>
          <p:cNvPr id="776198" name="Rectangle 6">
            <a:extLst>
              <a:ext uri="{FF2B5EF4-FFF2-40B4-BE49-F238E27FC236}">
                <a16:creationId xmlns:a16="http://schemas.microsoft.com/office/drawing/2014/main" id="{284BCDF4-75CE-4E82-A8A4-CF0131AD47CB}"/>
              </a:ext>
            </a:extLst>
          </p:cNvPr>
          <p:cNvSpPr>
            <a:spLocks noChangeArrowheads="1"/>
          </p:cNvSpPr>
          <p:nvPr/>
        </p:nvSpPr>
        <p:spPr bwMode="auto">
          <a:xfrm>
            <a:off x="4356100" y="1058863"/>
            <a:ext cx="3930650" cy="4013200"/>
          </a:xfrm>
          <a:prstGeom prst="rect">
            <a:avLst/>
          </a:prstGeom>
          <a:solidFill>
            <a:schemeClr val="accent2">
              <a:lumMod val="40000"/>
              <a:lumOff val="60000"/>
            </a:schemeClr>
          </a:solidFill>
          <a:ln w="12700">
            <a:solidFill>
              <a:schemeClr val="tx1"/>
            </a:solidFill>
            <a:miter lim="800000"/>
            <a:headEnd/>
            <a:tailEnd/>
          </a:ln>
        </p:spPr>
        <p:txBody>
          <a:bodyPr/>
          <a:lstStyle/>
          <a:p>
            <a:pPr marL="533400" indent="-533400" eaLnBrk="1" hangingPunct="1">
              <a:lnSpc>
                <a:spcPts val="1300"/>
              </a:lnSpc>
              <a:spcBef>
                <a:spcPct val="20000"/>
              </a:spcBef>
              <a:buClr>
                <a:srgbClr val="5EAEFF"/>
              </a:buClr>
              <a:buSzPct val="60000"/>
              <a:buFont typeface="Wingdings" pitchFamily="2" charset="2"/>
              <a:buNone/>
              <a:defRPr/>
            </a:pPr>
            <a:r>
              <a:rPr lang="en-US" altLang="zh-CN" sz="1400" b="1" dirty="0">
                <a:solidFill>
                  <a:prstClr val="black"/>
                </a:solidFill>
                <a:latin typeface="Times New Roman" pitchFamily="18" charset="0"/>
                <a:ea typeface="楷体_GB2312"/>
                <a:cs typeface="楷体_GB2312"/>
              </a:rPr>
              <a:t> procedure PROGRAM(TOKEN);</a:t>
            </a:r>
          </a:p>
          <a:p>
            <a:pPr marL="533400" indent="-533400" eaLnBrk="1" hangingPunct="1">
              <a:lnSpc>
                <a:spcPts val="1300"/>
              </a:lnSpc>
              <a:spcBef>
                <a:spcPct val="20000"/>
              </a:spcBef>
              <a:buClr>
                <a:srgbClr val="5EAEFF"/>
              </a:buClr>
              <a:buSzPct val="60000"/>
              <a:buFont typeface="Wingdings" pitchFamily="2" charset="2"/>
              <a:buNone/>
              <a:defRPr/>
            </a:pPr>
            <a:r>
              <a:rPr lang="en-US" altLang="zh-CN" sz="1400" b="1" dirty="0">
                <a:solidFill>
                  <a:prstClr val="black"/>
                </a:solidFill>
                <a:latin typeface="Times New Roman" pitchFamily="18" charset="0"/>
                <a:ea typeface="楷体_GB2312"/>
                <a:cs typeface="楷体_GB2312"/>
              </a:rPr>
              <a:t>	begin</a:t>
            </a:r>
          </a:p>
          <a:p>
            <a:pPr marL="533400" indent="-533400" eaLnBrk="1" hangingPunct="1">
              <a:lnSpc>
                <a:spcPts val="1300"/>
              </a:lnSpc>
              <a:spcBef>
                <a:spcPct val="20000"/>
              </a:spcBef>
              <a:buClr>
                <a:srgbClr val="5EAEFF"/>
              </a:buClr>
              <a:buSzPct val="60000"/>
              <a:buFont typeface="Wingdings" pitchFamily="2" charset="2"/>
              <a:buNone/>
              <a:defRPr/>
            </a:pPr>
            <a:r>
              <a:rPr lang="en-US" altLang="zh-CN" sz="1400" b="1" dirty="0">
                <a:solidFill>
                  <a:prstClr val="black"/>
                </a:solidFill>
                <a:latin typeface="Times New Roman" pitchFamily="18" charset="0"/>
                <a:ea typeface="楷体_GB2312"/>
                <a:cs typeface="楷体_GB2312"/>
              </a:rPr>
              <a:t> 	    </a:t>
            </a:r>
            <a:r>
              <a:rPr lang="en-US" altLang="zh-CN" sz="1400" b="1" dirty="0">
                <a:solidFill>
                  <a:srgbClr val="3333FF"/>
                </a:solidFill>
                <a:latin typeface="Times New Roman" pitchFamily="18" charset="0"/>
                <a:ea typeface="楷体_GB2312"/>
                <a:cs typeface="楷体_GB2312"/>
              </a:rPr>
              <a:t> if </a:t>
            </a:r>
            <a:r>
              <a:rPr lang="en-US" altLang="zh-CN" sz="1400" b="1" dirty="0" err="1">
                <a:solidFill>
                  <a:prstClr val="black"/>
                </a:solidFill>
                <a:latin typeface="Times New Roman" pitchFamily="18" charset="0"/>
                <a:ea typeface="楷体_GB2312"/>
                <a:cs typeface="楷体_GB2312"/>
              </a:rPr>
              <a:t>TOKEN≠’program</a:t>
            </a:r>
            <a:r>
              <a:rPr lang="en-US" altLang="zh-CN" sz="1400" b="1" dirty="0">
                <a:solidFill>
                  <a:prstClr val="black"/>
                </a:solidFill>
                <a:latin typeface="Times New Roman" pitchFamily="18" charset="0"/>
                <a:ea typeface="楷体_GB2312"/>
                <a:cs typeface="楷体_GB2312"/>
              </a:rPr>
              <a:t>’ </a:t>
            </a:r>
            <a:r>
              <a:rPr lang="en-US" altLang="zh-CN" sz="1400" b="1" dirty="0">
                <a:solidFill>
                  <a:srgbClr val="3333FF"/>
                </a:solidFill>
                <a:latin typeface="Times New Roman" pitchFamily="18" charset="0"/>
                <a:ea typeface="楷体_GB2312"/>
                <a:cs typeface="楷体_GB2312"/>
              </a:rPr>
              <a:t> then </a:t>
            </a:r>
            <a:r>
              <a:rPr lang="en-US" altLang="zh-CN" sz="1400" b="1" dirty="0">
                <a:solidFill>
                  <a:prstClr val="black"/>
                </a:solidFill>
                <a:latin typeface="Times New Roman" pitchFamily="18" charset="0"/>
                <a:ea typeface="楷体_GB2312"/>
                <a:cs typeface="楷体_GB2312"/>
              </a:rPr>
              <a:t>ERROR;</a:t>
            </a:r>
          </a:p>
          <a:p>
            <a:pPr marL="533400" indent="-533400" eaLnBrk="1" hangingPunct="1">
              <a:lnSpc>
                <a:spcPts val="1300"/>
              </a:lnSpc>
              <a:spcBef>
                <a:spcPct val="20000"/>
              </a:spcBef>
              <a:buClr>
                <a:srgbClr val="5EAEFF"/>
              </a:buClr>
              <a:buSzPct val="60000"/>
              <a:buFont typeface="Wingdings" pitchFamily="2" charset="2"/>
              <a:buNone/>
              <a:defRPr/>
            </a:pPr>
            <a:r>
              <a:rPr lang="en-US" altLang="zh-CN" sz="1400" b="1" dirty="0">
                <a:solidFill>
                  <a:prstClr val="black"/>
                </a:solidFill>
                <a:latin typeface="Times New Roman" pitchFamily="18" charset="0"/>
                <a:ea typeface="楷体_GB2312"/>
                <a:cs typeface="楷体_GB2312"/>
              </a:rPr>
              <a:t>	     </a:t>
            </a:r>
            <a:r>
              <a:rPr lang="en-US" altLang="zh-CN" sz="400" b="1" dirty="0">
                <a:solidFill>
                  <a:prstClr val="black"/>
                </a:solidFill>
                <a:latin typeface="Times New Roman" pitchFamily="18" charset="0"/>
                <a:ea typeface="楷体_GB2312"/>
                <a:cs typeface="楷体_GB2312"/>
              </a:rPr>
              <a:t> </a:t>
            </a:r>
            <a:r>
              <a:rPr lang="en-US" altLang="zh-CN" sz="1400" b="1" dirty="0">
                <a:solidFill>
                  <a:prstClr val="black"/>
                </a:solidFill>
                <a:latin typeface="Times New Roman" pitchFamily="18" charset="0"/>
                <a:ea typeface="楷体_GB2312"/>
                <a:cs typeface="楷体_GB2312"/>
              </a:rPr>
              <a:t>GETNEXT(TOKEN);</a:t>
            </a:r>
          </a:p>
          <a:p>
            <a:pPr marL="533400" indent="-533400" eaLnBrk="1" hangingPunct="1">
              <a:lnSpc>
                <a:spcPts val="1300"/>
              </a:lnSpc>
              <a:spcBef>
                <a:spcPct val="20000"/>
              </a:spcBef>
              <a:buClr>
                <a:srgbClr val="5EAEFF"/>
              </a:buClr>
              <a:buSzPct val="60000"/>
              <a:defRPr/>
            </a:pPr>
            <a:r>
              <a:rPr lang="en-US" altLang="zh-CN" sz="400" b="1" dirty="0">
                <a:solidFill>
                  <a:srgbClr val="CC0000"/>
                </a:solidFill>
                <a:latin typeface="Times New Roman" pitchFamily="18" charset="0"/>
                <a:ea typeface="楷体_GB2312"/>
                <a:cs typeface="楷体_GB2312"/>
              </a:rPr>
              <a:t>	     </a:t>
            </a:r>
            <a:endParaRPr lang="en-US" altLang="zh-CN" sz="400" b="1" dirty="0">
              <a:solidFill>
                <a:prstClr val="black"/>
              </a:solidFill>
              <a:latin typeface="Times New Roman" pitchFamily="18" charset="0"/>
              <a:ea typeface="楷体_GB2312"/>
              <a:cs typeface="楷体_GB2312"/>
            </a:endParaRPr>
          </a:p>
          <a:p>
            <a:pPr marL="533400" indent="-533400" eaLnBrk="1" hangingPunct="1">
              <a:lnSpc>
                <a:spcPts val="1300"/>
              </a:lnSpc>
              <a:spcBef>
                <a:spcPct val="20000"/>
              </a:spcBef>
              <a:buClr>
                <a:srgbClr val="5EAEFF"/>
              </a:buClr>
              <a:buSzPct val="60000"/>
              <a:buFont typeface="Wingdings" pitchFamily="2" charset="2"/>
              <a:buNone/>
              <a:defRPr/>
            </a:pPr>
            <a:r>
              <a:rPr lang="en-US" altLang="zh-CN" sz="1400" b="1" dirty="0">
                <a:solidFill>
                  <a:srgbClr val="CC0000"/>
                </a:solidFill>
                <a:latin typeface="Times New Roman" pitchFamily="18" charset="0"/>
                <a:ea typeface="楷体_GB2312"/>
                <a:cs typeface="楷体_GB2312"/>
              </a:rPr>
              <a:t>	    DECLIST</a:t>
            </a:r>
            <a:r>
              <a:rPr lang="en-US" altLang="zh-CN" sz="1400" b="1" dirty="0">
                <a:solidFill>
                  <a:prstClr val="black"/>
                </a:solidFill>
                <a:latin typeface="Times New Roman" pitchFamily="18" charset="0"/>
                <a:ea typeface="楷体_GB2312"/>
                <a:cs typeface="楷体_GB2312"/>
              </a:rPr>
              <a:t>(TOKEN);</a:t>
            </a:r>
          </a:p>
          <a:p>
            <a:pPr marL="533400" indent="-533400" eaLnBrk="1" hangingPunct="1">
              <a:lnSpc>
                <a:spcPts val="1300"/>
              </a:lnSpc>
              <a:spcBef>
                <a:spcPct val="20000"/>
              </a:spcBef>
              <a:buClr>
                <a:srgbClr val="3333CC"/>
              </a:buClr>
              <a:buSzPct val="60000"/>
              <a:defRPr/>
            </a:pPr>
            <a:r>
              <a:rPr lang="en-US" altLang="zh-CN" sz="400" b="1" dirty="0">
                <a:solidFill>
                  <a:srgbClr val="000000"/>
                </a:solidFill>
                <a:latin typeface="Times New Roman" pitchFamily="18" charset="0"/>
                <a:ea typeface="楷体_GB2312"/>
                <a:cs typeface="楷体_GB2312"/>
              </a:rPr>
              <a:t>	     </a:t>
            </a:r>
          </a:p>
          <a:p>
            <a:pPr marL="533400" indent="-533400" eaLnBrk="1" hangingPunct="1">
              <a:lnSpc>
                <a:spcPts val="1300"/>
              </a:lnSpc>
              <a:spcBef>
                <a:spcPct val="20000"/>
              </a:spcBef>
              <a:buClr>
                <a:srgbClr val="5EAEFF"/>
              </a:buClr>
              <a:buSzPct val="60000"/>
              <a:buFont typeface="Wingdings" pitchFamily="2" charset="2"/>
              <a:buNone/>
              <a:defRPr/>
            </a:pPr>
            <a:r>
              <a:rPr lang="en-US" altLang="zh-CN" sz="1400" b="1" dirty="0">
                <a:solidFill>
                  <a:srgbClr val="5EAEFF"/>
                </a:solidFill>
                <a:latin typeface="Times New Roman" pitchFamily="18" charset="0"/>
                <a:ea typeface="楷体_GB2312"/>
                <a:cs typeface="楷体_GB2312"/>
              </a:rPr>
              <a:t>	</a:t>
            </a:r>
            <a:r>
              <a:rPr lang="en-US" altLang="zh-CN" sz="1400" b="1" dirty="0">
                <a:solidFill>
                  <a:srgbClr val="3333FF"/>
                </a:solidFill>
                <a:latin typeface="Times New Roman" pitchFamily="18" charset="0"/>
                <a:ea typeface="楷体_GB2312"/>
                <a:cs typeface="楷体_GB2312"/>
              </a:rPr>
              <a:t>     if </a:t>
            </a:r>
            <a:r>
              <a:rPr lang="en-US" altLang="zh-CN" sz="1400" b="1" dirty="0">
                <a:solidFill>
                  <a:prstClr val="black"/>
                </a:solidFill>
                <a:latin typeface="Times New Roman" pitchFamily="18" charset="0"/>
                <a:ea typeface="楷体_GB2312"/>
                <a:cs typeface="楷体_GB2312"/>
              </a:rPr>
              <a:t>TOKEN≠’:’  </a:t>
            </a:r>
            <a:r>
              <a:rPr lang="en-US" altLang="zh-CN" sz="1400" b="1" dirty="0">
                <a:solidFill>
                  <a:srgbClr val="3333FF"/>
                </a:solidFill>
                <a:latin typeface="Times New Roman" pitchFamily="18" charset="0"/>
                <a:ea typeface="楷体_GB2312"/>
                <a:cs typeface="楷体_GB2312"/>
              </a:rPr>
              <a:t>then </a:t>
            </a:r>
            <a:r>
              <a:rPr lang="en-US" altLang="zh-CN" sz="1400" b="1" dirty="0">
                <a:solidFill>
                  <a:prstClr val="black"/>
                </a:solidFill>
                <a:latin typeface="Times New Roman" pitchFamily="18" charset="0"/>
                <a:ea typeface="楷体_GB2312"/>
                <a:cs typeface="楷体_GB2312"/>
              </a:rPr>
              <a:t>ERROR;</a:t>
            </a:r>
          </a:p>
          <a:p>
            <a:pPr marL="533400" indent="-533400" eaLnBrk="1" hangingPunct="1">
              <a:lnSpc>
                <a:spcPts val="1300"/>
              </a:lnSpc>
              <a:spcBef>
                <a:spcPct val="20000"/>
              </a:spcBef>
              <a:buClr>
                <a:srgbClr val="5EAEFF"/>
              </a:buClr>
              <a:buSzPct val="60000"/>
              <a:defRPr/>
            </a:pPr>
            <a:r>
              <a:rPr lang="en-US" altLang="zh-CN" sz="400" b="1" dirty="0">
                <a:solidFill>
                  <a:prstClr val="black"/>
                </a:solidFill>
                <a:latin typeface="Times New Roman" pitchFamily="18" charset="0"/>
                <a:ea typeface="楷体_GB2312"/>
                <a:cs typeface="楷体_GB2312"/>
              </a:rPr>
              <a:t>	                 </a:t>
            </a:r>
            <a:r>
              <a:rPr lang="en-US" altLang="zh-CN" sz="1400" b="1" dirty="0">
                <a:solidFill>
                  <a:prstClr val="black"/>
                </a:solidFill>
                <a:latin typeface="Times New Roman" pitchFamily="18" charset="0"/>
                <a:ea typeface="楷体_GB2312"/>
                <a:cs typeface="楷体_GB2312"/>
              </a:rPr>
              <a:t>GETNEXT(TOKEN);</a:t>
            </a:r>
          </a:p>
          <a:p>
            <a:pPr marL="533400" indent="-533400" eaLnBrk="1" hangingPunct="1">
              <a:lnSpc>
                <a:spcPts val="1300"/>
              </a:lnSpc>
              <a:spcBef>
                <a:spcPct val="20000"/>
              </a:spcBef>
              <a:buClr>
                <a:srgbClr val="5EAEFF"/>
              </a:buClr>
              <a:buSzPct val="60000"/>
              <a:buFont typeface="Wingdings" pitchFamily="2" charset="2"/>
              <a:buNone/>
              <a:defRPr/>
            </a:pPr>
            <a:r>
              <a:rPr lang="en-US" altLang="zh-CN" sz="400" b="1" dirty="0">
                <a:solidFill>
                  <a:srgbClr val="CC0000"/>
                </a:solidFill>
                <a:latin typeface="Times New Roman" pitchFamily="18" charset="0"/>
                <a:ea typeface="楷体_GB2312"/>
                <a:cs typeface="楷体_GB2312"/>
              </a:rPr>
              <a:t>	     </a:t>
            </a:r>
          </a:p>
          <a:p>
            <a:pPr marL="533400" indent="-533400" eaLnBrk="1" hangingPunct="1">
              <a:lnSpc>
                <a:spcPts val="1300"/>
              </a:lnSpc>
              <a:spcBef>
                <a:spcPct val="20000"/>
              </a:spcBef>
              <a:buClr>
                <a:srgbClr val="5EAEFF"/>
              </a:buClr>
              <a:buSzPct val="60000"/>
              <a:buFont typeface="Wingdings" pitchFamily="2" charset="2"/>
              <a:buNone/>
              <a:defRPr/>
            </a:pPr>
            <a:r>
              <a:rPr lang="en-US" altLang="zh-CN" sz="1400" b="1" dirty="0">
                <a:solidFill>
                  <a:srgbClr val="CC0000"/>
                </a:solidFill>
                <a:latin typeface="Times New Roman" pitchFamily="18" charset="0"/>
                <a:ea typeface="楷体_GB2312"/>
                <a:cs typeface="楷体_GB2312"/>
              </a:rPr>
              <a:t>	     TYPE</a:t>
            </a:r>
            <a:r>
              <a:rPr lang="en-US" altLang="zh-CN" sz="1400" b="1" dirty="0">
                <a:solidFill>
                  <a:prstClr val="black"/>
                </a:solidFill>
                <a:latin typeface="Times New Roman" pitchFamily="18" charset="0"/>
                <a:ea typeface="楷体_GB2312"/>
                <a:cs typeface="楷体_GB2312"/>
              </a:rPr>
              <a:t>(TOKEN)</a:t>
            </a:r>
          </a:p>
          <a:p>
            <a:pPr marL="533400" indent="-533400" eaLnBrk="1" hangingPunct="1">
              <a:lnSpc>
                <a:spcPts val="1300"/>
              </a:lnSpc>
              <a:spcBef>
                <a:spcPct val="20000"/>
              </a:spcBef>
              <a:buClr>
                <a:srgbClr val="5EAEFF"/>
              </a:buClr>
              <a:buSzPct val="60000"/>
              <a:buFont typeface="Wingdings" pitchFamily="2" charset="2"/>
              <a:buNone/>
              <a:defRPr/>
            </a:pPr>
            <a:endParaRPr lang="en-US" altLang="zh-CN" sz="400" b="1" dirty="0">
              <a:solidFill>
                <a:srgbClr val="3333FF"/>
              </a:solidFill>
              <a:latin typeface="Times New Roman" pitchFamily="18" charset="0"/>
              <a:ea typeface="楷体_GB2312"/>
              <a:cs typeface="楷体_GB2312"/>
            </a:endParaRPr>
          </a:p>
          <a:p>
            <a:pPr marL="533400" indent="-533400" eaLnBrk="1" hangingPunct="1">
              <a:lnSpc>
                <a:spcPts val="1300"/>
              </a:lnSpc>
              <a:spcBef>
                <a:spcPct val="20000"/>
              </a:spcBef>
              <a:buClr>
                <a:srgbClr val="5EAEFF"/>
              </a:buClr>
              <a:buSzPct val="60000"/>
              <a:buFont typeface="Wingdings" pitchFamily="2" charset="2"/>
              <a:buNone/>
              <a:defRPr/>
            </a:pPr>
            <a:r>
              <a:rPr lang="en-US" altLang="zh-CN" sz="1400" b="1" dirty="0">
                <a:solidFill>
                  <a:srgbClr val="3333FF"/>
                </a:solidFill>
                <a:latin typeface="Times New Roman" pitchFamily="18" charset="0"/>
                <a:ea typeface="楷体_GB2312"/>
                <a:cs typeface="楷体_GB2312"/>
              </a:rPr>
              <a:t>	     if </a:t>
            </a:r>
            <a:r>
              <a:rPr lang="en-US" altLang="zh-CN" sz="1400" b="1" dirty="0">
                <a:solidFill>
                  <a:prstClr val="black"/>
                </a:solidFill>
                <a:latin typeface="Times New Roman" pitchFamily="18" charset="0"/>
                <a:ea typeface="楷体_GB2312"/>
                <a:cs typeface="楷体_GB2312"/>
              </a:rPr>
              <a:t>TOKEN≠’;’  </a:t>
            </a:r>
            <a:r>
              <a:rPr lang="en-US" altLang="zh-CN" sz="1400" b="1" dirty="0">
                <a:solidFill>
                  <a:srgbClr val="3333FF"/>
                </a:solidFill>
                <a:latin typeface="Times New Roman" pitchFamily="18" charset="0"/>
                <a:ea typeface="楷体_GB2312"/>
                <a:cs typeface="楷体_GB2312"/>
              </a:rPr>
              <a:t>then </a:t>
            </a:r>
            <a:r>
              <a:rPr lang="en-US" altLang="zh-CN" sz="1400" b="1" dirty="0">
                <a:solidFill>
                  <a:prstClr val="black"/>
                </a:solidFill>
                <a:latin typeface="Times New Roman" pitchFamily="18" charset="0"/>
                <a:ea typeface="楷体_GB2312"/>
                <a:cs typeface="楷体_GB2312"/>
              </a:rPr>
              <a:t>ERROR;</a:t>
            </a:r>
            <a:endParaRPr lang="en-US" altLang="zh-CN" sz="400" b="1" dirty="0">
              <a:solidFill>
                <a:prstClr val="black"/>
              </a:solidFill>
              <a:latin typeface="Times New Roman" pitchFamily="18" charset="0"/>
              <a:ea typeface="楷体_GB2312"/>
              <a:cs typeface="楷体_GB2312"/>
            </a:endParaRPr>
          </a:p>
          <a:p>
            <a:pPr marL="533400" indent="-533400" eaLnBrk="1" hangingPunct="1">
              <a:lnSpc>
                <a:spcPts val="1300"/>
              </a:lnSpc>
              <a:spcBef>
                <a:spcPct val="20000"/>
              </a:spcBef>
              <a:buClr>
                <a:srgbClr val="5EAEFF"/>
              </a:buClr>
              <a:buSzPct val="60000"/>
              <a:buFont typeface="Wingdings" pitchFamily="2" charset="2"/>
              <a:buNone/>
              <a:defRPr/>
            </a:pPr>
            <a:r>
              <a:rPr lang="en-US" altLang="zh-CN" sz="1400" b="1" dirty="0">
                <a:solidFill>
                  <a:prstClr val="black"/>
                </a:solidFill>
                <a:latin typeface="Times New Roman" pitchFamily="18" charset="0"/>
                <a:ea typeface="楷体_GB2312"/>
                <a:cs typeface="楷体_GB2312"/>
              </a:rPr>
              <a:t>	     GETNEXT(TOKEN);</a:t>
            </a:r>
          </a:p>
          <a:p>
            <a:pPr marL="533400" indent="-533400" eaLnBrk="1" hangingPunct="1">
              <a:lnSpc>
                <a:spcPts val="1300"/>
              </a:lnSpc>
              <a:spcBef>
                <a:spcPct val="20000"/>
              </a:spcBef>
              <a:buClr>
                <a:srgbClr val="5EAEFF"/>
              </a:buClr>
              <a:buSzPct val="60000"/>
              <a:buFont typeface="Wingdings" pitchFamily="2" charset="2"/>
              <a:buNone/>
              <a:defRPr/>
            </a:pPr>
            <a:endParaRPr lang="en-US" altLang="zh-CN" sz="400" b="1" dirty="0">
              <a:solidFill>
                <a:srgbClr val="CC0000"/>
              </a:solidFill>
              <a:latin typeface="Times New Roman" pitchFamily="18" charset="0"/>
              <a:ea typeface="楷体_GB2312"/>
              <a:cs typeface="楷体_GB2312"/>
            </a:endParaRPr>
          </a:p>
          <a:p>
            <a:pPr marL="533400" indent="-533400" eaLnBrk="1" hangingPunct="1">
              <a:lnSpc>
                <a:spcPts val="1300"/>
              </a:lnSpc>
              <a:spcBef>
                <a:spcPct val="20000"/>
              </a:spcBef>
              <a:buClr>
                <a:srgbClr val="5EAEFF"/>
              </a:buClr>
              <a:buSzPct val="60000"/>
              <a:buFont typeface="Wingdings" pitchFamily="2" charset="2"/>
              <a:buNone/>
              <a:defRPr/>
            </a:pPr>
            <a:r>
              <a:rPr lang="en-US" altLang="zh-CN" sz="1400" b="1" dirty="0">
                <a:solidFill>
                  <a:srgbClr val="CC0000"/>
                </a:solidFill>
                <a:latin typeface="Times New Roman" pitchFamily="18" charset="0"/>
                <a:ea typeface="楷体_GB2312"/>
                <a:cs typeface="楷体_GB2312"/>
              </a:rPr>
              <a:t>	     STLIST</a:t>
            </a:r>
            <a:r>
              <a:rPr lang="en-US" altLang="zh-CN" sz="1400" b="1" dirty="0">
                <a:solidFill>
                  <a:prstClr val="black"/>
                </a:solidFill>
                <a:latin typeface="Times New Roman" pitchFamily="18" charset="0"/>
                <a:ea typeface="楷体_GB2312"/>
                <a:cs typeface="楷体_GB2312"/>
              </a:rPr>
              <a:t>(TOKEN);</a:t>
            </a:r>
          </a:p>
          <a:p>
            <a:pPr marL="533400" indent="-533400" eaLnBrk="1" hangingPunct="1">
              <a:lnSpc>
                <a:spcPts val="1300"/>
              </a:lnSpc>
              <a:spcBef>
                <a:spcPct val="20000"/>
              </a:spcBef>
              <a:buClr>
                <a:srgbClr val="5EAEFF"/>
              </a:buClr>
              <a:buSzPct val="60000"/>
              <a:defRPr/>
            </a:pPr>
            <a:r>
              <a:rPr lang="en-US" altLang="zh-CN" sz="400" b="1" dirty="0">
                <a:solidFill>
                  <a:prstClr val="black"/>
                </a:solidFill>
                <a:latin typeface="Times New Roman" pitchFamily="18" charset="0"/>
                <a:ea typeface="楷体_GB2312"/>
                <a:cs typeface="楷体_GB2312"/>
              </a:rPr>
              <a:t>	     </a:t>
            </a:r>
          </a:p>
          <a:p>
            <a:pPr marL="533400" indent="-533400" eaLnBrk="1" hangingPunct="1">
              <a:lnSpc>
                <a:spcPts val="1300"/>
              </a:lnSpc>
              <a:spcBef>
                <a:spcPct val="20000"/>
              </a:spcBef>
              <a:buClr>
                <a:srgbClr val="5EAEFF"/>
              </a:buClr>
              <a:buSzPct val="60000"/>
              <a:buFont typeface="Wingdings" pitchFamily="2" charset="2"/>
              <a:buNone/>
              <a:defRPr/>
            </a:pPr>
            <a:r>
              <a:rPr lang="en-US" altLang="zh-CN" sz="1400" b="1" dirty="0">
                <a:solidFill>
                  <a:prstClr val="black"/>
                </a:solidFill>
                <a:latin typeface="Times New Roman" pitchFamily="18" charset="0"/>
                <a:ea typeface="楷体_GB2312"/>
                <a:cs typeface="楷体_GB2312"/>
              </a:rPr>
              <a:t>	    </a:t>
            </a:r>
            <a:r>
              <a:rPr lang="en-US" altLang="zh-CN" sz="1400" b="1" dirty="0">
                <a:solidFill>
                  <a:srgbClr val="3333FF"/>
                </a:solidFill>
                <a:latin typeface="Times New Roman" pitchFamily="18" charset="0"/>
                <a:ea typeface="楷体_GB2312"/>
                <a:cs typeface="楷体_GB2312"/>
              </a:rPr>
              <a:t> if </a:t>
            </a:r>
            <a:r>
              <a:rPr lang="en-US" altLang="zh-CN" sz="1400" b="1" dirty="0" err="1">
                <a:solidFill>
                  <a:prstClr val="black"/>
                </a:solidFill>
                <a:latin typeface="Times New Roman" pitchFamily="18" charset="0"/>
                <a:ea typeface="楷体_GB2312"/>
                <a:cs typeface="楷体_GB2312"/>
              </a:rPr>
              <a:t>TOKEN≠’end</a:t>
            </a:r>
            <a:r>
              <a:rPr lang="en-US" altLang="zh-CN" sz="1400" b="1" dirty="0">
                <a:solidFill>
                  <a:prstClr val="black"/>
                </a:solidFill>
                <a:latin typeface="Times New Roman" pitchFamily="18" charset="0"/>
                <a:ea typeface="楷体_GB2312"/>
                <a:cs typeface="楷体_GB2312"/>
              </a:rPr>
              <a:t>’ </a:t>
            </a:r>
            <a:r>
              <a:rPr lang="en-US" altLang="zh-CN" sz="1400" b="1" dirty="0">
                <a:solidFill>
                  <a:srgbClr val="3333FF"/>
                </a:solidFill>
                <a:latin typeface="Times New Roman" pitchFamily="18" charset="0"/>
                <a:ea typeface="楷体_GB2312"/>
                <a:cs typeface="楷体_GB2312"/>
              </a:rPr>
              <a:t> then </a:t>
            </a:r>
            <a:r>
              <a:rPr lang="en-US" altLang="zh-CN" sz="1400" b="1" dirty="0">
                <a:solidFill>
                  <a:prstClr val="black"/>
                </a:solidFill>
                <a:latin typeface="Times New Roman" pitchFamily="18" charset="0"/>
                <a:ea typeface="楷体_GB2312"/>
                <a:cs typeface="楷体_GB2312"/>
              </a:rPr>
              <a:t>ERROR;</a:t>
            </a:r>
          </a:p>
          <a:p>
            <a:pPr marL="533400" indent="-533400" eaLnBrk="1" hangingPunct="1">
              <a:lnSpc>
                <a:spcPts val="1300"/>
              </a:lnSpc>
              <a:spcBef>
                <a:spcPct val="20000"/>
              </a:spcBef>
              <a:buClr>
                <a:srgbClr val="5EAEFF"/>
              </a:buClr>
              <a:buSzPct val="60000"/>
              <a:defRPr/>
            </a:pPr>
            <a:r>
              <a:rPr lang="en-US" altLang="zh-CN" sz="1400" b="1" dirty="0">
                <a:solidFill>
                  <a:prstClr val="black"/>
                </a:solidFill>
                <a:latin typeface="Times New Roman" pitchFamily="18" charset="0"/>
                <a:ea typeface="楷体_GB2312"/>
                <a:cs typeface="楷体_GB2312"/>
              </a:rPr>
              <a:t>	     GETNEXT(TOKEN);</a:t>
            </a:r>
          </a:p>
          <a:p>
            <a:pPr marL="533400" indent="-533400" eaLnBrk="1" hangingPunct="1">
              <a:lnSpc>
                <a:spcPts val="1300"/>
              </a:lnSpc>
              <a:spcBef>
                <a:spcPct val="20000"/>
              </a:spcBef>
              <a:buClr>
                <a:srgbClr val="5EAEFF"/>
              </a:buClr>
              <a:buSzPct val="60000"/>
              <a:buFont typeface="Wingdings" pitchFamily="2" charset="2"/>
              <a:buNone/>
              <a:defRPr/>
            </a:pPr>
            <a:r>
              <a:rPr lang="en-US" altLang="zh-CN" sz="1400" b="1" dirty="0">
                <a:solidFill>
                  <a:prstClr val="black"/>
                </a:solidFill>
                <a:latin typeface="Times New Roman" pitchFamily="18" charset="0"/>
                <a:ea typeface="楷体_GB2312"/>
                <a:cs typeface="楷体_GB2312"/>
              </a:rPr>
              <a:t>	end	</a:t>
            </a:r>
            <a:r>
              <a:rPr lang="en-US" altLang="zh-CN" sz="1400" dirty="0">
                <a:solidFill>
                  <a:prstClr val="black"/>
                </a:solidFill>
                <a:latin typeface="Times New Roman" pitchFamily="18" charset="0"/>
                <a:ea typeface="楷体_GB2312"/>
                <a:cs typeface="楷体_GB2312"/>
              </a:rPr>
              <a:t> 	</a:t>
            </a:r>
          </a:p>
        </p:txBody>
      </p:sp>
      <p:sp>
        <p:nvSpPr>
          <p:cNvPr id="6" name="Line 45">
            <a:extLst>
              <a:ext uri="{FF2B5EF4-FFF2-40B4-BE49-F238E27FC236}">
                <a16:creationId xmlns:a16="http://schemas.microsoft.com/office/drawing/2014/main" id="{44E78070-3750-4CBB-B1DA-5CF4FD4E9347}"/>
              </a:ext>
            </a:extLst>
          </p:cNvPr>
          <p:cNvSpPr>
            <a:spLocks noChangeShapeType="1"/>
          </p:cNvSpPr>
          <p:nvPr/>
        </p:nvSpPr>
        <p:spPr bwMode="auto">
          <a:xfrm rot="10800000" flipV="1">
            <a:off x="2916238" y="546100"/>
            <a:ext cx="0" cy="269875"/>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Line 45">
            <a:extLst>
              <a:ext uri="{FF2B5EF4-FFF2-40B4-BE49-F238E27FC236}">
                <a16:creationId xmlns:a16="http://schemas.microsoft.com/office/drawing/2014/main" id="{36211FB7-4BC6-4738-8348-8F9BE7ED3645}"/>
              </a:ext>
            </a:extLst>
          </p:cNvPr>
          <p:cNvSpPr>
            <a:spLocks noChangeShapeType="1"/>
          </p:cNvSpPr>
          <p:nvPr/>
        </p:nvSpPr>
        <p:spPr bwMode="auto">
          <a:xfrm rot="5400000" flipV="1">
            <a:off x="4856163" y="1428750"/>
            <a:ext cx="0" cy="269875"/>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 name="Line 45">
            <a:extLst>
              <a:ext uri="{FF2B5EF4-FFF2-40B4-BE49-F238E27FC236}">
                <a16:creationId xmlns:a16="http://schemas.microsoft.com/office/drawing/2014/main" id="{39E4C059-C348-4F5B-BC31-58F0212000F2}"/>
              </a:ext>
            </a:extLst>
          </p:cNvPr>
          <p:cNvSpPr>
            <a:spLocks noChangeShapeType="1"/>
          </p:cNvSpPr>
          <p:nvPr/>
        </p:nvSpPr>
        <p:spPr bwMode="auto">
          <a:xfrm rot="10800000" flipV="1">
            <a:off x="3995738" y="555625"/>
            <a:ext cx="0" cy="269875"/>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Line 45">
            <a:extLst>
              <a:ext uri="{FF2B5EF4-FFF2-40B4-BE49-F238E27FC236}">
                <a16:creationId xmlns:a16="http://schemas.microsoft.com/office/drawing/2014/main" id="{83CC7BB9-39FE-4C7E-BF7F-43D9D503AF0B}"/>
              </a:ext>
            </a:extLst>
          </p:cNvPr>
          <p:cNvSpPr>
            <a:spLocks noChangeShapeType="1"/>
          </p:cNvSpPr>
          <p:nvPr/>
        </p:nvSpPr>
        <p:spPr bwMode="auto">
          <a:xfrm rot="10800000" flipV="1">
            <a:off x="4716463" y="555625"/>
            <a:ext cx="0" cy="269875"/>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 name="Line 45">
            <a:extLst>
              <a:ext uri="{FF2B5EF4-FFF2-40B4-BE49-F238E27FC236}">
                <a16:creationId xmlns:a16="http://schemas.microsoft.com/office/drawing/2014/main" id="{0456AF1E-37FD-4B57-A21F-C0E8725BFF1C}"/>
              </a:ext>
            </a:extLst>
          </p:cNvPr>
          <p:cNvSpPr>
            <a:spLocks noChangeShapeType="1"/>
          </p:cNvSpPr>
          <p:nvPr/>
        </p:nvSpPr>
        <p:spPr bwMode="auto">
          <a:xfrm rot="10800000" flipV="1">
            <a:off x="5148263" y="555625"/>
            <a:ext cx="0" cy="269875"/>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 name="Line 45">
            <a:extLst>
              <a:ext uri="{FF2B5EF4-FFF2-40B4-BE49-F238E27FC236}">
                <a16:creationId xmlns:a16="http://schemas.microsoft.com/office/drawing/2014/main" id="{DBFA23EF-ED6A-4381-B373-E665363ADBFD}"/>
              </a:ext>
            </a:extLst>
          </p:cNvPr>
          <p:cNvSpPr>
            <a:spLocks noChangeShapeType="1"/>
          </p:cNvSpPr>
          <p:nvPr/>
        </p:nvSpPr>
        <p:spPr bwMode="auto">
          <a:xfrm rot="10800000" flipV="1">
            <a:off x="5724525" y="555625"/>
            <a:ext cx="0" cy="269875"/>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 name="Line 45">
            <a:extLst>
              <a:ext uri="{FF2B5EF4-FFF2-40B4-BE49-F238E27FC236}">
                <a16:creationId xmlns:a16="http://schemas.microsoft.com/office/drawing/2014/main" id="{F0CF3377-7BEF-4B5A-AB7B-B9AEEF367D6A}"/>
              </a:ext>
            </a:extLst>
          </p:cNvPr>
          <p:cNvSpPr>
            <a:spLocks noChangeShapeType="1"/>
          </p:cNvSpPr>
          <p:nvPr/>
        </p:nvSpPr>
        <p:spPr bwMode="auto">
          <a:xfrm rot="10800000" flipV="1">
            <a:off x="6300788" y="555625"/>
            <a:ext cx="0" cy="269875"/>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 name="Line 45">
            <a:extLst>
              <a:ext uri="{FF2B5EF4-FFF2-40B4-BE49-F238E27FC236}">
                <a16:creationId xmlns:a16="http://schemas.microsoft.com/office/drawing/2014/main" id="{1EEE16DA-ABC3-4CE0-87DD-BD66C190E5C8}"/>
              </a:ext>
            </a:extLst>
          </p:cNvPr>
          <p:cNvSpPr>
            <a:spLocks noChangeShapeType="1"/>
          </p:cNvSpPr>
          <p:nvPr/>
        </p:nvSpPr>
        <p:spPr bwMode="auto">
          <a:xfrm rot="10800000" flipV="1">
            <a:off x="7092950" y="555625"/>
            <a:ext cx="0" cy="269875"/>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 name="Line 45">
            <a:extLst>
              <a:ext uri="{FF2B5EF4-FFF2-40B4-BE49-F238E27FC236}">
                <a16:creationId xmlns:a16="http://schemas.microsoft.com/office/drawing/2014/main" id="{56AA06AF-1074-4213-A28D-D5101238B89A}"/>
              </a:ext>
            </a:extLst>
          </p:cNvPr>
          <p:cNvSpPr>
            <a:spLocks noChangeShapeType="1"/>
          </p:cNvSpPr>
          <p:nvPr/>
        </p:nvSpPr>
        <p:spPr bwMode="auto">
          <a:xfrm rot="5400000" flipV="1">
            <a:off x="4851401" y="2076450"/>
            <a:ext cx="0" cy="269875"/>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 name="Line 45">
            <a:extLst>
              <a:ext uri="{FF2B5EF4-FFF2-40B4-BE49-F238E27FC236}">
                <a16:creationId xmlns:a16="http://schemas.microsoft.com/office/drawing/2014/main" id="{A2E30484-78C5-446C-812C-ABD21D6DCE47}"/>
              </a:ext>
            </a:extLst>
          </p:cNvPr>
          <p:cNvSpPr>
            <a:spLocks noChangeShapeType="1"/>
          </p:cNvSpPr>
          <p:nvPr/>
        </p:nvSpPr>
        <p:spPr bwMode="auto">
          <a:xfrm rot="5400000" flipV="1">
            <a:off x="4851401" y="2436812"/>
            <a:ext cx="0" cy="269875"/>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 name="Line 45">
            <a:extLst>
              <a:ext uri="{FF2B5EF4-FFF2-40B4-BE49-F238E27FC236}">
                <a16:creationId xmlns:a16="http://schemas.microsoft.com/office/drawing/2014/main" id="{1C88D8E9-98B7-46C3-8832-F04F1F32DDD3}"/>
              </a:ext>
            </a:extLst>
          </p:cNvPr>
          <p:cNvSpPr>
            <a:spLocks noChangeShapeType="1"/>
          </p:cNvSpPr>
          <p:nvPr/>
        </p:nvSpPr>
        <p:spPr bwMode="auto">
          <a:xfrm rot="5400000" flipV="1">
            <a:off x="4851401" y="3013075"/>
            <a:ext cx="0" cy="269875"/>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 name="Line 45">
            <a:extLst>
              <a:ext uri="{FF2B5EF4-FFF2-40B4-BE49-F238E27FC236}">
                <a16:creationId xmlns:a16="http://schemas.microsoft.com/office/drawing/2014/main" id="{D2B8DEF9-8448-4BB5-B912-2F2CF135B64E}"/>
              </a:ext>
            </a:extLst>
          </p:cNvPr>
          <p:cNvSpPr>
            <a:spLocks noChangeShapeType="1"/>
          </p:cNvSpPr>
          <p:nvPr/>
        </p:nvSpPr>
        <p:spPr bwMode="auto">
          <a:xfrm rot="5400000" flipV="1">
            <a:off x="4851401" y="3444875"/>
            <a:ext cx="0" cy="269875"/>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 name="Line 45">
            <a:extLst>
              <a:ext uri="{FF2B5EF4-FFF2-40B4-BE49-F238E27FC236}">
                <a16:creationId xmlns:a16="http://schemas.microsoft.com/office/drawing/2014/main" id="{A70DD560-2518-465C-941C-3FAF01F2E794}"/>
              </a:ext>
            </a:extLst>
          </p:cNvPr>
          <p:cNvSpPr>
            <a:spLocks noChangeShapeType="1"/>
          </p:cNvSpPr>
          <p:nvPr/>
        </p:nvSpPr>
        <p:spPr bwMode="auto">
          <a:xfrm rot="5400000" flipV="1">
            <a:off x="4851401" y="4021137"/>
            <a:ext cx="0" cy="269875"/>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 name="Line 45">
            <a:extLst>
              <a:ext uri="{FF2B5EF4-FFF2-40B4-BE49-F238E27FC236}">
                <a16:creationId xmlns:a16="http://schemas.microsoft.com/office/drawing/2014/main" id="{A78CEBC9-E159-4A56-9F2D-2964AFC45E3A}"/>
              </a:ext>
            </a:extLst>
          </p:cNvPr>
          <p:cNvSpPr>
            <a:spLocks noChangeShapeType="1"/>
          </p:cNvSpPr>
          <p:nvPr/>
        </p:nvSpPr>
        <p:spPr bwMode="auto">
          <a:xfrm rot="5400000" flipV="1">
            <a:off x="4851401" y="4381500"/>
            <a:ext cx="0" cy="269875"/>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 name="Rectangle 2">
            <a:extLst>
              <a:ext uri="{FF2B5EF4-FFF2-40B4-BE49-F238E27FC236}">
                <a16:creationId xmlns:a16="http://schemas.microsoft.com/office/drawing/2014/main" id="{3B7401DD-A4C3-43C2-9E82-6229D6BA929A}"/>
              </a:ext>
            </a:extLst>
          </p:cNvPr>
          <p:cNvSpPr>
            <a:spLocks noGrp="1" noChangeArrowheads="1"/>
          </p:cNvSpPr>
          <p:nvPr>
            <p:ph type="title"/>
          </p:nvPr>
        </p:nvSpPr>
        <p:spPr>
          <a:xfrm>
            <a:off x="755650" y="268288"/>
            <a:ext cx="7931150" cy="358775"/>
          </a:xfrm>
        </p:spPr>
        <p:txBody>
          <a:bodyPr/>
          <a:lstStyle/>
          <a:p>
            <a:pPr eaLnBrk="1" hangingPunct="1"/>
            <a:r>
              <a:rPr lang="zh-CN" altLang="en-US" sz="3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例：假设已构建了预测分析表</a:t>
            </a:r>
          </a:p>
        </p:txBody>
      </p:sp>
      <p:sp>
        <p:nvSpPr>
          <p:cNvPr id="3" name="灯片编号占位符 2">
            <a:extLst>
              <a:ext uri="{FF2B5EF4-FFF2-40B4-BE49-F238E27FC236}">
                <a16:creationId xmlns:a16="http://schemas.microsoft.com/office/drawing/2014/main" id="{B4DCEC92-1842-4716-AF48-98F03D4699A9}"/>
              </a:ext>
            </a:extLst>
          </p:cNvPr>
          <p:cNvSpPr>
            <a:spLocks noGrp="1"/>
          </p:cNvSpPr>
          <p:nvPr>
            <p:ph type="sldNum" sz="quarter" idx="12"/>
          </p:nvPr>
        </p:nvSpPr>
        <p:spPr/>
        <p:txBody>
          <a:bodyPr/>
          <a:lstStyle/>
          <a:p>
            <a:pPr>
              <a:defRPr/>
            </a:pPr>
            <a:fld id="{EA567855-7F13-4FC5-AD61-2B82F6443E16}" type="slidenum">
              <a:rPr lang="zh-CN" altLang="en-US" smtClean="0"/>
              <a:pPr>
                <a:defRPr/>
              </a:pPr>
              <a:t>52</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grpId="1" nodeType="withEffect">
                                  <p:stCondLst>
                                    <p:cond delay="0"/>
                                  </p:stCondLst>
                                  <p:childTnLst>
                                    <p:set>
                                      <p:cBhvr>
                                        <p:cTn id="6" dur="1" fill="hold">
                                          <p:stCondLst>
                                            <p:cond delay="0"/>
                                          </p:stCondLst>
                                        </p:cTn>
                                        <p:tgtEl>
                                          <p:spTgt spid="776198"/>
                                        </p:tgtEl>
                                        <p:attrNameLst>
                                          <p:attrName>style.visibility</p:attrName>
                                        </p:attrNameLst>
                                      </p:cBhvr>
                                      <p:to>
                                        <p:strVal val="visible"/>
                                      </p:to>
                                    </p:set>
                                    <p:anim calcmode="lin" valueType="num">
                                      <p:cBhvr>
                                        <p:cTn id="7" dur="500" fill="hold"/>
                                        <p:tgtEl>
                                          <p:spTgt spid="776198"/>
                                        </p:tgtEl>
                                        <p:attrNameLst>
                                          <p:attrName>ppt_w</p:attrName>
                                        </p:attrNameLst>
                                      </p:cBhvr>
                                      <p:tavLst>
                                        <p:tav tm="0">
                                          <p:val>
                                            <p:fltVal val="0"/>
                                          </p:val>
                                        </p:tav>
                                        <p:tav tm="100000">
                                          <p:val>
                                            <p:strVal val="#ppt_w"/>
                                          </p:val>
                                        </p:tav>
                                      </p:tavLst>
                                    </p:anim>
                                    <p:anim calcmode="lin" valueType="num">
                                      <p:cBhvr>
                                        <p:cTn id="8" dur="500" fill="hold"/>
                                        <p:tgtEl>
                                          <p:spTgt spid="776198"/>
                                        </p:tgtEl>
                                        <p:attrNameLst>
                                          <p:attrName>ppt_h</p:attrName>
                                        </p:attrNameLst>
                                      </p:cBhvr>
                                      <p:tavLst>
                                        <p:tav tm="0">
                                          <p:val>
                                            <p:fltVal val="0"/>
                                          </p:val>
                                        </p:tav>
                                        <p:tav tm="100000">
                                          <p:val>
                                            <p:strVal val="#ppt_h"/>
                                          </p:val>
                                        </p:tav>
                                      </p:tavLst>
                                    </p:anim>
                                    <p:animEffect transition="in" filter="fade">
                                      <p:cBhvr>
                                        <p:cTn id="9" dur="500"/>
                                        <p:tgtEl>
                                          <p:spTgt spid="776198"/>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p:cTn id="14" dur="500" fill="hold"/>
                                        <p:tgtEl>
                                          <p:spTgt spid="6"/>
                                        </p:tgtEl>
                                        <p:attrNameLst>
                                          <p:attrName>ppt_w</p:attrName>
                                        </p:attrNameLst>
                                      </p:cBhvr>
                                      <p:tavLst>
                                        <p:tav tm="0">
                                          <p:val>
                                            <p:fltVal val="0"/>
                                          </p:val>
                                        </p:tav>
                                        <p:tav tm="100000">
                                          <p:val>
                                            <p:strVal val="#ppt_w"/>
                                          </p:val>
                                        </p:tav>
                                      </p:tavLst>
                                    </p:anim>
                                    <p:anim calcmode="lin" valueType="num">
                                      <p:cBhvr>
                                        <p:cTn id="15" dur="500" fill="hold"/>
                                        <p:tgtEl>
                                          <p:spTgt spid="6"/>
                                        </p:tgtEl>
                                        <p:attrNameLst>
                                          <p:attrName>ppt_h</p:attrName>
                                        </p:attrNameLst>
                                      </p:cBhvr>
                                      <p:tavLst>
                                        <p:tav tm="0">
                                          <p:val>
                                            <p:fltVal val="0"/>
                                          </p:val>
                                        </p:tav>
                                        <p:tav tm="100000">
                                          <p:val>
                                            <p:strVal val="#ppt_h"/>
                                          </p:val>
                                        </p:tav>
                                      </p:tavLst>
                                    </p:anim>
                                    <p:animEffect transition="in" filter="fade">
                                      <p:cBhvr>
                                        <p:cTn id="16" dur="500"/>
                                        <p:tgtEl>
                                          <p:spTgt spid="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16"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p:cTn id="21" dur="500" fill="hold"/>
                                        <p:tgtEl>
                                          <p:spTgt spid="7"/>
                                        </p:tgtEl>
                                        <p:attrNameLst>
                                          <p:attrName>ppt_w</p:attrName>
                                        </p:attrNameLst>
                                      </p:cBhvr>
                                      <p:tavLst>
                                        <p:tav tm="0">
                                          <p:val>
                                            <p:fltVal val="0"/>
                                          </p:val>
                                        </p:tav>
                                        <p:tav tm="100000">
                                          <p:val>
                                            <p:strVal val="#ppt_w"/>
                                          </p:val>
                                        </p:tav>
                                      </p:tavLst>
                                    </p:anim>
                                    <p:anim calcmode="lin" valueType="num">
                                      <p:cBhvr>
                                        <p:cTn id="22" dur="500" fill="hold"/>
                                        <p:tgtEl>
                                          <p:spTgt spid="7"/>
                                        </p:tgtEl>
                                        <p:attrNameLst>
                                          <p:attrName>ppt_h</p:attrName>
                                        </p:attrNameLst>
                                      </p:cBhvr>
                                      <p:tavLst>
                                        <p:tav tm="0">
                                          <p:val>
                                            <p:fltVal val="0"/>
                                          </p:val>
                                        </p:tav>
                                        <p:tav tm="100000">
                                          <p:val>
                                            <p:strVal val="#ppt_h"/>
                                          </p:val>
                                        </p:tav>
                                      </p:tavLst>
                                    </p:anim>
                                    <p:animEffect transition="in" filter="fade">
                                      <p:cBhvr>
                                        <p:cTn id="23" dur="500"/>
                                        <p:tgtEl>
                                          <p:spTgt spid="7"/>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3" presetClass="entr" presetSubtype="16"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anim calcmode="lin" valueType="num">
                                      <p:cBhvr>
                                        <p:cTn id="28" dur="500" fill="hold"/>
                                        <p:tgtEl>
                                          <p:spTgt spid="8"/>
                                        </p:tgtEl>
                                        <p:attrNameLst>
                                          <p:attrName>ppt_w</p:attrName>
                                        </p:attrNameLst>
                                      </p:cBhvr>
                                      <p:tavLst>
                                        <p:tav tm="0">
                                          <p:val>
                                            <p:fltVal val="0"/>
                                          </p:val>
                                        </p:tav>
                                        <p:tav tm="100000">
                                          <p:val>
                                            <p:strVal val="#ppt_w"/>
                                          </p:val>
                                        </p:tav>
                                      </p:tavLst>
                                    </p:anim>
                                    <p:anim calcmode="lin" valueType="num">
                                      <p:cBhvr>
                                        <p:cTn id="29" dur="500" fill="hold"/>
                                        <p:tgtEl>
                                          <p:spTgt spid="8"/>
                                        </p:tgtEl>
                                        <p:attrNameLst>
                                          <p:attrName>ppt_h</p:attrName>
                                        </p:attrNameLst>
                                      </p:cBhvr>
                                      <p:tavLst>
                                        <p:tav tm="0">
                                          <p:val>
                                            <p:fltVal val="0"/>
                                          </p:val>
                                        </p:tav>
                                        <p:tav tm="100000">
                                          <p:val>
                                            <p:strVal val="#ppt_h"/>
                                          </p:val>
                                        </p:tav>
                                      </p:tavLst>
                                    </p:anim>
                                    <p:animEffect transition="in" filter="fade">
                                      <p:cBhvr>
                                        <p:cTn id="30" dur="500"/>
                                        <p:tgtEl>
                                          <p:spTgt spid="8"/>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53" presetClass="entr" presetSubtype="16" fill="hold" nodeType="clickEffect">
                                  <p:stCondLst>
                                    <p:cond delay="0"/>
                                  </p:stCondLst>
                                  <p:childTnLst>
                                    <p:set>
                                      <p:cBhvr>
                                        <p:cTn id="34" dur="1" fill="hold">
                                          <p:stCondLst>
                                            <p:cond delay="0"/>
                                          </p:stCondLst>
                                        </p:cTn>
                                        <p:tgtEl>
                                          <p:spTgt spid="15"/>
                                        </p:tgtEl>
                                        <p:attrNameLst>
                                          <p:attrName>style.visibility</p:attrName>
                                        </p:attrNameLst>
                                      </p:cBhvr>
                                      <p:to>
                                        <p:strVal val="visible"/>
                                      </p:to>
                                    </p:set>
                                    <p:anim calcmode="lin" valueType="num">
                                      <p:cBhvr>
                                        <p:cTn id="35" dur="500" fill="hold"/>
                                        <p:tgtEl>
                                          <p:spTgt spid="15"/>
                                        </p:tgtEl>
                                        <p:attrNameLst>
                                          <p:attrName>ppt_w</p:attrName>
                                        </p:attrNameLst>
                                      </p:cBhvr>
                                      <p:tavLst>
                                        <p:tav tm="0">
                                          <p:val>
                                            <p:fltVal val="0"/>
                                          </p:val>
                                        </p:tav>
                                        <p:tav tm="100000">
                                          <p:val>
                                            <p:strVal val="#ppt_w"/>
                                          </p:val>
                                        </p:tav>
                                      </p:tavLst>
                                    </p:anim>
                                    <p:anim calcmode="lin" valueType="num">
                                      <p:cBhvr>
                                        <p:cTn id="36" dur="500" fill="hold"/>
                                        <p:tgtEl>
                                          <p:spTgt spid="15"/>
                                        </p:tgtEl>
                                        <p:attrNameLst>
                                          <p:attrName>ppt_h</p:attrName>
                                        </p:attrNameLst>
                                      </p:cBhvr>
                                      <p:tavLst>
                                        <p:tav tm="0">
                                          <p:val>
                                            <p:fltVal val="0"/>
                                          </p:val>
                                        </p:tav>
                                        <p:tav tm="100000">
                                          <p:val>
                                            <p:strVal val="#ppt_h"/>
                                          </p:val>
                                        </p:tav>
                                      </p:tavLst>
                                    </p:anim>
                                    <p:animEffect transition="in" filter="fade">
                                      <p:cBhvr>
                                        <p:cTn id="37" dur="500"/>
                                        <p:tgtEl>
                                          <p:spTgt spid="1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3" presetClass="entr" presetSubtype="16" fill="hold" nodeType="clickEffect">
                                  <p:stCondLst>
                                    <p:cond delay="0"/>
                                  </p:stCondLst>
                                  <p:childTnLst>
                                    <p:set>
                                      <p:cBhvr>
                                        <p:cTn id="41" dur="1" fill="hold">
                                          <p:stCondLst>
                                            <p:cond delay="0"/>
                                          </p:stCondLst>
                                        </p:cTn>
                                        <p:tgtEl>
                                          <p:spTgt spid="9"/>
                                        </p:tgtEl>
                                        <p:attrNameLst>
                                          <p:attrName>style.visibility</p:attrName>
                                        </p:attrNameLst>
                                      </p:cBhvr>
                                      <p:to>
                                        <p:strVal val="visible"/>
                                      </p:to>
                                    </p:set>
                                    <p:anim calcmode="lin" valueType="num">
                                      <p:cBhvr>
                                        <p:cTn id="42" dur="500" fill="hold"/>
                                        <p:tgtEl>
                                          <p:spTgt spid="9"/>
                                        </p:tgtEl>
                                        <p:attrNameLst>
                                          <p:attrName>ppt_w</p:attrName>
                                        </p:attrNameLst>
                                      </p:cBhvr>
                                      <p:tavLst>
                                        <p:tav tm="0">
                                          <p:val>
                                            <p:fltVal val="0"/>
                                          </p:val>
                                        </p:tav>
                                        <p:tav tm="100000">
                                          <p:val>
                                            <p:strVal val="#ppt_w"/>
                                          </p:val>
                                        </p:tav>
                                      </p:tavLst>
                                    </p:anim>
                                    <p:anim calcmode="lin" valueType="num">
                                      <p:cBhvr>
                                        <p:cTn id="43" dur="500" fill="hold"/>
                                        <p:tgtEl>
                                          <p:spTgt spid="9"/>
                                        </p:tgtEl>
                                        <p:attrNameLst>
                                          <p:attrName>ppt_h</p:attrName>
                                        </p:attrNameLst>
                                      </p:cBhvr>
                                      <p:tavLst>
                                        <p:tav tm="0">
                                          <p:val>
                                            <p:fltVal val="0"/>
                                          </p:val>
                                        </p:tav>
                                        <p:tav tm="100000">
                                          <p:val>
                                            <p:strVal val="#ppt_h"/>
                                          </p:val>
                                        </p:tav>
                                      </p:tavLst>
                                    </p:anim>
                                    <p:animEffect transition="in" filter="fade">
                                      <p:cBhvr>
                                        <p:cTn id="44" dur="500"/>
                                        <p:tgtEl>
                                          <p:spTgt spid="9"/>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53" presetClass="entr" presetSubtype="16" fill="hold" nodeType="clickEffect">
                                  <p:stCondLst>
                                    <p:cond delay="0"/>
                                  </p:stCondLst>
                                  <p:childTnLst>
                                    <p:set>
                                      <p:cBhvr>
                                        <p:cTn id="48" dur="1" fill="hold">
                                          <p:stCondLst>
                                            <p:cond delay="0"/>
                                          </p:stCondLst>
                                        </p:cTn>
                                        <p:tgtEl>
                                          <p:spTgt spid="16"/>
                                        </p:tgtEl>
                                        <p:attrNameLst>
                                          <p:attrName>style.visibility</p:attrName>
                                        </p:attrNameLst>
                                      </p:cBhvr>
                                      <p:to>
                                        <p:strVal val="visible"/>
                                      </p:to>
                                    </p:set>
                                    <p:anim calcmode="lin" valueType="num">
                                      <p:cBhvr>
                                        <p:cTn id="49" dur="500" fill="hold"/>
                                        <p:tgtEl>
                                          <p:spTgt spid="16"/>
                                        </p:tgtEl>
                                        <p:attrNameLst>
                                          <p:attrName>ppt_w</p:attrName>
                                        </p:attrNameLst>
                                      </p:cBhvr>
                                      <p:tavLst>
                                        <p:tav tm="0">
                                          <p:val>
                                            <p:fltVal val="0"/>
                                          </p:val>
                                        </p:tav>
                                        <p:tav tm="100000">
                                          <p:val>
                                            <p:strVal val="#ppt_w"/>
                                          </p:val>
                                        </p:tav>
                                      </p:tavLst>
                                    </p:anim>
                                    <p:anim calcmode="lin" valueType="num">
                                      <p:cBhvr>
                                        <p:cTn id="50" dur="500" fill="hold"/>
                                        <p:tgtEl>
                                          <p:spTgt spid="16"/>
                                        </p:tgtEl>
                                        <p:attrNameLst>
                                          <p:attrName>ppt_h</p:attrName>
                                        </p:attrNameLst>
                                      </p:cBhvr>
                                      <p:tavLst>
                                        <p:tav tm="0">
                                          <p:val>
                                            <p:fltVal val="0"/>
                                          </p:val>
                                        </p:tav>
                                        <p:tav tm="100000">
                                          <p:val>
                                            <p:strVal val="#ppt_h"/>
                                          </p:val>
                                        </p:tav>
                                      </p:tavLst>
                                    </p:anim>
                                    <p:animEffect transition="in" filter="fade">
                                      <p:cBhvr>
                                        <p:cTn id="51" dur="500"/>
                                        <p:tgtEl>
                                          <p:spTgt spid="16"/>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53" presetClass="entr" presetSubtype="16" fill="hold" nodeType="clickEffect">
                                  <p:stCondLst>
                                    <p:cond delay="0"/>
                                  </p:stCondLst>
                                  <p:childTnLst>
                                    <p:set>
                                      <p:cBhvr>
                                        <p:cTn id="55" dur="1" fill="hold">
                                          <p:stCondLst>
                                            <p:cond delay="0"/>
                                          </p:stCondLst>
                                        </p:cTn>
                                        <p:tgtEl>
                                          <p:spTgt spid="11"/>
                                        </p:tgtEl>
                                        <p:attrNameLst>
                                          <p:attrName>style.visibility</p:attrName>
                                        </p:attrNameLst>
                                      </p:cBhvr>
                                      <p:to>
                                        <p:strVal val="visible"/>
                                      </p:to>
                                    </p:set>
                                    <p:anim calcmode="lin" valueType="num">
                                      <p:cBhvr>
                                        <p:cTn id="56" dur="500" fill="hold"/>
                                        <p:tgtEl>
                                          <p:spTgt spid="11"/>
                                        </p:tgtEl>
                                        <p:attrNameLst>
                                          <p:attrName>ppt_w</p:attrName>
                                        </p:attrNameLst>
                                      </p:cBhvr>
                                      <p:tavLst>
                                        <p:tav tm="0">
                                          <p:val>
                                            <p:fltVal val="0"/>
                                          </p:val>
                                        </p:tav>
                                        <p:tav tm="100000">
                                          <p:val>
                                            <p:strVal val="#ppt_w"/>
                                          </p:val>
                                        </p:tav>
                                      </p:tavLst>
                                    </p:anim>
                                    <p:anim calcmode="lin" valueType="num">
                                      <p:cBhvr>
                                        <p:cTn id="57" dur="500" fill="hold"/>
                                        <p:tgtEl>
                                          <p:spTgt spid="11"/>
                                        </p:tgtEl>
                                        <p:attrNameLst>
                                          <p:attrName>ppt_h</p:attrName>
                                        </p:attrNameLst>
                                      </p:cBhvr>
                                      <p:tavLst>
                                        <p:tav tm="0">
                                          <p:val>
                                            <p:fltVal val="0"/>
                                          </p:val>
                                        </p:tav>
                                        <p:tav tm="100000">
                                          <p:val>
                                            <p:strVal val="#ppt_h"/>
                                          </p:val>
                                        </p:tav>
                                      </p:tavLst>
                                    </p:anim>
                                    <p:animEffect transition="in" filter="fade">
                                      <p:cBhvr>
                                        <p:cTn id="58" dur="500"/>
                                        <p:tgtEl>
                                          <p:spTgt spid="11"/>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53" presetClass="entr" presetSubtype="16" fill="hold" nodeType="clickEffect">
                                  <p:stCondLst>
                                    <p:cond delay="0"/>
                                  </p:stCondLst>
                                  <p:childTnLst>
                                    <p:set>
                                      <p:cBhvr>
                                        <p:cTn id="62" dur="1" fill="hold">
                                          <p:stCondLst>
                                            <p:cond delay="0"/>
                                          </p:stCondLst>
                                        </p:cTn>
                                        <p:tgtEl>
                                          <p:spTgt spid="17"/>
                                        </p:tgtEl>
                                        <p:attrNameLst>
                                          <p:attrName>style.visibility</p:attrName>
                                        </p:attrNameLst>
                                      </p:cBhvr>
                                      <p:to>
                                        <p:strVal val="visible"/>
                                      </p:to>
                                    </p:set>
                                    <p:anim calcmode="lin" valueType="num">
                                      <p:cBhvr>
                                        <p:cTn id="63" dur="500" fill="hold"/>
                                        <p:tgtEl>
                                          <p:spTgt spid="17"/>
                                        </p:tgtEl>
                                        <p:attrNameLst>
                                          <p:attrName>ppt_w</p:attrName>
                                        </p:attrNameLst>
                                      </p:cBhvr>
                                      <p:tavLst>
                                        <p:tav tm="0">
                                          <p:val>
                                            <p:fltVal val="0"/>
                                          </p:val>
                                        </p:tav>
                                        <p:tav tm="100000">
                                          <p:val>
                                            <p:strVal val="#ppt_w"/>
                                          </p:val>
                                        </p:tav>
                                      </p:tavLst>
                                    </p:anim>
                                    <p:anim calcmode="lin" valueType="num">
                                      <p:cBhvr>
                                        <p:cTn id="64" dur="500" fill="hold"/>
                                        <p:tgtEl>
                                          <p:spTgt spid="17"/>
                                        </p:tgtEl>
                                        <p:attrNameLst>
                                          <p:attrName>ppt_h</p:attrName>
                                        </p:attrNameLst>
                                      </p:cBhvr>
                                      <p:tavLst>
                                        <p:tav tm="0">
                                          <p:val>
                                            <p:fltVal val="0"/>
                                          </p:val>
                                        </p:tav>
                                        <p:tav tm="100000">
                                          <p:val>
                                            <p:strVal val="#ppt_h"/>
                                          </p:val>
                                        </p:tav>
                                      </p:tavLst>
                                    </p:anim>
                                    <p:animEffect transition="in" filter="fade">
                                      <p:cBhvr>
                                        <p:cTn id="65" dur="500"/>
                                        <p:tgtEl>
                                          <p:spTgt spid="17"/>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53" presetClass="entr" presetSubtype="16" fill="hold" nodeType="clickEffect">
                                  <p:stCondLst>
                                    <p:cond delay="0"/>
                                  </p:stCondLst>
                                  <p:childTnLst>
                                    <p:set>
                                      <p:cBhvr>
                                        <p:cTn id="69" dur="1" fill="hold">
                                          <p:stCondLst>
                                            <p:cond delay="0"/>
                                          </p:stCondLst>
                                        </p:cTn>
                                        <p:tgtEl>
                                          <p:spTgt spid="12"/>
                                        </p:tgtEl>
                                        <p:attrNameLst>
                                          <p:attrName>style.visibility</p:attrName>
                                        </p:attrNameLst>
                                      </p:cBhvr>
                                      <p:to>
                                        <p:strVal val="visible"/>
                                      </p:to>
                                    </p:set>
                                    <p:anim calcmode="lin" valueType="num">
                                      <p:cBhvr>
                                        <p:cTn id="70" dur="500" fill="hold"/>
                                        <p:tgtEl>
                                          <p:spTgt spid="12"/>
                                        </p:tgtEl>
                                        <p:attrNameLst>
                                          <p:attrName>ppt_w</p:attrName>
                                        </p:attrNameLst>
                                      </p:cBhvr>
                                      <p:tavLst>
                                        <p:tav tm="0">
                                          <p:val>
                                            <p:fltVal val="0"/>
                                          </p:val>
                                        </p:tav>
                                        <p:tav tm="100000">
                                          <p:val>
                                            <p:strVal val="#ppt_w"/>
                                          </p:val>
                                        </p:tav>
                                      </p:tavLst>
                                    </p:anim>
                                    <p:anim calcmode="lin" valueType="num">
                                      <p:cBhvr>
                                        <p:cTn id="71" dur="500" fill="hold"/>
                                        <p:tgtEl>
                                          <p:spTgt spid="12"/>
                                        </p:tgtEl>
                                        <p:attrNameLst>
                                          <p:attrName>ppt_h</p:attrName>
                                        </p:attrNameLst>
                                      </p:cBhvr>
                                      <p:tavLst>
                                        <p:tav tm="0">
                                          <p:val>
                                            <p:fltVal val="0"/>
                                          </p:val>
                                        </p:tav>
                                        <p:tav tm="100000">
                                          <p:val>
                                            <p:strVal val="#ppt_h"/>
                                          </p:val>
                                        </p:tav>
                                      </p:tavLst>
                                    </p:anim>
                                    <p:animEffect transition="in" filter="fade">
                                      <p:cBhvr>
                                        <p:cTn id="72" dur="500"/>
                                        <p:tgtEl>
                                          <p:spTgt spid="12"/>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53" presetClass="entr" presetSubtype="16" fill="hold" nodeType="clickEffect">
                                  <p:stCondLst>
                                    <p:cond delay="0"/>
                                  </p:stCondLst>
                                  <p:childTnLst>
                                    <p:set>
                                      <p:cBhvr>
                                        <p:cTn id="76" dur="1" fill="hold">
                                          <p:stCondLst>
                                            <p:cond delay="0"/>
                                          </p:stCondLst>
                                        </p:cTn>
                                        <p:tgtEl>
                                          <p:spTgt spid="18"/>
                                        </p:tgtEl>
                                        <p:attrNameLst>
                                          <p:attrName>style.visibility</p:attrName>
                                        </p:attrNameLst>
                                      </p:cBhvr>
                                      <p:to>
                                        <p:strVal val="visible"/>
                                      </p:to>
                                    </p:set>
                                    <p:anim calcmode="lin" valueType="num">
                                      <p:cBhvr>
                                        <p:cTn id="77" dur="500" fill="hold"/>
                                        <p:tgtEl>
                                          <p:spTgt spid="18"/>
                                        </p:tgtEl>
                                        <p:attrNameLst>
                                          <p:attrName>ppt_w</p:attrName>
                                        </p:attrNameLst>
                                      </p:cBhvr>
                                      <p:tavLst>
                                        <p:tav tm="0">
                                          <p:val>
                                            <p:fltVal val="0"/>
                                          </p:val>
                                        </p:tav>
                                        <p:tav tm="100000">
                                          <p:val>
                                            <p:strVal val="#ppt_w"/>
                                          </p:val>
                                        </p:tav>
                                      </p:tavLst>
                                    </p:anim>
                                    <p:anim calcmode="lin" valueType="num">
                                      <p:cBhvr>
                                        <p:cTn id="78" dur="500" fill="hold"/>
                                        <p:tgtEl>
                                          <p:spTgt spid="18"/>
                                        </p:tgtEl>
                                        <p:attrNameLst>
                                          <p:attrName>ppt_h</p:attrName>
                                        </p:attrNameLst>
                                      </p:cBhvr>
                                      <p:tavLst>
                                        <p:tav tm="0">
                                          <p:val>
                                            <p:fltVal val="0"/>
                                          </p:val>
                                        </p:tav>
                                        <p:tav tm="100000">
                                          <p:val>
                                            <p:strVal val="#ppt_h"/>
                                          </p:val>
                                        </p:tav>
                                      </p:tavLst>
                                    </p:anim>
                                    <p:animEffect transition="in" filter="fade">
                                      <p:cBhvr>
                                        <p:cTn id="79" dur="500"/>
                                        <p:tgtEl>
                                          <p:spTgt spid="18"/>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53" presetClass="entr" presetSubtype="16" fill="hold" nodeType="clickEffect">
                                  <p:stCondLst>
                                    <p:cond delay="0"/>
                                  </p:stCondLst>
                                  <p:childTnLst>
                                    <p:set>
                                      <p:cBhvr>
                                        <p:cTn id="83" dur="1" fill="hold">
                                          <p:stCondLst>
                                            <p:cond delay="0"/>
                                          </p:stCondLst>
                                        </p:cTn>
                                        <p:tgtEl>
                                          <p:spTgt spid="13"/>
                                        </p:tgtEl>
                                        <p:attrNameLst>
                                          <p:attrName>style.visibility</p:attrName>
                                        </p:attrNameLst>
                                      </p:cBhvr>
                                      <p:to>
                                        <p:strVal val="visible"/>
                                      </p:to>
                                    </p:set>
                                    <p:anim calcmode="lin" valueType="num">
                                      <p:cBhvr>
                                        <p:cTn id="84" dur="500" fill="hold"/>
                                        <p:tgtEl>
                                          <p:spTgt spid="13"/>
                                        </p:tgtEl>
                                        <p:attrNameLst>
                                          <p:attrName>ppt_w</p:attrName>
                                        </p:attrNameLst>
                                      </p:cBhvr>
                                      <p:tavLst>
                                        <p:tav tm="0">
                                          <p:val>
                                            <p:fltVal val="0"/>
                                          </p:val>
                                        </p:tav>
                                        <p:tav tm="100000">
                                          <p:val>
                                            <p:strVal val="#ppt_w"/>
                                          </p:val>
                                        </p:tav>
                                      </p:tavLst>
                                    </p:anim>
                                    <p:anim calcmode="lin" valueType="num">
                                      <p:cBhvr>
                                        <p:cTn id="85" dur="500" fill="hold"/>
                                        <p:tgtEl>
                                          <p:spTgt spid="13"/>
                                        </p:tgtEl>
                                        <p:attrNameLst>
                                          <p:attrName>ppt_h</p:attrName>
                                        </p:attrNameLst>
                                      </p:cBhvr>
                                      <p:tavLst>
                                        <p:tav tm="0">
                                          <p:val>
                                            <p:fltVal val="0"/>
                                          </p:val>
                                        </p:tav>
                                        <p:tav tm="100000">
                                          <p:val>
                                            <p:strVal val="#ppt_h"/>
                                          </p:val>
                                        </p:tav>
                                      </p:tavLst>
                                    </p:anim>
                                    <p:animEffect transition="in" filter="fade">
                                      <p:cBhvr>
                                        <p:cTn id="86" dur="500"/>
                                        <p:tgtEl>
                                          <p:spTgt spid="13"/>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53" presetClass="entr" presetSubtype="16" fill="hold" nodeType="clickEffect">
                                  <p:stCondLst>
                                    <p:cond delay="0"/>
                                  </p:stCondLst>
                                  <p:childTnLst>
                                    <p:set>
                                      <p:cBhvr>
                                        <p:cTn id="90" dur="1" fill="hold">
                                          <p:stCondLst>
                                            <p:cond delay="0"/>
                                          </p:stCondLst>
                                        </p:cTn>
                                        <p:tgtEl>
                                          <p:spTgt spid="19"/>
                                        </p:tgtEl>
                                        <p:attrNameLst>
                                          <p:attrName>style.visibility</p:attrName>
                                        </p:attrNameLst>
                                      </p:cBhvr>
                                      <p:to>
                                        <p:strVal val="visible"/>
                                      </p:to>
                                    </p:set>
                                    <p:anim calcmode="lin" valueType="num">
                                      <p:cBhvr>
                                        <p:cTn id="91" dur="500" fill="hold"/>
                                        <p:tgtEl>
                                          <p:spTgt spid="19"/>
                                        </p:tgtEl>
                                        <p:attrNameLst>
                                          <p:attrName>ppt_w</p:attrName>
                                        </p:attrNameLst>
                                      </p:cBhvr>
                                      <p:tavLst>
                                        <p:tav tm="0">
                                          <p:val>
                                            <p:fltVal val="0"/>
                                          </p:val>
                                        </p:tav>
                                        <p:tav tm="100000">
                                          <p:val>
                                            <p:strVal val="#ppt_w"/>
                                          </p:val>
                                        </p:tav>
                                      </p:tavLst>
                                    </p:anim>
                                    <p:anim calcmode="lin" valueType="num">
                                      <p:cBhvr>
                                        <p:cTn id="92" dur="500" fill="hold"/>
                                        <p:tgtEl>
                                          <p:spTgt spid="19"/>
                                        </p:tgtEl>
                                        <p:attrNameLst>
                                          <p:attrName>ppt_h</p:attrName>
                                        </p:attrNameLst>
                                      </p:cBhvr>
                                      <p:tavLst>
                                        <p:tav tm="0">
                                          <p:val>
                                            <p:fltVal val="0"/>
                                          </p:val>
                                        </p:tav>
                                        <p:tav tm="100000">
                                          <p:val>
                                            <p:strVal val="#ppt_h"/>
                                          </p:val>
                                        </p:tav>
                                      </p:tavLst>
                                    </p:anim>
                                    <p:animEffect transition="in" filter="fade">
                                      <p:cBhvr>
                                        <p:cTn id="93" dur="500"/>
                                        <p:tgtEl>
                                          <p:spTgt spid="19"/>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53" presetClass="entr" presetSubtype="16" fill="hold" nodeType="clickEffect">
                                  <p:stCondLst>
                                    <p:cond delay="0"/>
                                  </p:stCondLst>
                                  <p:childTnLst>
                                    <p:set>
                                      <p:cBhvr>
                                        <p:cTn id="97" dur="1" fill="hold">
                                          <p:stCondLst>
                                            <p:cond delay="0"/>
                                          </p:stCondLst>
                                        </p:cTn>
                                        <p:tgtEl>
                                          <p:spTgt spid="14"/>
                                        </p:tgtEl>
                                        <p:attrNameLst>
                                          <p:attrName>style.visibility</p:attrName>
                                        </p:attrNameLst>
                                      </p:cBhvr>
                                      <p:to>
                                        <p:strVal val="visible"/>
                                      </p:to>
                                    </p:set>
                                    <p:anim calcmode="lin" valueType="num">
                                      <p:cBhvr>
                                        <p:cTn id="98" dur="500" fill="hold"/>
                                        <p:tgtEl>
                                          <p:spTgt spid="14"/>
                                        </p:tgtEl>
                                        <p:attrNameLst>
                                          <p:attrName>ppt_w</p:attrName>
                                        </p:attrNameLst>
                                      </p:cBhvr>
                                      <p:tavLst>
                                        <p:tav tm="0">
                                          <p:val>
                                            <p:fltVal val="0"/>
                                          </p:val>
                                        </p:tav>
                                        <p:tav tm="100000">
                                          <p:val>
                                            <p:strVal val="#ppt_w"/>
                                          </p:val>
                                        </p:tav>
                                      </p:tavLst>
                                    </p:anim>
                                    <p:anim calcmode="lin" valueType="num">
                                      <p:cBhvr>
                                        <p:cTn id="99" dur="500" fill="hold"/>
                                        <p:tgtEl>
                                          <p:spTgt spid="14"/>
                                        </p:tgtEl>
                                        <p:attrNameLst>
                                          <p:attrName>ppt_h</p:attrName>
                                        </p:attrNameLst>
                                      </p:cBhvr>
                                      <p:tavLst>
                                        <p:tav tm="0">
                                          <p:val>
                                            <p:fltVal val="0"/>
                                          </p:val>
                                        </p:tav>
                                        <p:tav tm="100000">
                                          <p:val>
                                            <p:strVal val="#ppt_h"/>
                                          </p:val>
                                        </p:tav>
                                      </p:tavLst>
                                    </p:anim>
                                    <p:animEffect transition="in" filter="fade">
                                      <p:cBhvr>
                                        <p:cTn id="100" dur="500"/>
                                        <p:tgtEl>
                                          <p:spTgt spid="14"/>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53" presetClass="entr" presetSubtype="16" fill="hold" nodeType="clickEffect">
                                  <p:stCondLst>
                                    <p:cond delay="0"/>
                                  </p:stCondLst>
                                  <p:childTnLst>
                                    <p:set>
                                      <p:cBhvr>
                                        <p:cTn id="104" dur="1" fill="hold">
                                          <p:stCondLst>
                                            <p:cond delay="0"/>
                                          </p:stCondLst>
                                        </p:cTn>
                                        <p:tgtEl>
                                          <p:spTgt spid="20"/>
                                        </p:tgtEl>
                                        <p:attrNameLst>
                                          <p:attrName>style.visibility</p:attrName>
                                        </p:attrNameLst>
                                      </p:cBhvr>
                                      <p:to>
                                        <p:strVal val="visible"/>
                                      </p:to>
                                    </p:set>
                                    <p:anim calcmode="lin" valueType="num">
                                      <p:cBhvr>
                                        <p:cTn id="105" dur="500" fill="hold"/>
                                        <p:tgtEl>
                                          <p:spTgt spid="20"/>
                                        </p:tgtEl>
                                        <p:attrNameLst>
                                          <p:attrName>ppt_w</p:attrName>
                                        </p:attrNameLst>
                                      </p:cBhvr>
                                      <p:tavLst>
                                        <p:tav tm="0">
                                          <p:val>
                                            <p:fltVal val="0"/>
                                          </p:val>
                                        </p:tav>
                                        <p:tav tm="100000">
                                          <p:val>
                                            <p:strVal val="#ppt_w"/>
                                          </p:val>
                                        </p:tav>
                                      </p:tavLst>
                                    </p:anim>
                                    <p:anim calcmode="lin" valueType="num">
                                      <p:cBhvr>
                                        <p:cTn id="106" dur="500" fill="hold"/>
                                        <p:tgtEl>
                                          <p:spTgt spid="20"/>
                                        </p:tgtEl>
                                        <p:attrNameLst>
                                          <p:attrName>ppt_h</p:attrName>
                                        </p:attrNameLst>
                                      </p:cBhvr>
                                      <p:tavLst>
                                        <p:tav tm="0">
                                          <p:val>
                                            <p:fltVal val="0"/>
                                          </p:val>
                                        </p:tav>
                                        <p:tav tm="100000">
                                          <p:val>
                                            <p:strVal val="#ppt_h"/>
                                          </p:val>
                                        </p:tav>
                                      </p:tavLst>
                                    </p:anim>
                                    <p:animEffect transition="in" filter="fade">
                                      <p:cBhvr>
                                        <p:cTn id="107" dur="500"/>
                                        <p:tgtEl>
                                          <p:spTgt spid="20"/>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53" presetClass="exit" presetSubtype="0" fill="hold" grpId="0" nodeType="clickEffect">
                                  <p:stCondLst>
                                    <p:cond delay="0"/>
                                  </p:stCondLst>
                                  <p:childTnLst>
                                    <p:anim calcmode="lin" valueType="num">
                                      <p:cBhvr>
                                        <p:cTn id="111" dur="500"/>
                                        <p:tgtEl>
                                          <p:spTgt spid="776198"/>
                                        </p:tgtEl>
                                        <p:attrNameLst>
                                          <p:attrName>ppt_w</p:attrName>
                                        </p:attrNameLst>
                                      </p:cBhvr>
                                      <p:tavLst>
                                        <p:tav tm="0">
                                          <p:val>
                                            <p:strVal val="ppt_w"/>
                                          </p:val>
                                        </p:tav>
                                        <p:tav tm="100000">
                                          <p:val>
                                            <p:fltVal val="0"/>
                                          </p:val>
                                        </p:tav>
                                      </p:tavLst>
                                    </p:anim>
                                    <p:anim calcmode="lin" valueType="num">
                                      <p:cBhvr>
                                        <p:cTn id="112" dur="500"/>
                                        <p:tgtEl>
                                          <p:spTgt spid="776198"/>
                                        </p:tgtEl>
                                        <p:attrNameLst>
                                          <p:attrName>ppt_h</p:attrName>
                                        </p:attrNameLst>
                                      </p:cBhvr>
                                      <p:tavLst>
                                        <p:tav tm="0">
                                          <p:val>
                                            <p:strVal val="ppt_h"/>
                                          </p:val>
                                        </p:tav>
                                        <p:tav tm="100000">
                                          <p:val>
                                            <p:fltVal val="0"/>
                                          </p:val>
                                        </p:tav>
                                      </p:tavLst>
                                    </p:anim>
                                    <p:animEffect transition="out" filter="fade">
                                      <p:cBhvr>
                                        <p:cTn id="113" dur="500"/>
                                        <p:tgtEl>
                                          <p:spTgt spid="776198"/>
                                        </p:tgtEl>
                                      </p:cBhvr>
                                    </p:animEffect>
                                    <p:set>
                                      <p:cBhvr>
                                        <p:cTn id="114" dur="1" fill="hold">
                                          <p:stCondLst>
                                            <p:cond delay="499"/>
                                          </p:stCondLst>
                                        </p:cTn>
                                        <p:tgtEl>
                                          <p:spTgt spid="776198"/>
                                        </p:tgtEl>
                                        <p:attrNameLst>
                                          <p:attrName>style.visibility</p:attrName>
                                        </p:attrNameLst>
                                      </p:cBhvr>
                                      <p:to>
                                        <p:strVal val="hidden"/>
                                      </p:to>
                                    </p:set>
                                  </p:childTnLst>
                                </p:cTn>
                              </p:par>
                              <p:par>
                                <p:cTn id="115" presetID="53" presetClass="exit" presetSubtype="32" fill="hold" nodeType="withEffect">
                                  <p:stCondLst>
                                    <p:cond delay="0"/>
                                  </p:stCondLst>
                                  <p:childTnLst>
                                    <p:anim calcmode="lin" valueType="num">
                                      <p:cBhvr>
                                        <p:cTn id="116" dur="500"/>
                                        <p:tgtEl>
                                          <p:spTgt spid="6"/>
                                        </p:tgtEl>
                                        <p:attrNameLst>
                                          <p:attrName>ppt_w</p:attrName>
                                        </p:attrNameLst>
                                      </p:cBhvr>
                                      <p:tavLst>
                                        <p:tav tm="0">
                                          <p:val>
                                            <p:strVal val="ppt_w"/>
                                          </p:val>
                                        </p:tav>
                                        <p:tav tm="100000">
                                          <p:val>
                                            <p:fltVal val="0"/>
                                          </p:val>
                                        </p:tav>
                                      </p:tavLst>
                                    </p:anim>
                                    <p:anim calcmode="lin" valueType="num">
                                      <p:cBhvr>
                                        <p:cTn id="117" dur="500"/>
                                        <p:tgtEl>
                                          <p:spTgt spid="6"/>
                                        </p:tgtEl>
                                        <p:attrNameLst>
                                          <p:attrName>ppt_h</p:attrName>
                                        </p:attrNameLst>
                                      </p:cBhvr>
                                      <p:tavLst>
                                        <p:tav tm="0">
                                          <p:val>
                                            <p:strVal val="ppt_h"/>
                                          </p:val>
                                        </p:tav>
                                        <p:tav tm="100000">
                                          <p:val>
                                            <p:fltVal val="0"/>
                                          </p:val>
                                        </p:tav>
                                      </p:tavLst>
                                    </p:anim>
                                    <p:animEffect transition="out" filter="fade">
                                      <p:cBhvr>
                                        <p:cTn id="118" dur="500"/>
                                        <p:tgtEl>
                                          <p:spTgt spid="6"/>
                                        </p:tgtEl>
                                      </p:cBhvr>
                                    </p:animEffect>
                                    <p:set>
                                      <p:cBhvr>
                                        <p:cTn id="119" dur="1" fill="hold">
                                          <p:stCondLst>
                                            <p:cond delay="499"/>
                                          </p:stCondLst>
                                        </p:cTn>
                                        <p:tgtEl>
                                          <p:spTgt spid="6"/>
                                        </p:tgtEl>
                                        <p:attrNameLst>
                                          <p:attrName>style.visibility</p:attrName>
                                        </p:attrNameLst>
                                      </p:cBhvr>
                                      <p:to>
                                        <p:strVal val="hidden"/>
                                      </p:to>
                                    </p:set>
                                  </p:childTnLst>
                                </p:cTn>
                              </p:par>
                              <p:par>
                                <p:cTn id="120" presetID="53" presetClass="exit" presetSubtype="32" fill="hold" nodeType="withEffect">
                                  <p:stCondLst>
                                    <p:cond delay="0"/>
                                  </p:stCondLst>
                                  <p:childTnLst>
                                    <p:anim calcmode="lin" valueType="num">
                                      <p:cBhvr>
                                        <p:cTn id="121" dur="500"/>
                                        <p:tgtEl>
                                          <p:spTgt spid="8"/>
                                        </p:tgtEl>
                                        <p:attrNameLst>
                                          <p:attrName>ppt_w</p:attrName>
                                        </p:attrNameLst>
                                      </p:cBhvr>
                                      <p:tavLst>
                                        <p:tav tm="0">
                                          <p:val>
                                            <p:strVal val="ppt_w"/>
                                          </p:val>
                                        </p:tav>
                                        <p:tav tm="100000">
                                          <p:val>
                                            <p:fltVal val="0"/>
                                          </p:val>
                                        </p:tav>
                                      </p:tavLst>
                                    </p:anim>
                                    <p:anim calcmode="lin" valueType="num">
                                      <p:cBhvr>
                                        <p:cTn id="122" dur="500"/>
                                        <p:tgtEl>
                                          <p:spTgt spid="8"/>
                                        </p:tgtEl>
                                        <p:attrNameLst>
                                          <p:attrName>ppt_h</p:attrName>
                                        </p:attrNameLst>
                                      </p:cBhvr>
                                      <p:tavLst>
                                        <p:tav tm="0">
                                          <p:val>
                                            <p:strVal val="ppt_h"/>
                                          </p:val>
                                        </p:tav>
                                        <p:tav tm="100000">
                                          <p:val>
                                            <p:fltVal val="0"/>
                                          </p:val>
                                        </p:tav>
                                      </p:tavLst>
                                    </p:anim>
                                    <p:animEffect transition="out" filter="fade">
                                      <p:cBhvr>
                                        <p:cTn id="123" dur="500"/>
                                        <p:tgtEl>
                                          <p:spTgt spid="8"/>
                                        </p:tgtEl>
                                      </p:cBhvr>
                                    </p:animEffect>
                                    <p:set>
                                      <p:cBhvr>
                                        <p:cTn id="124" dur="1" fill="hold">
                                          <p:stCondLst>
                                            <p:cond delay="499"/>
                                          </p:stCondLst>
                                        </p:cTn>
                                        <p:tgtEl>
                                          <p:spTgt spid="8"/>
                                        </p:tgtEl>
                                        <p:attrNameLst>
                                          <p:attrName>style.visibility</p:attrName>
                                        </p:attrNameLst>
                                      </p:cBhvr>
                                      <p:to>
                                        <p:strVal val="hidden"/>
                                      </p:to>
                                    </p:set>
                                  </p:childTnLst>
                                </p:cTn>
                              </p:par>
                              <p:par>
                                <p:cTn id="125" presetID="53" presetClass="exit" presetSubtype="32" fill="hold" nodeType="withEffect">
                                  <p:stCondLst>
                                    <p:cond delay="0"/>
                                  </p:stCondLst>
                                  <p:childTnLst>
                                    <p:anim calcmode="lin" valueType="num">
                                      <p:cBhvr>
                                        <p:cTn id="126" dur="500"/>
                                        <p:tgtEl>
                                          <p:spTgt spid="9"/>
                                        </p:tgtEl>
                                        <p:attrNameLst>
                                          <p:attrName>ppt_w</p:attrName>
                                        </p:attrNameLst>
                                      </p:cBhvr>
                                      <p:tavLst>
                                        <p:tav tm="0">
                                          <p:val>
                                            <p:strVal val="ppt_w"/>
                                          </p:val>
                                        </p:tav>
                                        <p:tav tm="100000">
                                          <p:val>
                                            <p:fltVal val="0"/>
                                          </p:val>
                                        </p:tav>
                                      </p:tavLst>
                                    </p:anim>
                                    <p:anim calcmode="lin" valueType="num">
                                      <p:cBhvr>
                                        <p:cTn id="127" dur="500"/>
                                        <p:tgtEl>
                                          <p:spTgt spid="9"/>
                                        </p:tgtEl>
                                        <p:attrNameLst>
                                          <p:attrName>ppt_h</p:attrName>
                                        </p:attrNameLst>
                                      </p:cBhvr>
                                      <p:tavLst>
                                        <p:tav tm="0">
                                          <p:val>
                                            <p:strVal val="ppt_h"/>
                                          </p:val>
                                        </p:tav>
                                        <p:tav tm="100000">
                                          <p:val>
                                            <p:fltVal val="0"/>
                                          </p:val>
                                        </p:tav>
                                      </p:tavLst>
                                    </p:anim>
                                    <p:animEffect transition="out" filter="fade">
                                      <p:cBhvr>
                                        <p:cTn id="128" dur="500"/>
                                        <p:tgtEl>
                                          <p:spTgt spid="9"/>
                                        </p:tgtEl>
                                      </p:cBhvr>
                                    </p:animEffect>
                                    <p:set>
                                      <p:cBhvr>
                                        <p:cTn id="129" dur="1" fill="hold">
                                          <p:stCondLst>
                                            <p:cond delay="499"/>
                                          </p:stCondLst>
                                        </p:cTn>
                                        <p:tgtEl>
                                          <p:spTgt spid="9"/>
                                        </p:tgtEl>
                                        <p:attrNameLst>
                                          <p:attrName>style.visibility</p:attrName>
                                        </p:attrNameLst>
                                      </p:cBhvr>
                                      <p:to>
                                        <p:strVal val="hidden"/>
                                      </p:to>
                                    </p:set>
                                  </p:childTnLst>
                                </p:cTn>
                              </p:par>
                              <p:par>
                                <p:cTn id="130" presetID="53" presetClass="exit" presetSubtype="32" fill="hold" nodeType="withEffect">
                                  <p:stCondLst>
                                    <p:cond delay="0"/>
                                  </p:stCondLst>
                                  <p:childTnLst>
                                    <p:anim calcmode="lin" valueType="num">
                                      <p:cBhvr>
                                        <p:cTn id="131" dur="500"/>
                                        <p:tgtEl>
                                          <p:spTgt spid="11"/>
                                        </p:tgtEl>
                                        <p:attrNameLst>
                                          <p:attrName>ppt_w</p:attrName>
                                        </p:attrNameLst>
                                      </p:cBhvr>
                                      <p:tavLst>
                                        <p:tav tm="0">
                                          <p:val>
                                            <p:strVal val="ppt_w"/>
                                          </p:val>
                                        </p:tav>
                                        <p:tav tm="100000">
                                          <p:val>
                                            <p:fltVal val="0"/>
                                          </p:val>
                                        </p:tav>
                                      </p:tavLst>
                                    </p:anim>
                                    <p:anim calcmode="lin" valueType="num">
                                      <p:cBhvr>
                                        <p:cTn id="132" dur="500"/>
                                        <p:tgtEl>
                                          <p:spTgt spid="11"/>
                                        </p:tgtEl>
                                        <p:attrNameLst>
                                          <p:attrName>ppt_h</p:attrName>
                                        </p:attrNameLst>
                                      </p:cBhvr>
                                      <p:tavLst>
                                        <p:tav tm="0">
                                          <p:val>
                                            <p:strVal val="ppt_h"/>
                                          </p:val>
                                        </p:tav>
                                        <p:tav tm="100000">
                                          <p:val>
                                            <p:fltVal val="0"/>
                                          </p:val>
                                        </p:tav>
                                      </p:tavLst>
                                    </p:anim>
                                    <p:animEffect transition="out" filter="fade">
                                      <p:cBhvr>
                                        <p:cTn id="133" dur="500"/>
                                        <p:tgtEl>
                                          <p:spTgt spid="11"/>
                                        </p:tgtEl>
                                      </p:cBhvr>
                                    </p:animEffect>
                                    <p:set>
                                      <p:cBhvr>
                                        <p:cTn id="134" dur="1" fill="hold">
                                          <p:stCondLst>
                                            <p:cond delay="499"/>
                                          </p:stCondLst>
                                        </p:cTn>
                                        <p:tgtEl>
                                          <p:spTgt spid="11"/>
                                        </p:tgtEl>
                                        <p:attrNameLst>
                                          <p:attrName>style.visibility</p:attrName>
                                        </p:attrNameLst>
                                      </p:cBhvr>
                                      <p:to>
                                        <p:strVal val="hidden"/>
                                      </p:to>
                                    </p:set>
                                  </p:childTnLst>
                                </p:cTn>
                              </p:par>
                              <p:par>
                                <p:cTn id="135" presetID="53" presetClass="exit" presetSubtype="32" fill="hold" nodeType="withEffect">
                                  <p:stCondLst>
                                    <p:cond delay="0"/>
                                  </p:stCondLst>
                                  <p:childTnLst>
                                    <p:anim calcmode="lin" valueType="num">
                                      <p:cBhvr>
                                        <p:cTn id="136" dur="500"/>
                                        <p:tgtEl>
                                          <p:spTgt spid="12"/>
                                        </p:tgtEl>
                                        <p:attrNameLst>
                                          <p:attrName>ppt_w</p:attrName>
                                        </p:attrNameLst>
                                      </p:cBhvr>
                                      <p:tavLst>
                                        <p:tav tm="0">
                                          <p:val>
                                            <p:strVal val="ppt_w"/>
                                          </p:val>
                                        </p:tav>
                                        <p:tav tm="100000">
                                          <p:val>
                                            <p:fltVal val="0"/>
                                          </p:val>
                                        </p:tav>
                                      </p:tavLst>
                                    </p:anim>
                                    <p:anim calcmode="lin" valueType="num">
                                      <p:cBhvr>
                                        <p:cTn id="137" dur="500"/>
                                        <p:tgtEl>
                                          <p:spTgt spid="12"/>
                                        </p:tgtEl>
                                        <p:attrNameLst>
                                          <p:attrName>ppt_h</p:attrName>
                                        </p:attrNameLst>
                                      </p:cBhvr>
                                      <p:tavLst>
                                        <p:tav tm="0">
                                          <p:val>
                                            <p:strVal val="ppt_h"/>
                                          </p:val>
                                        </p:tav>
                                        <p:tav tm="100000">
                                          <p:val>
                                            <p:fltVal val="0"/>
                                          </p:val>
                                        </p:tav>
                                      </p:tavLst>
                                    </p:anim>
                                    <p:animEffect transition="out" filter="fade">
                                      <p:cBhvr>
                                        <p:cTn id="138" dur="500"/>
                                        <p:tgtEl>
                                          <p:spTgt spid="12"/>
                                        </p:tgtEl>
                                      </p:cBhvr>
                                    </p:animEffect>
                                    <p:set>
                                      <p:cBhvr>
                                        <p:cTn id="139" dur="1" fill="hold">
                                          <p:stCondLst>
                                            <p:cond delay="499"/>
                                          </p:stCondLst>
                                        </p:cTn>
                                        <p:tgtEl>
                                          <p:spTgt spid="12"/>
                                        </p:tgtEl>
                                        <p:attrNameLst>
                                          <p:attrName>style.visibility</p:attrName>
                                        </p:attrNameLst>
                                      </p:cBhvr>
                                      <p:to>
                                        <p:strVal val="hidden"/>
                                      </p:to>
                                    </p:set>
                                  </p:childTnLst>
                                </p:cTn>
                              </p:par>
                              <p:par>
                                <p:cTn id="140" presetID="53" presetClass="exit" presetSubtype="32" fill="hold" nodeType="withEffect">
                                  <p:stCondLst>
                                    <p:cond delay="0"/>
                                  </p:stCondLst>
                                  <p:childTnLst>
                                    <p:anim calcmode="lin" valueType="num">
                                      <p:cBhvr>
                                        <p:cTn id="141" dur="500"/>
                                        <p:tgtEl>
                                          <p:spTgt spid="13"/>
                                        </p:tgtEl>
                                        <p:attrNameLst>
                                          <p:attrName>ppt_w</p:attrName>
                                        </p:attrNameLst>
                                      </p:cBhvr>
                                      <p:tavLst>
                                        <p:tav tm="0">
                                          <p:val>
                                            <p:strVal val="ppt_w"/>
                                          </p:val>
                                        </p:tav>
                                        <p:tav tm="100000">
                                          <p:val>
                                            <p:fltVal val="0"/>
                                          </p:val>
                                        </p:tav>
                                      </p:tavLst>
                                    </p:anim>
                                    <p:anim calcmode="lin" valueType="num">
                                      <p:cBhvr>
                                        <p:cTn id="142" dur="500"/>
                                        <p:tgtEl>
                                          <p:spTgt spid="13"/>
                                        </p:tgtEl>
                                        <p:attrNameLst>
                                          <p:attrName>ppt_h</p:attrName>
                                        </p:attrNameLst>
                                      </p:cBhvr>
                                      <p:tavLst>
                                        <p:tav tm="0">
                                          <p:val>
                                            <p:strVal val="ppt_h"/>
                                          </p:val>
                                        </p:tav>
                                        <p:tav tm="100000">
                                          <p:val>
                                            <p:fltVal val="0"/>
                                          </p:val>
                                        </p:tav>
                                      </p:tavLst>
                                    </p:anim>
                                    <p:animEffect transition="out" filter="fade">
                                      <p:cBhvr>
                                        <p:cTn id="143" dur="500"/>
                                        <p:tgtEl>
                                          <p:spTgt spid="13"/>
                                        </p:tgtEl>
                                      </p:cBhvr>
                                    </p:animEffect>
                                    <p:set>
                                      <p:cBhvr>
                                        <p:cTn id="144" dur="1" fill="hold">
                                          <p:stCondLst>
                                            <p:cond delay="499"/>
                                          </p:stCondLst>
                                        </p:cTn>
                                        <p:tgtEl>
                                          <p:spTgt spid="13"/>
                                        </p:tgtEl>
                                        <p:attrNameLst>
                                          <p:attrName>style.visibility</p:attrName>
                                        </p:attrNameLst>
                                      </p:cBhvr>
                                      <p:to>
                                        <p:strVal val="hidden"/>
                                      </p:to>
                                    </p:set>
                                  </p:childTnLst>
                                </p:cTn>
                              </p:par>
                              <p:par>
                                <p:cTn id="145" presetID="53" presetClass="exit" presetSubtype="32" fill="hold" nodeType="withEffect">
                                  <p:stCondLst>
                                    <p:cond delay="0"/>
                                  </p:stCondLst>
                                  <p:childTnLst>
                                    <p:anim calcmode="lin" valueType="num">
                                      <p:cBhvr>
                                        <p:cTn id="146" dur="500"/>
                                        <p:tgtEl>
                                          <p:spTgt spid="14"/>
                                        </p:tgtEl>
                                        <p:attrNameLst>
                                          <p:attrName>ppt_w</p:attrName>
                                        </p:attrNameLst>
                                      </p:cBhvr>
                                      <p:tavLst>
                                        <p:tav tm="0">
                                          <p:val>
                                            <p:strVal val="ppt_w"/>
                                          </p:val>
                                        </p:tav>
                                        <p:tav tm="100000">
                                          <p:val>
                                            <p:fltVal val="0"/>
                                          </p:val>
                                        </p:tav>
                                      </p:tavLst>
                                    </p:anim>
                                    <p:anim calcmode="lin" valueType="num">
                                      <p:cBhvr>
                                        <p:cTn id="147" dur="500"/>
                                        <p:tgtEl>
                                          <p:spTgt spid="14"/>
                                        </p:tgtEl>
                                        <p:attrNameLst>
                                          <p:attrName>ppt_h</p:attrName>
                                        </p:attrNameLst>
                                      </p:cBhvr>
                                      <p:tavLst>
                                        <p:tav tm="0">
                                          <p:val>
                                            <p:strVal val="ppt_h"/>
                                          </p:val>
                                        </p:tav>
                                        <p:tav tm="100000">
                                          <p:val>
                                            <p:fltVal val="0"/>
                                          </p:val>
                                        </p:tav>
                                      </p:tavLst>
                                    </p:anim>
                                    <p:animEffect transition="out" filter="fade">
                                      <p:cBhvr>
                                        <p:cTn id="148" dur="500"/>
                                        <p:tgtEl>
                                          <p:spTgt spid="14"/>
                                        </p:tgtEl>
                                      </p:cBhvr>
                                    </p:animEffect>
                                    <p:set>
                                      <p:cBhvr>
                                        <p:cTn id="149" dur="1" fill="hold">
                                          <p:stCondLst>
                                            <p:cond delay="499"/>
                                          </p:stCondLst>
                                        </p:cTn>
                                        <p:tgtEl>
                                          <p:spTgt spid="14"/>
                                        </p:tgtEl>
                                        <p:attrNameLst>
                                          <p:attrName>style.visibility</p:attrName>
                                        </p:attrNameLst>
                                      </p:cBhvr>
                                      <p:to>
                                        <p:strVal val="hidden"/>
                                      </p:to>
                                    </p:set>
                                  </p:childTnLst>
                                </p:cTn>
                              </p:par>
                              <p:par>
                                <p:cTn id="150" presetID="53" presetClass="exit" presetSubtype="32" fill="hold" nodeType="withEffect">
                                  <p:stCondLst>
                                    <p:cond delay="0"/>
                                  </p:stCondLst>
                                  <p:childTnLst>
                                    <p:anim calcmode="lin" valueType="num">
                                      <p:cBhvr>
                                        <p:cTn id="151" dur="500"/>
                                        <p:tgtEl>
                                          <p:spTgt spid="7"/>
                                        </p:tgtEl>
                                        <p:attrNameLst>
                                          <p:attrName>ppt_w</p:attrName>
                                        </p:attrNameLst>
                                      </p:cBhvr>
                                      <p:tavLst>
                                        <p:tav tm="0">
                                          <p:val>
                                            <p:strVal val="ppt_w"/>
                                          </p:val>
                                        </p:tav>
                                        <p:tav tm="100000">
                                          <p:val>
                                            <p:fltVal val="0"/>
                                          </p:val>
                                        </p:tav>
                                      </p:tavLst>
                                    </p:anim>
                                    <p:anim calcmode="lin" valueType="num">
                                      <p:cBhvr>
                                        <p:cTn id="152" dur="500"/>
                                        <p:tgtEl>
                                          <p:spTgt spid="7"/>
                                        </p:tgtEl>
                                        <p:attrNameLst>
                                          <p:attrName>ppt_h</p:attrName>
                                        </p:attrNameLst>
                                      </p:cBhvr>
                                      <p:tavLst>
                                        <p:tav tm="0">
                                          <p:val>
                                            <p:strVal val="ppt_h"/>
                                          </p:val>
                                        </p:tav>
                                        <p:tav tm="100000">
                                          <p:val>
                                            <p:fltVal val="0"/>
                                          </p:val>
                                        </p:tav>
                                      </p:tavLst>
                                    </p:anim>
                                    <p:animEffect transition="out" filter="fade">
                                      <p:cBhvr>
                                        <p:cTn id="153" dur="500"/>
                                        <p:tgtEl>
                                          <p:spTgt spid="7"/>
                                        </p:tgtEl>
                                      </p:cBhvr>
                                    </p:animEffect>
                                    <p:set>
                                      <p:cBhvr>
                                        <p:cTn id="154" dur="1" fill="hold">
                                          <p:stCondLst>
                                            <p:cond delay="499"/>
                                          </p:stCondLst>
                                        </p:cTn>
                                        <p:tgtEl>
                                          <p:spTgt spid="7"/>
                                        </p:tgtEl>
                                        <p:attrNameLst>
                                          <p:attrName>style.visibility</p:attrName>
                                        </p:attrNameLst>
                                      </p:cBhvr>
                                      <p:to>
                                        <p:strVal val="hidden"/>
                                      </p:to>
                                    </p:set>
                                  </p:childTnLst>
                                </p:cTn>
                              </p:par>
                              <p:par>
                                <p:cTn id="155" presetID="53" presetClass="exit" presetSubtype="32" fill="hold" nodeType="withEffect">
                                  <p:stCondLst>
                                    <p:cond delay="0"/>
                                  </p:stCondLst>
                                  <p:childTnLst>
                                    <p:anim calcmode="lin" valueType="num">
                                      <p:cBhvr>
                                        <p:cTn id="156" dur="500"/>
                                        <p:tgtEl>
                                          <p:spTgt spid="15"/>
                                        </p:tgtEl>
                                        <p:attrNameLst>
                                          <p:attrName>ppt_w</p:attrName>
                                        </p:attrNameLst>
                                      </p:cBhvr>
                                      <p:tavLst>
                                        <p:tav tm="0">
                                          <p:val>
                                            <p:strVal val="ppt_w"/>
                                          </p:val>
                                        </p:tav>
                                        <p:tav tm="100000">
                                          <p:val>
                                            <p:fltVal val="0"/>
                                          </p:val>
                                        </p:tav>
                                      </p:tavLst>
                                    </p:anim>
                                    <p:anim calcmode="lin" valueType="num">
                                      <p:cBhvr>
                                        <p:cTn id="157" dur="500"/>
                                        <p:tgtEl>
                                          <p:spTgt spid="15"/>
                                        </p:tgtEl>
                                        <p:attrNameLst>
                                          <p:attrName>ppt_h</p:attrName>
                                        </p:attrNameLst>
                                      </p:cBhvr>
                                      <p:tavLst>
                                        <p:tav tm="0">
                                          <p:val>
                                            <p:strVal val="ppt_h"/>
                                          </p:val>
                                        </p:tav>
                                        <p:tav tm="100000">
                                          <p:val>
                                            <p:fltVal val="0"/>
                                          </p:val>
                                        </p:tav>
                                      </p:tavLst>
                                    </p:anim>
                                    <p:animEffect transition="out" filter="fade">
                                      <p:cBhvr>
                                        <p:cTn id="158" dur="500"/>
                                        <p:tgtEl>
                                          <p:spTgt spid="15"/>
                                        </p:tgtEl>
                                      </p:cBhvr>
                                    </p:animEffect>
                                    <p:set>
                                      <p:cBhvr>
                                        <p:cTn id="159" dur="1" fill="hold">
                                          <p:stCondLst>
                                            <p:cond delay="499"/>
                                          </p:stCondLst>
                                        </p:cTn>
                                        <p:tgtEl>
                                          <p:spTgt spid="15"/>
                                        </p:tgtEl>
                                        <p:attrNameLst>
                                          <p:attrName>style.visibility</p:attrName>
                                        </p:attrNameLst>
                                      </p:cBhvr>
                                      <p:to>
                                        <p:strVal val="hidden"/>
                                      </p:to>
                                    </p:set>
                                  </p:childTnLst>
                                </p:cTn>
                              </p:par>
                              <p:par>
                                <p:cTn id="160" presetID="53" presetClass="exit" presetSubtype="32" fill="hold" nodeType="withEffect">
                                  <p:stCondLst>
                                    <p:cond delay="0"/>
                                  </p:stCondLst>
                                  <p:childTnLst>
                                    <p:anim calcmode="lin" valueType="num">
                                      <p:cBhvr>
                                        <p:cTn id="161" dur="500"/>
                                        <p:tgtEl>
                                          <p:spTgt spid="16"/>
                                        </p:tgtEl>
                                        <p:attrNameLst>
                                          <p:attrName>ppt_w</p:attrName>
                                        </p:attrNameLst>
                                      </p:cBhvr>
                                      <p:tavLst>
                                        <p:tav tm="0">
                                          <p:val>
                                            <p:strVal val="ppt_w"/>
                                          </p:val>
                                        </p:tav>
                                        <p:tav tm="100000">
                                          <p:val>
                                            <p:fltVal val="0"/>
                                          </p:val>
                                        </p:tav>
                                      </p:tavLst>
                                    </p:anim>
                                    <p:anim calcmode="lin" valueType="num">
                                      <p:cBhvr>
                                        <p:cTn id="162" dur="500"/>
                                        <p:tgtEl>
                                          <p:spTgt spid="16"/>
                                        </p:tgtEl>
                                        <p:attrNameLst>
                                          <p:attrName>ppt_h</p:attrName>
                                        </p:attrNameLst>
                                      </p:cBhvr>
                                      <p:tavLst>
                                        <p:tav tm="0">
                                          <p:val>
                                            <p:strVal val="ppt_h"/>
                                          </p:val>
                                        </p:tav>
                                        <p:tav tm="100000">
                                          <p:val>
                                            <p:fltVal val="0"/>
                                          </p:val>
                                        </p:tav>
                                      </p:tavLst>
                                    </p:anim>
                                    <p:animEffect transition="out" filter="fade">
                                      <p:cBhvr>
                                        <p:cTn id="163" dur="500"/>
                                        <p:tgtEl>
                                          <p:spTgt spid="16"/>
                                        </p:tgtEl>
                                      </p:cBhvr>
                                    </p:animEffect>
                                    <p:set>
                                      <p:cBhvr>
                                        <p:cTn id="164" dur="1" fill="hold">
                                          <p:stCondLst>
                                            <p:cond delay="499"/>
                                          </p:stCondLst>
                                        </p:cTn>
                                        <p:tgtEl>
                                          <p:spTgt spid="16"/>
                                        </p:tgtEl>
                                        <p:attrNameLst>
                                          <p:attrName>style.visibility</p:attrName>
                                        </p:attrNameLst>
                                      </p:cBhvr>
                                      <p:to>
                                        <p:strVal val="hidden"/>
                                      </p:to>
                                    </p:set>
                                  </p:childTnLst>
                                </p:cTn>
                              </p:par>
                              <p:par>
                                <p:cTn id="165" presetID="53" presetClass="exit" presetSubtype="32" fill="hold" nodeType="withEffect">
                                  <p:stCondLst>
                                    <p:cond delay="0"/>
                                  </p:stCondLst>
                                  <p:childTnLst>
                                    <p:anim calcmode="lin" valueType="num">
                                      <p:cBhvr>
                                        <p:cTn id="166" dur="500"/>
                                        <p:tgtEl>
                                          <p:spTgt spid="17"/>
                                        </p:tgtEl>
                                        <p:attrNameLst>
                                          <p:attrName>ppt_w</p:attrName>
                                        </p:attrNameLst>
                                      </p:cBhvr>
                                      <p:tavLst>
                                        <p:tav tm="0">
                                          <p:val>
                                            <p:strVal val="ppt_w"/>
                                          </p:val>
                                        </p:tav>
                                        <p:tav tm="100000">
                                          <p:val>
                                            <p:fltVal val="0"/>
                                          </p:val>
                                        </p:tav>
                                      </p:tavLst>
                                    </p:anim>
                                    <p:anim calcmode="lin" valueType="num">
                                      <p:cBhvr>
                                        <p:cTn id="167" dur="500"/>
                                        <p:tgtEl>
                                          <p:spTgt spid="17"/>
                                        </p:tgtEl>
                                        <p:attrNameLst>
                                          <p:attrName>ppt_h</p:attrName>
                                        </p:attrNameLst>
                                      </p:cBhvr>
                                      <p:tavLst>
                                        <p:tav tm="0">
                                          <p:val>
                                            <p:strVal val="ppt_h"/>
                                          </p:val>
                                        </p:tav>
                                        <p:tav tm="100000">
                                          <p:val>
                                            <p:fltVal val="0"/>
                                          </p:val>
                                        </p:tav>
                                      </p:tavLst>
                                    </p:anim>
                                    <p:animEffect transition="out" filter="fade">
                                      <p:cBhvr>
                                        <p:cTn id="168" dur="500"/>
                                        <p:tgtEl>
                                          <p:spTgt spid="17"/>
                                        </p:tgtEl>
                                      </p:cBhvr>
                                    </p:animEffect>
                                    <p:set>
                                      <p:cBhvr>
                                        <p:cTn id="169" dur="1" fill="hold">
                                          <p:stCondLst>
                                            <p:cond delay="499"/>
                                          </p:stCondLst>
                                        </p:cTn>
                                        <p:tgtEl>
                                          <p:spTgt spid="17"/>
                                        </p:tgtEl>
                                        <p:attrNameLst>
                                          <p:attrName>style.visibility</p:attrName>
                                        </p:attrNameLst>
                                      </p:cBhvr>
                                      <p:to>
                                        <p:strVal val="hidden"/>
                                      </p:to>
                                    </p:set>
                                  </p:childTnLst>
                                </p:cTn>
                              </p:par>
                              <p:par>
                                <p:cTn id="170" presetID="53" presetClass="exit" presetSubtype="32" fill="hold" nodeType="withEffect">
                                  <p:stCondLst>
                                    <p:cond delay="0"/>
                                  </p:stCondLst>
                                  <p:childTnLst>
                                    <p:anim calcmode="lin" valueType="num">
                                      <p:cBhvr>
                                        <p:cTn id="171" dur="500"/>
                                        <p:tgtEl>
                                          <p:spTgt spid="18"/>
                                        </p:tgtEl>
                                        <p:attrNameLst>
                                          <p:attrName>ppt_w</p:attrName>
                                        </p:attrNameLst>
                                      </p:cBhvr>
                                      <p:tavLst>
                                        <p:tav tm="0">
                                          <p:val>
                                            <p:strVal val="ppt_w"/>
                                          </p:val>
                                        </p:tav>
                                        <p:tav tm="100000">
                                          <p:val>
                                            <p:fltVal val="0"/>
                                          </p:val>
                                        </p:tav>
                                      </p:tavLst>
                                    </p:anim>
                                    <p:anim calcmode="lin" valueType="num">
                                      <p:cBhvr>
                                        <p:cTn id="172" dur="500"/>
                                        <p:tgtEl>
                                          <p:spTgt spid="18"/>
                                        </p:tgtEl>
                                        <p:attrNameLst>
                                          <p:attrName>ppt_h</p:attrName>
                                        </p:attrNameLst>
                                      </p:cBhvr>
                                      <p:tavLst>
                                        <p:tav tm="0">
                                          <p:val>
                                            <p:strVal val="ppt_h"/>
                                          </p:val>
                                        </p:tav>
                                        <p:tav tm="100000">
                                          <p:val>
                                            <p:fltVal val="0"/>
                                          </p:val>
                                        </p:tav>
                                      </p:tavLst>
                                    </p:anim>
                                    <p:animEffect transition="out" filter="fade">
                                      <p:cBhvr>
                                        <p:cTn id="173" dur="500"/>
                                        <p:tgtEl>
                                          <p:spTgt spid="18"/>
                                        </p:tgtEl>
                                      </p:cBhvr>
                                    </p:animEffect>
                                    <p:set>
                                      <p:cBhvr>
                                        <p:cTn id="174" dur="1" fill="hold">
                                          <p:stCondLst>
                                            <p:cond delay="499"/>
                                          </p:stCondLst>
                                        </p:cTn>
                                        <p:tgtEl>
                                          <p:spTgt spid="18"/>
                                        </p:tgtEl>
                                        <p:attrNameLst>
                                          <p:attrName>style.visibility</p:attrName>
                                        </p:attrNameLst>
                                      </p:cBhvr>
                                      <p:to>
                                        <p:strVal val="hidden"/>
                                      </p:to>
                                    </p:set>
                                  </p:childTnLst>
                                </p:cTn>
                              </p:par>
                              <p:par>
                                <p:cTn id="175" presetID="53" presetClass="exit" presetSubtype="32" fill="hold" nodeType="withEffect">
                                  <p:stCondLst>
                                    <p:cond delay="0"/>
                                  </p:stCondLst>
                                  <p:childTnLst>
                                    <p:anim calcmode="lin" valueType="num">
                                      <p:cBhvr>
                                        <p:cTn id="176" dur="500"/>
                                        <p:tgtEl>
                                          <p:spTgt spid="19"/>
                                        </p:tgtEl>
                                        <p:attrNameLst>
                                          <p:attrName>ppt_w</p:attrName>
                                        </p:attrNameLst>
                                      </p:cBhvr>
                                      <p:tavLst>
                                        <p:tav tm="0">
                                          <p:val>
                                            <p:strVal val="ppt_w"/>
                                          </p:val>
                                        </p:tav>
                                        <p:tav tm="100000">
                                          <p:val>
                                            <p:fltVal val="0"/>
                                          </p:val>
                                        </p:tav>
                                      </p:tavLst>
                                    </p:anim>
                                    <p:anim calcmode="lin" valueType="num">
                                      <p:cBhvr>
                                        <p:cTn id="177" dur="500"/>
                                        <p:tgtEl>
                                          <p:spTgt spid="19"/>
                                        </p:tgtEl>
                                        <p:attrNameLst>
                                          <p:attrName>ppt_h</p:attrName>
                                        </p:attrNameLst>
                                      </p:cBhvr>
                                      <p:tavLst>
                                        <p:tav tm="0">
                                          <p:val>
                                            <p:strVal val="ppt_h"/>
                                          </p:val>
                                        </p:tav>
                                        <p:tav tm="100000">
                                          <p:val>
                                            <p:fltVal val="0"/>
                                          </p:val>
                                        </p:tav>
                                      </p:tavLst>
                                    </p:anim>
                                    <p:animEffect transition="out" filter="fade">
                                      <p:cBhvr>
                                        <p:cTn id="178" dur="500"/>
                                        <p:tgtEl>
                                          <p:spTgt spid="19"/>
                                        </p:tgtEl>
                                      </p:cBhvr>
                                    </p:animEffect>
                                    <p:set>
                                      <p:cBhvr>
                                        <p:cTn id="179" dur="1" fill="hold">
                                          <p:stCondLst>
                                            <p:cond delay="499"/>
                                          </p:stCondLst>
                                        </p:cTn>
                                        <p:tgtEl>
                                          <p:spTgt spid="19"/>
                                        </p:tgtEl>
                                        <p:attrNameLst>
                                          <p:attrName>style.visibility</p:attrName>
                                        </p:attrNameLst>
                                      </p:cBhvr>
                                      <p:to>
                                        <p:strVal val="hidden"/>
                                      </p:to>
                                    </p:set>
                                  </p:childTnLst>
                                </p:cTn>
                              </p:par>
                              <p:par>
                                <p:cTn id="180" presetID="53" presetClass="exit" presetSubtype="32" fill="hold" nodeType="withEffect">
                                  <p:stCondLst>
                                    <p:cond delay="0"/>
                                  </p:stCondLst>
                                  <p:childTnLst>
                                    <p:anim calcmode="lin" valueType="num">
                                      <p:cBhvr>
                                        <p:cTn id="181" dur="500"/>
                                        <p:tgtEl>
                                          <p:spTgt spid="20"/>
                                        </p:tgtEl>
                                        <p:attrNameLst>
                                          <p:attrName>ppt_w</p:attrName>
                                        </p:attrNameLst>
                                      </p:cBhvr>
                                      <p:tavLst>
                                        <p:tav tm="0">
                                          <p:val>
                                            <p:strVal val="ppt_w"/>
                                          </p:val>
                                        </p:tav>
                                        <p:tav tm="100000">
                                          <p:val>
                                            <p:fltVal val="0"/>
                                          </p:val>
                                        </p:tav>
                                      </p:tavLst>
                                    </p:anim>
                                    <p:anim calcmode="lin" valueType="num">
                                      <p:cBhvr>
                                        <p:cTn id="182" dur="500"/>
                                        <p:tgtEl>
                                          <p:spTgt spid="20"/>
                                        </p:tgtEl>
                                        <p:attrNameLst>
                                          <p:attrName>ppt_h</p:attrName>
                                        </p:attrNameLst>
                                      </p:cBhvr>
                                      <p:tavLst>
                                        <p:tav tm="0">
                                          <p:val>
                                            <p:strVal val="ppt_h"/>
                                          </p:val>
                                        </p:tav>
                                        <p:tav tm="100000">
                                          <p:val>
                                            <p:fltVal val="0"/>
                                          </p:val>
                                        </p:tav>
                                      </p:tavLst>
                                    </p:anim>
                                    <p:animEffect transition="out" filter="fade">
                                      <p:cBhvr>
                                        <p:cTn id="183" dur="500"/>
                                        <p:tgtEl>
                                          <p:spTgt spid="20"/>
                                        </p:tgtEl>
                                      </p:cBhvr>
                                    </p:animEffect>
                                    <p:set>
                                      <p:cBhvr>
                                        <p:cTn id="184" dur="1" fill="hold">
                                          <p:stCondLst>
                                            <p:cond delay="499"/>
                                          </p:stCondLst>
                                        </p:cTn>
                                        <p:tgtEl>
                                          <p:spTgt spid="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6198" grpId="0" animBg="1"/>
      <p:bldP spid="776198" grpId="1"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60" name="Text Box 4">
            <a:extLst>
              <a:ext uri="{FF2B5EF4-FFF2-40B4-BE49-F238E27FC236}">
                <a16:creationId xmlns:a16="http://schemas.microsoft.com/office/drawing/2014/main" id="{C1F7BEC7-1679-48F3-85AB-4CF1DA036CD4}"/>
              </a:ext>
            </a:extLst>
          </p:cNvPr>
          <p:cNvSpPr txBox="1">
            <a:spLocks noChangeArrowheads="1"/>
          </p:cNvSpPr>
          <p:nvPr/>
        </p:nvSpPr>
        <p:spPr bwMode="auto">
          <a:xfrm>
            <a:off x="214313" y="681038"/>
            <a:ext cx="8715375" cy="356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342900" indent="-342900">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800"/>
              </a:lnSpc>
              <a:spcBef>
                <a:spcPct val="20000"/>
              </a:spcBef>
              <a:buClr>
                <a:schemeClr val="tx2"/>
              </a:buClr>
              <a:buSzPct val="75000"/>
            </a:pPr>
            <a:r>
              <a:rPr kumimoji="1" lang="en-US" altLang="zh-CN" b="1">
                <a:latin typeface="Times New Roman" panose="02020603050405020304" pitchFamily="18" charset="0"/>
                <a:ea typeface="楷体_GB2312"/>
                <a:cs typeface="楷体_GB2312"/>
              </a:rPr>
              <a:t>(1) </a:t>
            </a:r>
            <a:r>
              <a:rPr lang="en-US" altLang="zh-CN" b="1">
                <a:latin typeface="Times New Roman" panose="02020603050405020304" pitchFamily="18" charset="0"/>
                <a:ea typeface="楷体_GB2312"/>
                <a:cs typeface="楷体_GB2312"/>
              </a:rPr>
              <a:t>&lt;PROGRAM&gt; </a:t>
            </a:r>
            <a:r>
              <a:rPr kumimoji="1" lang="en-US" altLang="zh-CN" b="1">
                <a:latin typeface="Times New Roman" panose="02020603050405020304" pitchFamily="18" charset="0"/>
                <a:ea typeface="楷体_GB2312"/>
                <a:cs typeface="楷体_GB2312"/>
              </a:rPr>
              <a:t>→ program &lt;DECLIST&gt; :&lt;TYPE&gt; ; &lt;STLIST&gt; end</a:t>
            </a:r>
          </a:p>
          <a:p>
            <a:pPr>
              <a:lnSpc>
                <a:spcPts val="2800"/>
              </a:lnSpc>
              <a:spcBef>
                <a:spcPct val="20000"/>
              </a:spcBef>
              <a:buClr>
                <a:schemeClr val="tx2"/>
              </a:buClr>
              <a:buSzPct val="75000"/>
              <a:buFont typeface="Monotype Sorts"/>
              <a:buNone/>
            </a:pPr>
            <a:r>
              <a:rPr kumimoji="1" lang="en-US" altLang="zh-CN" b="1">
                <a:solidFill>
                  <a:srgbClr val="2D83F4"/>
                </a:solidFill>
                <a:latin typeface="Times New Roman" panose="02020603050405020304" pitchFamily="18" charset="0"/>
                <a:ea typeface="楷体_GB2312"/>
                <a:cs typeface="楷体_GB2312"/>
              </a:rPr>
              <a:t>(2) </a:t>
            </a:r>
            <a:r>
              <a:rPr lang="en-US" altLang="zh-CN" b="1">
                <a:solidFill>
                  <a:srgbClr val="2D83F4"/>
                </a:solidFill>
                <a:latin typeface="Times New Roman" panose="02020603050405020304" pitchFamily="18" charset="0"/>
                <a:ea typeface="楷体_GB2312"/>
                <a:cs typeface="楷体_GB2312"/>
              </a:rPr>
              <a:t>&lt;DECLIST&gt; → id &lt;DECLISTN&gt;</a:t>
            </a:r>
          </a:p>
          <a:p>
            <a:pPr eaLnBrk="1" hangingPunct="1">
              <a:lnSpc>
                <a:spcPts val="2800"/>
              </a:lnSpc>
              <a:spcBef>
                <a:spcPct val="20000"/>
              </a:spcBef>
            </a:pPr>
            <a:r>
              <a:rPr kumimoji="1" lang="en-US" altLang="zh-CN" b="1">
                <a:latin typeface="Times New Roman" panose="02020603050405020304" pitchFamily="18" charset="0"/>
                <a:ea typeface="楷体_GB2312"/>
                <a:cs typeface="楷体_GB2312"/>
              </a:rPr>
              <a:t>(3) </a:t>
            </a:r>
            <a:r>
              <a:rPr lang="en-US" altLang="zh-CN" b="1">
                <a:latin typeface="Times New Roman" panose="02020603050405020304" pitchFamily="18" charset="0"/>
                <a:ea typeface="楷体_GB2312"/>
                <a:cs typeface="楷体_GB2312"/>
              </a:rPr>
              <a:t>&lt;DECLISTN&gt; → , id &lt;DECLISTN&gt;</a:t>
            </a:r>
          </a:p>
          <a:p>
            <a:pPr eaLnBrk="1" hangingPunct="1">
              <a:lnSpc>
                <a:spcPts val="2800"/>
              </a:lnSpc>
              <a:spcBef>
                <a:spcPct val="20000"/>
              </a:spcBef>
            </a:pPr>
            <a:r>
              <a:rPr lang="en-US" altLang="zh-CN" b="1">
                <a:latin typeface="Times New Roman" panose="02020603050405020304" pitchFamily="18" charset="0"/>
                <a:ea typeface="楷体_GB2312"/>
                <a:cs typeface="楷体_GB2312"/>
              </a:rPr>
              <a:t>(4) </a:t>
            </a:r>
            <a:r>
              <a:rPr lang="en-US" altLang="zh-CN" b="1">
                <a:latin typeface="Times New Roman" panose="02020603050405020304" pitchFamily="18" charset="0"/>
              </a:rPr>
              <a:t>&lt;DECLISTN&gt; → </a:t>
            </a:r>
            <a:r>
              <a:rPr lang="en-US" altLang="zh-CN" b="1" i="1">
                <a:latin typeface="Times New Roman" panose="02020603050405020304" pitchFamily="18" charset="0"/>
              </a:rPr>
              <a:t>ε</a:t>
            </a:r>
          </a:p>
          <a:p>
            <a:pPr eaLnBrk="1" hangingPunct="1">
              <a:lnSpc>
                <a:spcPts val="2800"/>
              </a:lnSpc>
              <a:spcBef>
                <a:spcPct val="20000"/>
              </a:spcBef>
            </a:pPr>
            <a:r>
              <a:rPr lang="en-US" altLang="zh-CN" b="1">
                <a:latin typeface="Times New Roman" panose="02020603050405020304" pitchFamily="18" charset="0"/>
                <a:ea typeface="楷体_GB2312"/>
                <a:cs typeface="楷体_GB2312"/>
              </a:rPr>
              <a:t>(5) &lt;STLIST&gt; → s &lt;STLISTN&gt;</a:t>
            </a:r>
          </a:p>
          <a:p>
            <a:pPr eaLnBrk="1" hangingPunct="1">
              <a:lnSpc>
                <a:spcPts val="2800"/>
              </a:lnSpc>
              <a:spcBef>
                <a:spcPct val="20000"/>
              </a:spcBef>
            </a:pPr>
            <a:r>
              <a:rPr lang="en-US" altLang="zh-CN" b="1">
                <a:latin typeface="Times New Roman" panose="02020603050405020304" pitchFamily="18" charset="0"/>
                <a:ea typeface="楷体_GB2312"/>
                <a:cs typeface="楷体_GB2312"/>
              </a:rPr>
              <a:t>(6) &lt;STLISTN&gt; → ; s &lt;STLISTN&gt;</a:t>
            </a:r>
          </a:p>
          <a:p>
            <a:pPr eaLnBrk="1" hangingPunct="1">
              <a:lnSpc>
                <a:spcPts val="2800"/>
              </a:lnSpc>
            </a:pPr>
            <a:r>
              <a:rPr lang="en-US" altLang="zh-CN" b="1">
                <a:latin typeface="Times New Roman" panose="02020603050405020304" pitchFamily="18" charset="0"/>
                <a:ea typeface="楷体_GB2312"/>
                <a:cs typeface="楷体_GB2312"/>
              </a:rPr>
              <a:t>(7)</a:t>
            </a:r>
            <a:r>
              <a:rPr lang="en-US" altLang="zh-CN" b="1">
                <a:latin typeface="Times New Roman" panose="02020603050405020304" pitchFamily="18" charset="0"/>
              </a:rPr>
              <a:t> &lt;STLISTN&gt; → </a:t>
            </a:r>
            <a:r>
              <a:rPr lang="en-US" altLang="zh-CN" b="1" i="1">
                <a:latin typeface="Times New Roman" panose="02020603050405020304" pitchFamily="18" charset="0"/>
              </a:rPr>
              <a:t>ε</a:t>
            </a:r>
          </a:p>
          <a:p>
            <a:pPr eaLnBrk="1" hangingPunct="1">
              <a:lnSpc>
                <a:spcPts val="2800"/>
              </a:lnSpc>
            </a:pPr>
            <a:r>
              <a:rPr lang="en-US" altLang="zh-CN" b="1">
                <a:latin typeface="Times New Roman" panose="02020603050405020304" pitchFamily="18" charset="0"/>
              </a:rPr>
              <a:t>(8)</a:t>
            </a:r>
            <a:r>
              <a:rPr lang="en-US" altLang="zh-CN" b="1">
                <a:latin typeface="Times New Roman" panose="02020603050405020304" pitchFamily="18" charset="0"/>
                <a:ea typeface="楷体_GB2312"/>
                <a:cs typeface="楷体_GB2312"/>
              </a:rPr>
              <a:t> &lt;TYPE&gt; → real</a:t>
            </a:r>
          </a:p>
          <a:p>
            <a:pPr eaLnBrk="1" hangingPunct="1">
              <a:lnSpc>
                <a:spcPts val="2800"/>
              </a:lnSpc>
            </a:pPr>
            <a:r>
              <a:rPr lang="en-US" altLang="zh-CN" b="1">
                <a:latin typeface="Times New Roman" panose="02020603050405020304" pitchFamily="18" charset="0"/>
              </a:rPr>
              <a:t>(9) &lt;TYPE&gt; → int</a:t>
            </a:r>
          </a:p>
        </p:txBody>
      </p:sp>
      <p:sp>
        <p:nvSpPr>
          <p:cNvPr id="777222" name="Rectangle 6">
            <a:extLst>
              <a:ext uri="{FF2B5EF4-FFF2-40B4-BE49-F238E27FC236}">
                <a16:creationId xmlns:a16="http://schemas.microsoft.com/office/drawing/2014/main" id="{2CD97851-F4F5-4743-BFAC-0DBC9DEEB32E}"/>
              </a:ext>
            </a:extLst>
          </p:cNvPr>
          <p:cNvSpPr>
            <a:spLocks noChangeArrowheads="1"/>
          </p:cNvSpPr>
          <p:nvPr/>
        </p:nvSpPr>
        <p:spPr bwMode="auto">
          <a:xfrm>
            <a:off x="4140200" y="1922463"/>
            <a:ext cx="4437063" cy="2393950"/>
          </a:xfrm>
          <a:prstGeom prst="rect">
            <a:avLst/>
          </a:prstGeom>
          <a:solidFill>
            <a:schemeClr val="accent2">
              <a:lumMod val="40000"/>
              <a:lumOff val="60000"/>
            </a:schemeClr>
          </a:solidFill>
          <a:ln w="12700" algn="ctr">
            <a:solidFill>
              <a:schemeClr val="tx1"/>
            </a:solidFill>
            <a:miter lim="800000"/>
            <a:headEnd/>
            <a:tailEnd/>
          </a:ln>
        </p:spPr>
        <p:txBody>
          <a:bodyPr>
            <a:spAutoFit/>
          </a:bodyPr>
          <a:lstStyle>
            <a:lvl1pPr marL="342900" indent="-342900">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spcBef>
                <a:spcPct val="20000"/>
              </a:spcBef>
              <a:defRPr/>
            </a:pPr>
            <a:r>
              <a:rPr lang="en-US" altLang="zh-CN" sz="2000" b="1" dirty="0">
                <a:latin typeface="Times New Roman" panose="02020603050405020304" pitchFamily="18" charset="0"/>
              </a:rPr>
              <a:t> procedure DECLIST(TOKEN);</a:t>
            </a:r>
          </a:p>
          <a:p>
            <a:pPr eaLnBrk="1" hangingPunct="1">
              <a:spcBef>
                <a:spcPct val="20000"/>
              </a:spcBef>
              <a:defRPr/>
            </a:pPr>
            <a:r>
              <a:rPr lang="en-US" altLang="zh-CN" sz="2000" b="1" dirty="0">
                <a:latin typeface="Times New Roman" panose="02020603050405020304" pitchFamily="18" charset="0"/>
              </a:rPr>
              <a:t>	begin</a:t>
            </a:r>
          </a:p>
          <a:p>
            <a:pPr eaLnBrk="1" hangingPunct="1">
              <a:spcBef>
                <a:spcPct val="20000"/>
              </a:spcBef>
              <a:defRPr/>
            </a:pPr>
            <a:r>
              <a:rPr lang="en-US" altLang="zh-CN" sz="2000" b="1" dirty="0">
                <a:latin typeface="Times New Roman" panose="02020603050405020304" pitchFamily="18" charset="0"/>
              </a:rPr>
              <a:t> 	</a:t>
            </a:r>
            <a:r>
              <a:rPr lang="en-US" altLang="zh-CN" sz="2000" b="1" dirty="0">
                <a:solidFill>
                  <a:srgbClr val="3333FF"/>
                </a:solidFill>
                <a:latin typeface="Times New Roman" panose="02020603050405020304" pitchFamily="18" charset="0"/>
              </a:rPr>
              <a:t>     if </a:t>
            </a:r>
            <a:r>
              <a:rPr lang="en-US" altLang="zh-CN" sz="2000" b="1" dirty="0" err="1">
                <a:latin typeface="Times New Roman" panose="02020603050405020304" pitchFamily="18" charset="0"/>
              </a:rPr>
              <a:t>TOKEN≠’id</a:t>
            </a:r>
            <a:r>
              <a:rPr lang="en-US" altLang="zh-CN" sz="2000" b="1" dirty="0">
                <a:latin typeface="Times New Roman" panose="02020603050405020304" pitchFamily="18" charset="0"/>
              </a:rPr>
              <a:t>’ </a:t>
            </a:r>
            <a:r>
              <a:rPr lang="en-US" altLang="zh-CN" sz="2000" b="1" dirty="0">
                <a:solidFill>
                  <a:srgbClr val="3333FF"/>
                </a:solidFill>
                <a:latin typeface="Times New Roman" panose="02020603050405020304" pitchFamily="18" charset="0"/>
              </a:rPr>
              <a:t> then </a:t>
            </a:r>
            <a:r>
              <a:rPr lang="en-US" altLang="zh-CN" sz="2000" b="1" dirty="0">
                <a:latin typeface="Times New Roman" panose="02020603050405020304" pitchFamily="18" charset="0"/>
              </a:rPr>
              <a:t>ERROR;</a:t>
            </a:r>
          </a:p>
          <a:p>
            <a:pPr eaLnBrk="1" hangingPunct="1">
              <a:spcBef>
                <a:spcPct val="20000"/>
              </a:spcBef>
              <a:defRPr/>
            </a:pPr>
            <a:r>
              <a:rPr lang="en-US" altLang="zh-CN" sz="2000" b="1" dirty="0">
                <a:latin typeface="Times New Roman" panose="02020603050405020304" pitchFamily="18" charset="0"/>
              </a:rPr>
              <a:t>	     GETNEXT(TOKEN);</a:t>
            </a:r>
          </a:p>
          <a:p>
            <a:pPr eaLnBrk="1" hangingPunct="1">
              <a:spcBef>
                <a:spcPct val="20000"/>
              </a:spcBef>
              <a:defRPr/>
            </a:pPr>
            <a:r>
              <a:rPr lang="en-US" altLang="zh-CN" sz="800" b="1" dirty="0">
                <a:solidFill>
                  <a:srgbClr val="CC0000"/>
                </a:solidFill>
                <a:latin typeface="Times New Roman" panose="02020603050405020304" pitchFamily="18" charset="0"/>
              </a:rPr>
              <a:t>	     </a:t>
            </a:r>
          </a:p>
          <a:p>
            <a:pPr eaLnBrk="1" hangingPunct="1">
              <a:spcBef>
                <a:spcPct val="20000"/>
              </a:spcBef>
              <a:defRPr/>
            </a:pPr>
            <a:r>
              <a:rPr lang="en-US" altLang="zh-CN" sz="2000" b="1" dirty="0">
                <a:solidFill>
                  <a:srgbClr val="CC0000"/>
                </a:solidFill>
                <a:latin typeface="Times New Roman" panose="02020603050405020304" pitchFamily="18" charset="0"/>
              </a:rPr>
              <a:t>	     </a:t>
            </a:r>
            <a:r>
              <a:rPr lang="en-US" altLang="zh-CN" sz="2000" b="1" dirty="0">
                <a:solidFill>
                  <a:srgbClr val="FF0000"/>
                </a:solidFill>
                <a:latin typeface="Times New Roman" panose="02020603050405020304" pitchFamily="18" charset="0"/>
              </a:rPr>
              <a:t>DECLISTN</a:t>
            </a:r>
            <a:r>
              <a:rPr lang="en-US" altLang="zh-CN" sz="2000" b="1" dirty="0">
                <a:latin typeface="Times New Roman" panose="02020603050405020304" pitchFamily="18" charset="0"/>
              </a:rPr>
              <a:t>(TOKEN);</a:t>
            </a:r>
          </a:p>
          <a:p>
            <a:pPr eaLnBrk="1" hangingPunct="1">
              <a:spcBef>
                <a:spcPct val="20000"/>
              </a:spcBef>
              <a:defRPr/>
            </a:pPr>
            <a:r>
              <a:rPr lang="en-US" altLang="zh-CN" sz="2000" b="1" dirty="0">
                <a:latin typeface="Times New Roman" panose="02020603050405020304" pitchFamily="18" charset="0"/>
              </a:rPr>
              <a:t>	end</a:t>
            </a:r>
          </a:p>
        </p:txBody>
      </p:sp>
      <p:sp>
        <p:nvSpPr>
          <p:cNvPr id="6" name="Rectangle 2">
            <a:extLst>
              <a:ext uri="{FF2B5EF4-FFF2-40B4-BE49-F238E27FC236}">
                <a16:creationId xmlns:a16="http://schemas.microsoft.com/office/drawing/2014/main" id="{33B09F55-23D3-47ED-96A8-7B72FE1556E8}"/>
              </a:ext>
            </a:extLst>
          </p:cNvPr>
          <p:cNvSpPr>
            <a:spLocks noGrp="1" noChangeArrowheads="1"/>
          </p:cNvSpPr>
          <p:nvPr>
            <p:ph type="title"/>
          </p:nvPr>
        </p:nvSpPr>
        <p:spPr>
          <a:xfrm>
            <a:off x="755650" y="268288"/>
            <a:ext cx="7931150" cy="358775"/>
          </a:xfrm>
        </p:spPr>
        <p:txBody>
          <a:bodyPr/>
          <a:lstStyle/>
          <a:p>
            <a:pPr eaLnBrk="1" hangingPunct="1"/>
            <a:r>
              <a:rPr lang="zh-CN" altLang="en-US" sz="3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例：假设已构建了预测分析表</a:t>
            </a:r>
          </a:p>
        </p:txBody>
      </p:sp>
      <p:sp>
        <p:nvSpPr>
          <p:cNvPr id="3" name="灯片编号占位符 2">
            <a:extLst>
              <a:ext uri="{FF2B5EF4-FFF2-40B4-BE49-F238E27FC236}">
                <a16:creationId xmlns:a16="http://schemas.microsoft.com/office/drawing/2014/main" id="{96358B62-0E1F-4927-9058-A072B4C0695B}"/>
              </a:ext>
            </a:extLst>
          </p:cNvPr>
          <p:cNvSpPr>
            <a:spLocks noGrp="1"/>
          </p:cNvSpPr>
          <p:nvPr>
            <p:ph type="sldNum" sz="quarter" idx="12"/>
          </p:nvPr>
        </p:nvSpPr>
        <p:spPr/>
        <p:txBody>
          <a:bodyPr/>
          <a:lstStyle/>
          <a:p>
            <a:pPr>
              <a:defRPr/>
            </a:pPr>
            <a:fld id="{EA567855-7F13-4FC5-AD61-2B82F6443E16}" type="slidenum">
              <a:rPr lang="zh-CN" altLang="en-US" smtClean="0"/>
              <a:pPr>
                <a:defRPr/>
              </a:pPr>
              <a:t>53</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grpId="1" nodeType="withEffect">
                                  <p:stCondLst>
                                    <p:cond delay="0"/>
                                  </p:stCondLst>
                                  <p:childTnLst>
                                    <p:set>
                                      <p:cBhvr>
                                        <p:cTn id="6" dur="1" fill="hold">
                                          <p:stCondLst>
                                            <p:cond delay="0"/>
                                          </p:stCondLst>
                                        </p:cTn>
                                        <p:tgtEl>
                                          <p:spTgt spid="777222"/>
                                        </p:tgtEl>
                                        <p:attrNameLst>
                                          <p:attrName>style.visibility</p:attrName>
                                        </p:attrNameLst>
                                      </p:cBhvr>
                                      <p:to>
                                        <p:strVal val="visible"/>
                                      </p:to>
                                    </p:set>
                                    <p:anim calcmode="lin" valueType="num">
                                      <p:cBhvr>
                                        <p:cTn id="7" dur="500" fill="hold"/>
                                        <p:tgtEl>
                                          <p:spTgt spid="777222"/>
                                        </p:tgtEl>
                                        <p:attrNameLst>
                                          <p:attrName>ppt_w</p:attrName>
                                        </p:attrNameLst>
                                      </p:cBhvr>
                                      <p:tavLst>
                                        <p:tav tm="0">
                                          <p:val>
                                            <p:fltVal val="0"/>
                                          </p:val>
                                        </p:tav>
                                        <p:tav tm="100000">
                                          <p:val>
                                            <p:strVal val="#ppt_w"/>
                                          </p:val>
                                        </p:tav>
                                      </p:tavLst>
                                    </p:anim>
                                    <p:anim calcmode="lin" valueType="num">
                                      <p:cBhvr>
                                        <p:cTn id="8" dur="500" fill="hold"/>
                                        <p:tgtEl>
                                          <p:spTgt spid="777222"/>
                                        </p:tgtEl>
                                        <p:attrNameLst>
                                          <p:attrName>ppt_h</p:attrName>
                                        </p:attrNameLst>
                                      </p:cBhvr>
                                      <p:tavLst>
                                        <p:tav tm="0">
                                          <p:val>
                                            <p:fltVal val="0"/>
                                          </p:val>
                                        </p:tav>
                                        <p:tav tm="100000">
                                          <p:val>
                                            <p:strVal val="#ppt_h"/>
                                          </p:val>
                                        </p:tav>
                                      </p:tavLst>
                                    </p:anim>
                                    <p:animEffect transition="in" filter="fade">
                                      <p:cBhvr>
                                        <p:cTn id="9" dur="500"/>
                                        <p:tgtEl>
                                          <p:spTgt spid="777222"/>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xit" presetSubtype="0" fill="hold" grpId="0" nodeType="clickEffect">
                                  <p:stCondLst>
                                    <p:cond delay="0"/>
                                  </p:stCondLst>
                                  <p:childTnLst>
                                    <p:anim calcmode="lin" valueType="num">
                                      <p:cBhvr>
                                        <p:cTn id="13" dur="500"/>
                                        <p:tgtEl>
                                          <p:spTgt spid="777222"/>
                                        </p:tgtEl>
                                        <p:attrNameLst>
                                          <p:attrName>ppt_w</p:attrName>
                                        </p:attrNameLst>
                                      </p:cBhvr>
                                      <p:tavLst>
                                        <p:tav tm="0">
                                          <p:val>
                                            <p:strVal val="ppt_w"/>
                                          </p:val>
                                        </p:tav>
                                        <p:tav tm="100000">
                                          <p:val>
                                            <p:fltVal val="0"/>
                                          </p:val>
                                        </p:tav>
                                      </p:tavLst>
                                    </p:anim>
                                    <p:anim calcmode="lin" valueType="num">
                                      <p:cBhvr>
                                        <p:cTn id="14" dur="500"/>
                                        <p:tgtEl>
                                          <p:spTgt spid="777222"/>
                                        </p:tgtEl>
                                        <p:attrNameLst>
                                          <p:attrName>ppt_h</p:attrName>
                                        </p:attrNameLst>
                                      </p:cBhvr>
                                      <p:tavLst>
                                        <p:tav tm="0">
                                          <p:val>
                                            <p:strVal val="ppt_h"/>
                                          </p:val>
                                        </p:tav>
                                        <p:tav tm="100000">
                                          <p:val>
                                            <p:fltVal val="0"/>
                                          </p:val>
                                        </p:tav>
                                      </p:tavLst>
                                    </p:anim>
                                    <p:animEffect transition="out" filter="fade">
                                      <p:cBhvr>
                                        <p:cTn id="15" dur="500"/>
                                        <p:tgtEl>
                                          <p:spTgt spid="777222"/>
                                        </p:tgtEl>
                                      </p:cBhvr>
                                    </p:animEffect>
                                    <p:set>
                                      <p:cBhvr>
                                        <p:cTn id="16" dur="1" fill="hold">
                                          <p:stCondLst>
                                            <p:cond delay="499"/>
                                          </p:stCondLst>
                                        </p:cTn>
                                        <p:tgtEl>
                                          <p:spTgt spid="77722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7222" grpId="0" animBg="1"/>
      <p:bldP spid="777222" grpId="1"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a:extLst>
              <a:ext uri="{FF2B5EF4-FFF2-40B4-BE49-F238E27FC236}">
                <a16:creationId xmlns:a16="http://schemas.microsoft.com/office/drawing/2014/main" id="{E551BDA7-C418-4F89-BEF0-6441E6C2C6B5}"/>
              </a:ext>
            </a:extLst>
          </p:cNvPr>
          <p:cNvSpPr>
            <a:spLocks noChangeArrowheads="1"/>
          </p:cNvSpPr>
          <p:nvPr/>
        </p:nvSpPr>
        <p:spPr bwMode="auto">
          <a:xfrm>
            <a:off x="827088" y="4286251"/>
            <a:ext cx="2459037" cy="588962"/>
          </a:xfrm>
          <a:prstGeom prst="rect">
            <a:avLst/>
          </a:prstGeom>
          <a:solidFill>
            <a:schemeClr val="accent5">
              <a:lumMod val="60000"/>
              <a:lumOff val="40000"/>
            </a:schemeClr>
          </a:solidFill>
          <a:ln w="12700">
            <a:solidFill>
              <a:schemeClr val="tx1"/>
            </a:solidFill>
            <a:miter lim="800000"/>
            <a:headEnd/>
            <a:tailEnd/>
          </a:ln>
        </p:spPr>
        <p:txBody>
          <a:bodyPr wrap="none" anchor="ctr"/>
          <a:lstStyle/>
          <a:p>
            <a:pPr eaLnBrk="1" hangingPunct="1">
              <a:defRPr/>
            </a:pPr>
            <a:r>
              <a:rPr lang="en-US" altLang="zh-CN" sz="2200" b="1" dirty="0">
                <a:latin typeface="Times New Roman" pitchFamily="18" charset="0"/>
              </a:rPr>
              <a:t>SELECT(4)={:}</a:t>
            </a:r>
          </a:p>
        </p:txBody>
      </p:sp>
      <p:sp>
        <p:nvSpPr>
          <p:cNvPr id="123907" name="Text Box 4">
            <a:extLst>
              <a:ext uri="{FF2B5EF4-FFF2-40B4-BE49-F238E27FC236}">
                <a16:creationId xmlns:a16="http://schemas.microsoft.com/office/drawing/2014/main" id="{54E7DD73-3E0F-4936-8A2F-CD9531A2028F}"/>
              </a:ext>
            </a:extLst>
          </p:cNvPr>
          <p:cNvSpPr txBox="1">
            <a:spLocks noChangeArrowheads="1"/>
          </p:cNvSpPr>
          <p:nvPr/>
        </p:nvSpPr>
        <p:spPr bwMode="auto">
          <a:xfrm>
            <a:off x="214313" y="681038"/>
            <a:ext cx="8715375" cy="356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342900" indent="-342900">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800"/>
              </a:lnSpc>
              <a:spcBef>
                <a:spcPct val="20000"/>
              </a:spcBef>
              <a:buClr>
                <a:schemeClr val="tx2"/>
              </a:buClr>
              <a:buSzPct val="75000"/>
            </a:pPr>
            <a:r>
              <a:rPr kumimoji="1" lang="en-US" altLang="zh-CN" b="1">
                <a:latin typeface="Times New Roman" panose="02020603050405020304" pitchFamily="18" charset="0"/>
                <a:ea typeface="楷体_GB2312"/>
                <a:cs typeface="楷体_GB2312"/>
              </a:rPr>
              <a:t>(1) </a:t>
            </a:r>
            <a:r>
              <a:rPr lang="en-US" altLang="zh-CN" b="1">
                <a:latin typeface="Times New Roman" panose="02020603050405020304" pitchFamily="18" charset="0"/>
                <a:ea typeface="楷体_GB2312"/>
                <a:cs typeface="楷体_GB2312"/>
              </a:rPr>
              <a:t>&lt;PROGRAM&gt; </a:t>
            </a:r>
            <a:r>
              <a:rPr kumimoji="1" lang="en-US" altLang="zh-CN" b="1">
                <a:latin typeface="Times New Roman" panose="02020603050405020304" pitchFamily="18" charset="0"/>
                <a:ea typeface="楷体_GB2312"/>
                <a:cs typeface="楷体_GB2312"/>
              </a:rPr>
              <a:t>→ program &lt;DECLIST&gt; :&lt;TYPE&gt; ; &lt;STLIST&gt; end</a:t>
            </a:r>
          </a:p>
          <a:p>
            <a:pPr>
              <a:lnSpc>
                <a:spcPts val="2800"/>
              </a:lnSpc>
              <a:spcBef>
                <a:spcPct val="20000"/>
              </a:spcBef>
              <a:buClr>
                <a:schemeClr val="tx2"/>
              </a:buClr>
              <a:buSzPct val="75000"/>
              <a:buFont typeface="Monotype Sorts"/>
              <a:buNone/>
            </a:pPr>
            <a:r>
              <a:rPr kumimoji="1" lang="en-US" altLang="zh-CN" b="1">
                <a:latin typeface="Times New Roman" panose="02020603050405020304" pitchFamily="18" charset="0"/>
                <a:ea typeface="楷体_GB2312"/>
                <a:cs typeface="楷体_GB2312"/>
              </a:rPr>
              <a:t>(2) </a:t>
            </a:r>
            <a:r>
              <a:rPr lang="en-US" altLang="zh-CN" b="1">
                <a:latin typeface="Times New Roman" panose="02020603050405020304" pitchFamily="18" charset="0"/>
                <a:ea typeface="楷体_GB2312"/>
                <a:cs typeface="楷体_GB2312"/>
              </a:rPr>
              <a:t>&lt;DECLIST&gt; → id &lt;DECLISTN&gt;</a:t>
            </a:r>
          </a:p>
          <a:p>
            <a:pPr eaLnBrk="1" hangingPunct="1">
              <a:lnSpc>
                <a:spcPts val="2800"/>
              </a:lnSpc>
              <a:spcBef>
                <a:spcPct val="20000"/>
              </a:spcBef>
            </a:pPr>
            <a:r>
              <a:rPr kumimoji="1" lang="en-US" altLang="zh-CN" b="1">
                <a:solidFill>
                  <a:srgbClr val="2D83F4"/>
                </a:solidFill>
                <a:latin typeface="Times New Roman" panose="02020603050405020304" pitchFamily="18" charset="0"/>
                <a:ea typeface="楷体_GB2312"/>
                <a:cs typeface="楷体_GB2312"/>
              </a:rPr>
              <a:t>(3) </a:t>
            </a:r>
            <a:r>
              <a:rPr lang="en-US" altLang="zh-CN" b="1">
                <a:solidFill>
                  <a:srgbClr val="2D83F4"/>
                </a:solidFill>
                <a:latin typeface="Times New Roman" panose="02020603050405020304" pitchFamily="18" charset="0"/>
                <a:ea typeface="楷体_GB2312"/>
                <a:cs typeface="楷体_GB2312"/>
              </a:rPr>
              <a:t>&lt;DECLISTN&gt; → , id &lt;DECLISTN&gt;</a:t>
            </a:r>
          </a:p>
          <a:p>
            <a:pPr eaLnBrk="1" hangingPunct="1">
              <a:lnSpc>
                <a:spcPts val="2800"/>
              </a:lnSpc>
              <a:spcBef>
                <a:spcPct val="20000"/>
              </a:spcBef>
            </a:pPr>
            <a:r>
              <a:rPr lang="en-US" altLang="zh-CN" b="1">
                <a:solidFill>
                  <a:srgbClr val="2D83F4"/>
                </a:solidFill>
                <a:latin typeface="Times New Roman" panose="02020603050405020304" pitchFamily="18" charset="0"/>
                <a:ea typeface="楷体_GB2312"/>
                <a:cs typeface="楷体_GB2312"/>
              </a:rPr>
              <a:t>(4) </a:t>
            </a:r>
            <a:r>
              <a:rPr lang="en-US" altLang="zh-CN" b="1">
                <a:solidFill>
                  <a:srgbClr val="2D83F4"/>
                </a:solidFill>
                <a:latin typeface="Times New Roman" panose="02020603050405020304" pitchFamily="18" charset="0"/>
              </a:rPr>
              <a:t>&lt;DECLISTN&gt; → </a:t>
            </a:r>
            <a:r>
              <a:rPr lang="en-US" altLang="zh-CN" b="1" i="1">
                <a:solidFill>
                  <a:srgbClr val="2D83F4"/>
                </a:solidFill>
                <a:latin typeface="Times New Roman" panose="02020603050405020304" pitchFamily="18" charset="0"/>
              </a:rPr>
              <a:t>ε</a:t>
            </a:r>
          </a:p>
          <a:p>
            <a:pPr eaLnBrk="1" hangingPunct="1">
              <a:lnSpc>
                <a:spcPts val="2800"/>
              </a:lnSpc>
              <a:spcBef>
                <a:spcPct val="20000"/>
              </a:spcBef>
            </a:pPr>
            <a:r>
              <a:rPr lang="en-US" altLang="zh-CN" b="1">
                <a:latin typeface="Times New Roman" panose="02020603050405020304" pitchFamily="18" charset="0"/>
                <a:ea typeface="楷体_GB2312"/>
                <a:cs typeface="楷体_GB2312"/>
              </a:rPr>
              <a:t>(5) &lt;STLIST&gt; → s &lt;STLISTN&gt;</a:t>
            </a:r>
          </a:p>
          <a:p>
            <a:pPr eaLnBrk="1" hangingPunct="1">
              <a:lnSpc>
                <a:spcPts val="2800"/>
              </a:lnSpc>
              <a:spcBef>
                <a:spcPct val="20000"/>
              </a:spcBef>
            </a:pPr>
            <a:r>
              <a:rPr lang="en-US" altLang="zh-CN" b="1">
                <a:latin typeface="Times New Roman" panose="02020603050405020304" pitchFamily="18" charset="0"/>
                <a:ea typeface="楷体_GB2312"/>
                <a:cs typeface="楷体_GB2312"/>
              </a:rPr>
              <a:t>(6) &lt;STLISTN&gt; → ; s &lt;STLISTN&gt;</a:t>
            </a:r>
          </a:p>
          <a:p>
            <a:pPr eaLnBrk="1" hangingPunct="1">
              <a:lnSpc>
                <a:spcPts val="2800"/>
              </a:lnSpc>
            </a:pPr>
            <a:r>
              <a:rPr lang="en-US" altLang="zh-CN" b="1">
                <a:latin typeface="Times New Roman" panose="02020603050405020304" pitchFamily="18" charset="0"/>
                <a:ea typeface="楷体_GB2312"/>
                <a:cs typeface="楷体_GB2312"/>
              </a:rPr>
              <a:t>(7)</a:t>
            </a:r>
            <a:r>
              <a:rPr lang="en-US" altLang="zh-CN" b="1">
                <a:latin typeface="Times New Roman" panose="02020603050405020304" pitchFamily="18" charset="0"/>
              </a:rPr>
              <a:t> &lt;STLISTN&gt; → </a:t>
            </a:r>
            <a:r>
              <a:rPr lang="en-US" altLang="zh-CN" b="1" i="1">
                <a:latin typeface="Times New Roman" panose="02020603050405020304" pitchFamily="18" charset="0"/>
              </a:rPr>
              <a:t>ε</a:t>
            </a:r>
          </a:p>
          <a:p>
            <a:pPr eaLnBrk="1" hangingPunct="1">
              <a:lnSpc>
                <a:spcPts val="2800"/>
              </a:lnSpc>
            </a:pPr>
            <a:r>
              <a:rPr lang="en-US" altLang="zh-CN" b="1">
                <a:latin typeface="Times New Roman" panose="02020603050405020304" pitchFamily="18" charset="0"/>
              </a:rPr>
              <a:t>(8)</a:t>
            </a:r>
            <a:r>
              <a:rPr lang="en-US" altLang="zh-CN" b="1">
                <a:latin typeface="Times New Roman" panose="02020603050405020304" pitchFamily="18" charset="0"/>
                <a:ea typeface="楷体_GB2312"/>
                <a:cs typeface="楷体_GB2312"/>
              </a:rPr>
              <a:t> &lt;TYPE&gt; → real</a:t>
            </a:r>
          </a:p>
          <a:p>
            <a:pPr eaLnBrk="1" hangingPunct="1">
              <a:lnSpc>
                <a:spcPts val="2800"/>
              </a:lnSpc>
            </a:pPr>
            <a:r>
              <a:rPr lang="en-US" altLang="zh-CN" b="1">
                <a:latin typeface="Times New Roman" panose="02020603050405020304" pitchFamily="18" charset="0"/>
              </a:rPr>
              <a:t>(9) &lt;TYPE&gt; → int</a:t>
            </a:r>
          </a:p>
        </p:txBody>
      </p:sp>
      <p:sp>
        <p:nvSpPr>
          <p:cNvPr id="778246" name="Rectangle 6">
            <a:extLst>
              <a:ext uri="{FF2B5EF4-FFF2-40B4-BE49-F238E27FC236}">
                <a16:creationId xmlns:a16="http://schemas.microsoft.com/office/drawing/2014/main" id="{66C6FD78-9119-4F92-9340-01D08132CC20}"/>
              </a:ext>
            </a:extLst>
          </p:cNvPr>
          <p:cNvSpPr>
            <a:spLocks noChangeArrowheads="1"/>
          </p:cNvSpPr>
          <p:nvPr/>
        </p:nvSpPr>
        <p:spPr bwMode="auto">
          <a:xfrm>
            <a:off x="4356100" y="1058863"/>
            <a:ext cx="4573588" cy="3981450"/>
          </a:xfrm>
          <a:prstGeom prst="rect">
            <a:avLst/>
          </a:prstGeom>
          <a:solidFill>
            <a:schemeClr val="accent2">
              <a:lumMod val="40000"/>
              <a:lumOff val="60000"/>
            </a:schemeClr>
          </a:solidFill>
          <a:ln w="12700">
            <a:solidFill>
              <a:schemeClr val="tx1"/>
            </a:solidFill>
            <a:miter lim="800000"/>
            <a:headEnd/>
            <a:tailEnd/>
          </a:ln>
        </p:spPr>
        <p:txBody>
          <a:bodyPr/>
          <a:lstStyle>
            <a:lvl1pPr marL="533400" indent="-533400">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chemeClr val="folHlink"/>
              </a:buClr>
              <a:buSzPct val="60000"/>
              <a:buFont typeface="Wingdings" panose="05000000000000000000" pitchFamily="2" charset="2"/>
              <a:buNone/>
              <a:defRPr/>
            </a:pPr>
            <a:r>
              <a:rPr lang="en-US" altLang="zh-CN" b="1" dirty="0">
                <a:latin typeface="Times New Roman" panose="02020603050405020304" pitchFamily="18" charset="0"/>
              </a:rPr>
              <a:t>procedure DECLISTN(TOKEN);</a:t>
            </a:r>
          </a:p>
          <a:p>
            <a:pPr eaLnBrk="1" hangingPunct="1">
              <a:spcBef>
                <a:spcPct val="20000"/>
              </a:spcBef>
              <a:buClr>
                <a:schemeClr val="folHlink"/>
              </a:buClr>
              <a:buSzPct val="60000"/>
              <a:buFont typeface="Wingdings" panose="05000000000000000000" pitchFamily="2" charset="2"/>
              <a:buNone/>
              <a:defRPr/>
            </a:pPr>
            <a:r>
              <a:rPr lang="en-US" altLang="zh-CN" b="1" dirty="0">
                <a:latin typeface="Times New Roman" panose="02020603050405020304" pitchFamily="18" charset="0"/>
              </a:rPr>
              <a:t>	begin</a:t>
            </a:r>
          </a:p>
          <a:p>
            <a:pPr eaLnBrk="1" hangingPunct="1">
              <a:spcBef>
                <a:spcPct val="20000"/>
              </a:spcBef>
              <a:buClr>
                <a:schemeClr val="folHlink"/>
              </a:buClr>
              <a:buSzPct val="60000"/>
              <a:buFont typeface="Wingdings" panose="05000000000000000000" pitchFamily="2" charset="2"/>
              <a:buNone/>
              <a:defRPr/>
            </a:pPr>
            <a:r>
              <a:rPr lang="en-US" altLang="zh-CN" b="1" dirty="0">
                <a:latin typeface="Times New Roman" panose="02020603050405020304" pitchFamily="18" charset="0"/>
              </a:rPr>
              <a:t> 	</a:t>
            </a:r>
            <a:r>
              <a:rPr lang="en-US" altLang="zh-CN" b="1" dirty="0">
                <a:solidFill>
                  <a:srgbClr val="3333FF"/>
                </a:solidFill>
                <a:latin typeface="Times New Roman" panose="02020603050405020304" pitchFamily="18" charset="0"/>
              </a:rPr>
              <a:t>     if </a:t>
            </a:r>
            <a:r>
              <a:rPr lang="en-US" altLang="zh-CN" b="1" dirty="0">
                <a:latin typeface="Times New Roman" panose="02020603050405020304" pitchFamily="18" charset="0"/>
              </a:rPr>
              <a:t>TOKEN =‘</a:t>
            </a:r>
            <a:r>
              <a:rPr lang="en-US" altLang="zh-CN" b="1" dirty="0">
                <a:solidFill>
                  <a:srgbClr val="FF0000"/>
                </a:solidFill>
                <a:latin typeface="Times New Roman" panose="02020603050405020304" pitchFamily="18" charset="0"/>
              </a:rPr>
              <a:t>,</a:t>
            </a:r>
            <a:r>
              <a:rPr lang="en-US" altLang="zh-CN" b="1" dirty="0">
                <a:latin typeface="Times New Roman" panose="02020603050405020304" pitchFamily="18" charset="0"/>
              </a:rPr>
              <a:t>’ </a:t>
            </a:r>
            <a:r>
              <a:rPr lang="en-US" altLang="zh-CN" b="1" dirty="0">
                <a:solidFill>
                  <a:srgbClr val="3333FF"/>
                </a:solidFill>
                <a:latin typeface="Times New Roman" panose="02020603050405020304" pitchFamily="18" charset="0"/>
              </a:rPr>
              <a:t>then</a:t>
            </a:r>
          </a:p>
          <a:p>
            <a:pPr eaLnBrk="1" hangingPunct="1">
              <a:spcBef>
                <a:spcPct val="20000"/>
              </a:spcBef>
              <a:buClr>
                <a:schemeClr val="folHlink"/>
              </a:buClr>
              <a:buSzPct val="60000"/>
              <a:buFont typeface="Wingdings" panose="05000000000000000000" pitchFamily="2" charset="2"/>
              <a:buNone/>
              <a:defRPr/>
            </a:pPr>
            <a:r>
              <a:rPr lang="en-US" altLang="zh-CN" b="1" dirty="0">
                <a:latin typeface="Times New Roman" panose="02020603050405020304" pitchFamily="18" charset="0"/>
              </a:rPr>
              <a:t>		 begin //</a:t>
            </a:r>
            <a:r>
              <a:rPr lang="zh-CN" altLang="en-US" b="1" dirty="0">
                <a:solidFill>
                  <a:srgbClr val="3333FF"/>
                </a:solidFill>
                <a:latin typeface="+mn-ea"/>
                <a:ea typeface="+mn-ea"/>
              </a:rPr>
              <a:t>选择产生式 </a:t>
            </a:r>
            <a:r>
              <a:rPr lang="en-US" altLang="zh-CN" b="1" dirty="0">
                <a:solidFill>
                  <a:srgbClr val="3333FF"/>
                </a:solidFill>
                <a:latin typeface="+mn-ea"/>
                <a:ea typeface="+mn-ea"/>
              </a:rPr>
              <a:t>(3) </a:t>
            </a:r>
            <a:r>
              <a:rPr lang="zh-CN" altLang="en-US" b="1" dirty="0">
                <a:solidFill>
                  <a:srgbClr val="3333FF"/>
                </a:solidFill>
                <a:latin typeface="+mn-ea"/>
                <a:ea typeface="+mn-ea"/>
              </a:rPr>
              <a:t>进行推导</a:t>
            </a:r>
            <a:endParaRPr lang="en-US" altLang="zh-CN" b="1" dirty="0">
              <a:solidFill>
                <a:srgbClr val="3333FF"/>
              </a:solidFill>
              <a:latin typeface="+mn-ea"/>
              <a:ea typeface="+mn-ea"/>
            </a:endParaRPr>
          </a:p>
          <a:p>
            <a:pPr eaLnBrk="1" hangingPunct="1">
              <a:spcBef>
                <a:spcPct val="20000"/>
              </a:spcBef>
              <a:buClr>
                <a:schemeClr val="folHlink"/>
              </a:buClr>
              <a:buSzPct val="60000"/>
              <a:buFont typeface="Wingdings" panose="05000000000000000000" pitchFamily="2" charset="2"/>
              <a:buNone/>
              <a:defRPr/>
            </a:pPr>
            <a:r>
              <a:rPr lang="en-US" altLang="zh-CN" b="1" dirty="0">
                <a:latin typeface="Times New Roman" panose="02020603050405020304" pitchFamily="18" charset="0"/>
              </a:rPr>
              <a:t>		   GETNEXT(TOKEN);</a:t>
            </a:r>
            <a:endParaRPr lang="en-US" altLang="zh-CN" sz="800" b="1" dirty="0">
              <a:latin typeface="Times New Roman" panose="02020603050405020304" pitchFamily="18" charset="0"/>
            </a:endParaRPr>
          </a:p>
          <a:p>
            <a:pPr eaLnBrk="1" hangingPunct="1">
              <a:spcBef>
                <a:spcPct val="20000"/>
              </a:spcBef>
              <a:buClr>
                <a:schemeClr val="folHlink"/>
              </a:buClr>
              <a:buSzPct val="60000"/>
              <a:buFont typeface="Wingdings" panose="05000000000000000000" pitchFamily="2" charset="2"/>
              <a:buNone/>
              <a:defRPr/>
            </a:pPr>
            <a:r>
              <a:rPr lang="en-US" altLang="zh-CN" b="1" dirty="0">
                <a:latin typeface="Times New Roman" panose="02020603050405020304" pitchFamily="18" charset="0"/>
              </a:rPr>
              <a:t>	</a:t>
            </a:r>
            <a:r>
              <a:rPr lang="en-US" altLang="zh-CN" b="1" dirty="0">
                <a:solidFill>
                  <a:schemeClr val="folHlink"/>
                </a:solidFill>
                <a:latin typeface="Times New Roman" panose="02020603050405020304" pitchFamily="18" charset="0"/>
              </a:rPr>
              <a:t>	</a:t>
            </a:r>
            <a:r>
              <a:rPr lang="en-US" altLang="zh-CN" b="1" dirty="0">
                <a:solidFill>
                  <a:srgbClr val="3333FF"/>
                </a:solidFill>
                <a:latin typeface="Times New Roman" panose="02020603050405020304" pitchFamily="18" charset="0"/>
              </a:rPr>
              <a:t>    if </a:t>
            </a:r>
            <a:r>
              <a:rPr lang="en-US" altLang="zh-CN" b="1" dirty="0" err="1">
                <a:latin typeface="Times New Roman" panose="02020603050405020304" pitchFamily="18" charset="0"/>
              </a:rPr>
              <a:t>TOKEN≠’id</a:t>
            </a:r>
            <a:r>
              <a:rPr lang="en-US" altLang="zh-CN" b="1" dirty="0">
                <a:latin typeface="Times New Roman" panose="02020603050405020304" pitchFamily="18" charset="0"/>
              </a:rPr>
              <a:t>’  </a:t>
            </a:r>
            <a:r>
              <a:rPr lang="en-US" altLang="zh-CN" b="1" dirty="0">
                <a:solidFill>
                  <a:srgbClr val="3333FF"/>
                </a:solidFill>
                <a:latin typeface="Times New Roman" panose="02020603050405020304" pitchFamily="18" charset="0"/>
              </a:rPr>
              <a:t>then</a:t>
            </a:r>
            <a:r>
              <a:rPr lang="en-US" altLang="zh-CN" b="1" dirty="0">
                <a:latin typeface="Times New Roman" panose="02020603050405020304" pitchFamily="18" charset="0"/>
              </a:rPr>
              <a:t> ERROR;</a:t>
            </a:r>
          </a:p>
          <a:p>
            <a:pPr eaLnBrk="1" hangingPunct="1">
              <a:spcBef>
                <a:spcPct val="20000"/>
              </a:spcBef>
              <a:buClr>
                <a:schemeClr val="folHlink"/>
              </a:buClr>
              <a:buSzPct val="60000"/>
              <a:buFont typeface="Wingdings" panose="05000000000000000000" pitchFamily="2" charset="2"/>
              <a:buNone/>
              <a:defRPr/>
            </a:pPr>
            <a:r>
              <a:rPr lang="en-US" altLang="zh-CN" b="1" dirty="0">
                <a:latin typeface="Times New Roman" panose="02020603050405020304" pitchFamily="18" charset="0"/>
              </a:rPr>
              <a:t>	          GETNEXT(TOKEN);</a:t>
            </a:r>
            <a:r>
              <a:rPr lang="en-US" altLang="zh-CN" sz="800" b="1" dirty="0">
                <a:latin typeface="Times New Roman" panose="02020603050405020304" pitchFamily="18" charset="0"/>
              </a:rPr>
              <a:t>	          </a:t>
            </a:r>
          </a:p>
          <a:p>
            <a:pPr eaLnBrk="1" hangingPunct="1">
              <a:spcBef>
                <a:spcPct val="20000"/>
              </a:spcBef>
              <a:buClr>
                <a:schemeClr val="folHlink"/>
              </a:buClr>
              <a:buSzPct val="60000"/>
              <a:buFont typeface="Wingdings" panose="05000000000000000000" pitchFamily="2" charset="2"/>
              <a:buNone/>
              <a:defRPr/>
            </a:pPr>
            <a:r>
              <a:rPr lang="en-US" altLang="zh-CN" b="1" dirty="0">
                <a:solidFill>
                  <a:srgbClr val="FF0000"/>
                </a:solidFill>
                <a:latin typeface="Times New Roman" panose="02020603050405020304" pitchFamily="18" charset="0"/>
              </a:rPr>
              <a:t>		    DECLISTN</a:t>
            </a:r>
            <a:r>
              <a:rPr lang="en-US" altLang="zh-CN" b="1" dirty="0">
                <a:latin typeface="Times New Roman" panose="02020603050405020304" pitchFamily="18" charset="0"/>
              </a:rPr>
              <a:t>(TOKEN);</a:t>
            </a:r>
          </a:p>
          <a:p>
            <a:pPr eaLnBrk="1" hangingPunct="1">
              <a:spcBef>
                <a:spcPct val="20000"/>
              </a:spcBef>
              <a:buClr>
                <a:schemeClr val="folHlink"/>
              </a:buClr>
              <a:buSzPct val="60000"/>
              <a:buFont typeface="Wingdings" panose="05000000000000000000" pitchFamily="2" charset="2"/>
              <a:buNone/>
              <a:defRPr/>
            </a:pPr>
            <a:r>
              <a:rPr lang="en-US" altLang="zh-CN" b="1" dirty="0">
                <a:latin typeface="Times New Roman" panose="02020603050405020304" pitchFamily="18" charset="0"/>
              </a:rPr>
              <a:t>	        end	</a:t>
            </a:r>
            <a:endParaRPr lang="en-US" altLang="zh-CN" b="1" dirty="0">
              <a:solidFill>
                <a:srgbClr val="0070C0"/>
              </a:solidFill>
              <a:latin typeface="+mn-ea"/>
              <a:ea typeface="+mn-ea"/>
            </a:endParaRPr>
          </a:p>
          <a:p>
            <a:pPr eaLnBrk="1" hangingPunct="1">
              <a:spcBef>
                <a:spcPct val="20000"/>
              </a:spcBef>
              <a:buClr>
                <a:schemeClr val="folHlink"/>
              </a:buClr>
              <a:buSzPct val="60000"/>
              <a:buFont typeface="Wingdings" panose="05000000000000000000" pitchFamily="2" charset="2"/>
              <a:buNone/>
              <a:defRPr/>
            </a:pPr>
            <a:r>
              <a:rPr lang="en-US" altLang="zh-CN" b="1" dirty="0">
                <a:solidFill>
                  <a:srgbClr val="3333FF"/>
                </a:solidFill>
                <a:latin typeface="Times New Roman" panose="02020603050405020304" pitchFamily="18" charset="0"/>
              </a:rPr>
              <a:t>               else  if </a:t>
            </a:r>
            <a:r>
              <a:rPr lang="en-US" altLang="zh-CN" b="1" dirty="0">
                <a:latin typeface="Times New Roman" panose="02020603050405020304" pitchFamily="18" charset="0"/>
              </a:rPr>
              <a:t>TOKEN≠’</a:t>
            </a:r>
            <a:r>
              <a:rPr lang="en-US" altLang="zh-CN" b="1" dirty="0">
                <a:solidFill>
                  <a:srgbClr val="FF0000"/>
                </a:solidFill>
                <a:latin typeface="Times New Roman" panose="02020603050405020304" pitchFamily="18" charset="0"/>
              </a:rPr>
              <a:t>:</a:t>
            </a:r>
            <a:r>
              <a:rPr lang="en-US" altLang="zh-CN" b="1" dirty="0">
                <a:latin typeface="Times New Roman" panose="02020603050405020304" pitchFamily="18" charset="0"/>
              </a:rPr>
              <a:t>’  </a:t>
            </a:r>
            <a:r>
              <a:rPr lang="en-US" altLang="zh-CN" b="1" dirty="0">
                <a:solidFill>
                  <a:srgbClr val="3333FF"/>
                </a:solidFill>
                <a:latin typeface="Times New Roman" panose="02020603050405020304" pitchFamily="18" charset="0"/>
              </a:rPr>
              <a:t>then</a:t>
            </a:r>
            <a:r>
              <a:rPr lang="en-US" altLang="zh-CN" b="1" dirty="0">
                <a:latin typeface="Times New Roman" panose="02020603050405020304" pitchFamily="18" charset="0"/>
              </a:rPr>
              <a:t> ERROR;</a:t>
            </a:r>
          </a:p>
          <a:p>
            <a:pPr eaLnBrk="1" hangingPunct="1">
              <a:spcBef>
                <a:spcPct val="20000"/>
              </a:spcBef>
              <a:buClr>
                <a:schemeClr val="folHlink"/>
              </a:buClr>
              <a:buSzPct val="60000"/>
              <a:buFont typeface="Wingdings" panose="05000000000000000000" pitchFamily="2" charset="2"/>
              <a:buNone/>
              <a:defRPr/>
            </a:pPr>
            <a:r>
              <a:rPr lang="en-US" altLang="zh-CN" b="1" dirty="0">
                <a:latin typeface="Times New Roman" panose="02020603050405020304" pitchFamily="18" charset="0"/>
              </a:rPr>
              <a:t>               //</a:t>
            </a:r>
            <a:r>
              <a:rPr lang="zh-CN" altLang="en-US" b="1" dirty="0">
                <a:solidFill>
                  <a:srgbClr val="3333FF"/>
                </a:solidFill>
                <a:latin typeface="+mn-ea"/>
                <a:ea typeface="+mn-ea"/>
              </a:rPr>
              <a:t>否则选择产生式</a:t>
            </a:r>
            <a:r>
              <a:rPr lang="en-US" altLang="zh-CN" b="1" dirty="0">
                <a:solidFill>
                  <a:srgbClr val="3333FF"/>
                </a:solidFill>
                <a:latin typeface="+mn-ea"/>
                <a:ea typeface="+mn-ea"/>
              </a:rPr>
              <a:t>(4)</a:t>
            </a:r>
            <a:r>
              <a:rPr lang="zh-CN" altLang="en-US" b="1" dirty="0">
                <a:solidFill>
                  <a:srgbClr val="3333FF"/>
                </a:solidFill>
                <a:latin typeface="+mn-ea"/>
                <a:ea typeface="+mn-ea"/>
              </a:rPr>
              <a:t>进行推导</a:t>
            </a:r>
            <a:endParaRPr lang="en-US" altLang="zh-CN" b="1" dirty="0">
              <a:solidFill>
                <a:srgbClr val="3333FF"/>
              </a:solidFill>
              <a:latin typeface="+mn-ea"/>
              <a:ea typeface="+mn-ea"/>
            </a:endParaRPr>
          </a:p>
          <a:p>
            <a:pPr eaLnBrk="1" hangingPunct="1">
              <a:spcBef>
                <a:spcPct val="20000"/>
              </a:spcBef>
              <a:buClr>
                <a:schemeClr val="folHlink"/>
              </a:buClr>
              <a:buSzPct val="60000"/>
              <a:buFont typeface="Wingdings" panose="05000000000000000000" pitchFamily="2" charset="2"/>
              <a:buNone/>
              <a:defRPr/>
            </a:pPr>
            <a:r>
              <a:rPr lang="en-US" altLang="zh-CN" b="1" dirty="0">
                <a:latin typeface="Times New Roman" panose="02020603050405020304" pitchFamily="18" charset="0"/>
              </a:rPr>
              <a:t>	end	 </a:t>
            </a:r>
          </a:p>
        </p:txBody>
      </p:sp>
      <p:sp>
        <p:nvSpPr>
          <p:cNvPr id="6" name="Rectangle 2">
            <a:extLst>
              <a:ext uri="{FF2B5EF4-FFF2-40B4-BE49-F238E27FC236}">
                <a16:creationId xmlns:a16="http://schemas.microsoft.com/office/drawing/2014/main" id="{7FA19D70-CFA5-444C-8AED-13521FD83784}"/>
              </a:ext>
            </a:extLst>
          </p:cNvPr>
          <p:cNvSpPr>
            <a:spLocks noGrp="1" noChangeArrowheads="1"/>
          </p:cNvSpPr>
          <p:nvPr>
            <p:ph type="title"/>
          </p:nvPr>
        </p:nvSpPr>
        <p:spPr>
          <a:xfrm>
            <a:off x="755650" y="268288"/>
            <a:ext cx="7416750" cy="373063"/>
          </a:xfrm>
        </p:spPr>
        <p:txBody>
          <a:bodyPr/>
          <a:lstStyle/>
          <a:p>
            <a:pPr eaLnBrk="1" hangingPunct="1"/>
            <a:r>
              <a:rPr lang="zh-CN" altLang="en-US" sz="3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例：假设已构建了预测分析表</a:t>
            </a:r>
          </a:p>
        </p:txBody>
      </p:sp>
      <p:sp>
        <p:nvSpPr>
          <p:cNvPr id="3" name="灯片编号占位符 2">
            <a:extLst>
              <a:ext uri="{FF2B5EF4-FFF2-40B4-BE49-F238E27FC236}">
                <a16:creationId xmlns:a16="http://schemas.microsoft.com/office/drawing/2014/main" id="{DC07EFA1-82C9-46C6-A41C-342DBA4E6E0C}"/>
              </a:ext>
            </a:extLst>
          </p:cNvPr>
          <p:cNvSpPr>
            <a:spLocks noGrp="1"/>
          </p:cNvSpPr>
          <p:nvPr>
            <p:ph type="sldNum" sz="quarter" idx="12"/>
          </p:nvPr>
        </p:nvSpPr>
        <p:spPr/>
        <p:txBody>
          <a:bodyPr/>
          <a:lstStyle/>
          <a:p>
            <a:pPr>
              <a:defRPr/>
            </a:pPr>
            <a:fld id="{EA567855-7F13-4FC5-AD61-2B82F6443E16}" type="slidenum">
              <a:rPr lang="zh-CN" altLang="en-US" smtClean="0"/>
              <a:pPr>
                <a:defRPr/>
              </a:pPr>
              <a:t>54</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grpId="1" nodeType="withEffect">
                                  <p:stCondLst>
                                    <p:cond delay="0"/>
                                  </p:stCondLst>
                                  <p:childTnLst>
                                    <p:set>
                                      <p:cBhvr>
                                        <p:cTn id="6" dur="1" fill="hold">
                                          <p:stCondLst>
                                            <p:cond delay="0"/>
                                          </p:stCondLst>
                                        </p:cTn>
                                        <p:tgtEl>
                                          <p:spTgt spid="778246"/>
                                        </p:tgtEl>
                                        <p:attrNameLst>
                                          <p:attrName>style.visibility</p:attrName>
                                        </p:attrNameLst>
                                      </p:cBhvr>
                                      <p:to>
                                        <p:strVal val="visible"/>
                                      </p:to>
                                    </p:set>
                                    <p:anim calcmode="lin" valueType="num">
                                      <p:cBhvr>
                                        <p:cTn id="7" dur="500" fill="hold"/>
                                        <p:tgtEl>
                                          <p:spTgt spid="778246"/>
                                        </p:tgtEl>
                                        <p:attrNameLst>
                                          <p:attrName>ppt_w</p:attrName>
                                        </p:attrNameLst>
                                      </p:cBhvr>
                                      <p:tavLst>
                                        <p:tav tm="0">
                                          <p:val>
                                            <p:fltVal val="0"/>
                                          </p:val>
                                        </p:tav>
                                        <p:tav tm="100000">
                                          <p:val>
                                            <p:strVal val="#ppt_w"/>
                                          </p:val>
                                        </p:tav>
                                      </p:tavLst>
                                    </p:anim>
                                    <p:anim calcmode="lin" valueType="num">
                                      <p:cBhvr>
                                        <p:cTn id="8" dur="500" fill="hold"/>
                                        <p:tgtEl>
                                          <p:spTgt spid="778246"/>
                                        </p:tgtEl>
                                        <p:attrNameLst>
                                          <p:attrName>ppt_h</p:attrName>
                                        </p:attrNameLst>
                                      </p:cBhvr>
                                      <p:tavLst>
                                        <p:tav tm="0">
                                          <p:val>
                                            <p:fltVal val="0"/>
                                          </p:val>
                                        </p:tav>
                                        <p:tav tm="100000">
                                          <p:val>
                                            <p:strVal val="#ppt_h"/>
                                          </p:val>
                                        </p:tav>
                                      </p:tavLst>
                                    </p:anim>
                                    <p:animEffect transition="in" filter="fade">
                                      <p:cBhvr>
                                        <p:cTn id="9" dur="500"/>
                                        <p:tgtEl>
                                          <p:spTgt spid="778246"/>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xit" presetSubtype="0" fill="hold" grpId="0" nodeType="clickEffect">
                                  <p:stCondLst>
                                    <p:cond delay="0"/>
                                  </p:stCondLst>
                                  <p:childTnLst>
                                    <p:anim calcmode="lin" valueType="num">
                                      <p:cBhvr>
                                        <p:cTn id="13" dur="500"/>
                                        <p:tgtEl>
                                          <p:spTgt spid="778246"/>
                                        </p:tgtEl>
                                        <p:attrNameLst>
                                          <p:attrName>ppt_w</p:attrName>
                                        </p:attrNameLst>
                                      </p:cBhvr>
                                      <p:tavLst>
                                        <p:tav tm="0">
                                          <p:val>
                                            <p:strVal val="ppt_w"/>
                                          </p:val>
                                        </p:tav>
                                        <p:tav tm="100000">
                                          <p:val>
                                            <p:fltVal val="0"/>
                                          </p:val>
                                        </p:tav>
                                      </p:tavLst>
                                    </p:anim>
                                    <p:anim calcmode="lin" valueType="num">
                                      <p:cBhvr>
                                        <p:cTn id="14" dur="500"/>
                                        <p:tgtEl>
                                          <p:spTgt spid="778246"/>
                                        </p:tgtEl>
                                        <p:attrNameLst>
                                          <p:attrName>ppt_h</p:attrName>
                                        </p:attrNameLst>
                                      </p:cBhvr>
                                      <p:tavLst>
                                        <p:tav tm="0">
                                          <p:val>
                                            <p:strVal val="ppt_h"/>
                                          </p:val>
                                        </p:tav>
                                        <p:tav tm="100000">
                                          <p:val>
                                            <p:fltVal val="0"/>
                                          </p:val>
                                        </p:tav>
                                      </p:tavLst>
                                    </p:anim>
                                    <p:animEffect transition="out" filter="fade">
                                      <p:cBhvr>
                                        <p:cTn id="15" dur="500"/>
                                        <p:tgtEl>
                                          <p:spTgt spid="778246"/>
                                        </p:tgtEl>
                                      </p:cBhvr>
                                    </p:animEffect>
                                    <p:set>
                                      <p:cBhvr>
                                        <p:cTn id="16" dur="1" fill="hold">
                                          <p:stCondLst>
                                            <p:cond delay="499"/>
                                          </p:stCondLst>
                                        </p:cTn>
                                        <p:tgtEl>
                                          <p:spTgt spid="77824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46" grpId="0" animBg="1"/>
      <p:bldP spid="778246" grpId="1"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5" name="Text Box 4">
            <a:extLst>
              <a:ext uri="{FF2B5EF4-FFF2-40B4-BE49-F238E27FC236}">
                <a16:creationId xmlns:a16="http://schemas.microsoft.com/office/drawing/2014/main" id="{E263777B-A521-4D62-94CE-EE874EA8FB50}"/>
              </a:ext>
            </a:extLst>
          </p:cNvPr>
          <p:cNvSpPr txBox="1">
            <a:spLocks noChangeArrowheads="1"/>
          </p:cNvSpPr>
          <p:nvPr/>
        </p:nvSpPr>
        <p:spPr bwMode="auto">
          <a:xfrm>
            <a:off x="214313" y="681038"/>
            <a:ext cx="8715375" cy="356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342900" indent="-342900">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800"/>
              </a:lnSpc>
              <a:spcBef>
                <a:spcPct val="20000"/>
              </a:spcBef>
              <a:buClr>
                <a:schemeClr val="tx2"/>
              </a:buClr>
              <a:buSzPct val="75000"/>
            </a:pPr>
            <a:r>
              <a:rPr kumimoji="1" lang="en-US" altLang="zh-CN" b="1">
                <a:latin typeface="Times New Roman" panose="02020603050405020304" pitchFamily="18" charset="0"/>
                <a:ea typeface="楷体_GB2312"/>
                <a:cs typeface="楷体_GB2312"/>
              </a:rPr>
              <a:t>(1) </a:t>
            </a:r>
            <a:r>
              <a:rPr lang="en-US" altLang="zh-CN" b="1">
                <a:latin typeface="Times New Roman" panose="02020603050405020304" pitchFamily="18" charset="0"/>
                <a:ea typeface="楷体_GB2312"/>
                <a:cs typeface="楷体_GB2312"/>
              </a:rPr>
              <a:t>&lt;PROGRAM&gt; </a:t>
            </a:r>
            <a:r>
              <a:rPr kumimoji="1" lang="en-US" altLang="zh-CN" b="1">
                <a:latin typeface="Times New Roman" panose="02020603050405020304" pitchFamily="18" charset="0"/>
                <a:ea typeface="楷体_GB2312"/>
                <a:cs typeface="楷体_GB2312"/>
              </a:rPr>
              <a:t>→ program &lt;DECLIST&gt; :&lt;TYPE&gt; ; &lt;STLIST&gt; end</a:t>
            </a:r>
          </a:p>
          <a:p>
            <a:pPr>
              <a:lnSpc>
                <a:spcPts val="2800"/>
              </a:lnSpc>
              <a:spcBef>
                <a:spcPct val="20000"/>
              </a:spcBef>
              <a:buClr>
                <a:schemeClr val="tx2"/>
              </a:buClr>
              <a:buSzPct val="75000"/>
              <a:buFont typeface="Monotype Sorts"/>
              <a:buNone/>
            </a:pPr>
            <a:r>
              <a:rPr kumimoji="1" lang="en-US" altLang="zh-CN" b="1">
                <a:latin typeface="Times New Roman" panose="02020603050405020304" pitchFamily="18" charset="0"/>
                <a:ea typeface="楷体_GB2312"/>
                <a:cs typeface="楷体_GB2312"/>
              </a:rPr>
              <a:t>(2) </a:t>
            </a:r>
            <a:r>
              <a:rPr lang="en-US" altLang="zh-CN" b="1">
                <a:latin typeface="Times New Roman" panose="02020603050405020304" pitchFamily="18" charset="0"/>
                <a:ea typeface="楷体_GB2312"/>
                <a:cs typeface="楷体_GB2312"/>
              </a:rPr>
              <a:t>&lt;DECLIST&gt; → id &lt;DECLISTN&gt;</a:t>
            </a:r>
          </a:p>
          <a:p>
            <a:pPr eaLnBrk="1" hangingPunct="1">
              <a:lnSpc>
                <a:spcPts val="2800"/>
              </a:lnSpc>
              <a:spcBef>
                <a:spcPct val="20000"/>
              </a:spcBef>
            </a:pPr>
            <a:r>
              <a:rPr kumimoji="1" lang="en-US" altLang="zh-CN" b="1">
                <a:latin typeface="Times New Roman" panose="02020603050405020304" pitchFamily="18" charset="0"/>
                <a:ea typeface="楷体_GB2312"/>
                <a:cs typeface="楷体_GB2312"/>
              </a:rPr>
              <a:t>(3) </a:t>
            </a:r>
            <a:r>
              <a:rPr lang="en-US" altLang="zh-CN" b="1">
                <a:latin typeface="Times New Roman" panose="02020603050405020304" pitchFamily="18" charset="0"/>
                <a:ea typeface="楷体_GB2312"/>
                <a:cs typeface="楷体_GB2312"/>
              </a:rPr>
              <a:t>&lt;DECLISTN&gt; → , id &lt;DECLISTN&gt;</a:t>
            </a:r>
          </a:p>
          <a:p>
            <a:pPr eaLnBrk="1" hangingPunct="1">
              <a:lnSpc>
                <a:spcPts val="2800"/>
              </a:lnSpc>
              <a:spcBef>
                <a:spcPct val="20000"/>
              </a:spcBef>
            </a:pPr>
            <a:r>
              <a:rPr lang="en-US" altLang="zh-CN" b="1">
                <a:latin typeface="Times New Roman" panose="02020603050405020304" pitchFamily="18" charset="0"/>
                <a:ea typeface="楷体_GB2312"/>
                <a:cs typeface="楷体_GB2312"/>
              </a:rPr>
              <a:t>(4) </a:t>
            </a:r>
            <a:r>
              <a:rPr lang="en-US" altLang="zh-CN" b="1">
                <a:latin typeface="Times New Roman" panose="02020603050405020304" pitchFamily="18" charset="0"/>
              </a:rPr>
              <a:t>&lt;DECLISTN&gt; → </a:t>
            </a:r>
            <a:r>
              <a:rPr lang="en-US" altLang="zh-CN" b="1" i="1">
                <a:latin typeface="Times New Roman" panose="02020603050405020304" pitchFamily="18" charset="0"/>
              </a:rPr>
              <a:t>ε</a:t>
            </a:r>
          </a:p>
          <a:p>
            <a:pPr eaLnBrk="1" hangingPunct="1">
              <a:lnSpc>
                <a:spcPts val="2800"/>
              </a:lnSpc>
              <a:spcBef>
                <a:spcPct val="20000"/>
              </a:spcBef>
            </a:pPr>
            <a:r>
              <a:rPr lang="en-US" altLang="zh-CN" b="1">
                <a:solidFill>
                  <a:srgbClr val="2D83F4"/>
                </a:solidFill>
                <a:latin typeface="Times New Roman" panose="02020603050405020304" pitchFamily="18" charset="0"/>
                <a:ea typeface="楷体_GB2312"/>
                <a:cs typeface="楷体_GB2312"/>
              </a:rPr>
              <a:t>(5) &lt;STLIST&gt; → s &lt;STLISTN&gt;</a:t>
            </a:r>
          </a:p>
          <a:p>
            <a:pPr eaLnBrk="1" hangingPunct="1">
              <a:lnSpc>
                <a:spcPts val="2800"/>
              </a:lnSpc>
              <a:spcBef>
                <a:spcPct val="20000"/>
              </a:spcBef>
            </a:pPr>
            <a:r>
              <a:rPr lang="en-US" altLang="zh-CN" b="1">
                <a:latin typeface="Times New Roman" panose="02020603050405020304" pitchFamily="18" charset="0"/>
                <a:ea typeface="楷体_GB2312"/>
                <a:cs typeface="楷体_GB2312"/>
              </a:rPr>
              <a:t>(6) &lt;STLISTN&gt; → ; s &lt;STLISTN&gt;</a:t>
            </a:r>
          </a:p>
          <a:p>
            <a:pPr eaLnBrk="1" hangingPunct="1">
              <a:lnSpc>
                <a:spcPts val="2800"/>
              </a:lnSpc>
            </a:pPr>
            <a:r>
              <a:rPr lang="en-US" altLang="zh-CN" b="1">
                <a:latin typeface="Times New Roman" panose="02020603050405020304" pitchFamily="18" charset="0"/>
                <a:ea typeface="楷体_GB2312"/>
                <a:cs typeface="楷体_GB2312"/>
              </a:rPr>
              <a:t>(7)</a:t>
            </a:r>
            <a:r>
              <a:rPr lang="en-US" altLang="zh-CN" b="1">
                <a:latin typeface="Times New Roman" panose="02020603050405020304" pitchFamily="18" charset="0"/>
              </a:rPr>
              <a:t> &lt;STLISTN&gt; → </a:t>
            </a:r>
            <a:r>
              <a:rPr lang="en-US" altLang="zh-CN" b="1" i="1">
                <a:latin typeface="Times New Roman" panose="02020603050405020304" pitchFamily="18" charset="0"/>
              </a:rPr>
              <a:t>ε</a:t>
            </a:r>
          </a:p>
          <a:p>
            <a:pPr eaLnBrk="1" hangingPunct="1">
              <a:lnSpc>
                <a:spcPts val="2800"/>
              </a:lnSpc>
            </a:pPr>
            <a:r>
              <a:rPr lang="en-US" altLang="zh-CN" b="1">
                <a:latin typeface="Times New Roman" panose="02020603050405020304" pitchFamily="18" charset="0"/>
              </a:rPr>
              <a:t>(8)</a:t>
            </a:r>
            <a:r>
              <a:rPr lang="en-US" altLang="zh-CN" b="1">
                <a:latin typeface="Times New Roman" panose="02020603050405020304" pitchFamily="18" charset="0"/>
                <a:ea typeface="楷体_GB2312"/>
                <a:cs typeface="楷体_GB2312"/>
              </a:rPr>
              <a:t> &lt;TYPE&gt; → real</a:t>
            </a:r>
          </a:p>
          <a:p>
            <a:pPr eaLnBrk="1" hangingPunct="1">
              <a:lnSpc>
                <a:spcPts val="2800"/>
              </a:lnSpc>
            </a:pPr>
            <a:r>
              <a:rPr lang="en-US" altLang="zh-CN" b="1">
                <a:latin typeface="Times New Roman" panose="02020603050405020304" pitchFamily="18" charset="0"/>
              </a:rPr>
              <a:t>(9) &lt;TYPE&gt; → int</a:t>
            </a:r>
          </a:p>
        </p:txBody>
      </p:sp>
      <p:sp>
        <p:nvSpPr>
          <p:cNvPr id="779270" name="Rectangle 6">
            <a:extLst>
              <a:ext uri="{FF2B5EF4-FFF2-40B4-BE49-F238E27FC236}">
                <a16:creationId xmlns:a16="http://schemas.microsoft.com/office/drawing/2014/main" id="{9BBA67D9-BE6B-4465-9D0B-1180FF1C3FD3}"/>
              </a:ext>
            </a:extLst>
          </p:cNvPr>
          <p:cNvSpPr>
            <a:spLocks noChangeArrowheads="1"/>
          </p:cNvSpPr>
          <p:nvPr/>
        </p:nvSpPr>
        <p:spPr bwMode="auto">
          <a:xfrm>
            <a:off x="3851275" y="2001838"/>
            <a:ext cx="4935538" cy="2730500"/>
          </a:xfrm>
          <a:prstGeom prst="rect">
            <a:avLst/>
          </a:prstGeom>
          <a:solidFill>
            <a:schemeClr val="accent2">
              <a:lumMod val="40000"/>
              <a:lumOff val="60000"/>
            </a:schemeClr>
          </a:solidFill>
          <a:ln w="12700">
            <a:solidFill>
              <a:schemeClr val="tx1"/>
            </a:solidFill>
            <a:miter lim="800000"/>
            <a:headEnd/>
            <a:tailEnd/>
          </a:ln>
        </p:spPr>
        <p:txBody>
          <a:bodyPr/>
          <a:lstStyle>
            <a:lvl1pPr marL="533400" indent="-533400">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chemeClr val="folHlink"/>
              </a:buClr>
              <a:buSzPct val="60000"/>
              <a:buFont typeface="Wingdings" panose="05000000000000000000" pitchFamily="2" charset="2"/>
              <a:buNone/>
              <a:defRPr/>
            </a:pPr>
            <a:r>
              <a:rPr lang="en-US" altLang="zh-CN" sz="2000" b="1" dirty="0">
                <a:latin typeface="Times New Roman" panose="02020603050405020304" pitchFamily="18" charset="0"/>
              </a:rPr>
              <a:t>procedure STLIST(TOKEN);</a:t>
            </a:r>
          </a:p>
          <a:p>
            <a:pPr eaLnBrk="1" hangingPunct="1">
              <a:spcBef>
                <a:spcPct val="20000"/>
              </a:spcBef>
              <a:buClr>
                <a:schemeClr val="folHlink"/>
              </a:buClr>
              <a:buSzPct val="60000"/>
              <a:buFont typeface="Wingdings" panose="05000000000000000000" pitchFamily="2" charset="2"/>
              <a:buNone/>
              <a:defRPr/>
            </a:pPr>
            <a:r>
              <a:rPr lang="en-US" altLang="zh-CN" sz="2000" b="1" dirty="0">
                <a:latin typeface="Times New Roman" panose="02020603050405020304" pitchFamily="18" charset="0"/>
              </a:rPr>
              <a:t>	begin</a:t>
            </a:r>
          </a:p>
          <a:p>
            <a:pPr eaLnBrk="1" hangingPunct="1">
              <a:spcBef>
                <a:spcPct val="20000"/>
              </a:spcBef>
              <a:buClr>
                <a:schemeClr val="folHlink"/>
              </a:buClr>
              <a:buSzPct val="60000"/>
              <a:defRPr/>
            </a:pPr>
            <a:r>
              <a:rPr lang="en-US" altLang="zh-CN" sz="800" b="1" dirty="0">
                <a:latin typeface="Times New Roman" panose="02020603050405020304" pitchFamily="18" charset="0"/>
              </a:rPr>
              <a:t>	    </a:t>
            </a:r>
          </a:p>
          <a:p>
            <a:pPr eaLnBrk="1" hangingPunct="1">
              <a:spcBef>
                <a:spcPct val="20000"/>
              </a:spcBef>
              <a:buClr>
                <a:schemeClr val="folHlink"/>
              </a:buClr>
              <a:buSzPct val="60000"/>
              <a:buFont typeface="Wingdings" panose="05000000000000000000" pitchFamily="2" charset="2"/>
              <a:buNone/>
              <a:defRPr/>
            </a:pPr>
            <a:r>
              <a:rPr lang="en-US" altLang="zh-CN" sz="2000" b="1" dirty="0">
                <a:latin typeface="Times New Roman" panose="02020603050405020304" pitchFamily="18" charset="0"/>
              </a:rPr>
              <a:t> 	     </a:t>
            </a:r>
            <a:r>
              <a:rPr lang="en-US" altLang="zh-CN" sz="2000" b="1" dirty="0">
                <a:solidFill>
                  <a:srgbClr val="3333FF"/>
                </a:solidFill>
                <a:latin typeface="Times New Roman" panose="02020603050405020304" pitchFamily="18" charset="0"/>
              </a:rPr>
              <a:t>if </a:t>
            </a:r>
            <a:r>
              <a:rPr lang="en-US" altLang="zh-CN" sz="2000" b="1" dirty="0">
                <a:latin typeface="Times New Roman" panose="02020603050405020304" pitchFamily="18" charset="0"/>
              </a:rPr>
              <a:t>TOKEN≠’s’  </a:t>
            </a:r>
            <a:r>
              <a:rPr lang="en-US" altLang="zh-CN" sz="2000" b="1" dirty="0">
                <a:solidFill>
                  <a:srgbClr val="3333FF"/>
                </a:solidFill>
                <a:latin typeface="Times New Roman" panose="02020603050405020304" pitchFamily="18" charset="0"/>
              </a:rPr>
              <a:t>then </a:t>
            </a:r>
            <a:r>
              <a:rPr lang="en-US" altLang="zh-CN" sz="2000" b="1" dirty="0">
                <a:latin typeface="Times New Roman" panose="02020603050405020304" pitchFamily="18" charset="0"/>
              </a:rPr>
              <a:t>ERROR;</a:t>
            </a:r>
            <a:endParaRPr lang="en-US" altLang="zh-CN" sz="700" b="1" dirty="0">
              <a:latin typeface="Times New Roman" panose="02020603050405020304" pitchFamily="18" charset="0"/>
            </a:endParaRPr>
          </a:p>
          <a:p>
            <a:pPr eaLnBrk="1" hangingPunct="1">
              <a:spcBef>
                <a:spcPct val="20000"/>
              </a:spcBef>
              <a:buClr>
                <a:schemeClr val="folHlink"/>
              </a:buClr>
              <a:buSzPct val="60000"/>
              <a:buFont typeface="Wingdings" panose="05000000000000000000" pitchFamily="2" charset="2"/>
              <a:buNone/>
              <a:defRPr/>
            </a:pPr>
            <a:r>
              <a:rPr lang="en-US" altLang="zh-CN" sz="2000" b="1" dirty="0">
                <a:latin typeface="Times New Roman" panose="02020603050405020304" pitchFamily="18" charset="0"/>
              </a:rPr>
              <a:t> 	     GETNEXT(TOKEN);</a:t>
            </a:r>
          </a:p>
          <a:p>
            <a:pPr eaLnBrk="1" hangingPunct="1">
              <a:spcBef>
                <a:spcPct val="20000"/>
              </a:spcBef>
              <a:buClr>
                <a:schemeClr val="folHlink"/>
              </a:buClr>
              <a:buSzPct val="60000"/>
              <a:buFont typeface="Wingdings" panose="05000000000000000000" pitchFamily="2" charset="2"/>
              <a:buNone/>
              <a:defRPr/>
            </a:pPr>
            <a:endParaRPr lang="en-US" altLang="zh-CN" sz="800" b="1" dirty="0">
              <a:latin typeface="Times New Roman" panose="02020603050405020304" pitchFamily="18" charset="0"/>
            </a:endParaRPr>
          </a:p>
          <a:p>
            <a:pPr eaLnBrk="1" hangingPunct="1">
              <a:spcBef>
                <a:spcPct val="20000"/>
              </a:spcBef>
              <a:buClr>
                <a:schemeClr val="folHlink"/>
              </a:buClr>
              <a:buSzPct val="60000"/>
              <a:buFont typeface="Wingdings" panose="05000000000000000000" pitchFamily="2" charset="2"/>
              <a:buNone/>
              <a:defRPr/>
            </a:pPr>
            <a:r>
              <a:rPr lang="en-US" altLang="zh-CN" sz="2000" b="1" dirty="0">
                <a:latin typeface="Times New Roman" panose="02020603050405020304" pitchFamily="18" charset="0"/>
              </a:rPr>
              <a:t>	     </a:t>
            </a:r>
            <a:r>
              <a:rPr lang="en-US" altLang="zh-CN" sz="2000" b="1" dirty="0">
                <a:solidFill>
                  <a:srgbClr val="FF0000"/>
                </a:solidFill>
                <a:latin typeface="Times New Roman" panose="02020603050405020304" pitchFamily="18" charset="0"/>
              </a:rPr>
              <a:t>STLISTN</a:t>
            </a:r>
            <a:r>
              <a:rPr lang="en-US" altLang="zh-CN" sz="2000" b="1" dirty="0">
                <a:latin typeface="Times New Roman" panose="02020603050405020304" pitchFamily="18" charset="0"/>
              </a:rPr>
              <a:t>(TOKEN);</a:t>
            </a:r>
          </a:p>
          <a:p>
            <a:pPr eaLnBrk="1" hangingPunct="1">
              <a:spcBef>
                <a:spcPct val="20000"/>
              </a:spcBef>
              <a:buClr>
                <a:schemeClr val="folHlink"/>
              </a:buClr>
              <a:buSzPct val="60000"/>
              <a:defRPr/>
            </a:pPr>
            <a:r>
              <a:rPr lang="en-US" altLang="zh-CN" sz="800" b="1" dirty="0">
                <a:latin typeface="Times New Roman" panose="02020603050405020304" pitchFamily="18" charset="0"/>
              </a:rPr>
              <a:t>	    </a:t>
            </a:r>
          </a:p>
          <a:p>
            <a:pPr eaLnBrk="1" hangingPunct="1">
              <a:spcBef>
                <a:spcPct val="20000"/>
              </a:spcBef>
              <a:buClr>
                <a:schemeClr val="folHlink"/>
              </a:buClr>
              <a:buSzPct val="60000"/>
              <a:buFont typeface="Wingdings" panose="05000000000000000000" pitchFamily="2" charset="2"/>
              <a:buNone/>
              <a:defRPr/>
            </a:pPr>
            <a:r>
              <a:rPr lang="en-US" altLang="zh-CN" sz="2000" b="1" dirty="0">
                <a:latin typeface="Times New Roman" panose="02020603050405020304" pitchFamily="18" charset="0"/>
              </a:rPr>
              <a:t>	end</a:t>
            </a:r>
          </a:p>
        </p:txBody>
      </p:sp>
      <p:sp>
        <p:nvSpPr>
          <p:cNvPr id="6" name="Rectangle 2">
            <a:extLst>
              <a:ext uri="{FF2B5EF4-FFF2-40B4-BE49-F238E27FC236}">
                <a16:creationId xmlns:a16="http://schemas.microsoft.com/office/drawing/2014/main" id="{5AB286C8-FAE7-4297-8704-9D4FEF4B4106}"/>
              </a:ext>
            </a:extLst>
          </p:cNvPr>
          <p:cNvSpPr>
            <a:spLocks noGrp="1" noChangeArrowheads="1"/>
          </p:cNvSpPr>
          <p:nvPr>
            <p:ph type="title"/>
          </p:nvPr>
        </p:nvSpPr>
        <p:spPr>
          <a:xfrm>
            <a:off x="755650" y="267494"/>
            <a:ext cx="5328518" cy="359569"/>
          </a:xfrm>
        </p:spPr>
        <p:txBody>
          <a:bodyPr/>
          <a:lstStyle/>
          <a:p>
            <a:pPr eaLnBrk="1" hangingPunct="1"/>
            <a:r>
              <a:rPr lang="zh-CN" altLang="en-US" sz="3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例：假设已构建了预测分析表</a:t>
            </a:r>
          </a:p>
        </p:txBody>
      </p:sp>
      <p:sp>
        <p:nvSpPr>
          <p:cNvPr id="3" name="灯片编号占位符 2">
            <a:extLst>
              <a:ext uri="{FF2B5EF4-FFF2-40B4-BE49-F238E27FC236}">
                <a16:creationId xmlns:a16="http://schemas.microsoft.com/office/drawing/2014/main" id="{61E7EBF6-9D17-44AE-B8C3-318E39FFC7D5}"/>
              </a:ext>
            </a:extLst>
          </p:cNvPr>
          <p:cNvSpPr>
            <a:spLocks noGrp="1"/>
          </p:cNvSpPr>
          <p:nvPr>
            <p:ph type="sldNum" sz="quarter" idx="12"/>
          </p:nvPr>
        </p:nvSpPr>
        <p:spPr/>
        <p:txBody>
          <a:bodyPr/>
          <a:lstStyle/>
          <a:p>
            <a:pPr>
              <a:defRPr/>
            </a:pPr>
            <a:fld id="{EA567855-7F13-4FC5-AD61-2B82F6443E16}" type="slidenum">
              <a:rPr lang="zh-CN" altLang="en-US" smtClean="0"/>
              <a:pPr>
                <a:defRPr/>
              </a:pPr>
              <a:t>55</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grpId="1" nodeType="withEffect">
                                  <p:stCondLst>
                                    <p:cond delay="0"/>
                                  </p:stCondLst>
                                  <p:childTnLst>
                                    <p:set>
                                      <p:cBhvr>
                                        <p:cTn id="6" dur="1" fill="hold">
                                          <p:stCondLst>
                                            <p:cond delay="0"/>
                                          </p:stCondLst>
                                        </p:cTn>
                                        <p:tgtEl>
                                          <p:spTgt spid="779270"/>
                                        </p:tgtEl>
                                        <p:attrNameLst>
                                          <p:attrName>style.visibility</p:attrName>
                                        </p:attrNameLst>
                                      </p:cBhvr>
                                      <p:to>
                                        <p:strVal val="visible"/>
                                      </p:to>
                                    </p:set>
                                    <p:anim calcmode="lin" valueType="num">
                                      <p:cBhvr>
                                        <p:cTn id="7" dur="500" fill="hold"/>
                                        <p:tgtEl>
                                          <p:spTgt spid="779270"/>
                                        </p:tgtEl>
                                        <p:attrNameLst>
                                          <p:attrName>ppt_w</p:attrName>
                                        </p:attrNameLst>
                                      </p:cBhvr>
                                      <p:tavLst>
                                        <p:tav tm="0">
                                          <p:val>
                                            <p:fltVal val="0"/>
                                          </p:val>
                                        </p:tav>
                                        <p:tav tm="100000">
                                          <p:val>
                                            <p:strVal val="#ppt_w"/>
                                          </p:val>
                                        </p:tav>
                                      </p:tavLst>
                                    </p:anim>
                                    <p:anim calcmode="lin" valueType="num">
                                      <p:cBhvr>
                                        <p:cTn id="8" dur="500" fill="hold"/>
                                        <p:tgtEl>
                                          <p:spTgt spid="779270"/>
                                        </p:tgtEl>
                                        <p:attrNameLst>
                                          <p:attrName>ppt_h</p:attrName>
                                        </p:attrNameLst>
                                      </p:cBhvr>
                                      <p:tavLst>
                                        <p:tav tm="0">
                                          <p:val>
                                            <p:fltVal val="0"/>
                                          </p:val>
                                        </p:tav>
                                        <p:tav tm="100000">
                                          <p:val>
                                            <p:strVal val="#ppt_h"/>
                                          </p:val>
                                        </p:tav>
                                      </p:tavLst>
                                    </p:anim>
                                    <p:animEffect transition="in" filter="fade">
                                      <p:cBhvr>
                                        <p:cTn id="9" dur="500"/>
                                        <p:tgtEl>
                                          <p:spTgt spid="779270"/>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xit" presetSubtype="0" fill="hold" grpId="0" nodeType="clickEffect">
                                  <p:stCondLst>
                                    <p:cond delay="0"/>
                                  </p:stCondLst>
                                  <p:childTnLst>
                                    <p:anim calcmode="lin" valueType="num">
                                      <p:cBhvr>
                                        <p:cTn id="13" dur="500"/>
                                        <p:tgtEl>
                                          <p:spTgt spid="779270"/>
                                        </p:tgtEl>
                                        <p:attrNameLst>
                                          <p:attrName>ppt_w</p:attrName>
                                        </p:attrNameLst>
                                      </p:cBhvr>
                                      <p:tavLst>
                                        <p:tav tm="0">
                                          <p:val>
                                            <p:strVal val="ppt_w"/>
                                          </p:val>
                                        </p:tav>
                                        <p:tav tm="100000">
                                          <p:val>
                                            <p:fltVal val="0"/>
                                          </p:val>
                                        </p:tav>
                                      </p:tavLst>
                                    </p:anim>
                                    <p:anim calcmode="lin" valueType="num">
                                      <p:cBhvr>
                                        <p:cTn id="14" dur="500"/>
                                        <p:tgtEl>
                                          <p:spTgt spid="779270"/>
                                        </p:tgtEl>
                                        <p:attrNameLst>
                                          <p:attrName>ppt_h</p:attrName>
                                        </p:attrNameLst>
                                      </p:cBhvr>
                                      <p:tavLst>
                                        <p:tav tm="0">
                                          <p:val>
                                            <p:strVal val="ppt_h"/>
                                          </p:val>
                                        </p:tav>
                                        <p:tav tm="100000">
                                          <p:val>
                                            <p:fltVal val="0"/>
                                          </p:val>
                                        </p:tav>
                                      </p:tavLst>
                                    </p:anim>
                                    <p:animEffect transition="out" filter="fade">
                                      <p:cBhvr>
                                        <p:cTn id="15" dur="500"/>
                                        <p:tgtEl>
                                          <p:spTgt spid="779270"/>
                                        </p:tgtEl>
                                      </p:cBhvr>
                                    </p:animEffect>
                                    <p:set>
                                      <p:cBhvr>
                                        <p:cTn id="16" dur="1" fill="hold">
                                          <p:stCondLst>
                                            <p:cond delay="499"/>
                                          </p:stCondLst>
                                        </p:cTn>
                                        <p:tgtEl>
                                          <p:spTgt spid="77927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9270" grpId="0" animBg="1"/>
      <p:bldP spid="779270" grpId="1"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81" name="Text Box 4">
            <a:extLst>
              <a:ext uri="{FF2B5EF4-FFF2-40B4-BE49-F238E27FC236}">
                <a16:creationId xmlns:a16="http://schemas.microsoft.com/office/drawing/2014/main" id="{9F9AC7BF-7E7A-4716-8C6B-9141F641C4CE}"/>
              </a:ext>
            </a:extLst>
          </p:cNvPr>
          <p:cNvSpPr txBox="1">
            <a:spLocks noChangeArrowheads="1"/>
          </p:cNvSpPr>
          <p:nvPr/>
        </p:nvSpPr>
        <p:spPr bwMode="auto">
          <a:xfrm>
            <a:off x="214313" y="681038"/>
            <a:ext cx="8715375" cy="356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342900" indent="-342900">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800"/>
              </a:lnSpc>
              <a:spcBef>
                <a:spcPct val="20000"/>
              </a:spcBef>
              <a:buClr>
                <a:schemeClr val="tx2"/>
              </a:buClr>
              <a:buSzPct val="75000"/>
            </a:pPr>
            <a:r>
              <a:rPr kumimoji="1" lang="en-US" altLang="zh-CN" b="1" dirty="0">
                <a:latin typeface="Times New Roman" panose="02020603050405020304" pitchFamily="18" charset="0"/>
                <a:ea typeface="楷体_GB2312"/>
                <a:cs typeface="楷体_GB2312"/>
              </a:rPr>
              <a:t>(1) </a:t>
            </a:r>
            <a:r>
              <a:rPr lang="en-US" altLang="zh-CN" b="1" dirty="0">
                <a:latin typeface="Times New Roman" panose="02020603050405020304" pitchFamily="18" charset="0"/>
                <a:ea typeface="楷体_GB2312"/>
                <a:cs typeface="楷体_GB2312"/>
              </a:rPr>
              <a:t>&lt;PROGRAM&gt; </a:t>
            </a:r>
            <a:r>
              <a:rPr kumimoji="1" lang="en-US" altLang="zh-CN" b="1" dirty="0">
                <a:latin typeface="Times New Roman" panose="02020603050405020304" pitchFamily="18" charset="0"/>
                <a:ea typeface="楷体_GB2312"/>
                <a:cs typeface="楷体_GB2312"/>
              </a:rPr>
              <a:t>→ program &lt;DECLIST&gt; :&lt;TYPE&gt; ; &lt;STLIST&gt; end</a:t>
            </a:r>
          </a:p>
          <a:p>
            <a:pPr>
              <a:lnSpc>
                <a:spcPts val="2800"/>
              </a:lnSpc>
              <a:spcBef>
                <a:spcPct val="20000"/>
              </a:spcBef>
              <a:buClr>
                <a:schemeClr val="tx2"/>
              </a:buClr>
              <a:buSzPct val="75000"/>
              <a:buFont typeface="Monotype Sorts"/>
              <a:buNone/>
            </a:pPr>
            <a:r>
              <a:rPr kumimoji="1" lang="en-US" altLang="zh-CN" b="1" dirty="0">
                <a:latin typeface="Times New Roman" panose="02020603050405020304" pitchFamily="18" charset="0"/>
                <a:ea typeface="楷体_GB2312"/>
                <a:cs typeface="楷体_GB2312"/>
              </a:rPr>
              <a:t>(2) </a:t>
            </a:r>
            <a:r>
              <a:rPr lang="en-US" altLang="zh-CN" b="1" dirty="0">
                <a:latin typeface="Times New Roman" panose="02020603050405020304" pitchFamily="18" charset="0"/>
                <a:ea typeface="楷体_GB2312"/>
                <a:cs typeface="楷体_GB2312"/>
              </a:rPr>
              <a:t>&lt;DECLIST&gt; → id &lt;DECLISTN&gt;</a:t>
            </a:r>
          </a:p>
          <a:p>
            <a:pPr eaLnBrk="1" hangingPunct="1">
              <a:lnSpc>
                <a:spcPts val="2800"/>
              </a:lnSpc>
              <a:spcBef>
                <a:spcPct val="20000"/>
              </a:spcBef>
            </a:pPr>
            <a:r>
              <a:rPr kumimoji="1" lang="en-US" altLang="zh-CN" b="1" dirty="0">
                <a:latin typeface="Times New Roman" panose="02020603050405020304" pitchFamily="18" charset="0"/>
                <a:ea typeface="楷体_GB2312"/>
                <a:cs typeface="楷体_GB2312"/>
              </a:rPr>
              <a:t>(3) </a:t>
            </a:r>
            <a:r>
              <a:rPr lang="en-US" altLang="zh-CN" b="1" dirty="0">
                <a:latin typeface="Times New Roman" panose="02020603050405020304" pitchFamily="18" charset="0"/>
                <a:ea typeface="楷体_GB2312"/>
                <a:cs typeface="楷体_GB2312"/>
              </a:rPr>
              <a:t>&lt;DECLISTN&gt; → , id &lt;DECLISTN&gt;</a:t>
            </a:r>
          </a:p>
          <a:p>
            <a:pPr eaLnBrk="1" hangingPunct="1">
              <a:lnSpc>
                <a:spcPts val="2800"/>
              </a:lnSpc>
              <a:spcBef>
                <a:spcPct val="20000"/>
              </a:spcBef>
            </a:pPr>
            <a:r>
              <a:rPr lang="en-US" altLang="zh-CN" b="1" dirty="0">
                <a:latin typeface="Times New Roman" panose="02020603050405020304" pitchFamily="18" charset="0"/>
                <a:ea typeface="楷体_GB2312"/>
                <a:cs typeface="楷体_GB2312"/>
              </a:rPr>
              <a:t>(4) </a:t>
            </a:r>
            <a:r>
              <a:rPr lang="en-US" altLang="zh-CN" b="1" dirty="0">
                <a:latin typeface="Times New Roman" panose="02020603050405020304" pitchFamily="18" charset="0"/>
              </a:rPr>
              <a:t>&lt;DECLISTN&gt; → </a:t>
            </a:r>
            <a:r>
              <a:rPr lang="en-US" altLang="zh-CN" b="1" i="1" dirty="0">
                <a:latin typeface="Times New Roman" panose="02020603050405020304" pitchFamily="18" charset="0"/>
              </a:rPr>
              <a:t>ε</a:t>
            </a:r>
          </a:p>
          <a:p>
            <a:pPr eaLnBrk="1" hangingPunct="1">
              <a:lnSpc>
                <a:spcPts val="2800"/>
              </a:lnSpc>
              <a:spcBef>
                <a:spcPct val="20000"/>
              </a:spcBef>
            </a:pPr>
            <a:r>
              <a:rPr lang="en-US" altLang="zh-CN" b="1" dirty="0">
                <a:latin typeface="Times New Roman" panose="02020603050405020304" pitchFamily="18" charset="0"/>
                <a:ea typeface="楷体_GB2312"/>
                <a:cs typeface="楷体_GB2312"/>
              </a:rPr>
              <a:t>(5) &lt;STLIST&gt; → s &lt;STLISTN&gt;</a:t>
            </a:r>
          </a:p>
          <a:p>
            <a:pPr eaLnBrk="1" hangingPunct="1">
              <a:lnSpc>
                <a:spcPts val="2800"/>
              </a:lnSpc>
              <a:spcBef>
                <a:spcPct val="20000"/>
              </a:spcBef>
            </a:pPr>
            <a:r>
              <a:rPr lang="en-US" altLang="zh-CN" b="1" dirty="0">
                <a:solidFill>
                  <a:srgbClr val="2D83F4"/>
                </a:solidFill>
                <a:latin typeface="Times New Roman" panose="02020603050405020304" pitchFamily="18" charset="0"/>
                <a:ea typeface="楷体_GB2312"/>
                <a:cs typeface="楷体_GB2312"/>
              </a:rPr>
              <a:t>(6) &lt;STLISTN&gt; → ; s &lt;STLISTN&gt;</a:t>
            </a:r>
          </a:p>
          <a:p>
            <a:pPr eaLnBrk="1" hangingPunct="1">
              <a:lnSpc>
                <a:spcPts val="2800"/>
              </a:lnSpc>
            </a:pPr>
            <a:r>
              <a:rPr lang="en-US" altLang="zh-CN" b="1" dirty="0">
                <a:solidFill>
                  <a:srgbClr val="2D83F4"/>
                </a:solidFill>
                <a:latin typeface="Times New Roman" panose="02020603050405020304" pitchFamily="18" charset="0"/>
                <a:ea typeface="楷体_GB2312"/>
                <a:cs typeface="楷体_GB2312"/>
              </a:rPr>
              <a:t>(7)</a:t>
            </a:r>
            <a:r>
              <a:rPr lang="en-US" altLang="zh-CN" b="1" dirty="0">
                <a:solidFill>
                  <a:srgbClr val="2D83F4"/>
                </a:solidFill>
                <a:latin typeface="Times New Roman" panose="02020603050405020304" pitchFamily="18" charset="0"/>
              </a:rPr>
              <a:t> &lt;STLISTN&gt; → </a:t>
            </a:r>
            <a:r>
              <a:rPr lang="en-US" altLang="zh-CN" b="1" i="1" dirty="0">
                <a:solidFill>
                  <a:srgbClr val="2D83F4"/>
                </a:solidFill>
                <a:latin typeface="Times New Roman" panose="02020603050405020304" pitchFamily="18" charset="0"/>
              </a:rPr>
              <a:t>ε</a:t>
            </a:r>
          </a:p>
          <a:p>
            <a:pPr eaLnBrk="1" hangingPunct="1">
              <a:lnSpc>
                <a:spcPts val="2800"/>
              </a:lnSpc>
            </a:pPr>
            <a:r>
              <a:rPr lang="en-US" altLang="zh-CN" b="1" dirty="0">
                <a:latin typeface="Times New Roman" panose="02020603050405020304" pitchFamily="18" charset="0"/>
              </a:rPr>
              <a:t>(8)</a:t>
            </a:r>
            <a:r>
              <a:rPr lang="en-US" altLang="zh-CN" b="1" dirty="0">
                <a:latin typeface="Times New Roman" panose="02020603050405020304" pitchFamily="18" charset="0"/>
                <a:ea typeface="楷体_GB2312"/>
                <a:cs typeface="楷体_GB2312"/>
              </a:rPr>
              <a:t> &lt;TYPE&gt; → real</a:t>
            </a:r>
          </a:p>
          <a:p>
            <a:pPr eaLnBrk="1" hangingPunct="1">
              <a:lnSpc>
                <a:spcPts val="2800"/>
              </a:lnSpc>
            </a:pPr>
            <a:r>
              <a:rPr lang="en-US" altLang="zh-CN" b="1" dirty="0">
                <a:latin typeface="Times New Roman" panose="02020603050405020304" pitchFamily="18" charset="0"/>
              </a:rPr>
              <a:t>(9) &lt;TYPE&gt; → int</a:t>
            </a:r>
          </a:p>
        </p:txBody>
      </p:sp>
      <p:sp>
        <p:nvSpPr>
          <p:cNvPr id="10" name="Rectangle 7">
            <a:extLst>
              <a:ext uri="{FF2B5EF4-FFF2-40B4-BE49-F238E27FC236}">
                <a16:creationId xmlns:a16="http://schemas.microsoft.com/office/drawing/2014/main" id="{6FB3E587-A2BB-4EDC-90CF-611445D56330}"/>
              </a:ext>
            </a:extLst>
          </p:cNvPr>
          <p:cNvSpPr>
            <a:spLocks noChangeArrowheads="1"/>
          </p:cNvSpPr>
          <p:nvPr/>
        </p:nvSpPr>
        <p:spPr bwMode="auto">
          <a:xfrm>
            <a:off x="827088" y="4286251"/>
            <a:ext cx="2459037" cy="588962"/>
          </a:xfrm>
          <a:prstGeom prst="rect">
            <a:avLst/>
          </a:prstGeom>
          <a:solidFill>
            <a:schemeClr val="accent5">
              <a:lumMod val="60000"/>
              <a:lumOff val="40000"/>
            </a:schemeClr>
          </a:solidFill>
          <a:ln w="12700">
            <a:solidFill>
              <a:schemeClr val="tx1"/>
            </a:solidFill>
            <a:miter lim="800000"/>
            <a:headEnd/>
            <a:tailEnd/>
          </a:ln>
        </p:spPr>
        <p:txBody>
          <a:bodyPr wrap="none" anchor="ctr"/>
          <a:lstStyle/>
          <a:p>
            <a:pPr eaLnBrk="1" hangingPunct="1">
              <a:defRPr/>
            </a:pPr>
            <a:r>
              <a:rPr lang="en-US" altLang="zh-CN" sz="2200" b="1" dirty="0">
                <a:latin typeface="Times New Roman" pitchFamily="18" charset="0"/>
              </a:rPr>
              <a:t>SELECT(7)={end}</a:t>
            </a:r>
          </a:p>
        </p:txBody>
      </p:sp>
      <p:sp>
        <p:nvSpPr>
          <p:cNvPr id="780294" name="Rectangle 6">
            <a:extLst>
              <a:ext uri="{FF2B5EF4-FFF2-40B4-BE49-F238E27FC236}">
                <a16:creationId xmlns:a16="http://schemas.microsoft.com/office/drawing/2014/main" id="{86FE6FF8-1CB9-4FA3-85B0-43A48F2D9503}"/>
              </a:ext>
            </a:extLst>
          </p:cNvPr>
          <p:cNvSpPr>
            <a:spLocks noChangeArrowheads="1"/>
          </p:cNvSpPr>
          <p:nvPr/>
        </p:nvSpPr>
        <p:spPr bwMode="auto">
          <a:xfrm>
            <a:off x="4284663" y="1149350"/>
            <a:ext cx="4464050" cy="3851275"/>
          </a:xfrm>
          <a:prstGeom prst="rect">
            <a:avLst/>
          </a:prstGeom>
          <a:solidFill>
            <a:schemeClr val="accent2">
              <a:lumMod val="40000"/>
              <a:lumOff val="60000"/>
            </a:schemeClr>
          </a:solidFill>
          <a:ln w="12700">
            <a:solidFill>
              <a:schemeClr val="tx1"/>
            </a:solidFill>
            <a:miter lim="800000"/>
            <a:headEnd/>
            <a:tailEnd/>
          </a:ln>
        </p:spPr>
        <p:txBody>
          <a:bodyPr/>
          <a:lstStyle>
            <a:lvl1pPr marL="533400" indent="-533400">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chemeClr val="folHlink"/>
              </a:buClr>
              <a:buSzPct val="60000"/>
              <a:buFont typeface="Wingdings" panose="05000000000000000000" pitchFamily="2" charset="2"/>
              <a:buNone/>
              <a:defRPr/>
            </a:pPr>
            <a:r>
              <a:rPr lang="en-US" altLang="zh-CN" sz="1600" b="1" dirty="0">
                <a:latin typeface="Times New Roman" panose="02020603050405020304" pitchFamily="18" charset="0"/>
              </a:rPr>
              <a:t>procedure STLISTN(TOKEN);</a:t>
            </a:r>
          </a:p>
          <a:p>
            <a:pPr eaLnBrk="1" hangingPunct="1">
              <a:spcBef>
                <a:spcPct val="20000"/>
              </a:spcBef>
              <a:buClr>
                <a:schemeClr val="folHlink"/>
              </a:buClr>
              <a:buSzPct val="60000"/>
              <a:buFont typeface="Wingdings" panose="05000000000000000000" pitchFamily="2" charset="2"/>
              <a:buNone/>
              <a:defRPr/>
            </a:pPr>
            <a:r>
              <a:rPr lang="en-US" altLang="zh-CN" sz="1600" b="1" dirty="0">
                <a:latin typeface="Times New Roman" panose="02020603050405020304" pitchFamily="18" charset="0"/>
              </a:rPr>
              <a:t>	begin</a:t>
            </a:r>
          </a:p>
          <a:p>
            <a:pPr eaLnBrk="1" hangingPunct="1">
              <a:spcBef>
                <a:spcPct val="20000"/>
              </a:spcBef>
              <a:buClr>
                <a:schemeClr val="folHlink"/>
              </a:buClr>
              <a:buSzPct val="60000"/>
              <a:buFont typeface="Wingdings" panose="05000000000000000000" pitchFamily="2" charset="2"/>
              <a:buNone/>
              <a:defRPr/>
            </a:pPr>
            <a:r>
              <a:rPr lang="en-US" altLang="zh-CN" sz="1600" b="1" dirty="0">
                <a:latin typeface="Times New Roman" panose="02020603050405020304" pitchFamily="18" charset="0"/>
              </a:rPr>
              <a:t> 	     </a:t>
            </a:r>
            <a:r>
              <a:rPr lang="en-US" altLang="zh-CN" sz="1600" b="1" dirty="0">
                <a:solidFill>
                  <a:srgbClr val="3333FF"/>
                </a:solidFill>
                <a:latin typeface="Times New Roman" panose="02020603050405020304" pitchFamily="18" charset="0"/>
              </a:rPr>
              <a:t>if</a:t>
            </a:r>
            <a:r>
              <a:rPr lang="en-US" altLang="zh-CN" sz="1600" b="1" dirty="0">
                <a:latin typeface="Times New Roman" panose="02020603050405020304" pitchFamily="18" charset="0"/>
              </a:rPr>
              <a:t> TOKEN =‘;’ </a:t>
            </a:r>
            <a:r>
              <a:rPr lang="en-US" altLang="zh-CN" sz="1600" b="1" dirty="0">
                <a:solidFill>
                  <a:srgbClr val="3333FF"/>
                </a:solidFill>
                <a:latin typeface="Times New Roman" panose="02020603050405020304" pitchFamily="18" charset="0"/>
              </a:rPr>
              <a:t>then</a:t>
            </a:r>
          </a:p>
          <a:p>
            <a:pPr eaLnBrk="1" hangingPunct="1">
              <a:spcBef>
                <a:spcPct val="20000"/>
              </a:spcBef>
              <a:buClr>
                <a:schemeClr val="folHlink"/>
              </a:buClr>
              <a:buSzPct val="60000"/>
              <a:buFont typeface="Wingdings" panose="05000000000000000000" pitchFamily="2" charset="2"/>
              <a:buNone/>
              <a:defRPr/>
            </a:pPr>
            <a:r>
              <a:rPr lang="en-US" altLang="zh-CN" sz="1600" b="1" dirty="0">
                <a:latin typeface="Times New Roman" panose="02020603050405020304" pitchFamily="18" charset="0"/>
              </a:rPr>
              <a:t>		 begin //</a:t>
            </a:r>
            <a:r>
              <a:rPr lang="zh-CN" altLang="en-US" sz="1600" b="1" dirty="0">
                <a:solidFill>
                  <a:srgbClr val="3333FF"/>
                </a:solidFill>
                <a:latin typeface="+mn-ea"/>
              </a:rPr>
              <a:t>选择产生式 </a:t>
            </a:r>
            <a:r>
              <a:rPr lang="en-US" altLang="zh-CN" sz="1600" b="1" dirty="0">
                <a:solidFill>
                  <a:srgbClr val="3333FF"/>
                </a:solidFill>
                <a:latin typeface="+mn-ea"/>
              </a:rPr>
              <a:t>(6) </a:t>
            </a:r>
            <a:r>
              <a:rPr lang="zh-CN" altLang="en-US" sz="1600" b="1" dirty="0">
                <a:solidFill>
                  <a:srgbClr val="3333FF"/>
                </a:solidFill>
                <a:latin typeface="+mn-ea"/>
              </a:rPr>
              <a:t>进行推导</a:t>
            </a:r>
            <a:endParaRPr lang="en-US" altLang="zh-CN" sz="1600" b="1" dirty="0">
              <a:latin typeface="Times New Roman" panose="02020603050405020304" pitchFamily="18" charset="0"/>
            </a:endParaRPr>
          </a:p>
          <a:p>
            <a:pPr eaLnBrk="1" hangingPunct="1">
              <a:spcBef>
                <a:spcPct val="20000"/>
              </a:spcBef>
              <a:buClr>
                <a:schemeClr val="folHlink"/>
              </a:buClr>
              <a:buSzPct val="60000"/>
              <a:buFont typeface="Wingdings" panose="05000000000000000000" pitchFamily="2" charset="2"/>
              <a:buNone/>
              <a:defRPr/>
            </a:pPr>
            <a:r>
              <a:rPr lang="en-US" altLang="zh-CN" sz="1600" b="1" dirty="0">
                <a:latin typeface="Times New Roman" panose="02020603050405020304" pitchFamily="18" charset="0"/>
              </a:rPr>
              <a:t>		   GETNEXT(TOKEN);</a:t>
            </a:r>
          </a:p>
          <a:p>
            <a:pPr eaLnBrk="1" hangingPunct="1">
              <a:spcBef>
                <a:spcPct val="20000"/>
              </a:spcBef>
              <a:buClr>
                <a:schemeClr val="folHlink"/>
              </a:buClr>
              <a:buSzPct val="60000"/>
              <a:buFont typeface="Wingdings" panose="05000000000000000000" pitchFamily="2" charset="2"/>
              <a:buNone/>
              <a:defRPr/>
            </a:pPr>
            <a:endParaRPr lang="en-US" altLang="zh-CN" sz="800" b="1" dirty="0">
              <a:latin typeface="Times New Roman" panose="02020603050405020304" pitchFamily="18" charset="0"/>
            </a:endParaRPr>
          </a:p>
          <a:p>
            <a:pPr eaLnBrk="1" hangingPunct="1">
              <a:spcBef>
                <a:spcPct val="20000"/>
              </a:spcBef>
              <a:buClr>
                <a:schemeClr val="folHlink"/>
              </a:buClr>
              <a:buSzPct val="60000"/>
              <a:buFont typeface="Wingdings" panose="05000000000000000000" pitchFamily="2" charset="2"/>
              <a:buNone/>
              <a:defRPr/>
            </a:pPr>
            <a:r>
              <a:rPr lang="en-US" altLang="zh-CN" sz="1600" b="1" dirty="0">
                <a:latin typeface="Times New Roman" panose="02020603050405020304" pitchFamily="18" charset="0"/>
              </a:rPr>
              <a:t>		   </a:t>
            </a:r>
            <a:r>
              <a:rPr lang="en-US" altLang="zh-CN" sz="1600" b="1" dirty="0">
                <a:solidFill>
                  <a:srgbClr val="3333FF"/>
                </a:solidFill>
                <a:latin typeface="Times New Roman" panose="02020603050405020304" pitchFamily="18" charset="0"/>
              </a:rPr>
              <a:t>if</a:t>
            </a:r>
            <a:r>
              <a:rPr lang="en-US" altLang="zh-CN" sz="1600" b="1" dirty="0">
                <a:latin typeface="Times New Roman" panose="02020603050405020304" pitchFamily="18" charset="0"/>
              </a:rPr>
              <a:t> TOKEN≠’s’  </a:t>
            </a:r>
            <a:r>
              <a:rPr lang="en-US" altLang="zh-CN" sz="1600" b="1" dirty="0">
                <a:solidFill>
                  <a:srgbClr val="3333FF"/>
                </a:solidFill>
                <a:latin typeface="Times New Roman" panose="02020603050405020304" pitchFamily="18" charset="0"/>
              </a:rPr>
              <a:t>then </a:t>
            </a:r>
            <a:r>
              <a:rPr lang="en-US" altLang="zh-CN" sz="1600" b="1" dirty="0">
                <a:latin typeface="Times New Roman" panose="02020603050405020304" pitchFamily="18" charset="0"/>
              </a:rPr>
              <a:t>ERROR;</a:t>
            </a:r>
            <a:endParaRPr lang="en-US" altLang="zh-CN" sz="800" b="1" dirty="0">
              <a:latin typeface="Times New Roman" panose="02020603050405020304" pitchFamily="18" charset="0"/>
            </a:endParaRPr>
          </a:p>
          <a:p>
            <a:pPr eaLnBrk="1" hangingPunct="1">
              <a:spcBef>
                <a:spcPct val="20000"/>
              </a:spcBef>
              <a:buClr>
                <a:schemeClr val="folHlink"/>
              </a:buClr>
              <a:buSzPct val="60000"/>
              <a:buFont typeface="Wingdings" panose="05000000000000000000" pitchFamily="2" charset="2"/>
              <a:buNone/>
              <a:defRPr/>
            </a:pPr>
            <a:r>
              <a:rPr lang="en-US" altLang="zh-CN" sz="1600" b="1" dirty="0">
                <a:latin typeface="Times New Roman" panose="02020603050405020304" pitchFamily="18" charset="0"/>
              </a:rPr>
              <a:t>	          GETNEXT(TOKEN);</a:t>
            </a:r>
          </a:p>
          <a:p>
            <a:pPr eaLnBrk="1" hangingPunct="1">
              <a:spcBef>
                <a:spcPct val="20000"/>
              </a:spcBef>
              <a:buClr>
                <a:schemeClr val="folHlink"/>
              </a:buClr>
              <a:buSzPct val="60000"/>
              <a:buFont typeface="Wingdings" panose="05000000000000000000" pitchFamily="2" charset="2"/>
              <a:buNone/>
              <a:defRPr/>
            </a:pPr>
            <a:endParaRPr lang="en-US" altLang="zh-CN" sz="800" b="1" dirty="0">
              <a:latin typeface="Times New Roman" panose="02020603050405020304" pitchFamily="18" charset="0"/>
            </a:endParaRPr>
          </a:p>
          <a:p>
            <a:pPr eaLnBrk="1" hangingPunct="1">
              <a:spcBef>
                <a:spcPct val="20000"/>
              </a:spcBef>
              <a:buClr>
                <a:schemeClr val="folHlink"/>
              </a:buClr>
              <a:buSzPct val="60000"/>
              <a:buFont typeface="Wingdings" panose="05000000000000000000" pitchFamily="2" charset="2"/>
              <a:buNone/>
              <a:defRPr/>
            </a:pPr>
            <a:r>
              <a:rPr lang="en-US" altLang="zh-CN" sz="1600" b="1" dirty="0">
                <a:latin typeface="Times New Roman" panose="02020603050405020304" pitchFamily="18" charset="0"/>
              </a:rPr>
              <a:t>	          </a:t>
            </a:r>
            <a:r>
              <a:rPr lang="en-US" altLang="zh-CN" sz="1600" b="1" dirty="0">
                <a:solidFill>
                  <a:srgbClr val="FF0000"/>
                </a:solidFill>
                <a:latin typeface="Times New Roman" panose="02020603050405020304" pitchFamily="18" charset="0"/>
              </a:rPr>
              <a:t>STLISTN</a:t>
            </a:r>
            <a:r>
              <a:rPr lang="en-US" altLang="zh-CN" sz="1600" b="1" dirty="0">
                <a:latin typeface="Times New Roman" panose="02020603050405020304" pitchFamily="18" charset="0"/>
              </a:rPr>
              <a:t>(TOKEN);</a:t>
            </a:r>
          </a:p>
          <a:p>
            <a:pPr eaLnBrk="1" hangingPunct="1">
              <a:spcBef>
                <a:spcPct val="20000"/>
              </a:spcBef>
              <a:buClr>
                <a:schemeClr val="folHlink"/>
              </a:buClr>
              <a:buSzPct val="60000"/>
              <a:buFont typeface="Wingdings" panose="05000000000000000000" pitchFamily="2" charset="2"/>
              <a:buNone/>
              <a:defRPr/>
            </a:pPr>
            <a:r>
              <a:rPr lang="en-US" altLang="zh-CN" sz="1600" b="1" dirty="0">
                <a:latin typeface="Times New Roman" panose="02020603050405020304" pitchFamily="18" charset="0"/>
              </a:rPr>
              <a:t>	 	 end </a:t>
            </a:r>
          </a:p>
          <a:p>
            <a:pPr eaLnBrk="1" hangingPunct="1">
              <a:spcBef>
                <a:spcPct val="20000"/>
              </a:spcBef>
              <a:buClr>
                <a:schemeClr val="folHlink"/>
              </a:buClr>
              <a:buSzPct val="60000"/>
              <a:buFont typeface="Wingdings" panose="05000000000000000000" pitchFamily="2" charset="2"/>
              <a:buNone/>
              <a:defRPr/>
            </a:pPr>
            <a:r>
              <a:rPr lang="en-US" altLang="zh-CN" sz="1600" b="1" dirty="0">
                <a:latin typeface="Times New Roman" panose="02020603050405020304" pitchFamily="18" charset="0"/>
              </a:rPr>
              <a:t>	</a:t>
            </a:r>
            <a:r>
              <a:rPr lang="en-US" altLang="zh-CN" sz="1600" b="1" dirty="0">
                <a:solidFill>
                  <a:srgbClr val="3333FF"/>
                </a:solidFill>
                <a:latin typeface="Times New Roman" panose="02020603050405020304" pitchFamily="18" charset="0"/>
              </a:rPr>
              <a:t>     else  if </a:t>
            </a:r>
            <a:r>
              <a:rPr lang="en-US" altLang="zh-CN" sz="1600" b="1" dirty="0" err="1">
                <a:latin typeface="Times New Roman" panose="02020603050405020304" pitchFamily="18" charset="0"/>
              </a:rPr>
              <a:t>TOKEN≠’end</a:t>
            </a:r>
            <a:r>
              <a:rPr lang="en-US" altLang="zh-CN" sz="1600" b="1" dirty="0">
                <a:latin typeface="Times New Roman" panose="02020603050405020304" pitchFamily="18" charset="0"/>
              </a:rPr>
              <a:t>’ </a:t>
            </a:r>
            <a:r>
              <a:rPr lang="en-US" altLang="zh-CN" sz="1600" b="1" dirty="0">
                <a:solidFill>
                  <a:srgbClr val="3333FF"/>
                </a:solidFill>
                <a:latin typeface="Times New Roman" panose="02020603050405020304" pitchFamily="18" charset="0"/>
              </a:rPr>
              <a:t> then </a:t>
            </a:r>
            <a:r>
              <a:rPr lang="en-US" altLang="zh-CN" sz="1600" b="1" dirty="0">
                <a:latin typeface="Times New Roman" panose="02020603050405020304" pitchFamily="18" charset="0"/>
              </a:rPr>
              <a:t>ERROR;</a:t>
            </a:r>
          </a:p>
          <a:p>
            <a:pPr eaLnBrk="1" hangingPunct="1">
              <a:spcBef>
                <a:spcPct val="20000"/>
              </a:spcBef>
              <a:buClr>
                <a:schemeClr val="folHlink"/>
              </a:buClr>
              <a:buSzPct val="60000"/>
              <a:buFont typeface="Wingdings" panose="05000000000000000000" pitchFamily="2" charset="2"/>
              <a:buNone/>
              <a:defRPr/>
            </a:pPr>
            <a:r>
              <a:rPr lang="en-US" altLang="zh-CN" sz="800" b="1" dirty="0">
                <a:latin typeface="Times New Roman" panose="02020603050405020304" pitchFamily="18" charset="0"/>
              </a:rPr>
              <a:t>	</a:t>
            </a:r>
            <a:r>
              <a:rPr lang="en-US" altLang="zh-CN" sz="900" b="1" dirty="0">
                <a:latin typeface="Times New Roman" panose="02020603050405020304" pitchFamily="18" charset="0"/>
              </a:rPr>
              <a:t>         </a:t>
            </a:r>
            <a:r>
              <a:rPr lang="en-US" altLang="zh-CN" sz="1600" b="1" dirty="0">
                <a:latin typeface="Times New Roman" panose="02020603050405020304" pitchFamily="18" charset="0"/>
              </a:rPr>
              <a:t>//</a:t>
            </a:r>
            <a:r>
              <a:rPr lang="zh-CN" altLang="en-US" sz="1600" b="1" dirty="0">
                <a:solidFill>
                  <a:srgbClr val="3333FF"/>
                </a:solidFill>
                <a:latin typeface="+mn-ea"/>
              </a:rPr>
              <a:t>选择产生式 </a:t>
            </a:r>
            <a:r>
              <a:rPr lang="en-US" altLang="zh-CN" sz="1600" b="1" dirty="0">
                <a:solidFill>
                  <a:srgbClr val="3333FF"/>
                </a:solidFill>
                <a:latin typeface="+mn-ea"/>
              </a:rPr>
              <a:t>(7) </a:t>
            </a:r>
            <a:r>
              <a:rPr lang="zh-CN" altLang="en-US" sz="1600" b="1" dirty="0">
                <a:solidFill>
                  <a:srgbClr val="3333FF"/>
                </a:solidFill>
                <a:latin typeface="+mn-ea"/>
              </a:rPr>
              <a:t>进行推导</a:t>
            </a:r>
            <a:endParaRPr lang="en-US" altLang="zh-CN" sz="800" b="1" dirty="0">
              <a:latin typeface="Times New Roman" panose="02020603050405020304" pitchFamily="18" charset="0"/>
            </a:endParaRPr>
          </a:p>
          <a:p>
            <a:pPr eaLnBrk="1" hangingPunct="1">
              <a:spcBef>
                <a:spcPct val="20000"/>
              </a:spcBef>
              <a:buClr>
                <a:schemeClr val="folHlink"/>
              </a:buClr>
              <a:buSzPct val="60000"/>
              <a:buFont typeface="Wingdings" panose="05000000000000000000" pitchFamily="2" charset="2"/>
              <a:buNone/>
              <a:defRPr/>
            </a:pPr>
            <a:r>
              <a:rPr lang="en-US" altLang="zh-CN" sz="1600" b="1" dirty="0">
                <a:latin typeface="Times New Roman" panose="02020603050405020304" pitchFamily="18" charset="0"/>
              </a:rPr>
              <a:t>	end	</a:t>
            </a:r>
            <a:r>
              <a:rPr lang="en-US" altLang="zh-CN" sz="1600" dirty="0">
                <a:latin typeface="Times New Roman" panose="02020603050405020304" pitchFamily="18" charset="0"/>
              </a:rPr>
              <a:t> </a:t>
            </a:r>
          </a:p>
        </p:txBody>
      </p:sp>
      <p:sp>
        <p:nvSpPr>
          <p:cNvPr id="6" name="Rectangle 2">
            <a:extLst>
              <a:ext uri="{FF2B5EF4-FFF2-40B4-BE49-F238E27FC236}">
                <a16:creationId xmlns:a16="http://schemas.microsoft.com/office/drawing/2014/main" id="{97A6C4DF-7882-44B7-B675-AF5A69BBDAA8}"/>
              </a:ext>
            </a:extLst>
          </p:cNvPr>
          <p:cNvSpPr>
            <a:spLocks noGrp="1" noChangeArrowheads="1"/>
          </p:cNvSpPr>
          <p:nvPr>
            <p:ph type="title"/>
          </p:nvPr>
        </p:nvSpPr>
        <p:spPr>
          <a:xfrm>
            <a:off x="755650" y="268288"/>
            <a:ext cx="6337300" cy="373062"/>
          </a:xfrm>
        </p:spPr>
        <p:txBody>
          <a:bodyPr/>
          <a:lstStyle/>
          <a:p>
            <a:pPr eaLnBrk="1" hangingPunct="1"/>
            <a:r>
              <a:rPr lang="zh-CN" altLang="en-US" sz="3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例：假设已构建了预测分析表</a:t>
            </a:r>
          </a:p>
        </p:txBody>
      </p:sp>
      <p:sp>
        <p:nvSpPr>
          <p:cNvPr id="3" name="灯片编号占位符 2">
            <a:extLst>
              <a:ext uri="{FF2B5EF4-FFF2-40B4-BE49-F238E27FC236}">
                <a16:creationId xmlns:a16="http://schemas.microsoft.com/office/drawing/2014/main" id="{44D50622-024A-4504-BB40-F3C3BC7BCA5B}"/>
              </a:ext>
            </a:extLst>
          </p:cNvPr>
          <p:cNvSpPr>
            <a:spLocks noGrp="1"/>
          </p:cNvSpPr>
          <p:nvPr>
            <p:ph type="sldNum" sz="quarter" idx="12"/>
          </p:nvPr>
        </p:nvSpPr>
        <p:spPr/>
        <p:txBody>
          <a:bodyPr/>
          <a:lstStyle/>
          <a:p>
            <a:pPr>
              <a:defRPr/>
            </a:pPr>
            <a:fld id="{EA567855-7F13-4FC5-AD61-2B82F6443E16}" type="slidenum">
              <a:rPr lang="zh-CN" altLang="en-US" smtClean="0"/>
              <a:pPr>
                <a:defRPr/>
              </a:pPr>
              <a:t>56</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0" fill="hold" grpId="0" nodeType="clickEffect">
                                  <p:stCondLst>
                                    <p:cond delay="0"/>
                                  </p:stCondLst>
                                  <p:childTnLst>
                                    <p:set>
                                      <p:cBhvr>
                                        <p:cTn id="11" dur="1" fill="hold">
                                          <p:stCondLst>
                                            <p:cond delay="0"/>
                                          </p:stCondLst>
                                        </p:cTn>
                                        <p:tgtEl>
                                          <p:spTgt spid="780294"/>
                                        </p:tgtEl>
                                        <p:attrNameLst>
                                          <p:attrName>style.visibility</p:attrName>
                                        </p:attrNameLst>
                                      </p:cBhvr>
                                      <p:to>
                                        <p:strVal val="visible"/>
                                      </p:to>
                                    </p:set>
                                    <p:anim calcmode="lin" valueType="num">
                                      <p:cBhvr>
                                        <p:cTn id="12" dur="500" fill="hold"/>
                                        <p:tgtEl>
                                          <p:spTgt spid="780294"/>
                                        </p:tgtEl>
                                        <p:attrNameLst>
                                          <p:attrName>ppt_w</p:attrName>
                                        </p:attrNameLst>
                                      </p:cBhvr>
                                      <p:tavLst>
                                        <p:tav tm="0">
                                          <p:val>
                                            <p:fltVal val="0"/>
                                          </p:val>
                                        </p:tav>
                                        <p:tav tm="100000">
                                          <p:val>
                                            <p:strVal val="#ppt_w"/>
                                          </p:val>
                                        </p:tav>
                                      </p:tavLst>
                                    </p:anim>
                                    <p:anim calcmode="lin" valueType="num">
                                      <p:cBhvr>
                                        <p:cTn id="13" dur="500" fill="hold"/>
                                        <p:tgtEl>
                                          <p:spTgt spid="780294"/>
                                        </p:tgtEl>
                                        <p:attrNameLst>
                                          <p:attrName>ppt_h</p:attrName>
                                        </p:attrNameLst>
                                      </p:cBhvr>
                                      <p:tavLst>
                                        <p:tav tm="0">
                                          <p:val>
                                            <p:fltVal val="0"/>
                                          </p:val>
                                        </p:tav>
                                        <p:tav tm="100000">
                                          <p:val>
                                            <p:strVal val="#ppt_h"/>
                                          </p:val>
                                        </p:tav>
                                      </p:tavLst>
                                    </p:anim>
                                    <p:animEffect transition="in" filter="fade">
                                      <p:cBhvr>
                                        <p:cTn id="14" dur="500"/>
                                        <p:tgtEl>
                                          <p:spTgt spid="780294"/>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53" presetClass="exit" presetSubtype="0" fill="hold" grpId="1" nodeType="clickEffect">
                                  <p:stCondLst>
                                    <p:cond delay="0"/>
                                  </p:stCondLst>
                                  <p:childTnLst>
                                    <p:anim calcmode="lin" valueType="num">
                                      <p:cBhvr>
                                        <p:cTn id="18" dur="500"/>
                                        <p:tgtEl>
                                          <p:spTgt spid="780294"/>
                                        </p:tgtEl>
                                        <p:attrNameLst>
                                          <p:attrName>ppt_w</p:attrName>
                                        </p:attrNameLst>
                                      </p:cBhvr>
                                      <p:tavLst>
                                        <p:tav tm="0">
                                          <p:val>
                                            <p:strVal val="ppt_w"/>
                                          </p:val>
                                        </p:tav>
                                        <p:tav tm="100000">
                                          <p:val>
                                            <p:fltVal val="0"/>
                                          </p:val>
                                        </p:tav>
                                      </p:tavLst>
                                    </p:anim>
                                    <p:anim calcmode="lin" valueType="num">
                                      <p:cBhvr>
                                        <p:cTn id="19" dur="500"/>
                                        <p:tgtEl>
                                          <p:spTgt spid="780294"/>
                                        </p:tgtEl>
                                        <p:attrNameLst>
                                          <p:attrName>ppt_h</p:attrName>
                                        </p:attrNameLst>
                                      </p:cBhvr>
                                      <p:tavLst>
                                        <p:tav tm="0">
                                          <p:val>
                                            <p:strVal val="ppt_h"/>
                                          </p:val>
                                        </p:tav>
                                        <p:tav tm="100000">
                                          <p:val>
                                            <p:fltVal val="0"/>
                                          </p:val>
                                        </p:tav>
                                      </p:tavLst>
                                    </p:anim>
                                    <p:animEffect transition="out" filter="fade">
                                      <p:cBhvr>
                                        <p:cTn id="20" dur="500"/>
                                        <p:tgtEl>
                                          <p:spTgt spid="780294"/>
                                        </p:tgtEl>
                                      </p:cBhvr>
                                    </p:animEffect>
                                    <p:set>
                                      <p:cBhvr>
                                        <p:cTn id="21" dur="1" fill="hold">
                                          <p:stCondLst>
                                            <p:cond delay="499"/>
                                          </p:stCondLst>
                                        </p:cTn>
                                        <p:tgtEl>
                                          <p:spTgt spid="78029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780294" grpId="0" animBg="1"/>
      <p:bldP spid="780294" grpId="1"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9" name="Rectangle 6">
            <a:extLst>
              <a:ext uri="{FF2B5EF4-FFF2-40B4-BE49-F238E27FC236}">
                <a16:creationId xmlns:a16="http://schemas.microsoft.com/office/drawing/2014/main" id="{AB6FC6D5-3539-4A5E-BF81-7884C4F90538}"/>
              </a:ext>
            </a:extLst>
          </p:cNvPr>
          <p:cNvSpPr>
            <a:spLocks noChangeArrowheads="1"/>
          </p:cNvSpPr>
          <p:nvPr/>
        </p:nvSpPr>
        <p:spPr bwMode="auto">
          <a:xfrm>
            <a:off x="3924300" y="2716213"/>
            <a:ext cx="5005388" cy="2141537"/>
          </a:xfrm>
          <a:prstGeom prst="rect">
            <a:avLst/>
          </a:prstGeom>
          <a:solidFill>
            <a:schemeClr val="accent2">
              <a:lumMod val="40000"/>
              <a:lumOff val="60000"/>
            </a:schemeClr>
          </a:solidFill>
          <a:ln w="12700">
            <a:solidFill>
              <a:schemeClr val="tx1"/>
            </a:solidFill>
            <a:miter lim="800000"/>
            <a:headEnd/>
            <a:tailEnd/>
          </a:ln>
        </p:spPr>
        <p:txBody>
          <a:bodyPr/>
          <a:lstStyle>
            <a:lvl1pPr marL="533400" indent="-533400">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chemeClr val="folHlink"/>
              </a:buClr>
              <a:buSzPct val="60000"/>
              <a:buFont typeface="Wingdings" panose="05000000000000000000" pitchFamily="2" charset="2"/>
              <a:buNone/>
              <a:defRPr/>
            </a:pPr>
            <a:r>
              <a:rPr lang="en-US" altLang="zh-CN" sz="2000" b="1" dirty="0">
                <a:latin typeface="Times New Roman" panose="02020603050405020304" pitchFamily="18" charset="0"/>
              </a:rPr>
              <a:t>procedure TYPE(TOKEN);</a:t>
            </a:r>
          </a:p>
          <a:p>
            <a:pPr eaLnBrk="1" hangingPunct="1">
              <a:spcBef>
                <a:spcPct val="20000"/>
              </a:spcBef>
              <a:buClr>
                <a:schemeClr val="folHlink"/>
              </a:buClr>
              <a:buSzPct val="60000"/>
              <a:buFont typeface="Wingdings" panose="05000000000000000000" pitchFamily="2" charset="2"/>
              <a:buNone/>
              <a:defRPr/>
            </a:pPr>
            <a:r>
              <a:rPr lang="en-US" altLang="zh-CN" sz="2000" b="1" dirty="0">
                <a:latin typeface="Times New Roman" panose="02020603050405020304" pitchFamily="18" charset="0"/>
              </a:rPr>
              <a:t>	begin</a:t>
            </a:r>
          </a:p>
          <a:p>
            <a:pPr eaLnBrk="1" hangingPunct="1">
              <a:spcBef>
                <a:spcPct val="20000"/>
              </a:spcBef>
              <a:buClr>
                <a:schemeClr val="folHlink"/>
              </a:buClr>
              <a:buSzPct val="60000"/>
              <a:buFont typeface="Wingdings" panose="05000000000000000000" pitchFamily="2" charset="2"/>
              <a:buNone/>
              <a:defRPr/>
            </a:pPr>
            <a:r>
              <a:rPr lang="en-US" altLang="zh-CN" sz="2000" b="1" dirty="0">
                <a:latin typeface="Times New Roman" panose="02020603050405020304" pitchFamily="18" charset="0"/>
              </a:rPr>
              <a:t> 	     </a:t>
            </a:r>
            <a:r>
              <a:rPr lang="en-US" altLang="zh-CN" sz="2000" b="1" dirty="0">
                <a:solidFill>
                  <a:srgbClr val="3333FF"/>
                </a:solidFill>
                <a:latin typeface="Times New Roman" panose="02020603050405020304" pitchFamily="18" charset="0"/>
              </a:rPr>
              <a:t>if </a:t>
            </a:r>
            <a:r>
              <a:rPr lang="en-US" altLang="zh-CN" sz="2000" b="1" dirty="0" err="1">
                <a:latin typeface="Times New Roman" panose="02020603050405020304" pitchFamily="18" charset="0"/>
              </a:rPr>
              <a:t>TOKEN≠’real</a:t>
            </a:r>
            <a:r>
              <a:rPr lang="en-US" altLang="zh-CN" sz="2000" b="1" dirty="0">
                <a:latin typeface="Times New Roman" panose="02020603050405020304" pitchFamily="18" charset="0"/>
              </a:rPr>
              <a:t>’ and TOKEN≠’</a:t>
            </a:r>
            <a:r>
              <a:rPr lang="en-US" altLang="zh-CN" sz="2000" b="1" dirty="0" err="1">
                <a:latin typeface="Times New Roman" panose="02020603050405020304" pitchFamily="18" charset="0"/>
              </a:rPr>
              <a:t>int</a:t>
            </a:r>
            <a:r>
              <a:rPr lang="en-US" altLang="zh-CN" sz="2000" b="1" dirty="0">
                <a:latin typeface="Times New Roman" panose="02020603050405020304" pitchFamily="18" charset="0"/>
              </a:rPr>
              <a:t>’ 	   </a:t>
            </a:r>
            <a:r>
              <a:rPr lang="en-US" altLang="zh-CN" sz="2000" b="1" dirty="0">
                <a:solidFill>
                  <a:srgbClr val="3333FF"/>
                </a:solidFill>
                <a:latin typeface="Times New Roman" panose="02020603050405020304" pitchFamily="18" charset="0"/>
              </a:rPr>
              <a:t>then</a:t>
            </a:r>
            <a:r>
              <a:rPr lang="en-US" altLang="zh-CN" sz="2000" b="1" dirty="0">
                <a:latin typeface="Times New Roman" panose="02020603050405020304" pitchFamily="18" charset="0"/>
              </a:rPr>
              <a:t> ERROR;</a:t>
            </a:r>
          </a:p>
          <a:p>
            <a:pPr eaLnBrk="1" hangingPunct="1">
              <a:spcBef>
                <a:spcPct val="20000"/>
              </a:spcBef>
              <a:buClr>
                <a:schemeClr val="folHlink"/>
              </a:buClr>
              <a:buSzPct val="60000"/>
              <a:buFont typeface="Wingdings" panose="05000000000000000000" pitchFamily="2" charset="2"/>
              <a:buNone/>
              <a:defRPr/>
            </a:pPr>
            <a:r>
              <a:rPr lang="en-US" altLang="zh-CN" sz="2000" b="1" dirty="0">
                <a:latin typeface="Times New Roman" panose="02020603050405020304" pitchFamily="18" charset="0"/>
              </a:rPr>
              <a:t>	     GETNEXT(TOKEN);</a:t>
            </a:r>
          </a:p>
          <a:p>
            <a:pPr eaLnBrk="1" hangingPunct="1">
              <a:spcBef>
                <a:spcPct val="20000"/>
              </a:spcBef>
              <a:buClr>
                <a:schemeClr val="folHlink"/>
              </a:buClr>
              <a:buSzPct val="60000"/>
              <a:buFont typeface="Wingdings" panose="05000000000000000000" pitchFamily="2" charset="2"/>
              <a:buNone/>
              <a:defRPr/>
            </a:pPr>
            <a:r>
              <a:rPr lang="en-US" altLang="zh-CN" sz="2000" b="1" dirty="0">
                <a:latin typeface="Times New Roman" panose="02020603050405020304" pitchFamily="18" charset="0"/>
              </a:rPr>
              <a:t>	end</a:t>
            </a:r>
          </a:p>
        </p:txBody>
      </p:sp>
      <p:sp>
        <p:nvSpPr>
          <p:cNvPr id="128005" name="Text Box 4">
            <a:extLst>
              <a:ext uri="{FF2B5EF4-FFF2-40B4-BE49-F238E27FC236}">
                <a16:creationId xmlns:a16="http://schemas.microsoft.com/office/drawing/2014/main" id="{91A74D99-C495-4CF0-AD3F-76384D36D4BD}"/>
              </a:ext>
            </a:extLst>
          </p:cNvPr>
          <p:cNvSpPr txBox="1">
            <a:spLocks noChangeArrowheads="1"/>
          </p:cNvSpPr>
          <p:nvPr/>
        </p:nvSpPr>
        <p:spPr bwMode="auto">
          <a:xfrm>
            <a:off x="214313" y="681038"/>
            <a:ext cx="8715375" cy="356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342900" indent="-342900">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800"/>
              </a:lnSpc>
              <a:spcBef>
                <a:spcPct val="20000"/>
              </a:spcBef>
              <a:buClr>
                <a:schemeClr val="tx2"/>
              </a:buClr>
              <a:buSzPct val="75000"/>
            </a:pPr>
            <a:r>
              <a:rPr kumimoji="1" lang="en-US" altLang="zh-CN" b="1">
                <a:latin typeface="Times New Roman" panose="02020603050405020304" pitchFamily="18" charset="0"/>
                <a:ea typeface="楷体_GB2312"/>
                <a:cs typeface="楷体_GB2312"/>
              </a:rPr>
              <a:t>(1) </a:t>
            </a:r>
            <a:r>
              <a:rPr lang="en-US" altLang="zh-CN" b="1">
                <a:latin typeface="Times New Roman" panose="02020603050405020304" pitchFamily="18" charset="0"/>
                <a:ea typeface="楷体_GB2312"/>
                <a:cs typeface="楷体_GB2312"/>
              </a:rPr>
              <a:t>&lt;PROGRAM&gt; </a:t>
            </a:r>
            <a:r>
              <a:rPr kumimoji="1" lang="en-US" altLang="zh-CN" b="1">
                <a:latin typeface="Times New Roman" panose="02020603050405020304" pitchFamily="18" charset="0"/>
                <a:ea typeface="楷体_GB2312"/>
                <a:cs typeface="楷体_GB2312"/>
              </a:rPr>
              <a:t>→ program &lt;DECLIST&gt; :&lt;TYPE&gt; ; &lt;STLIST&gt; end</a:t>
            </a:r>
          </a:p>
          <a:p>
            <a:pPr>
              <a:lnSpc>
                <a:spcPts val="2800"/>
              </a:lnSpc>
              <a:spcBef>
                <a:spcPct val="20000"/>
              </a:spcBef>
              <a:buClr>
                <a:schemeClr val="tx2"/>
              </a:buClr>
              <a:buSzPct val="75000"/>
              <a:buFont typeface="Monotype Sorts"/>
              <a:buNone/>
            </a:pPr>
            <a:r>
              <a:rPr kumimoji="1" lang="en-US" altLang="zh-CN" b="1">
                <a:latin typeface="Times New Roman" panose="02020603050405020304" pitchFamily="18" charset="0"/>
                <a:ea typeface="楷体_GB2312"/>
                <a:cs typeface="楷体_GB2312"/>
              </a:rPr>
              <a:t>(2) </a:t>
            </a:r>
            <a:r>
              <a:rPr lang="en-US" altLang="zh-CN" b="1">
                <a:latin typeface="Times New Roman" panose="02020603050405020304" pitchFamily="18" charset="0"/>
                <a:ea typeface="楷体_GB2312"/>
                <a:cs typeface="楷体_GB2312"/>
              </a:rPr>
              <a:t>&lt;DECLIST&gt; → id &lt;DECLISTN&gt;</a:t>
            </a:r>
          </a:p>
          <a:p>
            <a:pPr eaLnBrk="1" hangingPunct="1">
              <a:lnSpc>
                <a:spcPts val="2800"/>
              </a:lnSpc>
              <a:spcBef>
                <a:spcPct val="20000"/>
              </a:spcBef>
            </a:pPr>
            <a:r>
              <a:rPr kumimoji="1" lang="en-US" altLang="zh-CN" b="1">
                <a:latin typeface="Times New Roman" panose="02020603050405020304" pitchFamily="18" charset="0"/>
                <a:ea typeface="楷体_GB2312"/>
                <a:cs typeface="楷体_GB2312"/>
              </a:rPr>
              <a:t>(3) </a:t>
            </a:r>
            <a:r>
              <a:rPr lang="en-US" altLang="zh-CN" b="1">
                <a:latin typeface="Times New Roman" panose="02020603050405020304" pitchFamily="18" charset="0"/>
                <a:ea typeface="楷体_GB2312"/>
                <a:cs typeface="楷体_GB2312"/>
              </a:rPr>
              <a:t>&lt;DECLISTN&gt; → , id &lt;DECLISTN&gt;</a:t>
            </a:r>
          </a:p>
          <a:p>
            <a:pPr eaLnBrk="1" hangingPunct="1">
              <a:lnSpc>
                <a:spcPts val="2800"/>
              </a:lnSpc>
              <a:spcBef>
                <a:spcPct val="20000"/>
              </a:spcBef>
            </a:pPr>
            <a:r>
              <a:rPr lang="en-US" altLang="zh-CN" b="1">
                <a:latin typeface="Times New Roman" panose="02020603050405020304" pitchFamily="18" charset="0"/>
                <a:ea typeface="楷体_GB2312"/>
                <a:cs typeface="楷体_GB2312"/>
              </a:rPr>
              <a:t>(4) </a:t>
            </a:r>
            <a:r>
              <a:rPr lang="en-US" altLang="zh-CN" b="1">
                <a:latin typeface="Times New Roman" panose="02020603050405020304" pitchFamily="18" charset="0"/>
              </a:rPr>
              <a:t>&lt;DECLISTN&gt; → </a:t>
            </a:r>
            <a:r>
              <a:rPr lang="en-US" altLang="zh-CN" b="1" i="1">
                <a:latin typeface="Times New Roman" panose="02020603050405020304" pitchFamily="18" charset="0"/>
              </a:rPr>
              <a:t>ε</a:t>
            </a:r>
          </a:p>
          <a:p>
            <a:pPr eaLnBrk="1" hangingPunct="1">
              <a:lnSpc>
                <a:spcPts val="2800"/>
              </a:lnSpc>
              <a:spcBef>
                <a:spcPct val="20000"/>
              </a:spcBef>
            </a:pPr>
            <a:r>
              <a:rPr lang="en-US" altLang="zh-CN" b="1">
                <a:latin typeface="Times New Roman" panose="02020603050405020304" pitchFamily="18" charset="0"/>
                <a:ea typeface="楷体_GB2312"/>
                <a:cs typeface="楷体_GB2312"/>
              </a:rPr>
              <a:t>(5) &lt;STLIST&gt; → s &lt;STLISTN&gt;</a:t>
            </a:r>
          </a:p>
          <a:p>
            <a:pPr eaLnBrk="1" hangingPunct="1">
              <a:lnSpc>
                <a:spcPts val="2800"/>
              </a:lnSpc>
              <a:spcBef>
                <a:spcPct val="20000"/>
              </a:spcBef>
            </a:pPr>
            <a:r>
              <a:rPr lang="en-US" altLang="zh-CN" b="1">
                <a:latin typeface="Times New Roman" panose="02020603050405020304" pitchFamily="18" charset="0"/>
                <a:ea typeface="楷体_GB2312"/>
                <a:cs typeface="楷体_GB2312"/>
              </a:rPr>
              <a:t>(6) &lt;STLISTN&gt; → ; s &lt;STLISTN&gt;</a:t>
            </a:r>
          </a:p>
          <a:p>
            <a:pPr eaLnBrk="1" hangingPunct="1">
              <a:lnSpc>
                <a:spcPts val="2800"/>
              </a:lnSpc>
            </a:pPr>
            <a:r>
              <a:rPr lang="en-US" altLang="zh-CN" b="1">
                <a:latin typeface="Times New Roman" panose="02020603050405020304" pitchFamily="18" charset="0"/>
                <a:ea typeface="楷体_GB2312"/>
                <a:cs typeface="楷体_GB2312"/>
              </a:rPr>
              <a:t>(7)</a:t>
            </a:r>
            <a:r>
              <a:rPr lang="en-US" altLang="zh-CN" b="1">
                <a:latin typeface="Times New Roman" panose="02020603050405020304" pitchFamily="18" charset="0"/>
              </a:rPr>
              <a:t> &lt;STLISTN&gt; → </a:t>
            </a:r>
            <a:r>
              <a:rPr lang="en-US" altLang="zh-CN" b="1" i="1">
                <a:latin typeface="Times New Roman" panose="02020603050405020304" pitchFamily="18" charset="0"/>
              </a:rPr>
              <a:t>ε</a:t>
            </a:r>
          </a:p>
          <a:p>
            <a:pPr eaLnBrk="1" hangingPunct="1">
              <a:lnSpc>
                <a:spcPts val="2800"/>
              </a:lnSpc>
            </a:pPr>
            <a:r>
              <a:rPr lang="en-US" altLang="zh-CN" b="1">
                <a:solidFill>
                  <a:srgbClr val="2D83F4"/>
                </a:solidFill>
                <a:latin typeface="Times New Roman" panose="02020603050405020304" pitchFamily="18" charset="0"/>
              </a:rPr>
              <a:t>(8)</a:t>
            </a:r>
            <a:r>
              <a:rPr lang="en-US" altLang="zh-CN" b="1">
                <a:solidFill>
                  <a:srgbClr val="2D83F4"/>
                </a:solidFill>
                <a:latin typeface="Times New Roman" panose="02020603050405020304" pitchFamily="18" charset="0"/>
                <a:ea typeface="楷体_GB2312"/>
                <a:cs typeface="楷体_GB2312"/>
              </a:rPr>
              <a:t> &lt;TYPE&gt; → real</a:t>
            </a:r>
          </a:p>
          <a:p>
            <a:pPr eaLnBrk="1" hangingPunct="1">
              <a:lnSpc>
                <a:spcPts val="2800"/>
              </a:lnSpc>
            </a:pPr>
            <a:r>
              <a:rPr lang="en-US" altLang="zh-CN" b="1">
                <a:solidFill>
                  <a:srgbClr val="2D83F4"/>
                </a:solidFill>
                <a:latin typeface="Times New Roman" panose="02020603050405020304" pitchFamily="18" charset="0"/>
              </a:rPr>
              <a:t>(9) &lt;TYPE&gt; → int</a:t>
            </a:r>
          </a:p>
        </p:txBody>
      </p:sp>
      <p:sp>
        <p:nvSpPr>
          <p:cNvPr id="6" name="Rectangle 2">
            <a:extLst>
              <a:ext uri="{FF2B5EF4-FFF2-40B4-BE49-F238E27FC236}">
                <a16:creationId xmlns:a16="http://schemas.microsoft.com/office/drawing/2014/main" id="{25AFCDAA-79E8-4F25-AB86-6DD38454F82E}"/>
              </a:ext>
            </a:extLst>
          </p:cNvPr>
          <p:cNvSpPr>
            <a:spLocks noGrp="1" noChangeArrowheads="1"/>
          </p:cNvSpPr>
          <p:nvPr>
            <p:ph type="title"/>
          </p:nvPr>
        </p:nvSpPr>
        <p:spPr>
          <a:xfrm>
            <a:off x="755650" y="268288"/>
            <a:ext cx="6985000" cy="373062"/>
          </a:xfrm>
        </p:spPr>
        <p:txBody>
          <a:bodyPr/>
          <a:lstStyle/>
          <a:p>
            <a:pPr eaLnBrk="1" hangingPunct="1"/>
            <a:r>
              <a:rPr lang="zh-CN" altLang="en-US" sz="3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例：假设已构建了预测分析表</a:t>
            </a:r>
          </a:p>
        </p:txBody>
      </p:sp>
      <p:sp>
        <p:nvSpPr>
          <p:cNvPr id="3" name="灯片编号占位符 2">
            <a:extLst>
              <a:ext uri="{FF2B5EF4-FFF2-40B4-BE49-F238E27FC236}">
                <a16:creationId xmlns:a16="http://schemas.microsoft.com/office/drawing/2014/main" id="{AB547C3C-178B-47F7-BA4C-029D5D35BD87}"/>
              </a:ext>
            </a:extLst>
          </p:cNvPr>
          <p:cNvSpPr>
            <a:spLocks noGrp="1"/>
          </p:cNvSpPr>
          <p:nvPr>
            <p:ph type="sldNum" sz="quarter" idx="12"/>
          </p:nvPr>
        </p:nvSpPr>
        <p:spPr/>
        <p:txBody>
          <a:bodyPr/>
          <a:lstStyle/>
          <a:p>
            <a:pPr>
              <a:defRPr/>
            </a:pPr>
            <a:fld id="{EA567855-7F13-4FC5-AD61-2B82F6443E16}" type="slidenum">
              <a:rPr lang="zh-CN" altLang="en-US" smtClean="0"/>
              <a:pPr>
                <a:defRPr/>
              </a:pPr>
              <a:t>57</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grpId="0" nodeType="withEffect">
                                  <p:stCondLst>
                                    <p:cond delay="0"/>
                                  </p:stCondLst>
                                  <p:childTnLst>
                                    <p:set>
                                      <p:cBhvr>
                                        <p:cTn id="6" dur="1" fill="hold">
                                          <p:stCondLst>
                                            <p:cond delay="0"/>
                                          </p:stCondLst>
                                        </p:cTn>
                                        <p:tgtEl>
                                          <p:spTgt spid="72709"/>
                                        </p:tgtEl>
                                        <p:attrNameLst>
                                          <p:attrName>style.visibility</p:attrName>
                                        </p:attrNameLst>
                                      </p:cBhvr>
                                      <p:to>
                                        <p:strVal val="visible"/>
                                      </p:to>
                                    </p:set>
                                    <p:anim calcmode="lin" valueType="num">
                                      <p:cBhvr>
                                        <p:cTn id="7" dur="500" fill="hold"/>
                                        <p:tgtEl>
                                          <p:spTgt spid="72709"/>
                                        </p:tgtEl>
                                        <p:attrNameLst>
                                          <p:attrName>ppt_w</p:attrName>
                                        </p:attrNameLst>
                                      </p:cBhvr>
                                      <p:tavLst>
                                        <p:tav tm="0">
                                          <p:val>
                                            <p:fltVal val="0"/>
                                          </p:val>
                                        </p:tav>
                                        <p:tav tm="100000">
                                          <p:val>
                                            <p:strVal val="#ppt_w"/>
                                          </p:val>
                                        </p:tav>
                                      </p:tavLst>
                                    </p:anim>
                                    <p:anim calcmode="lin" valueType="num">
                                      <p:cBhvr>
                                        <p:cTn id="8" dur="500" fill="hold"/>
                                        <p:tgtEl>
                                          <p:spTgt spid="72709"/>
                                        </p:tgtEl>
                                        <p:attrNameLst>
                                          <p:attrName>ppt_h</p:attrName>
                                        </p:attrNameLst>
                                      </p:cBhvr>
                                      <p:tavLst>
                                        <p:tav tm="0">
                                          <p:val>
                                            <p:fltVal val="0"/>
                                          </p:val>
                                        </p:tav>
                                        <p:tav tm="100000">
                                          <p:val>
                                            <p:strVal val="#ppt_h"/>
                                          </p:val>
                                        </p:tav>
                                      </p:tavLst>
                                    </p:anim>
                                    <p:animEffect transition="in" filter="fade">
                                      <p:cBhvr>
                                        <p:cTn id="9" dur="500"/>
                                        <p:tgtEl>
                                          <p:spTgt spid="727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9"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内容占位符 2">
            <a:extLst>
              <a:ext uri="{FF2B5EF4-FFF2-40B4-BE49-F238E27FC236}">
                <a16:creationId xmlns:a16="http://schemas.microsoft.com/office/drawing/2014/main" id="{0702F393-980C-4658-9A50-31FDE8461700}"/>
              </a:ext>
            </a:extLst>
          </p:cNvPr>
          <p:cNvSpPr>
            <a:spLocks noGrp="1"/>
          </p:cNvSpPr>
          <p:nvPr>
            <p:ph idx="1"/>
          </p:nvPr>
        </p:nvSpPr>
        <p:spPr>
          <a:xfrm>
            <a:off x="430213" y="742950"/>
            <a:ext cx="8462267" cy="757436"/>
          </a:xfrm>
        </p:spPr>
        <p:txBody>
          <a:bodyPr/>
          <a:lstStyle/>
          <a:p>
            <a:pPr eaLnBrk="1" hangingPunct="1">
              <a:defRPr/>
            </a:pPr>
            <a:r>
              <a:rPr lang="zh-CN" altLang="en-US" b="1" dirty="0">
                <a:solidFill>
                  <a:schemeClr val="tx1"/>
                </a:solidFill>
              </a:rPr>
              <a:t>非递归的预测分析模拟最左推导过程，根据预测分析表构造一个</a:t>
            </a:r>
            <a:r>
              <a:rPr lang="zh-CN" altLang="en-US" b="1" dirty="0">
                <a:solidFill>
                  <a:schemeClr val="tx2">
                    <a:lumMod val="60000"/>
                    <a:lumOff val="40000"/>
                  </a:schemeClr>
                </a:solidFill>
              </a:rPr>
              <a:t>自动机</a:t>
            </a:r>
            <a:r>
              <a:rPr lang="zh-CN" altLang="en-US" b="1" dirty="0">
                <a:solidFill>
                  <a:schemeClr val="tx1"/>
                </a:solidFill>
              </a:rPr>
              <a:t>，并</a:t>
            </a:r>
            <a:r>
              <a:rPr lang="zh-CN" altLang="en-US" dirty="0"/>
              <a:t>显式维护一个栈，也</a:t>
            </a:r>
            <a:r>
              <a:rPr lang="zh-CN" altLang="en-US" b="1" dirty="0">
                <a:solidFill>
                  <a:schemeClr val="tx1"/>
                </a:solidFill>
              </a:rPr>
              <a:t>叫</a:t>
            </a:r>
            <a:r>
              <a:rPr lang="zh-CN" altLang="en-US" b="1" dirty="0">
                <a:solidFill>
                  <a:srgbClr val="FF0000"/>
                </a:solidFill>
              </a:rPr>
              <a:t>表驱动的预测分析。</a:t>
            </a:r>
          </a:p>
        </p:txBody>
      </p:sp>
      <p:sp>
        <p:nvSpPr>
          <p:cNvPr id="66563" name="标题 1">
            <a:extLst>
              <a:ext uri="{FF2B5EF4-FFF2-40B4-BE49-F238E27FC236}">
                <a16:creationId xmlns:a16="http://schemas.microsoft.com/office/drawing/2014/main" id="{3AB05629-63F2-47B2-9E7B-59610336D88A}"/>
              </a:ext>
            </a:extLst>
          </p:cNvPr>
          <p:cNvSpPr>
            <a:spLocks noGrp="1"/>
          </p:cNvSpPr>
          <p:nvPr>
            <p:ph type="title"/>
          </p:nvPr>
        </p:nvSpPr>
        <p:spPr>
          <a:xfrm>
            <a:off x="755650" y="268288"/>
            <a:ext cx="7931150" cy="358775"/>
          </a:xfrm>
        </p:spPr>
        <p:txBody>
          <a:bodyPr/>
          <a:lstStyle/>
          <a:p>
            <a:pPr eaLnBrk="1" hangingPunct="1">
              <a:defRPr/>
            </a:pPr>
            <a:r>
              <a:rPr lang="en-US" altLang="zh-CN" sz="3000" spc="300" dirty="0">
                <a:solidFill>
                  <a:schemeClr val="tx1"/>
                </a:solidFill>
                <a:latin typeface="微软雅黑" pitchFamily="34" charset="-122"/>
                <a:ea typeface="微软雅黑" pitchFamily="34" charset="-122"/>
                <a:cs typeface="Times New Roman" pitchFamily="18" charset="0"/>
              </a:rPr>
              <a:t>4.2.3 </a:t>
            </a:r>
            <a:r>
              <a:rPr lang="zh-CN" altLang="en-US" sz="3000" spc="300" dirty="0">
                <a:solidFill>
                  <a:schemeClr val="tx1"/>
                </a:solidFill>
                <a:latin typeface="微软雅黑" pitchFamily="34" charset="-122"/>
                <a:ea typeface="微软雅黑" pitchFamily="34" charset="-122"/>
                <a:cs typeface="Times New Roman" pitchFamily="18" charset="0"/>
              </a:rPr>
              <a:t>非递归的预测分析法</a:t>
            </a:r>
          </a:p>
        </p:txBody>
      </p:sp>
      <p:grpSp>
        <p:nvGrpSpPr>
          <p:cNvPr id="4" name="组合 66571">
            <a:extLst>
              <a:ext uri="{FF2B5EF4-FFF2-40B4-BE49-F238E27FC236}">
                <a16:creationId xmlns:a16="http://schemas.microsoft.com/office/drawing/2014/main" id="{422804FD-90A5-4C28-8876-B4BE8A6F95B9}"/>
              </a:ext>
            </a:extLst>
          </p:cNvPr>
          <p:cNvGrpSpPr>
            <a:grpSpLocks/>
          </p:cNvGrpSpPr>
          <p:nvPr/>
        </p:nvGrpSpPr>
        <p:grpSpPr bwMode="auto">
          <a:xfrm>
            <a:off x="3995937" y="1597124"/>
            <a:ext cx="4968552" cy="3350890"/>
            <a:chOff x="1823423" y="1707779"/>
            <a:chExt cx="4910456" cy="3349726"/>
          </a:xfrm>
        </p:grpSpPr>
        <p:sp>
          <p:nvSpPr>
            <p:cNvPr id="2" name="矩形 1">
              <a:extLst>
                <a:ext uri="{FF2B5EF4-FFF2-40B4-BE49-F238E27FC236}">
                  <a16:creationId xmlns:a16="http://schemas.microsoft.com/office/drawing/2014/main" id="{0124E27F-0E9E-4687-AC83-05CE246FF536}"/>
                </a:ext>
              </a:extLst>
            </p:cNvPr>
            <p:cNvSpPr/>
            <p:nvPr/>
          </p:nvSpPr>
          <p:spPr>
            <a:xfrm>
              <a:off x="1823423" y="1707779"/>
              <a:ext cx="4910456" cy="3349726"/>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9032" name="TextBox 10">
              <a:extLst>
                <a:ext uri="{FF2B5EF4-FFF2-40B4-BE49-F238E27FC236}">
                  <a16:creationId xmlns:a16="http://schemas.microsoft.com/office/drawing/2014/main" id="{09AC85E3-DBB3-4807-9331-FB3BBE8C8FBF}"/>
                </a:ext>
              </a:extLst>
            </p:cNvPr>
            <p:cNvSpPr txBox="1">
              <a:spLocks noChangeArrowheads="1"/>
            </p:cNvSpPr>
            <p:nvPr/>
          </p:nvSpPr>
          <p:spPr bwMode="auto">
            <a:xfrm>
              <a:off x="3371031" y="2236159"/>
              <a:ext cx="2880320" cy="355097"/>
            </a:xfrm>
            <a:prstGeom prst="rect">
              <a:avLst/>
            </a:prstGeom>
            <a:solidFill>
              <a:schemeClr val="bg1"/>
            </a:solidFill>
            <a:ln w="12700">
              <a:solidFill>
                <a:schemeClr val="tx1"/>
              </a:solidFill>
              <a:miter lim="800000"/>
              <a:headEnd/>
              <a:tailEnd/>
            </a:ln>
          </p:spPr>
          <p:txBody>
            <a:bodyPr anchor="b" anchorCtr="0">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r">
                <a:lnSpc>
                  <a:spcPts val="2000"/>
                </a:lnSpc>
                <a:spcBef>
                  <a:spcPts val="0"/>
                </a:spcBef>
              </a:pPr>
              <a:r>
                <a:rPr lang="en-US" altLang="zh-CN" sz="2400" i="1" dirty="0">
                  <a:latin typeface="Times New Roman" panose="02020603050405020304" pitchFamily="18" charset="0"/>
                  <a:cs typeface="Times New Roman" panose="02020603050405020304" pitchFamily="18" charset="0"/>
                </a:rPr>
                <a:t>id</a:t>
              </a:r>
              <a:r>
                <a:rPr lang="zh-CN" altLang="en-US" sz="2400" i="1" dirty="0">
                  <a:latin typeface="Times New Roman" panose="02020603050405020304" pitchFamily="18" charset="0"/>
                  <a:cs typeface="Times New Roman" panose="02020603050405020304" pitchFamily="18" charset="0"/>
                </a:rPr>
                <a:t>  </a:t>
              </a:r>
              <a:r>
                <a:rPr lang="en-US" altLang="zh-CN" sz="2400" i="1" dirty="0">
                  <a:latin typeface="Times New Roman" panose="02020603050405020304" pitchFamily="18" charset="0"/>
                  <a:cs typeface="Times New Roman" panose="02020603050405020304" pitchFamily="18" charset="0"/>
                </a:rPr>
                <a:t>+  id  *  id   </a:t>
              </a:r>
              <a:r>
                <a:rPr lang="en-US" altLang="zh-CN" sz="2400" b="1" dirty="0">
                  <a:latin typeface="Times New Roman" panose="02020603050405020304" pitchFamily="18" charset="0"/>
                  <a:cs typeface="Times New Roman" panose="02020603050405020304" pitchFamily="18" charset="0"/>
                </a:rPr>
                <a:t>$  </a:t>
              </a:r>
              <a:endParaRPr lang="zh-CN" altLang="en-US" sz="2400" b="1" dirty="0"/>
            </a:p>
          </p:txBody>
        </p:sp>
        <p:cxnSp>
          <p:nvCxnSpPr>
            <p:cNvPr id="18" name="直接连接符 17">
              <a:extLst>
                <a:ext uri="{FF2B5EF4-FFF2-40B4-BE49-F238E27FC236}">
                  <a16:creationId xmlns:a16="http://schemas.microsoft.com/office/drawing/2014/main" id="{318B61C4-6B55-46E7-9C2D-64F9064C359F}"/>
                </a:ext>
              </a:extLst>
            </p:cNvPr>
            <p:cNvCxnSpPr/>
            <p:nvPr/>
          </p:nvCxnSpPr>
          <p:spPr bwMode="auto">
            <a:xfrm rot="-360000" flipV="1">
              <a:off x="4563994" y="2732625"/>
              <a:ext cx="320743" cy="37452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C4812556-2228-43EA-9166-366E8E9004FA}"/>
                </a:ext>
              </a:extLst>
            </p:cNvPr>
            <p:cNvSpPr txBox="1"/>
            <p:nvPr/>
          </p:nvSpPr>
          <p:spPr bwMode="auto">
            <a:xfrm>
              <a:off x="3957440" y="3107145"/>
              <a:ext cx="1213107" cy="707779"/>
            </a:xfrm>
            <a:prstGeom prst="rect">
              <a:avLst/>
            </a:prstGeom>
            <a:solidFill>
              <a:schemeClr val="accent2">
                <a:lumMod val="20000"/>
                <a:lumOff val="80000"/>
              </a:schemeClr>
            </a:solidFill>
            <a:ln w="12700">
              <a:solidFill>
                <a:schemeClr val="tx1"/>
              </a:solidFill>
            </a:ln>
          </p:spPr>
          <p:txBody>
            <a:bodyPr anchor="ctr">
              <a:spAutoFit/>
            </a:bodyPr>
            <a:lstStyle/>
            <a:p>
              <a:pPr algn="ctr">
                <a:defRPr/>
              </a:pPr>
              <a:r>
                <a:rPr lang="zh-CN" altLang="en-US" sz="2000" b="1" dirty="0">
                  <a:latin typeface="+mn-ea"/>
                  <a:ea typeface="+mn-ea"/>
                </a:rPr>
                <a:t>预测分析程序</a:t>
              </a:r>
            </a:p>
          </p:txBody>
        </p:sp>
        <p:sp>
          <p:nvSpPr>
            <p:cNvPr id="9" name="TextBox 8">
              <a:extLst>
                <a:ext uri="{FF2B5EF4-FFF2-40B4-BE49-F238E27FC236}">
                  <a16:creationId xmlns:a16="http://schemas.microsoft.com/office/drawing/2014/main" id="{C1E68DF6-0A86-4C6C-94E0-6D64E6C603A6}"/>
                </a:ext>
              </a:extLst>
            </p:cNvPr>
            <p:cNvSpPr txBox="1"/>
            <p:nvPr/>
          </p:nvSpPr>
          <p:spPr bwMode="auto">
            <a:xfrm>
              <a:off x="2412476" y="2212106"/>
              <a:ext cx="1070201" cy="399911"/>
            </a:xfrm>
            <a:prstGeom prst="rect">
              <a:avLst/>
            </a:prstGeom>
            <a:noFill/>
            <a:ln w="12700">
              <a:noFill/>
            </a:ln>
          </p:spPr>
          <p:txBody>
            <a:bodyPr anchor="ctr">
              <a:spAutoFit/>
            </a:bodyPr>
            <a:lstStyle/>
            <a:p>
              <a:pPr algn="ctr">
                <a:defRPr/>
              </a:pPr>
              <a:r>
                <a:rPr lang="zh-CN" altLang="en-US" sz="2000" b="1" dirty="0">
                  <a:latin typeface="+mn-ea"/>
                  <a:ea typeface="+mn-ea"/>
                </a:rPr>
                <a:t>输入</a:t>
              </a:r>
            </a:p>
          </p:txBody>
        </p:sp>
        <p:sp>
          <p:nvSpPr>
            <p:cNvPr id="27" name="等腰三角形 26">
              <a:extLst>
                <a:ext uri="{FF2B5EF4-FFF2-40B4-BE49-F238E27FC236}">
                  <a16:creationId xmlns:a16="http://schemas.microsoft.com/office/drawing/2014/main" id="{7AC899D1-F9C3-40AC-AF6C-CB26E894ADE9}"/>
                </a:ext>
              </a:extLst>
            </p:cNvPr>
            <p:cNvSpPr/>
            <p:nvPr/>
          </p:nvSpPr>
          <p:spPr bwMode="auto">
            <a:xfrm rot="2100000">
              <a:off x="4802372" y="2577104"/>
              <a:ext cx="134967" cy="263433"/>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8" name="TextBox 27">
              <a:extLst>
                <a:ext uri="{FF2B5EF4-FFF2-40B4-BE49-F238E27FC236}">
                  <a16:creationId xmlns:a16="http://schemas.microsoft.com/office/drawing/2014/main" id="{F71A97B9-E1F8-457C-B5F7-1C3FEC0E6CED}"/>
                </a:ext>
              </a:extLst>
            </p:cNvPr>
            <p:cNvSpPr txBox="1"/>
            <p:nvPr/>
          </p:nvSpPr>
          <p:spPr bwMode="auto">
            <a:xfrm>
              <a:off x="3957440" y="4167226"/>
              <a:ext cx="1213107" cy="709366"/>
            </a:xfrm>
            <a:prstGeom prst="rect">
              <a:avLst/>
            </a:prstGeom>
            <a:solidFill>
              <a:schemeClr val="accent5">
                <a:lumMod val="20000"/>
                <a:lumOff val="80000"/>
              </a:schemeClr>
            </a:solidFill>
            <a:ln w="12700">
              <a:solidFill>
                <a:schemeClr val="tx1"/>
              </a:solidFill>
            </a:ln>
          </p:spPr>
          <p:txBody>
            <a:bodyPr anchor="ctr">
              <a:spAutoFit/>
            </a:bodyPr>
            <a:lstStyle/>
            <a:p>
              <a:pPr algn="ctr">
                <a:defRPr/>
              </a:pPr>
              <a:r>
                <a:rPr lang="zh-CN" altLang="en-US" sz="2000" b="1" dirty="0">
                  <a:latin typeface="+mn-ea"/>
                  <a:ea typeface="+mn-ea"/>
                </a:rPr>
                <a:t>预测</a:t>
              </a:r>
              <a:endParaRPr lang="en-US" altLang="zh-CN" sz="2000" b="1" dirty="0">
                <a:latin typeface="+mn-ea"/>
                <a:ea typeface="+mn-ea"/>
              </a:endParaRPr>
            </a:p>
            <a:p>
              <a:pPr algn="ctr">
                <a:defRPr/>
              </a:pPr>
              <a:r>
                <a:rPr lang="zh-CN" altLang="en-US" sz="2000" b="1" dirty="0">
                  <a:latin typeface="+mn-ea"/>
                  <a:ea typeface="+mn-ea"/>
                </a:rPr>
                <a:t>分析表</a:t>
              </a:r>
              <a:r>
                <a:rPr lang="en-US" altLang="zh-CN" sz="2000" b="1" dirty="0">
                  <a:latin typeface="+mn-ea"/>
                  <a:ea typeface="+mn-ea"/>
                </a:rPr>
                <a:t>M</a:t>
              </a:r>
              <a:endParaRPr lang="zh-CN" altLang="en-US" sz="2000" b="1" dirty="0">
                <a:latin typeface="+mn-ea"/>
                <a:ea typeface="+mn-ea"/>
              </a:endParaRPr>
            </a:p>
          </p:txBody>
        </p:sp>
        <p:cxnSp>
          <p:nvCxnSpPr>
            <p:cNvPr id="29" name="直接连接符 28">
              <a:extLst>
                <a:ext uri="{FF2B5EF4-FFF2-40B4-BE49-F238E27FC236}">
                  <a16:creationId xmlns:a16="http://schemas.microsoft.com/office/drawing/2014/main" id="{E6865383-12E0-46FE-A0F7-F562864CA1BC}"/>
                </a:ext>
              </a:extLst>
            </p:cNvPr>
            <p:cNvCxnSpPr>
              <a:cxnSpLocks/>
              <a:stCxn id="21" idx="2"/>
              <a:endCxn id="28" idx="0"/>
            </p:cNvCxnSpPr>
            <p:nvPr/>
          </p:nvCxnSpPr>
          <p:spPr bwMode="auto">
            <a:xfrm>
              <a:off x="4563993" y="3814924"/>
              <a:ext cx="0" cy="3523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等腰三角形 31">
              <a:extLst>
                <a:ext uri="{FF2B5EF4-FFF2-40B4-BE49-F238E27FC236}">
                  <a16:creationId xmlns:a16="http://schemas.microsoft.com/office/drawing/2014/main" id="{D4DD2953-1559-410C-BA6B-9C39BB00ED9B}"/>
                </a:ext>
              </a:extLst>
            </p:cNvPr>
            <p:cNvSpPr/>
            <p:nvPr/>
          </p:nvSpPr>
          <p:spPr bwMode="auto">
            <a:xfrm rot="10800000">
              <a:off x="4502687" y="4023996"/>
              <a:ext cx="134966" cy="142825"/>
            </a:xfrm>
            <a:prstGeom prst="triangle">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cxnSp>
          <p:nvCxnSpPr>
            <p:cNvPr id="33" name="直接连接符 32">
              <a:extLst>
                <a:ext uri="{FF2B5EF4-FFF2-40B4-BE49-F238E27FC236}">
                  <a16:creationId xmlns:a16="http://schemas.microsoft.com/office/drawing/2014/main" id="{772E9C09-8856-47B9-937E-A0E96EA5086F}"/>
                </a:ext>
              </a:extLst>
            </p:cNvPr>
            <p:cNvCxnSpPr>
              <a:cxnSpLocks/>
            </p:cNvCxnSpPr>
            <p:nvPr/>
          </p:nvCxnSpPr>
          <p:spPr bwMode="auto">
            <a:xfrm>
              <a:off x="5170547" y="3478491"/>
              <a:ext cx="72087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5075CEC2-3C02-477A-B02C-8C7864556269}"/>
                </a:ext>
              </a:extLst>
            </p:cNvPr>
            <p:cNvCxnSpPr>
              <a:cxnSpLocks/>
            </p:cNvCxnSpPr>
            <p:nvPr/>
          </p:nvCxnSpPr>
          <p:spPr bwMode="auto">
            <a:xfrm>
              <a:off x="3239113" y="3488012"/>
              <a:ext cx="71832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等腰三角形 35">
              <a:extLst>
                <a:ext uri="{FF2B5EF4-FFF2-40B4-BE49-F238E27FC236}">
                  <a16:creationId xmlns:a16="http://schemas.microsoft.com/office/drawing/2014/main" id="{B74E448F-9888-4A53-8D3C-ED5A9E78B811}"/>
                </a:ext>
              </a:extLst>
            </p:cNvPr>
            <p:cNvSpPr/>
            <p:nvPr/>
          </p:nvSpPr>
          <p:spPr bwMode="auto">
            <a:xfrm rot="5400000">
              <a:off x="5877543" y="3349081"/>
              <a:ext cx="134890" cy="263581"/>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7" name="等腰三角形 36">
              <a:extLst>
                <a:ext uri="{FF2B5EF4-FFF2-40B4-BE49-F238E27FC236}">
                  <a16:creationId xmlns:a16="http://schemas.microsoft.com/office/drawing/2014/main" id="{73C2285E-C78A-49D5-9DE7-64B7F8272F32}"/>
                </a:ext>
              </a:extLst>
            </p:cNvPr>
            <p:cNvSpPr/>
            <p:nvPr/>
          </p:nvSpPr>
          <p:spPr bwMode="auto">
            <a:xfrm rot="16200000">
              <a:off x="3113422" y="3360189"/>
              <a:ext cx="134891" cy="263581"/>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8" name="TextBox 37">
              <a:extLst>
                <a:ext uri="{FF2B5EF4-FFF2-40B4-BE49-F238E27FC236}">
                  <a16:creationId xmlns:a16="http://schemas.microsoft.com/office/drawing/2014/main" id="{368551A5-A3C3-435C-BAEB-9296135BC49D}"/>
                </a:ext>
              </a:extLst>
            </p:cNvPr>
            <p:cNvSpPr txBox="1"/>
            <p:nvPr/>
          </p:nvSpPr>
          <p:spPr bwMode="auto">
            <a:xfrm>
              <a:off x="2347545" y="2922571"/>
              <a:ext cx="670932" cy="399911"/>
            </a:xfrm>
            <a:prstGeom prst="rect">
              <a:avLst/>
            </a:prstGeom>
            <a:noFill/>
            <a:ln w="12700">
              <a:noFill/>
            </a:ln>
          </p:spPr>
          <p:txBody>
            <a:bodyPr wrap="square" anchor="ctr">
              <a:spAutoFit/>
            </a:bodyPr>
            <a:lstStyle/>
            <a:p>
              <a:pPr algn="ctr">
                <a:defRPr/>
              </a:pPr>
              <a:r>
                <a:rPr lang="zh-CN" altLang="en-US" sz="2000" b="1" dirty="0">
                  <a:latin typeface="+mn-ea"/>
                  <a:ea typeface="+mn-ea"/>
                </a:rPr>
                <a:t>栈</a:t>
              </a:r>
            </a:p>
          </p:txBody>
        </p:sp>
        <p:sp>
          <p:nvSpPr>
            <p:cNvPr id="39" name="TextBox 38">
              <a:extLst>
                <a:ext uri="{FF2B5EF4-FFF2-40B4-BE49-F238E27FC236}">
                  <a16:creationId xmlns:a16="http://schemas.microsoft.com/office/drawing/2014/main" id="{082B3D71-63B5-4696-BFE3-AB8A514772FF}"/>
                </a:ext>
              </a:extLst>
            </p:cNvPr>
            <p:cNvSpPr txBox="1"/>
            <p:nvPr/>
          </p:nvSpPr>
          <p:spPr bwMode="auto">
            <a:xfrm>
              <a:off x="5960287" y="3258724"/>
              <a:ext cx="773591" cy="399911"/>
            </a:xfrm>
            <a:prstGeom prst="rect">
              <a:avLst/>
            </a:prstGeom>
            <a:noFill/>
            <a:ln w="12700">
              <a:noFill/>
            </a:ln>
          </p:spPr>
          <p:txBody>
            <a:bodyPr wrap="square" anchor="ctr">
              <a:spAutoFit/>
            </a:bodyPr>
            <a:lstStyle/>
            <a:p>
              <a:pPr algn="ctr">
                <a:defRPr/>
              </a:pPr>
              <a:r>
                <a:rPr lang="zh-CN" altLang="en-US" sz="2000" b="1" dirty="0">
                  <a:latin typeface="+mn-ea"/>
                  <a:ea typeface="+mn-ea"/>
                </a:rPr>
                <a:t>输出</a:t>
              </a:r>
            </a:p>
          </p:txBody>
        </p:sp>
        <p:sp>
          <p:nvSpPr>
            <p:cNvPr id="129046" name="TextBox 10">
              <a:extLst>
                <a:ext uri="{FF2B5EF4-FFF2-40B4-BE49-F238E27FC236}">
                  <a16:creationId xmlns:a16="http://schemas.microsoft.com/office/drawing/2014/main" id="{EF68C205-8CFD-4772-A9C7-A012AB262EA2}"/>
                </a:ext>
              </a:extLst>
            </p:cNvPr>
            <p:cNvSpPr txBox="1">
              <a:spLocks noChangeArrowheads="1"/>
            </p:cNvSpPr>
            <p:nvPr/>
          </p:nvSpPr>
          <p:spPr bwMode="auto">
            <a:xfrm>
              <a:off x="2432677" y="3316889"/>
              <a:ext cx="571501" cy="1631125"/>
            </a:xfrm>
            <a:prstGeom prst="rect">
              <a:avLst/>
            </a:prstGeom>
            <a:solidFill>
              <a:schemeClr val="accent2">
                <a:lumMod val="20000"/>
                <a:lumOff val="80000"/>
              </a:schemeClr>
            </a:solidFill>
            <a:ln w="12700">
              <a:solidFill>
                <a:schemeClr val="tx1"/>
              </a:solidFill>
              <a:miter lim="800000"/>
              <a:headEnd/>
              <a:tailEnd/>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a:lnSpc>
                  <a:spcPts val="3000"/>
                </a:lnSpc>
              </a:pPr>
              <a:r>
                <a:rPr lang="en-US" altLang="zh-CN" sz="2000" b="1" i="1">
                  <a:latin typeface="Times New Roman" panose="02020603050405020304" pitchFamily="18" charset="0"/>
                  <a:cs typeface="Times New Roman" panose="02020603050405020304" pitchFamily="18" charset="0"/>
                </a:rPr>
                <a:t>X</a:t>
              </a:r>
            </a:p>
            <a:p>
              <a:pPr algn="ctr">
                <a:lnSpc>
                  <a:spcPts val="3000"/>
                </a:lnSpc>
              </a:pPr>
              <a:r>
                <a:rPr lang="en-US" altLang="zh-CN" sz="2000" b="1" i="1">
                  <a:latin typeface="Times New Roman" panose="02020603050405020304" pitchFamily="18" charset="0"/>
                  <a:cs typeface="Times New Roman" panose="02020603050405020304" pitchFamily="18" charset="0"/>
                </a:rPr>
                <a:t>Y</a:t>
              </a:r>
            </a:p>
            <a:p>
              <a:pPr algn="ctr">
                <a:lnSpc>
                  <a:spcPts val="3000"/>
                </a:lnSpc>
              </a:pPr>
              <a:r>
                <a:rPr lang="en-US" altLang="zh-CN" sz="2000" b="1" i="1">
                  <a:latin typeface="Times New Roman" panose="02020603050405020304" pitchFamily="18" charset="0"/>
                  <a:cs typeface="Times New Roman" panose="02020603050405020304" pitchFamily="18" charset="0"/>
                </a:rPr>
                <a:t>Z</a:t>
              </a:r>
            </a:p>
            <a:p>
              <a:pPr algn="ctr">
                <a:lnSpc>
                  <a:spcPts val="3000"/>
                </a:lnSpc>
              </a:pPr>
              <a:r>
                <a:rPr lang="en-US" altLang="zh-CN" sz="2000" b="1">
                  <a:latin typeface="Times New Roman" panose="02020603050405020304" pitchFamily="18" charset="0"/>
                  <a:cs typeface="Times New Roman" panose="02020603050405020304" pitchFamily="18" charset="0"/>
                </a:rPr>
                <a:t>$</a:t>
              </a:r>
            </a:p>
          </p:txBody>
        </p:sp>
        <p:cxnSp>
          <p:nvCxnSpPr>
            <p:cNvPr id="41" name="直接连接符 40">
              <a:extLst>
                <a:ext uri="{FF2B5EF4-FFF2-40B4-BE49-F238E27FC236}">
                  <a16:creationId xmlns:a16="http://schemas.microsoft.com/office/drawing/2014/main" id="{B5C749F7-F7F7-4F14-B51E-8A13FD53F66F}"/>
                </a:ext>
              </a:extLst>
            </p:cNvPr>
            <p:cNvCxnSpPr/>
            <p:nvPr/>
          </p:nvCxnSpPr>
          <p:spPr bwMode="auto">
            <a:xfrm flipH="1" flipV="1">
              <a:off x="2442860" y="4084705"/>
              <a:ext cx="57162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DB51DC65-4BA0-4242-93DD-8765188CA688}"/>
                </a:ext>
              </a:extLst>
            </p:cNvPr>
            <p:cNvCxnSpPr/>
            <p:nvPr/>
          </p:nvCxnSpPr>
          <p:spPr bwMode="auto">
            <a:xfrm flipH="1" flipV="1">
              <a:off x="2432878" y="3707011"/>
              <a:ext cx="57162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9A3EB34C-DFE5-4B6B-8EAE-C7BF6F064E01}"/>
                </a:ext>
              </a:extLst>
            </p:cNvPr>
            <p:cNvCxnSpPr/>
            <p:nvPr/>
          </p:nvCxnSpPr>
          <p:spPr bwMode="auto">
            <a:xfrm flipH="1" flipV="1">
              <a:off x="2442860" y="4513181"/>
              <a:ext cx="57162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FC24BB49-BA14-4B81-AF53-75206D072811}"/>
                </a:ext>
              </a:extLst>
            </p:cNvPr>
            <p:cNvCxnSpPr/>
            <p:nvPr/>
          </p:nvCxnSpPr>
          <p:spPr bwMode="auto">
            <a:xfrm>
              <a:off x="3730380" y="2234323"/>
              <a:ext cx="0" cy="3554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25147716-073B-45D1-8A61-6953375D3E0A}"/>
                </a:ext>
              </a:extLst>
            </p:cNvPr>
            <p:cNvCxnSpPr/>
            <p:nvPr/>
          </p:nvCxnSpPr>
          <p:spPr bwMode="auto">
            <a:xfrm>
              <a:off x="4090818" y="2247019"/>
              <a:ext cx="0" cy="3554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A92407EB-E33F-465E-BBB6-64803F23839C}"/>
                </a:ext>
              </a:extLst>
            </p:cNvPr>
            <p:cNvCxnSpPr/>
            <p:nvPr/>
          </p:nvCxnSpPr>
          <p:spPr bwMode="auto">
            <a:xfrm>
              <a:off x="4451258" y="2229563"/>
              <a:ext cx="0" cy="3570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99BF7AB8-27A2-484F-8093-2CC725FB0C55}"/>
                </a:ext>
              </a:extLst>
            </p:cNvPr>
            <p:cNvCxnSpPr/>
            <p:nvPr/>
          </p:nvCxnSpPr>
          <p:spPr bwMode="auto">
            <a:xfrm>
              <a:off x="4811696" y="2229563"/>
              <a:ext cx="0" cy="3570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043CEC7E-6447-4976-AF1E-7915A7FE07C5}"/>
                </a:ext>
              </a:extLst>
            </p:cNvPr>
            <p:cNvCxnSpPr/>
            <p:nvPr/>
          </p:nvCxnSpPr>
          <p:spPr bwMode="auto">
            <a:xfrm>
              <a:off x="5170547" y="2256540"/>
              <a:ext cx="0" cy="3554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590F6DB6-EB95-4174-9084-5527BBA958B4}"/>
                </a:ext>
              </a:extLst>
            </p:cNvPr>
            <p:cNvCxnSpPr/>
            <p:nvPr/>
          </p:nvCxnSpPr>
          <p:spPr bwMode="auto">
            <a:xfrm>
              <a:off x="5530986" y="2234323"/>
              <a:ext cx="0" cy="3554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58947430-436D-4FB0-B41A-0812CDE05E3E}"/>
                </a:ext>
              </a:extLst>
            </p:cNvPr>
            <p:cNvCxnSpPr/>
            <p:nvPr/>
          </p:nvCxnSpPr>
          <p:spPr bwMode="auto">
            <a:xfrm>
              <a:off x="5891424" y="2234323"/>
              <a:ext cx="0" cy="3554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矩形 7">
            <a:extLst>
              <a:ext uri="{FF2B5EF4-FFF2-40B4-BE49-F238E27FC236}">
                <a16:creationId xmlns:a16="http://schemas.microsoft.com/office/drawing/2014/main" id="{46466498-B886-406D-A5CF-F313A81CF122}"/>
              </a:ext>
            </a:extLst>
          </p:cNvPr>
          <p:cNvSpPr/>
          <p:nvPr/>
        </p:nvSpPr>
        <p:spPr>
          <a:xfrm>
            <a:off x="107504" y="1616273"/>
            <a:ext cx="3812066" cy="28996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Ø"/>
            </a:pPr>
            <a:r>
              <a:rPr lang="zh-CN" altLang="en-US" sz="2000" b="1" dirty="0">
                <a:solidFill>
                  <a:schemeClr val="tx1"/>
                </a:solidFill>
                <a:latin typeface="Times New Roman" panose="02020603050405020304" pitchFamily="18" charset="0"/>
                <a:cs typeface="Times New Roman" panose="02020603050405020304" pitchFamily="18" charset="0"/>
              </a:rPr>
              <a:t>最左推导过程中的任意句型可以表示为：</a:t>
            </a:r>
            <a:r>
              <a:rPr lang="en-US" altLang="zh-CN" sz="2000" b="1" i="1" dirty="0">
                <a:solidFill>
                  <a:schemeClr val="tx1"/>
                </a:solidFill>
                <a:latin typeface="Times New Roman" panose="02020603050405020304" pitchFamily="18" charset="0"/>
                <a:cs typeface="Times New Roman" panose="02020603050405020304" pitchFamily="18" charset="0"/>
              </a:rPr>
              <a:t>wα </a:t>
            </a:r>
            <a:r>
              <a:rPr lang="zh-CN" altLang="en-US" sz="2000" b="1" dirty="0">
                <a:solidFill>
                  <a:schemeClr val="tx1"/>
                </a:solidFill>
                <a:latin typeface="Times New Roman" panose="02020603050405020304" pitchFamily="18" charset="0"/>
                <a:cs typeface="Times New Roman" panose="02020603050405020304" pitchFamily="18" charset="0"/>
              </a:rPr>
              <a:t>，即：</a:t>
            </a:r>
            <a:endParaRPr lang="en-US" altLang="zh-CN" sz="2000" b="1" dirty="0">
              <a:solidFill>
                <a:schemeClr val="tx1"/>
              </a:solidFill>
              <a:latin typeface="Times New Roman" panose="02020603050405020304" pitchFamily="18" charset="0"/>
              <a:cs typeface="Times New Roman" panose="02020603050405020304" pitchFamily="18" charset="0"/>
            </a:endParaRPr>
          </a:p>
          <a:p>
            <a:pPr algn="ctr"/>
            <a:r>
              <a:rPr lang="en-US" altLang="zh-CN" sz="2000" b="1" i="1" dirty="0">
                <a:solidFill>
                  <a:srgbClr val="FF0000"/>
                </a:solidFill>
                <a:latin typeface="Times New Roman" panose="02020603050405020304" pitchFamily="18" charset="0"/>
                <a:cs typeface="Times New Roman" panose="02020603050405020304" pitchFamily="18" charset="0"/>
              </a:rPr>
              <a:t>S</a:t>
            </a:r>
            <a:r>
              <a:rPr lang="en-US" altLang="zh-CN" sz="2000" b="1" i="1" dirty="0">
                <a:solidFill>
                  <a:srgbClr val="FF0000"/>
                </a:solidFill>
                <a:latin typeface="Times New Roman" panose="02020603050405020304" pitchFamily="18" charset="0"/>
                <a:cs typeface="Times New Roman" panose="02020603050405020304" pitchFamily="18" charset="0"/>
                <a:sym typeface="Symbol" pitchFamily="18" charset="2"/>
              </a:rPr>
              <a:t> </a:t>
            </a:r>
            <a:r>
              <a:rPr lang="en-US" altLang="zh-CN" sz="2000" b="1" dirty="0">
                <a:solidFill>
                  <a:srgbClr val="FF0000"/>
                </a:solidFill>
                <a:latin typeface="Times New Roman" panose="02020603050405020304" pitchFamily="18" charset="0"/>
                <a:cs typeface="Times New Roman" panose="02020603050405020304" pitchFamily="18" charset="0"/>
                <a:sym typeface="Symbol" pitchFamily="18" charset="2"/>
              </a:rPr>
              <a:t></a:t>
            </a:r>
            <a:r>
              <a:rPr lang="en-US" altLang="zh-CN" sz="2000" b="1" baseline="30000" dirty="0">
                <a:solidFill>
                  <a:srgbClr val="FF0000"/>
                </a:solidFill>
                <a:latin typeface="Times New Roman" panose="02020603050405020304" pitchFamily="18" charset="0"/>
                <a:cs typeface="Times New Roman" panose="02020603050405020304" pitchFamily="18" charset="0"/>
              </a:rPr>
              <a:t>*</a:t>
            </a:r>
            <a:r>
              <a:rPr kumimoji="1" lang="en-US" altLang="zh-CN" sz="2000" b="1" i="1" baseline="-25000" dirty="0" err="1">
                <a:solidFill>
                  <a:srgbClr val="FF0000"/>
                </a:solidFill>
                <a:latin typeface="Times New Roman" panose="02020603050405020304" pitchFamily="18" charset="0"/>
                <a:cs typeface="Times New Roman" panose="02020603050405020304" pitchFamily="18" charset="0"/>
              </a:rPr>
              <a:t>lm</a:t>
            </a:r>
            <a:r>
              <a:rPr lang="en-US" altLang="zh-CN" sz="2000" b="1" dirty="0">
                <a:solidFill>
                  <a:srgbClr val="FF0000"/>
                </a:solidFill>
                <a:latin typeface="Times New Roman" panose="02020603050405020304" pitchFamily="18" charset="0"/>
                <a:cs typeface="Times New Roman" panose="02020603050405020304" pitchFamily="18" charset="0"/>
              </a:rPr>
              <a:t> </a:t>
            </a:r>
            <a:r>
              <a:rPr lang="en-US" altLang="zh-CN" sz="2000" b="1" i="1" dirty="0">
                <a:solidFill>
                  <a:srgbClr val="FF0000"/>
                </a:solidFill>
                <a:latin typeface="Times New Roman" panose="02020603050405020304" pitchFamily="18" charset="0"/>
                <a:cs typeface="Times New Roman" panose="02020603050405020304" pitchFamily="18" charset="0"/>
              </a:rPr>
              <a:t>wα</a:t>
            </a:r>
          </a:p>
          <a:p>
            <a:pPr marL="285750" indent="-285750">
              <a:buFont typeface="Wingdings" panose="05000000000000000000" pitchFamily="2" charset="2"/>
              <a:buChar char="Ø"/>
            </a:pPr>
            <a:r>
              <a:rPr lang="en-US" altLang="zh-CN" sz="2000" b="1" i="1" dirty="0">
                <a:solidFill>
                  <a:srgbClr val="0070C0"/>
                </a:solidFill>
                <a:latin typeface="Times New Roman" panose="02020603050405020304" pitchFamily="18" charset="0"/>
                <a:cs typeface="Times New Roman" panose="02020603050405020304" pitchFamily="18" charset="0"/>
              </a:rPr>
              <a:t>w</a:t>
            </a:r>
            <a:r>
              <a:rPr lang="en-US" altLang="zh-CN" sz="2000" b="1" i="1" dirty="0">
                <a:solidFill>
                  <a:schemeClr val="tx1"/>
                </a:solidFill>
                <a:latin typeface="Times New Roman" panose="02020603050405020304" pitchFamily="18" charset="0"/>
                <a:cs typeface="Times New Roman" panose="02020603050405020304" pitchFamily="18" charset="0"/>
              </a:rPr>
              <a:t>:</a:t>
            </a:r>
            <a:r>
              <a:rPr lang="zh-CN" altLang="en-US" sz="2000" b="1" dirty="0">
                <a:solidFill>
                  <a:schemeClr val="tx1"/>
                </a:solidFill>
                <a:latin typeface="Times New Roman" panose="02020603050405020304" pitchFamily="18" charset="0"/>
                <a:cs typeface="Times New Roman" panose="02020603050405020304" pitchFamily="18" charset="0"/>
              </a:rPr>
              <a:t>已经与输入</a:t>
            </a:r>
            <a:r>
              <a:rPr lang="zh-CN" altLang="en-US" sz="2000" b="1" dirty="0">
                <a:solidFill>
                  <a:srgbClr val="0070C0"/>
                </a:solidFill>
                <a:latin typeface="Times New Roman" panose="02020603050405020304" pitchFamily="18" charset="0"/>
                <a:cs typeface="Times New Roman" panose="02020603050405020304" pitchFamily="18" charset="0"/>
              </a:rPr>
              <a:t>匹配完成部分</a:t>
            </a:r>
            <a:endParaRPr lang="en-US" altLang="zh-CN" sz="2000" b="1" dirty="0">
              <a:solidFill>
                <a:schemeClr val="tx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altLang="zh-CN" sz="2000" b="1" i="1" dirty="0">
                <a:solidFill>
                  <a:srgbClr val="0070C0"/>
                </a:solidFill>
                <a:latin typeface="Times New Roman" panose="02020603050405020304" pitchFamily="18" charset="0"/>
                <a:cs typeface="Times New Roman" panose="02020603050405020304" pitchFamily="18" charset="0"/>
              </a:rPr>
              <a:t>α:</a:t>
            </a:r>
            <a:r>
              <a:rPr lang="zh-CN" altLang="en-US" sz="2000" b="1" dirty="0">
                <a:solidFill>
                  <a:srgbClr val="0070C0"/>
                </a:solidFill>
                <a:latin typeface="Times New Roman" panose="02020603050405020304" pitchFamily="18" charset="0"/>
                <a:cs typeface="Times New Roman" panose="02020603050405020304" pitchFamily="18" charset="0"/>
              </a:rPr>
              <a:t>待分析</a:t>
            </a:r>
            <a:r>
              <a:rPr lang="zh-CN" altLang="en-US" sz="2000" b="1" dirty="0">
                <a:solidFill>
                  <a:schemeClr val="tx1"/>
                </a:solidFill>
                <a:latin typeface="Times New Roman" panose="02020603050405020304" pitchFamily="18" charset="0"/>
                <a:cs typeface="Times New Roman" panose="02020603050405020304" pitchFamily="18" charset="0"/>
              </a:rPr>
              <a:t>部分</a:t>
            </a:r>
            <a:r>
              <a:rPr lang="en-US" altLang="zh-CN" sz="2000" b="1" dirty="0">
                <a:solidFill>
                  <a:schemeClr val="tx1"/>
                </a:solidFill>
                <a:latin typeface="Times New Roman" panose="02020603050405020304" pitchFamily="18" charset="0"/>
                <a:cs typeface="Times New Roman" panose="02020603050405020304" pitchFamily="18" charset="0"/>
              </a:rPr>
              <a:t>, </a:t>
            </a:r>
            <a:r>
              <a:rPr lang="zh-CN" altLang="en-US" sz="2000" b="1" dirty="0">
                <a:solidFill>
                  <a:schemeClr val="tx1"/>
                </a:solidFill>
                <a:latin typeface="Times New Roman" panose="02020603050405020304" pitchFamily="18" charset="0"/>
                <a:cs typeface="Times New Roman" panose="02020603050405020304" pitchFamily="18" charset="0"/>
              </a:rPr>
              <a:t>存储</a:t>
            </a:r>
            <a:r>
              <a:rPr lang="zh-CN" altLang="en-US" sz="2000" b="1" dirty="0">
                <a:solidFill>
                  <a:srgbClr val="0070C0"/>
                </a:solidFill>
                <a:latin typeface="Times New Roman" panose="02020603050405020304" pitchFamily="18" charset="0"/>
                <a:cs typeface="Times New Roman" panose="02020603050405020304" pitchFamily="18" charset="0"/>
              </a:rPr>
              <a:t>在栈中</a:t>
            </a:r>
            <a:r>
              <a:rPr lang="en-US" altLang="zh-CN" sz="2000" b="1" i="1" dirty="0">
                <a:solidFill>
                  <a:srgbClr val="0070C0"/>
                </a:solidFill>
                <a:latin typeface="Times New Roman" panose="02020603050405020304" pitchFamily="18" charset="0"/>
                <a:cs typeface="Times New Roman" panose="02020603050405020304" pitchFamily="18" charset="0"/>
              </a:rPr>
              <a:t> </a:t>
            </a:r>
            <a:r>
              <a:rPr lang="zh-CN" altLang="en-US" sz="2000" b="1" i="1" dirty="0">
                <a:solidFill>
                  <a:srgbClr val="0070C0"/>
                </a:solidFill>
                <a:latin typeface="Times New Roman" panose="02020603050405020304" pitchFamily="18" charset="0"/>
                <a:cs typeface="Times New Roman" panose="02020603050405020304" pitchFamily="18" charset="0"/>
              </a:rPr>
              <a:t>，</a:t>
            </a:r>
            <a:r>
              <a:rPr lang="zh-CN" altLang="en-US" sz="2000" b="1" dirty="0">
                <a:solidFill>
                  <a:srgbClr val="0070C0"/>
                </a:solidFill>
                <a:latin typeface="Times New Roman" panose="02020603050405020304" pitchFamily="18" charset="0"/>
                <a:cs typeface="Times New Roman" panose="02020603050405020304" pitchFamily="18" charset="0"/>
              </a:rPr>
              <a:t>左部在栈顶。</a:t>
            </a:r>
            <a:endParaRPr lang="en-US" altLang="zh-CN" sz="2000" b="1" dirty="0">
              <a:solidFill>
                <a:srgbClr val="0070C0"/>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zh-CN" altLang="en-US" sz="2000" b="1" dirty="0">
                <a:solidFill>
                  <a:schemeClr val="tx1"/>
                </a:solidFill>
                <a:latin typeface="Times New Roman" panose="02020603050405020304" pitchFamily="18" charset="0"/>
                <a:cs typeface="Times New Roman" panose="02020603050405020304" pitchFamily="18" charset="0"/>
              </a:rPr>
              <a:t>若</a:t>
            </a:r>
            <a:r>
              <a:rPr lang="zh-CN" altLang="en-US" sz="2000" b="1" dirty="0">
                <a:solidFill>
                  <a:srgbClr val="0070C0"/>
                </a:solidFill>
                <a:latin typeface="Times New Roman" panose="02020603050405020304" pitchFamily="18" charset="0"/>
                <a:cs typeface="Times New Roman" panose="02020603050405020304" pitchFamily="18" charset="0"/>
              </a:rPr>
              <a:t>栈顶</a:t>
            </a:r>
            <a:r>
              <a:rPr lang="zh-CN" altLang="en-US" sz="2000" b="1" dirty="0">
                <a:solidFill>
                  <a:schemeClr val="tx1"/>
                </a:solidFill>
                <a:latin typeface="Times New Roman" panose="02020603050405020304" pitchFamily="18" charset="0"/>
                <a:cs typeface="Times New Roman" panose="02020603050405020304" pitchFamily="18" charset="0"/>
              </a:rPr>
              <a:t>是</a:t>
            </a:r>
            <a:r>
              <a:rPr lang="zh-CN" altLang="en-US" sz="2000" b="1" dirty="0">
                <a:solidFill>
                  <a:srgbClr val="0070C0"/>
                </a:solidFill>
                <a:latin typeface="Times New Roman" panose="02020603050405020304" pitchFamily="18" charset="0"/>
                <a:cs typeface="Times New Roman" panose="02020603050405020304" pitchFamily="18" charset="0"/>
              </a:rPr>
              <a:t>终结符</a:t>
            </a:r>
            <a:r>
              <a:rPr lang="zh-CN" altLang="en-US" sz="2000" b="1" dirty="0">
                <a:solidFill>
                  <a:schemeClr val="tx1"/>
                </a:solidFill>
                <a:latin typeface="Times New Roman" panose="02020603050405020304" pitchFamily="18" charset="0"/>
                <a:cs typeface="Times New Roman" panose="02020603050405020304" pitchFamily="18" charset="0"/>
              </a:rPr>
              <a:t>就进行</a:t>
            </a:r>
            <a:r>
              <a:rPr lang="zh-CN" altLang="en-US" sz="2000" b="1" dirty="0">
                <a:solidFill>
                  <a:srgbClr val="0070C0"/>
                </a:solidFill>
                <a:latin typeface="Times New Roman" panose="02020603050405020304" pitchFamily="18" charset="0"/>
                <a:cs typeface="Times New Roman" panose="02020603050405020304" pitchFamily="18" charset="0"/>
              </a:rPr>
              <a:t>匹配</a:t>
            </a:r>
            <a:r>
              <a:rPr lang="zh-CN" altLang="en-US" sz="2000" b="1" dirty="0">
                <a:solidFill>
                  <a:schemeClr val="tx1"/>
                </a:solidFill>
                <a:latin typeface="Times New Roman" panose="02020603050405020304" pitchFamily="18" charset="0"/>
                <a:cs typeface="Times New Roman" panose="02020603050405020304" pitchFamily="18" charset="0"/>
              </a:rPr>
              <a:t>；</a:t>
            </a:r>
            <a:endParaRPr lang="en-US" altLang="zh-CN" sz="2000" b="1" dirty="0">
              <a:solidFill>
                <a:schemeClr val="tx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zh-CN" altLang="en-US" sz="2000" b="1" dirty="0">
                <a:solidFill>
                  <a:schemeClr val="tx1"/>
                </a:solidFill>
                <a:latin typeface="Times New Roman" panose="02020603050405020304" pitchFamily="18" charset="0"/>
                <a:cs typeface="Times New Roman" panose="02020603050405020304" pitchFamily="18" charset="0"/>
              </a:rPr>
              <a:t>若</a:t>
            </a:r>
            <a:r>
              <a:rPr lang="zh-CN" altLang="en-US" sz="2000" b="1" dirty="0">
                <a:solidFill>
                  <a:srgbClr val="0070C0"/>
                </a:solidFill>
                <a:latin typeface="Times New Roman" panose="02020603050405020304" pitchFamily="18" charset="0"/>
                <a:cs typeface="Times New Roman" panose="02020603050405020304" pitchFamily="18" charset="0"/>
              </a:rPr>
              <a:t>栈顶</a:t>
            </a:r>
            <a:r>
              <a:rPr lang="zh-CN" altLang="en-US" sz="2000" b="1" dirty="0">
                <a:solidFill>
                  <a:schemeClr val="tx1"/>
                </a:solidFill>
                <a:latin typeface="Times New Roman" panose="02020603050405020304" pitchFamily="18" charset="0"/>
                <a:cs typeface="Times New Roman" panose="02020603050405020304" pitchFamily="18" charset="0"/>
              </a:rPr>
              <a:t>是</a:t>
            </a:r>
            <a:r>
              <a:rPr lang="zh-CN" altLang="en-US" sz="2000" b="1" dirty="0">
                <a:solidFill>
                  <a:srgbClr val="0070C0"/>
                </a:solidFill>
                <a:latin typeface="Times New Roman" panose="02020603050405020304" pitchFamily="18" charset="0"/>
                <a:cs typeface="Times New Roman" panose="02020603050405020304" pitchFamily="18" charset="0"/>
              </a:rPr>
              <a:t>非终结符</a:t>
            </a:r>
            <a:r>
              <a:rPr lang="zh-CN" altLang="en-US" sz="2000" b="1" dirty="0">
                <a:solidFill>
                  <a:schemeClr val="tx1"/>
                </a:solidFill>
                <a:latin typeface="Times New Roman" panose="02020603050405020304" pitchFamily="18" charset="0"/>
                <a:cs typeface="Times New Roman" panose="02020603050405020304" pitchFamily="18" charset="0"/>
              </a:rPr>
              <a:t>就查找预测分析表尝试</a:t>
            </a:r>
            <a:r>
              <a:rPr lang="zh-CN" altLang="en-US" sz="2000" b="1" dirty="0">
                <a:solidFill>
                  <a:srgbClr val="0070C0"/>
                </a:solidFill>
                <a:latin typeface="Times New Roman" panose="02020603050405020304" pitchFamily="18" charset="0"/>
                <a:cs typeface="Times New Roman" panose="02020603050405020304" pitchFamily="18" charset="0"/>
              </a:rPr>
              <a:t>替换（推导）</a:t>
            </a:r>
            <a:endParaRPr lang="en-US" altLang="zh-CN" sz="2000" b="1" dirty="0">
              <a:solidFill>
                <a:srgbClr val="0070C0"/>
              </a:solidFill>
              <a:latin typeface="Times New Roman" panose="02020603050405020304" pitchFamily="18" charset="0"/>
              <a:cs typeface="Times New Roman" panose="02020603050405020304" pitchFamily="18" charset="0"/>
            </a:endParaRPr>
          </a:p>
        </p:txBody>
      </p:sp>
      <p:grpSp>
        <p:nvGrpSpPr>
          <p:cNvPr id="12" name="组合 11">
            <a:extLst>
              <a:ext uri="{FF2B5EF4-FFF2-40B4-BE49-F238E27FC236}">
                <a16:creationId xmlns:a16="http://schemas.microsoft.com/office/drawing/2014/main" id="{00749DA3-C976-47D6-9F0B-D396E069544A}"/>
              </a:ext>
            </a:extLst>
          </p:cNvPr>
          <p:cNvGrpSpPr/>
          <p:nvPr/>
        </p:nvGrpSpPr>
        <p:grpSpPr>
          <a:xfrm>
            <a:off x="6299886" y="1534021"/>
            <a:ext cx="729406" cy="562857"/>
            <a:chOff x="6006371" y="1534021"/>
            <a:chExt cx="729406" cy="562857"/>
          </a:xfrm>
        </p:grpSpPr>
        <p:sp>
          <p:nvSpPr>
            <p:cNvPr id="10" name="左大括号 9">
              <a:extLst>
                <a:ext uri="{FF2B5EF4-FFF2-40B4-BE49-F238E27FC236}">
                  <a16:creationId xmlns:a16="http://schemas.microsoft.com/office/drawing/2014/main" id="{37C6BF9C-42D9-4328-AEB1-DB168E6D6A2B}"/>
                </a:ext>
              </a:extLst>
            </p:cNvPr>
            <p:cNvSpPr/>
            <p:nvPr/>
          </p:nvSpPr>
          <p:spPr bwMode="auto">
            <a:xfrm rot="5400000">
              <a:off x="6274572" y="1635673"/>
              <a:ext cx="193004" cy="729406"/>
            </a:xfrm>
            <a:prstGeom prst="leftBrace">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11" name="矩形 10">
              <a:extLst>
                <a:ext uri="{FF2B5EF4-FFF2-40B4-BE49-F238E27FC236}">
                  <a16:creationId xmlns:a16="http://schemas.microsoft.com/office/drawing/2014/main" id="{B14704CA-1BB4-4090-8DD2-5ED4F64B5795}"/>
                </a:ext>
              </a:extLst>
            </p:cNvPr>
            <p:cNvSpPr/>
            <p:nvPr/>
          </p:nvSpPr>
          <p:spPr>
            <a:xfrm>
              <a:off x="6184252" y="1534021"/>
              <a:ext cx="389850" cy="461665"/>
            </a:xfrm>
            <a:prstGeom prst="rect">
              <a:avLst/>
            </a:prstGeom>
          </p:spPr>
          <p:txBody>
            <a:bodyPr wrap="none">
              <a:spAutoFit/>
            </a:bodyPr>
            <a:lstStyle/>
            <a:p>
              <a:r>
                <a:rPr lang="en-US" altLang="zh-CN" sz="2400" b="1" i="1" dirty="0">
                  <a:solidFill>
                    <a:srgbClr val="FF0000"/>
                  </a:solidFill>
                  <a:latin typeface="Times New Roman" panose="02020603050405020304" pitchFamily="18" charset="0"/>
                  <a:cs typeface="Times New Roman" panose="02020603050405020304" pitchFamily="18" charset="0"/>
                </a:rPr>
                <a:t>w</a:t>
              </a:r>
              <a:endParaRPr lang="zh-CN" altLang="en-US" sz="2400" dirty="0">
                <a:solidFill>
                  <a:srgbClr val="FF0000"/>
                </a:solidFill>
              </a:endParaRPr>
            </a:p>
          </p:txBody>
        </p:sp>
      </p:grpSp>
      <p:grpSp>
        <p:nvGrpSpPr>
          <p:cNvPr id="40" name="组合 39">
            <a:extLst>
              <a:ext uri="{FF2B5EF4-FFF2-40B4-BE49-F238E27FC236}">
                <a16:creationId xmlns:a16="http://schemas.microsoft.com/office/drawing/2014/main" id="{8D417EF0-B3DA-4FA2-9EB4-296CE22AE91C}"/>
              </a:ext>
            </a:extLst>
          </p:cNvPr>
          <p:cNvGrpSpPr/>
          <p:nvPr/>
        </p:nvGrpSpPr>
        <p:grpSpPr>
          <a:xfrm rot="16200000">
            <a:off x="3769296" y="3493805"/>
            <a:ext cx="1171622" cy="641863"/>
            <a:chOff x="6204830" y="1553125"/>
            <a:chExt cx="530946" cy="641863"/>
          </a:xfrm>
        </p:grpSpPr>
        <p:sp>
          <p:nvSpPr>
            <p:cNvPr id="44" name="左大括号 43">
              <a:extLst>
                <a:ext uri="{FF2B5EF4-FFF2-40B4-BE49-F238E27FC236}">
                  <a16:creationId xmlns:a16="http://schemas.microsoft.com/office/drawing/2014/main" id="{D5D1CE45-2D17-4FE9-8878-1ACD69A37518}"/>
                </a:ext>
              </a:extLst>
            </p:cNvPr>
            <p:cNvSpPr/>
            <p:nvPr/>
          </p:nvSpPr>
          <p:spPr bwMode="auto">
            <a:xfrm rot="5400000">
              <a:off x="6370924" y="1737780"/>
              <a:ext cx="198758" cy="530946"/>
            </a:xfrm>
            <a:prstGeom prst="leftBrace">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45" name="矩形 44">
              <a:extLst>
                <a:ext uri="{FF2B5EF4-FFF2-40B4-BE49-F238E27FC236}">
                  <a16:creationId xmlns:a16="http://schemas.microsoft.com/office/drawing/2014/main" id="{BBEE731A-0C27-460C-A578-6A263AE11A43}"/>
                </a:ext>
              </a:extLst>
            </p:cNvPr>
            <p:cNvSpPr/>
            <p:nvPr/>
          </p:nvSpPr>
          <p:spPr>
            <a:xfrm rot="5400000">
              <a:off x="6164625" y="1769450"/>
              <a:ext cx="641863" cy="209214"/>
            </a:xfrm>
            <a:prstGeom prst="rect">
              <a:avLst/>
            </a:prstGeom>
          </p:spPr>
          <p:txBody>
            <a:bodyPr wrap="square">
              <a:spAutoFit/>
            </a:bodyPr>
            <a:lstStyle/>
            <a:p>
              <a:r>
                <a:rPr lang="en-US" altLang="zh-CN" sz="2400" b="1" i="1" dirty="0">
                  <a:solidFill>
                    <a:srgbClr val="FF0000"/>
                  </a:solidFill>
                  <a:latin typeface="Times New Roman" panose="02020603050405020304" pitchFamily="18" charset="0"/>
                  <a:cs typeface="Times New Roman" panose="02020603050405020304" pitchFamily="18" charset="0"/>
                </a:rPr>
                <a:t>α</a:t>
              </a:r>
              <a:endParaRPr lang="zh-CN" altLang="en-US" sz="2400" dirty="0">
                <a:solidFill>
                  <a:srgbClr val="FF0000"/>
                </a:solidFill>
              </a:endParaRPr>
            </a:p>
          </p:txBody>
        </p:sp>
      </p:grpSp>
      <p:sp>
        <p:nvSpPr>
          <p:cNvPr id="14" name="矩形 13">
            <a:extLst>
              <a:ext uri="{FF2B5EF4-FFF2-40B4-BE49-F238E27FC236}">
                <a16:creationId xmlns:a16="http://schemas.microsoft.com/office/drawing/2014/main" id="{4F0F3AA1-A1E2-4396-9687-3285240172A3}"/>
              </a:ext>
            </a:extLst>
          </p:cNvPr>
          <p:cNvSpPr/>
          <p:nvPr/>
        </p:nvSpPr>
        <p:spPr>
          <a:xfrm>
            <a:off x="179511" y="4505880"/>
            <a:ext cx="3528393" cy="369332"/>
          </a:xfrm>
          <a:prstGeom prst="rect">
            <a:avLst/>
          </a:prstGeom>
          <a:solidFill>
            <a:schemeClr val="accent5">
              <a:lumMod val="60000"/>
              <a:lumOff val="40000"/>
            </a:schemeClr>
          </a:solidFill>
          <a:ln>
            <a:solidFill>
              <a:schemeClr val="tx1"/>
            </a:solidFill>
          </a:ln>
        </p:spPr>
        <p:txBody>
          <a:bodyPr wrap="square">
            <a:spAutoFit/>
          </a:bodyPr>
          <a:lstStyle/>
          <a:p>
            <a:pPr algn="ct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自动生成：预测分析表</a:t>
            </a: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M</a:t>
            </a: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的构造</a:t>
            </a:r>
            <a:endParaRPr lang="zh-CN" altLang="en-US" b="1" dirty="0"/>
          </a:p>
        </p:txBody>
      </p:sp>
      <p:sp>
        <p:nvSpPr>
          <p:cNvPr id="16" name="灯片编号占位符 15">
            <a:extLst>
              <a:ext uri="{FF2B5EF4-FFF2-40B4-BE49-F238E27FC236}">
                <a16:creationId xmlns:a16="http://schemas.microsoft.com/office/drawing/2014/main" id="{18FA98F6-3DA4-4E9F-B996-6522DDF4DC6A}"/>
              </a:ext>
            </a:extLst>
          </p:cNvPr>
          <p:cNvSpPr>
            <a:spLocks noGrp="1"/>
          </p:cNvSpPr>
          <p:nvPr>
            <p:ph type="sldNum" sz="quarter" idx="12"/>
          </p:nvPr>
        </p:nvSpPr>
        <p:spPr>
          <a:xfrm>
            <a:off x="8728198" y="4876006"/>
            <a:ext cx="524322" cy="273050"/>
          </a:xfrm>
        </p:spPr>
        <p:txBody>
          <a:bodyPr/>
          <a:lstStyle/>
          <a:p>
            <a:pPr>
              <a:defRPr/>
            </a:pPr>
            <a:fld id="{EA567855-7F13-4FC5-AD61-2B82F6443E16}" type="slidenum">
              <a:rPr lang="zh-CN" altLang="en-US" smtClean="0"/>
              <a:pPr>
                <a:defRPr/>
              </a:pPr>
              <a:t>58</a:t>
            </a:fld>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wipe(down)">
                                      <p:cBhvr>
                                        <p:cTn id="14" dur="500"/>
                                        <p:tgtEl>
                                          <p:spTgt spid="12"/>
                                        </p:tgtEl>
                                      </p:cBhvr>
                                    </p:animEffect>
                                  </p:childTnLst>
                                </p:cTn>
                              </p:par>
                              <p:par>
                                <p:cTn id="15" presetID="22" presetClass="entr" presetSubtype="4" fill="hold" nodeType="withEffect">
                                  <p:stCondLst>
                                    <p:cond delay="0"/>
                                  </p:stCondLst>
                                  <p:childTnLst>
                                    <p:set>
                                      <p:cBhvr>
                                        <p:cTn id="16" dur="1" fill="hold">
                                          <p:stCondLst>
                                            <p:cond delay="0"/>
                                          </p:stCondLst>
                                        </p:cTn>
                                        <p:tgtEl>
                                          <p:spTgt spid="40"/>
                                        </p:tgtEl>
                                        <p:attrNameLst>
                                          <p:attrName>style.visibility</p:attrName>
                                        </p:attrNameLst>
                                      </p:cBhvr>
                                      <p:to>
                                        <p:strVal val="visible"/>
                                      </p:to>
                                    </p:set>
                                    <p:animEffect transition="in" filter="wipe(down)">
                                      <p:cBhvr>
                                        <p:cTn id="17" dur="500"/>
                                        <p:tgtEl>
                                          <p:spTgt spid="40"/>
                                        </p:tgtEl>
                                      </p:cBhvr>
                                    </p:animEffect>
                                  </p:childTnLst>
                                </p:cTn>
                              </p:par>
                              <p:par>
                                <p:cTn id="18" presetID="22" presetClass="entr" presetSubtype="4" fill="hold" grpId="0" nodeType="withEffect">
                                  <p:stCondLst>
                                    <p:cond delay="0"/>
                                  </p:stCondLst>
                                  <p:childTnLst>
                                    <p:set>
                                      <p:cBhvr>
                                        <p:cTn id="19" dur="1" fill="hold">
                                          <p:stCondLst>
                                            <p:cond delay="0"/>
                                          </p:stCondLst>
                                        </p:cTn>
                                        <p:tgtEl>
                                          <p:spTgt spid="8">
                                            <p:txEl>
                                              <p:pRg st="0" end="0"/>
                                            </p:txEl>
                                          </p:spTgt>
                                        </p:tgtEl>
                                        <p:attrNameLst>
                                          <p:attrName>style.visibility</p:attrName>
                                        </p:attrNameLst>
                                      </p:cBhvr>
                                      <p:to>
                                        <p:strVal val="visible"/>
                                      </p:to>
                                    </p:set>
                                    <p:animEffect transition="in" filter="wipe(down)">
                                      <p:cBhvr>
                                        <p:cTn id="20" dur="500"/>
                                        <p:tgtEl>
                                          <p:spTgt spid="8">
                                            <p:txEl>
                                              <p:pRg st="0" end="0"/>
                                            </p:txEl>
                                          </p:spTgt>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8">
                                            <p:txEl>
                                              <p:pRg st="1" end="1"/>
                                            </p:txEl>
                                          </p:spTgt>
                                        </p:tgtEl>
                                        <p:attrNameLst>
                                          <p:attrName>style.visibility</p:attrName>
                                        </p:attrNameLst>
                                      </p:cBhvr>
                                      <p:to>
                                        <p:strVal val="visible"/>
                                      </p:to>
                                    </p:set>
                                    <p:animEffect transition="in" filter="wipe(down)">
                                      <p:cBhvr>
                                        <p:cTn id="23" dur="500"/>
                                        <p:tgtEl>
                                          <p:spTgt spid="8">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8">
                                            <p:txEl>
                                              <p:pRg st="2" end="2"/>
                                            </p:txEl>
                                          </p:spTgt>
                                        </p:tgtEl>
                                        <p:attrNameLst>
                                          <p:attrName>style.visibility</p:attrName>
                                        </p:attrNameLst>
                                      </p:cBhvr>
                                      <p:to>
                                        <p:strVal val="visible"/>
                                      </p:to>
                                    </p:set>
                                    <p:animEffect transition="in" filter="wipe(down)">
                                      <p:cBhvr>
                                        <p:cTn id="28" dur="500"/>
                                        <p:tgtEl>
                                          <p:spTgt spid="8">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8">
                                            <p:txEl>
                                              <p:pRg st="3" end="3"/>
                                            </p:txEl>
                                          </p:spTgt>
                                        </p:tgtEl>
                                        <p:attrNameLst>
                                          <p:attrName>style.visibility</p:attrName>
                                        </p:attrNameLst>
                                      </p:cBhvr>
                                      <p:to>
                                        <p:strVal val="visible"/>
                                      </p:to>
                                    </p:set>
                                    <p:animEffect transition="in" filter="wipe(down)">
                                      <p:cBhvr>
                                        <p:cTn id="33" dur="500"/>
                                        <p:tgtEl>
                                          <p:spTgt spid="8">
                                            <p:txEl>
                                              <p:pRg st="3" end="3"/>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8">
                                            <p:txEl>
                                              <p:pRg st="4" end="4"/>
                                            </p:txEl>
                                          </p:spTgt>
                                        </p:tgtEl>
                                        <p:attrNameLst>
                                          <p:attrName>style.visibility</p:attrName>
                                        </p:attrNameLst>
                                      </p:cBhvr>
                                      <p:to>
                                        <p:strVal val="visible"/>
                                      </p:to>
                                    </p:set>
                                    <p:animEffect transition="in" filter="wipe(down)">
                                      <p:cBhvr>
                                        <p:cTn id="38" dur="500"/>
                                        <p:tgtEl>
                                          <p:spTgt spid="8">
                                            <p:txEl>
                                              <p:pRg st="4" end="4"/>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8">
                                            <p:txEl>
                                              <p:pRg st="5" end="5"/>
                                            </p:txEl>
                                          </p:spTgt>
                                        </p:tgtEl>
                                        <p:attrNameLst>
                                          <p:attrName>style.visibility</p:attrName>
                                        </p:attrNameLst>
                                      </p:cBhvr>
                                      <p:to>
                                        <p:strVal val="visible"/>
                                      </p:to>
                                    </p:set>
                                    <p:animEffect transition="in" filter="wipe(down)">
                                      <p:cBhvr>
                                        <p:cTn id="43" dur="500"/>
                                        <p:tgtEl>
                                          <p:spTgt spid="8">
                                            <p:txEl>
                                              <p:pRg st="5" end="5"/>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4" fill="hold" grpId="0" nodeType="click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wipe(down)">
                                      <p:cBhvr>
                                        <p:cTn id="4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P spid="14" grpId="0" animBg="1"/>
    </p:bldLst>
  </p:timing>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1074" name="标题 1">
            <a:extLst>
              <a:ext uri="{FF2B5EF4-FFF2-40B4-BE49-F238E27FC236}">
                <a16:creationId xmlns:a16="http://schemas.microsoft.com/office/drawing/2014/main" id="{58C30A6B-D54B-4EB9-9680-1FD7C842CF61}"/>
              </a:ext>
            </a:extLst>
          </p:cNvPr>
          <p:cNvSpPr>
            <a:spLocks noGrp="1"/>
          </p:cNvSpPr>
          <p:nvPr>
            <p:ph type="title"/>
          </p:nvPr>
        </p:nvSpPr>
        <p:spPr>
          <a:xfrm>
            <a:off x="755650" y="268288"/>
            <a:ext cx="7931150" cy="358775"/>
          </a:xfrm>
        </p:spPr>
        <p:txBody>
          <a:bodyPr/>
          <a:lstStyle/>
          <a:p>
            <a:r>
              <a:rPr lang="zh-CN" altLang="en-US" sz="3000" dirty="0">
                <a:solidFill>
                  <a:schemeClr val="tx1"/>
                </a:solidFill>
                <a:latin typeface="微软雅黑" panose="020B0503020204020204" pitchFamily="34" charset="-122"/>
                <a:ea typeface="微软雅黑" panose="020B0503020204020204" pitchFamily="34" charset="-122"/>
              </a:rPr>
              <a:t>例</a:t>
            </a:r>
            <a:r>
              <a:rPr lang="en-US" altLang="zh-CN" sz="3000" dirty="0">
                <a:solidFill>
                  <a:schemeClr val="tx1"/>
                </a:solidFill>
                <a:latin typeface="微软雅黑" panose="020B0503020204020204" pitchFamily="34" charset="-122"/>
                <a:ea typeface="微软雅黑" panose="020B0503020204020204" pitchFamily="34" charset="-122"/>
              </a:rPr>
              <a:t>: </a:t>
            </a:r>
            <a:r>
              <a:rPr lang="zh-CN" altLang="en-US" sz="3000" dirty="0">
                <a:solidFill>
                  <a:schemeClr val="tx1"/>
                </a:solidFill>
                <a:latin typeface="微软雅黑" panose="020B0503020204020204" pitchFamily="34" charset="-122"/>
                <a:ea typeface="微软雅黑" panose="020B0503020204020204" pitchFamily="34" charset="-122"/>
              </a:rPr>
              <a:t>预测分析器的工作过程</a:t>
            </a:r>
          </a:p>
        </p:txBody>
      </p:sp>
      <p:sp>
        <p:nvSpPr>
          <p:cNvPr id="735234" name="Rectangle 2">
            <a:extLst>
              <a:ext uri="{FF2B5EF4-FFF2-40B4-BE49-F238E27FC236}">
                <a16:creationId xmlns:a16="http://schemas.microsoft.com/office/drawing/2014/main" id="{547F53B3-745D-43F3-93E1-393FC542AD15}"/>
              </a:ext>
            </a:extLst>
          </p:cNvPr>
          <p:cNvSpPr>
            <a:spLocks noGrp="1" noChangeArrowheads="1"/>
          </p:cNvSpPr>
          <p:nvPr>
            <p:ph idx="1"/>
          </p:nvPr>
        </p:nvSpPr>
        <p:spPr>
          <a:xfrm>
            <a:off x="5219700" y="71438"/>
            <a:ext cx="3765550" cy="4948584"/>
          </a:xfrm>
        </p:spPr>
        <p:txBody>
          <a:bodyPr lIns="92075" tIns="46038" rIns="92075" bIns="46038"/>
          <a:lstStyle/>
          <a:p>
            <a:pPr eaLnBrk="1" hangingPunct="1">
              <a:lnSpc>
                <a:spcPct val="90000"/>
              </a:lnSpc>
              <a:buFont typeface="Wingdings" pitchFamily="2" charset="2"/>
              <a:buNone/>
              <a:defRPr/>
            </a:pPr>
            <a:r>
              <a:rPr lang="en-US" altLang="zh-CN" sz="2000" b="1" dirty="0">
                <a:solidFill>
                  <a:schemeClr val="tx1"/>
                </a:solidFill>
                <a:latin typeface="楷体" pitchFamily="49" charset="-122"/>
                <a:ea typeface="楷体" pitchFamily="49" charset="-122"/>
                <a:cs typeface="Times New Roman" pitchFamily="18" charset="0"/>
              </a:rPr>
              <a:t>    </a:t>
            </a:r>
            <a:r>
              <a:rPr lang="zh-CN" altLang="en-US" sz="2000" b="1" dirty="0">
                <a:solidFill>
                  <a:schemeClr val="tx2">
                    <a:lumMod val="60000"/>
                    <a:lumOff val="40000"/>
                  </a:schemeClr>
                </a:solidFill>
                <a:latin typeface="楷体" pitchFamily="49" charset="-122"/>
                <a:ea typeface="楷体" pitchFamily="49" charset="-122"/>
                <a:cs typeface="Times New Roman" pitchFamily="18" charset="0"/>
              </a:rPr>
              <a:t>栈</a:t>
            </a:r>
            <a:r>
              <a:rPr lang="en-US" altLang="zh-CN" sz="2000" b="1" dirty="0">
                <a:solidFill>
                  <a:schemeClr val="tx2">
                    <a:lumMod val="60000"/>
                    <a:lumOff val="40000"/>
                  </a:schemeClr>
                </a:solidFill>
                <a:latin typeface="楷体" pitchFamily="49" charset="-122"/>
                <a:ea typeface="楷体" pitchFamily="49" charset="-122"/>
                <a:cs typeface="Times New Roman" pitchFamily="18" charset="0"/>
              </a:rPr>
              <a:t>   </a:t>
            </a:r>
            <a:r>
              <a:rPr lang="zh-CN" altLang="en-US" sz="2000" b="1" dirty="0">
                <a:solidFill>
                  <a:schemeClr val="tx2">
                    <a:lumMod val="60000"/>
                    <a:lumOff val="40000"/>
                  </a:schemeClr>
                </a:solidFill>
                <a:latin typeface="楷体" pitchFamily="49" charset="-122"/>
                <a:ea typeface="楷体" pitchFamily="49" charset="-122"/>
                <a:cs typeface="Times New Roman" pitchFamily="18" charset="0"/>
              </a:rPr>
              <a:t>剩余输入</a:t>
            </a:r>
            <a:r>
              <a:rPr lang="en-US" altLang="zh-CN" sz="2000" b="1" dirty="0">
                <a:solidFill>
                  <a:schemeClr val="tx2">
                    <a:lumMod val="60000"/>
                    <a:lumOff val="40000"/>
                  </a:schemeClr>
                </a:solidFill>
                <a:latin typeface="楷体" pitchFamily="49" charset="-122"/>
                <a:ea typeface="楷体" pitchFamily="49" charset="-122"/>
                <a:cs typeface="Times New Roman" pitchFamily="18" charset="0"/>
              </a:rPr>
              <a:t>    </a:t>
            </a:r>
            <a:r>
              <a:rPr lang="zh-CN" altLang="en-US" sz="2000" b="1" dirty="0">
                <a:solidFill>
                  <a:schemeClr val="tx2">
                    <a:lumMod val="60000"/>
                    <a:lumOff val="40000"/>
                  </a:schemeClr>
                </a:solidFill>
                <a:latin typeface="楷体" pitchFamily="49" charset="-122"/>
                <a:ea typeface="楷体" pitchFamily="49" charset="-122"/>
                <a:cs typeface="Times New Roman" pitchFamily="18" charset="0"/>
              </a:rPr>
              <a:t>输出</a:t>
            </a:r>
          </a:p>
          <a:p>
            <a:pPr marL="342900" lvl="2" indent="-342900" eaLnBrk="1" hangingPunct="1">
              <a:lnSpc>
                <a:spcPct val="90000"/>
              </a:lnSpc>
              <a:buSzPct val="60000"/>
              <a:buFont typeface="Wingdings" pitchFamily="2" charset="2"/>
              <a:buNone/>
              <a:defRPr/>
            </a:pPr>
            <a:r>
              <a:rPr lang="en-US" altLang="zh-CN" sz="1600" b="1" dirty="0">
                <a:solidFill>
                  <a:schemeClr val="tx1"/>
                </a:solidFill>
                <a:ea typeface="楷体_GB2312"/>
                <a:cs typeface="Times New Roman" pitchFamily="18" charset="0"/>
              </a:rPr>
              <a:t>         </a:t>
            </a:r>
            <a:r>
              <a:rPr lang="en-US" altLang="zh-CN" sz="1600" b="1" i="1" dirty="0">
                <a:solidFill>
                  <a:schemeClr val="tx1"/>
                </a:solidFill>
                <a:ea typeface="楷体_GB2312"/>
                <a:cs typeface="Times New Roman" pitchFamily="18" charset="0"/>
              </a:rPr>
              <a:t>E </a:t>
            </a:r>
            <a:r>
              <a:rPr lang="en-US" altLang="zh-CN" sz="1600" b="1" dirty="0">
                <a:solidFill>
                  <a:schemeClr val="tx1"/>
                </a:solidFill>
                <a:ea typeface="楷体_GB2312"/>
                <a:cs typeface="Times New Roman" pitchFamily="18" charset="0"/>
              </a:rPr>
              <a:t>$	      </a:t>
            </a:r>
            <a:r>
              <a:rPr lang="en-US" altLang="zh-CN" sz="1600" b="1" dirty="0" err="1">
                <a:solidFill>
                  <a:schemeClr val="tx1"/>
                </a:solidFill>
                <a:ea typeface="楷体_GB2312"/>
                <a:cs typeface="Times New Roman" pitchFamily="18" charset="0"/>
              </a:rPr>
              <a:t>id+id</a:t>
            </a:r>
            <a:r>
              <a:rPr lang="en-US" altLang="zh-CN" sz="1600" b="1" dirty="0">
                <a:solidFill>
                  <a:schemeClr val="tx1"/>
                </a:solidFill>
                <a:ea typeface="楷体_GB2312"/>
                <a:cs typeface="Times New Roman" pitchFamily="18" charset="0"/>
              </a:rPr>
              <a:t>*id $ 	</a:t>
            </a:r>
          </a:p>
          <a:p>
            <a:pPr marL="342900" lvl="2" indent="-342900" eaLnBrk="1" hangingPunct="1">
              <a:lnSpc>
                <a:spcPct val="90000"/>
              </a:lnSpc>
              <a:buSzPct val="60000"/>
              <a:buFont typeface="Wingdings" pitchFamily="2" charset="2"/>
              <a:buNone/>
              <a:defRPr/>
            </a:pPr>
            <a:r>
              <a:rPr lang="en-US" altLang="zh-CN" sz="1600" b="1" dirty="0">
                <a:solidFill>
                  <a:schemeClr val="tx1"/>
                </a:solidFill>
                <a:ea typeface="楷体_GB2312"/>
                <a:cs typeface="Times New Roman" pitchFamily="18" charset="0"/>
              </a:rPr>
              <a:t>      </a:t>
            </a:r>
            <a:r>
              <a:rPr lang="en-US" altLang="zh-CN" sz="1600" b="1" i="1" dirty="0">
                <a:solidFill>
                  <a:schemeClr val="tx1"/>
                </a:solidFill>
                <a:ea typeface="楷体_GB2312"/>
                <a:cs typeface="Times New Roman" pitchFamily="18" charset="0"/>
              </a:rPr>
              <a:t>TE' </a:t>
            </a:r>
            <a:r>
              <a:rPr lang="en-US" altLang="zh-CN" sz="1600" b="1" dirty="0">
                <a:solidFill>
                  <a:schemeClr val="tx1"/>
                </a:solidFill>
                <a:ea typeface="楷体_GB2312"/>
                <a:cs typeface="Times New Roman" pitchFamily="18" charset="0"/>
              </a:rPr>
              <a:t>$ 	      </a:t>
            </a:r>
            <a:r>
              <a:rPr lang="en-US" altLang="zh-CN" sz="1600" b="1" dirty="0" err="1">
                <a:solidFill>
                  <a:schemeClr val="tx1"/>
                </a:solidFill>
                <a:ea typeface="楷体_GB2312"/>
                <a:cs typeface="Times New Roman" pitchFamily="18" charset="0"/>
              </a:rPr>
              <a:t>id+id</a:t>
            </a:r>
            <a:r>
              <a:rPr lang="en-US" altLang="zh-CN" sz="1600" b="1" dirty="0">
                <a:solidFill>
                  <a:schemeClr val="tx1"/>
                </a:solidFill>
                <a:ea typeface="楷体_GB2312"/>
                <a:cs typeface="Times New Roman" pitchFamily="18" charset="0"/>
              </a:rPr>
              <a:t>*id</a:t>
            </a:r>
            <a:r>
              <a:rPr lang="en-US" altLang="zh-CN" sz="1600" b="1" i="1" dirty="0">
                <a:solidFill>
                  <a:schemeClr val="tx1"/>
                </a:solidFill>
                <a:ea typeface="楷体_GB2312"/>
                <a:cs typeface="Times New Roman" pitchFamily="18" charset="0"/>
              </a:rPr>
              <a:t> </a:t>
            </a:r>
            <a:r>
              <a:rPr lang="en-US" altLang="zh-CN" sz="1600" b="1" dirty="0">
                <a:solidFill>
                  <a:schemeClr val="tx1"/>
                </a:solidFill>
                <a:ea typeface="楷体_GB2312"/>
                <a:cs typeface="Times New Roman" pitchFamily="18" charset="0"/>
              </a:rPr>
              <a:t>$ 	</a:t>
            </a:r>
            <a:r>
              <a:rPr lang="en-US" altLang="zh-CN" sz="1600" b="1" i="1" dirty="0">
                <a:solidFill>
                  <a:schemeClr val="tx1"/>
                </a:solidFill>
                <a:ea typeface="楷体_GB2312"/>
                <a:cs typeface="Times New Roman" pitchFamily="18" charset="0"/>
              </a:rPr>
              <a:t>E</a:t>
            </a:r>
            <a:r>
              <a:rPr lang="en-US" altLang="zh-CN" sz="1600" b="1" dirty="0">
                <a:solidFill>
                  <a:schemeClr val="tx1"/>
                </a:solidFill>
                <a:ea typeface="楷体_GB2312"/>
                <a:cs typeface="Times New Roman" pitchFamily="18" charset="0"/>
              </a:rPr>
              <a:t>→</a:t>
            </a:r>
            <a:r>
              <a:rPr lang="en-US" altLang="zh-CN" sz="1600" b="1" i="1" dirty="0">
                <a:solidFill>
                  <a:schemeClr val="tx1"/>
                </a:solidFill>
                <a:ea typeface="楷体_GB2312"/>
                <a:cs typeface="Times New Roman" pitchFamily="18" charset="0"/>
              </a:rPr>
              <a:t>TE'</a:t>
            </a:r>
          </a:p>
          <a:p>
            <a:pPr eaLnBrk="1" hangingPunct="1">
              <a:lnSpc>
                <a:spcPct val="90000"/>
              </a:lnSpc>
              <a:buFont typeface="Wingdings" pitchFamily="2" charset="2"/>
              <a:buNone/>
              <a:defRPr/>
            </a:pPr>
            <a:r>
              <a:rPr lang="en-US" altLang="zh-CN" sz="1600" b="1" dirty="0">
                <a:solidFill>
                  <a:schemeClr val="tx1"/>
                </a:solidFill>
                <a:ea typeface="楷体_GB2312"/>
                <a:cs typeface="Times New Roman" pitchFamily="18" charset="0"/>
              </a:rPr>
              <a:t>   </a:t>
            </a:r>
            <a:r>
              <a:rPr lang="en-US" altLang="zh-CN" sz="1600" b="1" i="1" dirty="0">
                <a:solidFill>
                  <a:schemeClr val="tx1"/>
                </a:solidFill>
                <a:ea typeface="楷体_GB2312"/>
                <a:cs typeface="Times New Roman" pitchFamily="18" charset="0"/>
              </a:rPr>
              <a:t>FT'E' </a:t>
            </a:r>
            <a:r>
              <a:rPr lang="en-US" altLang="zh-CN" sz="1600" b="1" dirty="0">
                <a:solidFill>
                  <a:schemeClr val="tx1"/>
                </a:solidFill>
                <a:ea typeface="楷体_GB2312"/>
                <a:cs typeface="Times New Roman" pitchFamily="18" charset="0"/>
              </a:rPr>
              <a:t>$ 	      </a:t>
            </a:r>
            <a:r>
              <a:rPr lang="en-US" altLang="zh-CN" sz="1600" b="1" dirty="0" err="1">
                <a:solidFill>
                  <a:schemeClr val="tx1"/>
                </a:solidFill>
                <a:ea typeface="楷体_GB2312"/>
                <a:cs typeface="Times New Roman" pitchFamily="18" charset="0"/>
              </a:rPr>
              <a:t>id+id</a:t>
            </a:r>
            <a:r>
              <a:rPr lang="en-US" altLang="zh-CN" sz="1600" b="1" dirty="0">
                <a:solidFill>
                  <a:schemeClr val="tx1"/>
                </a:solidFill>
                <a:ea typeface="楷体_GB2312"/>
                <a:cs typeface="Times New Roman" pitchFamily="18" charset="0"/>
              </a:rPr>
              <a:t>*id</a:t>
            </a:r>
            <a:r>
              <a:rPr lang="en-US" altLang="zh-CN" sz="1600" b="1" i="1" dirty="0">
                <a:solidFill>
                  <a:schemeClr val="tx1"/>
                </a:solidFill>
                <a:ea typeface="楷体_GB2312"/>
                <a:cs typeface="Times New Roman" pitchFamily="18" charset="0"/>
              </a:rPr>
              <a:t> </a:t>
            </a:r>
            <a:r>
              <a:rPr lang="en-US" altLang="zh-CN" sz="1600" b="1" dirty="0">
                <a:solidFill>
                  <a:schemeClr val="tx1"/>
                </a:solidFill>
                <a:ea typeface="楷体_GB2312"/>
                <a:cs typeface="Times New Roman" pitchFamily="18" charset="0"/>
              </a:rPr>
              <a:t>$ 	</a:t>
            </a:r>
            <a:r>
              <a:rPr lang="en-US" altLang="zh-CN" sz="1600" b="1" i="1" dirty="0">
                <a:solidFill>
                  <a:schemeClr val="tx1"/>
                </a:solidFill>
                <a:ea typeface="楷体_GB2312"/>
                <a:cs typeface="Times New Roman" pitchFamily="18" charset="0"/>
              </a:rPr>
              <a:t>T</a:t>
            </a:r>
            <a:r>
              <a:rPr lang="en-US" altLang="zh-CN" sz="1600" b="1" dirty="0">
                <a:solidFill>
                  <a:schemeClr val="tx1"/>
                </a:solidFill>
                <a:ea typeface="楷体_GB2312"/>
                <a:cs typeface="Times New Roman" pitchFamily="18" charset="0"/>
              </a:rPr>
              <a:t>→</a:t>
            </a:r>
            <a:r>
              <a:rPr lang="en-US" altLang="zh-CN" sz="1600" b="1" i="1" dirty="0">
                <a:solidFill>
                  <a:schemeClr val="tx1"/>
                </a:solidFill>
                <a:ea typeface="楷体_GB2312"/>
                <a:cs typeface="Times New Roman" pitchFamily="18" charset="0"/>
              </a:rPr>
              <a:t>FT'</a:t>
            </a:r>
          </a:p>
          <a:p>
            <a:pPr eaLnBrk="1" hangingPunct="1">
              <a:lnSpc>
                <a:spcPct val="90000"/>
              </a:lnSpc>
              <a:buFont typeface="Wingdings" pitchFamily="2" charset="2"/>
              <a:buNone/>
              <a:defRPr/>
            </a:pPr>
            <a:r>
              <a:rPr lang="en-US" altLang="zh-CN" sz="1600" b="1" dirty="0">
                <a:solidFill>
                  <a:schemeClr val="tx1"/>
                </a:solidFill>
                <a:ea typeface="楷体_GB2312"/>
                <a:cs typeface="Times New Roman" pitchFamily="18" charset="0"/>
              </a:rPr>
              <a:t>  </a:t>
            </a:r>
            <a:r>
              <a:rPr lang="en-US" altLang="zh-CN" sz="1600" b="1" dirty="0" err="1">
                <a:solidFill>
                  <a:schemeClr val="tx1"/>
                </a:solidFill>
                <a:ea typeface="楷体_GB2312"/>
                <a:cs typeface="Times New Roman" pitchFamily="18" charset="0"/>
              </a:rPr>
              <a:t>id</a:t>
            </a:r>
            <a:r>
              <a:rPr lang="en-US" altLang="zh-CN" sz="1600" b="1" i="1" dirty="0" err="1">
                <a:solidFill>
                  <a:schemeClr val="tx1"/>
                </a:solidFill>
                <a:ea typeface="楷体_GB2312"/>
                <a:cs typeface="Times New Roman" pitchFamily="18" charset="0"/>
              </a:rPr>
              <a:t>T'E</a:t>
            </a:r>
            <a:r>
              <a:rPr lang="en-US" altLang="zh-CN" sz="1600" b="1" i="1" dirty="0">
                <a:solidFill>
                  <a:schemeClr val="tx1"/>
                </a:solidFill>
                <a:ea typeface="楷体_GB2312"/>
                <a:cs typeface="Times New Roman" pitchFamily="18" charset="0"/>
              </a:rPr>
              <a:t>' </a:t>
            </a:r>
            <a:r>
              <a:rPr lang="en-US" altLang="zh-CN" sz="1600" b="1" dirty="0">
                <a:solidFill>
                  <a:schemeClr val="tx1"/>
                </a:solidFill>
                <a:ea typeface="楷体_GB2312"/>
                <a:cs typeface="Times New Roman" pitchFamily="18" charset="0"/>
              </a:rPr>
              <a:t>$</a:t>
            </a:r>
            <a:r>
              <a:rPr lang="en-US" altLang="zh-CN" sz="1600" b="1" i="1" dirty="0">
                <a:solidFill>
                  <a:schemeClr val="tx1"/>
                </a:solidFill>
                <a:ea typeface="楷体_GB2312"/>
                <a:cs typeface="Times New Roman" pitchFamily="18" charset="0"/>
              </a:rPr>
              <a:t> </a:t>
            </a:r>
            <a:r>
              <a:rPr lang="en-US" altLang="zh-CN" sz="1600" b="1" dirty="0">
                <a:solidFill>
                  <a:schemeClr val="tx1"/>
                </a:solidFill>
                <a:ea typeface="楷体_GB2312"/>
                <a:cs typeface="Times New Roman" pitchFamily="18" charset="0"/>
              </a:rPr>
              <a:t>	      </a:t>
            </a:r>
            <a:r>
              <a:rPr lang="en-US" altLang="zh-CN" sz="1600" b="1" dirty="0" err="1">
                <a:solidFill>
                  <a:schemeClr val="tx1"/>
                </a:solidFill>
                <a:ea typeface="楷体_GB2312"/>
                <a:cs typeface="Times New Roman" pitchFamily="18" charset="0"/>
              </a:rPr>
              <a:t>id+id</a:t>
            </a:r>
            <a:r>
              <a:rPr lang="en-US" altLang="zh-CN" sz="1600" b="1" dirty="0">
                <a:solidFill>
                  <a:schemeClr val="tx1"/>
                </a:solidFill>
                <a:ea typeface="楷体_GB2312"/>
                <a:cs typeface="Times New Roman" pitchFamily="18" charset="0"/>
              </a:rPr>
              <a:t>*id</a:t>
            </a:r>
            <a:r>
              <a:rPr lang="en-US" altLang="zh-CN" sz="1600" b="1" i="1" dirty="0">
                <a:solidFill>
                  <a:schemeClr val="tx1"/>
                </a:solidFill>
                <a:ea typeface="楷体_GB2312"/>
                <a:cs typeface="Times New Roman" pitchFamily="18" charset="0"/>
              </a:rPr>
              <a:t> </a:t>
            </a:r>
            <a:r>
              <a:rPr lang="en-US" altLang="zh-CN" sz="1600" b="1" dirty="0">
                <a:solidFill>
                  <a:schemeClr val="tx1"/>
                </a:solidFill>
                <a:ea typeface="楷体_GB2312"/>
                <a:cs typeface="Times New Roman" pitchFamily="18" charset="0"/>
              </a:rPr>
              <a:t>$ 	</a:t>
            </a:r>
            <a:r>
              <a:rPr lang="en-US" altLang="zh-CN" sz="1600" b="1" i="1" dirty="0" err="1">
                <a:solidFill>
                  <a:schemeClr val="tx1"/>
                </a:solidFill>
                <a:ea typeface="楷体_GB2312"/>
                <a:cs typeface="Times New Roman" pitchFamily="18" charset="0"/>
              </a:rPr>
              <a:t>F</a:t>
            </a:r>
            <a:r>
              <a:rPr lang="en-US" altLang="zh-CN" sz="1600" b="1" dirty="0" err="1">
                <a:solidFill>
                  <a:schemeClr val="tx1"/>
                </a:solidFill>
                <a:ea typeface="楷体_GB2312"/>
                <a:cs typeface="Times New Roman" pitchFamily="18" charset="0"/>
              </a:rPr>
              <a:t>→id</a:t>
            </a:r>
            <a:endParaRPr lang="en-US" altLang="zh-CN" sz="1600" b="1" dirty="0">
              <a:solidFill>
                <a:schemeClr val="tx1"/>
              </a:solidFill>
              <a:ea typeface="楷体_GB2312"/>
              <a:cs typeface="Times New Roman" pitchFamily="18" charset="0"/>
            </a:endParaRPr>
          </a:p>
          <a:p>
            <a:pPr eaLnBrk="1" hangingPunct="1">
              <a:lnSpc>
                <a:spcPct val="90000"/>
              </a:lnSpc>
              <a:buFont typeface="Wingdings" pitchFamily="2" charset="2"/>
              <a:buNone/>
              <a:defRPr/>
            </a:pPr>
            <a:r>
              <a:rPr lang="en-US" altLang="zh-CN" sz="1600" b="1" dirty="0">
                <a:solidFill>
                  <a:schemeClr val="tx1"/>
                </a:solidFill>
                <a:ea typeface="楷体_GB2312"/>
                <a:cs typeface="Times New Roman" pitchFamily="18" charset="0"/>
              </a:rPr>
              <a:t>     </a:t>
            </a:r>
            <a:r>
              <a:rPr lang="en-US" altLang="zh-CN" sz="1600" b="1" i="1" dirty="0">
                <a:solidFill>
                  <a:schemeClr val="tx1"/>
                </a:solidFill>
                <a:ea typeface="楷体_GB2312"/>
                <a:cs typeface="Times New Roman" pitchFamily="18" charset="0"/>
              </a:rPr>
              <a:t>T'E' </a:t>
            </a:r>
            <a:r>
              <a:rPr lang="en-US" altLang="zh-CN" sz="1600" b="1" dirty="0">
                <a:solidFill>
                  <a:schemeClr val="tx1"/>
                </a:solidFill>
                <a:ea typeface="楷体_GB2312"/>
                <a:cs typeface="Times New Roman" pitchFamily="18" charset="0"/>
              </a:rPr>
              <a:t>$            +id*id</a:t>
            </a:r>
            <a:r>
              <a:rPr lang="en-US" altLang="zh-CN" sz="1600" b="1" i="1" dirty="0">
                <a:solidFill>
                  <a:schemeClr val="tx1"/>
                </a:solidFill>
                <a:ea typeface="楷体_GB2312"/>
                <a:cs typeface="Times New Roman" pitchFamily="18" charset="0"/>
              </a:rPr>
              <a:t> </a:t>
            </a:r>
            <a:r>
              <a:rPr lang="en-US" altLang="zh-CN" sz="1600" b="1" dirty="0">
                <a:solidFill>
                  <a:schemeClr val="tx1"/>
                </a:solidFill>
                <a:ea typeface="楷体_GB2312"/>
                <a:cs typeface="Times New Roman" pitchFamily="18" charset="0"/>
              </a:rPr>
              <a:t>$ 	 </a:t>
            </a:r>
          </a:p>
          <a:p>
            <a:pPr eaLnBrk="1" hangingPunct="1">
              <a:lnSpc>
                <a:spcPct val="90000"/>
              </a:lnSpc>
              <a:buFont typeface="Wingdings" pitchFamily="2" charset="2"/>
              <a:buNone/>
              <a:defRPr/>
            </a:pPr>
            <a:r>
              <a:rPr lang="en-US" altLang="zh-CN" sz="1600" b="1" dirty="0">
                <a:solidFill>
                  <a:schemeClr val="tx1"/>
                </a:solidFill>
                <a:ea typeface="楷体_GB2312"/>
                <a:cs typeface="Times New Roman" pitchFamily="18" charset="0"/>
              </a:rPr>
              <a:t>         </a:t>
            </a:r>
            <a:r>
              <a:rPr lang="en-US" altLang="zh-CN" sz="1600" b="1" i="1" dirty="0">
                <a:solidFill>
                  <a:schemeClr val="tx1"/>
                </a:solidFill>
                <a:ea typeface="楷体_GB2312"/>
                <a:cs typeface="Times New Roman" pitchFamily="18" charset="0"/>
              </a:rPr>
              <a:t>E' </a:t>
            </a:r>
            <a:r>
              <a:rPr lang="en-US" altLang="zh-CN" sz="1600" b="1" dirty="0">
                <a:solidFill>
                  <a:schemeClr val="tx1"/>
                </a:solidFill>
                <a:ea typeface="楷体_GB2312"/>
                <a:cs typeface="Times New Roman" pitchFamily="18" charset="0"/>
              </a:rPr>
              <a:t>$ 	         +id*id</a:t>
            </a:r>
            <a:r>
              <a:rPr lang="en-US" altLang="zh-CN" sz="1600" b="1" i="1" dirty="0">
                <a:solidFill>
                  <a:schemeClr val="tx1"/>
                </a:solidFill>
                <a:ea typeface="楷体_GB2312"/>
                <a:cs typeface="Times New Roman" pitchFamily="18" charset="0"/>
              </a:rPr>
              <a:t> </a:t>
            </a:r>
            <a:r>
              <a:rPr lang="en-US" altLang="zh-CN" sz="1600" b="1" dirty="0">
                <a:solidFill>
                  <a:schemeClr val="tx1"/>
                </a:solidFill>
                <a:ea typeface="楷体_GB2312"/>
                <a:cs typeface="Times New Roman" pitchFamily="18" charset="0"/>
              </a:rPr>
              <a:t>$ 	</a:t>
            </a:r>
            <a:r>
              <a:rPr lang="en-US" altLang="zh-CN" sz="1600" b="1" i="1" dirty="0" err="1">
                <a:solidFill>
                  <a:schemeClr val="tx1"/>
                </a:solidFill>
                <a:ea typeface="楷体_GB2312"/>
                <a:cs typeface="Times New Roman" pitchFamily="18" charset="0"/>
              </a:rPr>
              <a:t>T'</a:t>
            </a:r>
            <a:r>
              <a:rPr lang="en-US" altLang="zh-CN" sz="1600" b="1" dirty="0" err="1">
                <a:solidFill>
                  <a:schemeClr val="tx1"/>
                </a:solidFill>
                <a:ea typeface="楷体_GB2312"/>
                <a:cs typeface="Times New Roman" pitchFamily="18" charset="0"/>
              </a:rPr>
              <a:t>→</a:t>
            </a:r>
            <a:r>
              <a:rPr lang="en-US" altLang="zh-CN" sz="1600" b="1" i="1" dirty="0" err="1">
                <a:solidFill>
                  <a:schemeClr val="tx1"/>
                </a:solidFill>
                <a:ea typeface="楷体_GB2312"/>
                <a:cs typeface="Times New Roman" pitchFamily="18" charset="0"/>
              </a:rPr>
              <a:t>ε</a:t>
            </a:r>
            <a:endParaRPr lang="en-US" altLang="zh-CN" sz="1600" b="1" i="1" dirty="0">
              <a:solidFill>
                <a:schemeClr val="tx1"/>
              </a:solidFill>
              <a:ea typeface="楷体_GB2312"/>
              <a:cs typeface="Times New Roman" pitchFamily="18" charset="0"/>
            </a:endParaRPr>
          </a:p>
          <a:p>
            <a:pPr eaLnBrk="1" hangingPunct="1">
              <a:lnSpc>
                <a:spcPct val="90000"/>
              </a:lnSpc>
              <a:buFont typeface="Wingdings" pitchFamily="2" charset="2"/>
              <a:buNone/>
              <a:defRPr/>
            </a:pPr>
            <a:r>
              <a:rPr lang="en-US" altLang="zh-CN" sz="1600" b="1" dirty="0">
                <a:solidFill>
                  <a:schemeClr val="tx1"/>
                </a:solidFill>
                <a:ea typeface="楷体_GB2312"/>
                <a:cs typeface="Times New Roman" pitchFamily="18" charset="0"/>
              </a:rPr>
              <a:t>    +</a:t>
            </a:r>
            <a:r>
              <a:rPr lang="en-US" altLang="zh-CN" sz="1600" b="1" i="1" dirty="0">
                <a:solidFill>
                  <a:schemeClr val="tx1"/>
                </a:solidFill>
                <a:ea typeface="楷体_GB2312"/>
                <a:cs typeface="Times New Roman" pitchFamily="18" charset="0"/>
              </a:rPr>
              <a:t>TE' </a:t>
            </a:r>
            <a:r>
              <a:rPr lang="en-US" altLang="zh-CN" sz="1600" b="1" dirty="0">
                <a:solidFill>
                  <a:schemeClr val="tx1"/>
                </a:solidFill>
                <a:ea typeface="楷体_GB2312"/>
                <a:cs typeface="Times New Roman" pitchFamily="18" charset="0"/>
              </a:rPr>
              <a:t>$	         +id*id</a:t>
            </a:r>
            <a:r>
              <a:rPr lang="en-US" altLang="zh-CN" sz="1600" b="1" i="1" dirty="0">
                <a:solidFill>
                  <a:schemeClr val="tx1"/>
                </a:solidFill>
                <a:ea typeface="楷体_GB2312"/>
                <a:cs typeface="Times New Roman" pitchFamily="18" charset="0"/>
              </a:rPr>
              <a:t> </a:t>
            </a:r>
            <a:r>
              <a:rPr lang="en-US" altLang="zh-CN" sz="1600" b="1" dirty="0">
                <a:solidFill>
                  <a:schemeClr val="tx1"/>
                </a:solidFill>
                <a:ea typeface="楷体_GB2312"/>
                <a:cs typeface="Times New Roman" pitchFamily="18" charset="0"/>
              </a:rPr>
              <a:t>$ 	</a:t>
            </a:r>
            <a:r>
              <a:rPr lang="en-US" altLang="zh-CN" sz="1600" b="1" i="1" dirty="0">
                <a:solidFill>
                  <a:schemeClr val="tx1"/>
                </a:solidFill>
                <a:ea typeface="楷体_GB2312"/>
                <a:cs typeface="Times New Roman" pitchFamily="18" charset="0"/>
              </a:rPr>
              <a:t>E'</a:t>
            </a:r>
            <a:r>
              <a:rPr lang="en-US" altLang="zh-CN" sz="1600" b="1" dirty="0">
                <a:solidFill>
                  <a:schemeClr val="tx1"/>
                </a:solidFill>
                <a:ea typeface="楷体_GB2312"/>
                <a:cs typeface="Times New Roman" pitchFamily="18" charset="0"/>
              </a:rPr>
              <a:t>→+</a:t>
            </a:r>
            <a:r>
              <a:rPr lang="en-US" altLang="zh-CN" sz="1600" b="1" i="1" dirty="0">
                <a:solidFill>
                  <a:schemeClr val="tx1"/>
                </a:solidFill>
                <a:ea typeface="楷体_GB2312"/>
                <a:cs typeface="Times New Roman" pitchFamily="18" charset="0"/>
              </a:rPr>
              <a:t>TE'</a:t>
            </a:r>
          </a:p>
          <a:p>
            <a:pPr eaLnBrk="1" hangingPunct="1">
              <a:lnSpc>
                <a:spcPct val="90000"/>
              </a:lnSpc>
              <a:buFont typeface="Wingdings" pitchFamily="2" charset="2"/>
              <a:buNone/>
              <a:defRPr/>
            </a:pPr>
            <a:r>
              <a:rPr lang="en-US" altLang="zh-CN" sz="1600" b="1" dirty="0">
                <a:solidFill>
                  <a:schemeClr val="tx1"/>
                </a:solidFill>
                <a:ea typeface="楷体_GB2312"/>
                <a:cs typeface="Times New Roman" pitchFamily="18" charset="0"/>
              </a:rPr>
              <a:t>      </a:t>
            </a:r>
            <a:r>
              <a:rPr lang="en-US" altLang="zh-CN" sz="1600" b="1" i="1" dirty="0">
                <a:solidFill>
                  <a:schemeClr val="tx1"/>
                </a:solidFill>
                <a:ea typeface="楷体_GB2312"/>
                <a:cs typeface="Times New Roman" pitchFamily="18" charset="0"/>
              </a:rPr>
              <a:t>TE' </a:t>
            </a:r>
            <a:r>
              <a:rPr lang="en-US" altLang="zh-CN" sz="1600" b="1" dirty="0">
                <a:solidFill>
                  <a:schemeClr val="tx1"/>
                </a:solidFill>
                <a:ea typeface="楷体_GB2312"/>
                <a:cs typeface="Times New Roman" pitchFamily="18" charset="0"/>
              </a:rPr>
              <a:t>$	           id*id</a:t>
            </a:r>
            <a:r>
              <a:rPr lang="en-US" altLang="zh-CN" sz="1600" b="1" i="1" dirty="0">
                <a:solidFill>
                  <a:schemeClr val="tx1"/>
                </a:solidFill>
                <a:ea typeface="楷体_GB2312"/>
                <a:cs typeface="Times New Roman" pitchFamily="18" charset="0"/>
              </a:rPr>
              <a:t> </a:t>
            </a:r>
            <a:r>
              <a:rPr lang="en-US" altLang="zh-CN" sz="1600" b="1" dirty="0">
                <a:solidFill>
                  <a:schemeClr val="tx1"/>
                </a:solidFill>
                <a:ea typeface="楷体_GB2312"/>
                <a:cs typeface="Times New Roman" pitchFamily="18" charset="0"/>
              </a:rPr>
              <a:t>$ 	</a:t>
            </a:r>
          </a:p>
          <a:p>
            <a:pPr eaLnBrk="1" hangingPunct="1">
              <a:lnSpc>
                <a:spcPct val="90000"/>
              </a:lnSpc>
              <a:buFont typeface="Wingdings" pitchFamily="2" charset="2"/>
              <a:buNone/>
              <a:defRPr/>
            </a:pPr>
            <a:r>
              <a:rPr lang="en-US" altLang="zh-CN" sz="1600" b="1" dirty="0">
                <a:solidFill>
                  <a:schemeClr val="tx1"/>
                </a:solidFill>
                <a:ea typeface="楷体_GB2312"/>
                <a:cs typeface="Times New Roman" pitchFamily="18" charset="0"/>
              </a:rPr>
              <a:t>  </a:t>
            </a:r>
            <a:r>
              <a:rPr lang="en-US" altLang="zh-CN" sz="1600" b="1" i="1" dirty="0">
                <a:solidFill>
                  <a:schemeClr val="tx1"/>
                </a:solidFill>
                <a:ea typeface="楷体_GB2312"/>
                <a:cs typeface="Times New Roman" pitchFamily="18" charset="0"/>
              </a:rPr>
              <a:t>FT'E' </a:t>
            </a:r>
            <a:r>
              <a:rPr lang="en-US" altLang="zh-CN" sz="1600" b="1" dirty="0">
                <a:solidFill>
                  <a:schemeClr val="tx1"/>
                </a:solidFill>
                <a:ea typeface="楷体_GB2312"/>
                <a:cs typeface="Times New Roman" pitchFamily="18" charset="0"/>
              </a:rPr>
              <a:t>$ 	           id*id</a:t>
            </a:r>
            <a:r>
              <a:rPr lang="en-US" altLang="zh-CN" sz="1600" b="1" i="1" dirty="0">
                <a:solidFill>
                  <a:schemeClr val="tx1"/>
                </a:solidFill>
                <a:ea typeface="楷体_GB2312"/>
                <a:cs typeface="Times New Roman" pitchFamily="18" charset="0"/>
              </a:rPr>
              <a:t> </a:t>
            </a:r>
            <a:r>
              <a:rPr lang="en-US" altLang="zh-CN" sz="1600" b="1" dirty="0">
                <a:solidFill>
                  <a:schemeClr val="tx1"/>
                </a:solidFill>
                <a:ea typeface="楷体_GB2312"/>
                <a:cs typeface="Times New Roman" pitchFamily="18" charset="0"/>
              </a:rPr>
              <a:t>$ 	</a:t>
            </a:r>
            <a:r>
              <a:rPr lang="en-US" altLang="zh-CN" sz="1600" b="1" i="1" dirty="0">
                <a:solidFill>
                  <a:schemeClr val="tx1"/>
                </a:solidFill>
                <a:ea typeface="楷体_GB2312"/>
                <a:cs typeface="Times New Roman" pitchFamily="18" charset="0"/>
              </a:rPr>
              <a:t>T</a:t>
            </a:r>
            <a:r>
              <a:rPr lang="en-US" altLang="zh-CN" sz="1600" b="1" dirty="0">
                <a:solidFill>
                  <a:schemeClr val="tx1"/>
                </a:solidFill>
                <a:ea typeface="楷体_GB2312"/>
                <a:cs typeface="Times New Roman" pitchFamily="18" charset="0"/>
              </a:rPr>
              <a:t>→</a:t>
            </a:r>
            <a:r>
              <a:rPr lang="en-US" altLang="zh-CN" sz="1600" b="1" i="1" dirty="0">
                <a:solidFill>
                  <a:schemeClr val="tx1"/>
                </a:solidFill>
                <a:ea typeface="楷体_GB2312"/>
                <a:cs typeface="Times New Roman" pitchFamily="18" charset="0"/>
              </a:rPr>
              <a:t>FT'</a:t>
            </a:r>
          </a:p>
          <a:p>
            <a:pPr eaLnBrk="1" hangingPunct="1">
              <a:lnSpc>
                <a:spcPct val="90000"/>
              </a:lnSpc>
              <a:buFont typeface="Wingdings" pitchFamily="2" charset="2"/>
              <a:buNone/>
              <a:defRPr/>
            </a:pPr>
            <a:r>
              <a:rPr lang="en-US" altLang="zh-CN" sz="1600" b="1" dirty="0">
                <a:solidFill>
                  <a:schemeClr val="tx1"/>
                </a:solidFill>
                <a:ea typeface="楷体_GB2312"/>
                <a:cs typeface="Times New Roman" pitchFamily="18" charset="0"/>
              </a:rPr>
              <a:t>  </a:t>
            </a:r>
            <a:r>
              <a:rPr lang="en-US" altLang="zh-CN" sz="1600" b="1" dirty="0" err="1">
                <a:solidFill>
                  <a:schemeClr val="tx1"/>
                </a:solidFill>
                <a:ea typeface="楷体_GB2312"/>
                <a:cs typeface="Times New Roman" pitchFamily="18" charset="0"/>
              </a:rPr>
              <a:t>id</a:t>
            </a:r>
            <a:r>
              <a:rPr lang="en-US" altLang="zh-CN" sz="1600" b="1" i="1" dirty="0" err="1">
                <a:solidFill>
                  <a:schemeClr val="tx1"/>
                </a:solidFill>
                <a:ea typeface="楷体_GB2312"/>
                <a:cs typeface="Times New Roman" pitchFamily="18" charset="0"/>
              </a:rPr>
              <a:t>T'E</a:t>
            </a:r>
            <a:r>
              <a:rPr lang="en-US" altLang="zh-CN" sz="1600" b="1" i="1" dirty="0">
                <a:solidFill>
                  <a:schemeClr val="tx1"/>
                </a:solidFill>
                <a:ea typeface="楷体_GB2312"/>
                <a:cs typeface="Times New Roman" pitchFamily="18" charset="0"/>
              </a:rPr>
              <a:t>' </a:t>
            </a:r>
            <a:r>
              <a:rPr lang="en-US" altLang="zh-CN" sz="1600" b="1" dirty="0">
                <a:solidFill>
                  <a:schemeClr val="tx1"/>
                </a:solidFill>
                <a:ea typeface="楷体_GB2312"/>
                <a:cs typeface="Times New Roman" pitchFamily="18" charset="0"/>
              </a:rPr>
              <a:t>$	           id*id</a:t>
            </a:r>
            <a:r>
              <a:rPr lang="en-US" altLang="zh-CN" sz="1600" b="1" i="1" dirty="0">
                <a:solidFill>
                  <a:schemeClr val="tx1"/>
                </a:solidFill>
                <a:ea typeface="楷体_GB2312"/>
                <a:cs typeface="Times New Roman" pitchFamily="18" charset="0"/>
              </a:rPr>
              <a:t> </a:t>
            </a:r>
            <a:r>
              <a:rPr lang="en-US" altLang="zh-CN" sz="1600" b="1" dirty="0">
                <a:solidFill>
                  <a:schemeClr val="tx1"/>
                </a:solidFill>
                <a:ea typeface="楷体_GB2312"/>
                <a:cs typeface="Times New Roman" pitchFamily="18" charset="0"/>
              </a:rPr>
              <a:t>$ 	</a:t>
            </a:r>
            <a:r>
              <a:rPr lang="en-US" altLang="zh-CN" sz="1600" b="1" i="1" dirty="0" err="1">
                <a:solidFill>
                  <a:schemeClr val="tx1"/>
                </a:solidFill>
                <a:ea typeface="楷体_GB2312"/>
                <a:cs typeface="Times New Roman" pitchFamily="18" charset="0"/>
              </a:rPr>
              <a:t>F</a:t>
            </a:r>
            <a:r>
              <a:rPr lang="en-US" altLang="zh-CN" sz="1600" b="1" dirty="0" err="1">
                <a:solidFill>
                  <a:schemeClr val="tx1"/>
                </a:solidFill>
                <a:ea typeface="楷体_GB2312"/>
                <a:cs typeface="Times New Roman" pitchFamily="18" charset="0"/>
              </a:rPr>
              <a:t>→id</a:t>
            </a:r>
            <a:endParaRPr lang="en-US" altLang="zh-CN" sz="1600" b="1" dirty="0">
              <a:solidFill>
                <a:schemeClr val="tx1"/>
              </a:solidFill>
              <a:ea typeface="楷体_GB2312"/>
              <a:cs typeface="Times New Roman" pitchFamily="18" charset="0"/>
            </a:endParaRPr>
          </a:p>
          <a:p>
            <a:pPr eaLnBrk="1" hangingPunct="1">
              <a:lnSpc>
                <a:spcPct val="90000"/>
              </a:lnSpc>
              <a:buFont typeface="Wingdings" pitchFamily="2" charset="2"/>
              <a:buNone/>
              <a:defRPr/>
            </a:pPr>
            <a:r>
              <a:rPr lang="en-US" altLang="zh-CN" sz="1600" b="1" dirty="0">
                <a:solidFill>
                  <a:schemeClr val="tx1"/>
                </a:solidFill>
                <a:ea typeface="楷体_GB2312"/>
                <a:cs typeface="Times New Roman" pitchFamily="18" charset="0"/>
              </a:rPr>
              <a:t>     </a:t>
            </a:r>
            <a:r>
              <a:rPr lang="en-US" altLang="zh-CN" sz="1600" b="1" i="1" dirty="0">
                <a:solidFill>
                  <a:schemeClr val="tx1"/>
                </a:solidFill>
                <a:ea typeface="楷体_GB2312"/>
                <a:cs typeface="Times New Roman" pitchFamily="18" charset="0"/>
              </a:rPr>
              <a:t>T'E' </a:t>
            </a:r>
            <a:r>
              <a:rPr lang="en-US" altLang="zh-CN" sz="1600" b="1" dirty="0">
                <a:solidFill>
                  <a:schemeClr val="tx1"/>
                </a:solidFill>
                <a:ea typeface="楷体_GB2312"/>
                <a:cs typeface="Times New Roman" pitchFamily="18" charset="0"/>
              </a:rPr>
              <a:t>$ 	               *id</a:t>
            </a:r>
            <a:r>
              <a:rPr lang="en-US" altLang="zh-CN" sz="1600" b="1" i="1" dirty="0">
                <a:solidFill>
                  <a:schemeClr val="tx1"/>
                </a:solidFill>
                <a:ea typeface="楷体_GB2312"/>
                <a:cs typeface="Times New Roman" pitchFamily="18" charset="0"/>
              </a:rPr>
              <a:t> </a:t>
            </a:r>
            <a:r>
              <a:rPr lang="en-US" altLang="zh-CN" sz="1600" b="1" dirty="0">
                <a:solidFill>
                  <a:schemeClr val="tx1"/>
                </a:solidFill>
                <a:ea typeface="楷体_GB2312"/>
                <a:cs typeface="Times New Roman" pitchFamily="18" charset="0"/>
              </a:rPr>
              <a:t>$ 	</a:t>
            </a:r>
          </a:p>
          <a:p>
            <a:pPr eaLnBrk="1" hangingPunct="1">
              <a:lnSpc>
                <a:spcPct val="90000"/>
              </a:lnSpc>
              <a:buFont typeface="Wingdings" pitchFamily="2" charset="2"/>
              <a:buNone/>
              <a:defRPr/>
            </a:pPr>
            <a:r>
              <a:rPr kumimoji="1" lang="en-US" altLang="zh-CN" sz="1600" b="1" dirty="0">
                <a:solidFill>
                  <a:schemeClr val="tx1"/>
                </a:solidFill>
                <a:ea typeface="楷体_GB2312"/>
                <a:cs typeface="Times New Roman" pitchFamily="18" charset="0"/>
              </a:rPr>
              <a:t> *</a:t>
            </a:r>
            <a:r>
              <a:rPr kumimoji="1" lang="en-US" altLang="zh-CN" sz="1600" b="1" i="1" dirty="0">
                <a:solidFill>
                  <a:schemeClr val="tx1"/>
                </a:solidFill>
                <a:ea typeface="楷体_GB2312"/>
                <a:cs typeface="Times New Roman" pitchFamily="18" charset="0"/>
              </a:rPr>
              <a:t>FT</a:t>
            </a:r>
            <a:r>
              <a:rPr lang="en-US" altLang="zh-CN" sz="1600" b="1" i="1" dirty="0">
                <a:solidFill>
                  <a:schemeClr val="tx1"/>
                </a:solidFill>
                <a:ea typeface="楷体_GB2312"/>
                <a:cs typeface="Times New Roman" pitchFamily="18" charset="0"/>
              </a:rPr>
              <a:t>'E' </a:t>
            </a:r>
            <a:r>
              <a:rPr lang="en-US" altLang="zh-CN" sz="1600" b="1" dirty="0">
                <a:solidFill>
                  <a:schemeClr val="tx1"/>
                </a:solidFill>
                <a:ea typeface="楷体_GB2312"/>
                <a:cs typeface="Times New Roman" pitchFamily="18" charset="0"/>
              </a:rPr>
              <a:t>$                 *id</a:t>
            </a:r>
            <a:r>
              <a:rPr lang="en-US" altLang="zh-CN" sz="1600" b="1" i="1" dirty="0">
                <a:solidFill>
                  <a:schemeClr val="tx1"/>
                </a:solidFill>
                <a:ea typeface="楷体_GB2312"/>
                <a:cs typeface="Times New Roman" pitchFamily="18" charset="0"/>
              </a:rPr>
              <a:t> </a:t>
            </a:r>
            <a:r>
              <a:rPr lang="en-US" altLang="zh-CN" sz="1600" b="1" dirty="0">
                <a:solidFill>
                  <a:schemeClr val="tx1"/>
                </a:solidFill>
                <a:ea typeface="楷体_GB2312"/>
                <a:cs typeface="Times New Roman" pitchFamily="18" charset="0"/>
              </a:rPr>
              <a:t>$ 	</a:t>
            </a:r>
            <a:r>
              <a:rPr lang="en-US" altLang="zh-CN" sz="1600" b="1" i="1" dirty="0">
                <a:solidFill>
                  <a:schemeClr val="tx1"/>
                </a:solidFill>
                <a:ea typeface="楷体_GB2312"/>
                <a:cs typeface="Times New Roman" pitchFamily="18" charset="0"/>
              </a:rPr>
              <a:t>T'</a:t>
            </a:r>
            <a:r>
              <a:rPr lang="en-US" altLang="zh-CN" sz="1600" b="1" dirty="0">
                <a:solidFill>
                  <a:schemeClr val="tx1"/>
                </a:solidFill>
                <a:ea typeface="楷体_GB2312"/>
                <a:cs typeface="Times New Roman" pitchFamily="18" charset="0"/>
              </a:rPr>
              <a:t>→*</a:t>
            </a:r>
            <a:r>
              <a:rPr lang="en-US" altLang="zh-CN" sz="1600" b="1" i="1" dirty="0">
                <a:solidFill>
                  <a:schemeClr val="tx1"/>
                </a:solidFill>
                <a:ea typeface="楷体_GB2312"/>
                <a:cs typeface="Times New Roman" pitchFamily="18" charset="0"/>
              </a:rPr>
              <a:t>FT'</a:t>
            </a:r>
          </a:p>
          <a:p>
            <a:pPr eaLnBrk="1" hangingPunct="1">
              <a:lnSpc>
                <a:spcPct val="90000"/>
              </a:lnSpc>
              <a:buFont typeface="Wingdings" pitchFamily="2" charset="2"/>
              <a:buNone/>
              <a:defRPr/>
            </a:pPr>
            <a:r>
              <a:rPr kumimoji="1" lang="en-US" altLang="zh-CN" sz="1600" b="1" dirty="0">
                <a:solidFill>
                  <a:schemeClr val="tx1"/>
                </a:solidFill>
                <a:ea typeface="楷体_GB2312"/>
                <a:cs typeface="Times New Roman" pitchFamily="18" charset="0"/>
              </a:rPr>
              <a:t>   </a:t>
            </a:r>
            <a:r>
              <a:rPr kumimoji="1" lang="en-US" altLang="zh-CN" sz="1600" b="1" i="1" dirty="0">
                <a:solidFill>
                  <a:schemeClr val="tx1"/>
                </a:solidFill>
                <a:ea typeface="楷体_GB2312"/>
                <a:cs typeface="Times New Roman" pitchFamily="18" charset="0"/>
              </a:rPr>
              <a:t>FT</a:t>
            </a:r>
            <a:r>
              <a:rPr lang="en-US" altLang="zh-CN" sz="1600" b="1" i="1" dirty="0">
                <a:solidFill>
                  <a:schemeClr val="tx1"/>
                </a:solidFill>
                <a:ea typeface="楷体_GB2312"/>
                <a:cs typeface="Times New Roman" pitchFamily="18" charset="0"/>
              </a:rPr>
              <a:t>'E' </a:t>
            </a:r>
            <a:r>
              <a:rPr lang="en-US" altLang="zh-CN" sz="1600" b="1" dirty="0">
                <a:solidFill>
                  <a:schemeClr val="tx1"/>
                </a:solidFill>
                <a:ea typeface="楷体_GB2312"/>
                <a:cs typeface="Times New Roman" pitchFamily="18" charset="0"/>
              </a:rPr>
              <a:t>$                   id</a:t>
            </a:r>
            <a:r>
              <a:rPr lang="en-US" altLang="zh-CN" sz="1600" b="1" i="1" dirty="0">
                <a:solidFill>
                  <a:schemeClr val="tx1"/>
                </a:solidFill>
                <a:ea typeface="楷体_GB2312"/>
                <a:cs typeface="Times New Roman" pitchFamily="18" charset="0"/>
              </a:rPr>
              <a:t> </a:t>
            </a:r>
            <a:r>
              <a:rPr lang="en-US" altLang="zh-CN" sz="1600" b="1" dirty="0">
                <a:solidFill>
                  <a:schemeClr val="tx1"/>
                </a:solidFill>
                <a:ea typeface="楷体_GB2312"/>
                <a:cs typeface="Times New Roman" pitchFamily="18" charset="0"/>
              </a:rPr>
              <a:t>$ 	</a:t>
            </a:r>
          </a:p>
          <a:p>
            <a:pPr eaLnBrk="1" hangingPunct="1">
              <a:lnSpc>
                <a:spcPct val="90000"/>
              </a:lnSpc>
              <a:buFont typeface="Wingdings" pitchFamily="2" charset="2"/>
              <a:buNone/>
              <a:defRPr/>
            </a:pPr>
            <a:r>
              <a:rPr lang="en-US" altLang="zh-CN" sz="1600" b="1" dirty="0">
                <a:solidFill>
                  <a:schemeClr val="tx1"/>
                </a:solidFill>
                <a:ea typeface="楷体_GB2312"/>
                <a:cs typeface="Times New Roman" pitchFamily="18" charset="0"/>
              </a:rPr>
              <a:t>  </a:t>
            </a:r>
            <a:r>
              <a:rPr lang="en-US" altLang="zh-CN" sz="1600" b="1" dirty="0" err="1">
                <a:solidFill>
                  <a:schemeClr val="tx1"/>
                </a:solidFill>
                <a:ea typeface="楷体_GB2312"/>
                <a:cs typeface="Times New Roman" pitchFamily="18" charset="0"/>
              </a:rPr>
              <a:t>id</a:t>
            </a:r>
            <a:r>
              <a:rPr kumimoji="1" lang="en-US" altLang="zh-CN" sz="1600" b="1" i="1" dirty="0" err="1">
                <a:solidFill>
                  <a:schemeClr val="tx1"/>
                </a:solidFill>
                <a:ea typeface="楷体_GB2312"/>
                <a:cs typeface="Times New Roman" pitchFamily="18" charset="0"/>
              </a:rPr>
              <a:t>T</a:t>
            </a:r>
            <a:r>
              <a:rPr lang="en-US" altLang="zh-CN" sz="1600" b="1" i="1" dirty="0" err="1">
                <a:solidFill>
                  <a:schemeClr val="tx1"/>
                </a:solidFill>
                <a:ea typeface="楷体_GB2312"/>
                <a:cs typeface="Times New Roman" pitchFamily="18" charset="0"/>
              </a:rPr>
              <a:t>'E</a:t>
            </a:r>
            <a:r>
              <a:rPr lang="en-US" altLang="zh-CN" sz="1600" b="1" i="1" dirty="0">
                <a:solidFill>
                  <a:schemeClr val="tx1"/>
                </a:solidFill>
                <a:ea typeface="楷体_GB2312"/>
                <a:cs typeface="Times New Roman" pitchFamily="18" charset="0"/>
              </a:rPr>
              <a:t>' </a:t>
            </a:r>
            <a:r>
              <a:rPr lang="en-US" altLang="zh-CN" sz="1600" b="1" dirty="0">
                <a:solidFill>
                  <a:schemeClr val="tx1"/>
                </a:solidFill>
                <a:ea typeface="楷体_GB2312"/>
                <a:cs typeface="Times New Roman" pitchFamily="18" charset="0"/>
              </a:rPr>
              <a:t>$                   id</a:t>
            </a:r>
            <a:r>
              <a:rPr lang="en-US" altLang="zh-CN" sz="1600" b="1" i="1" dirty="0">
                <a:solidFill>
                  <a:schemeClr val="tx1"/>
                </a:solidFill>
                <a:ea typeface="楷体_GB2312"/>
                <a:cs typeface="Times New Roman" pitchFamily="18" charset="0"/>
              </a:rPr>
              <a:t> </a:t>
            </a:r>
            <a:r>
              <a:rPr lang="en-US" altLang="zh-CN" sz="1600" b="1" dirty="0">
                <a:solidFill>
                  <a:schemeClr val="tx1"/>
                </a:solidFill>
                <a:ea typeface="楷体_GB2312"/>
                <a:cs typeface="Times New Roman" pitchFamily="18" charset="0"/>
              </a:rPr>
              <a:t>$ 	</a:t>
            </a:r>
            <a:r>
              <a:rPr lang="en-US" altLang="zh-CN" sz="1600" b="1" i="1" dirty="0" err="1">
                <a:solidFill>
                  <a:schemeClr val="tx1"/>
                </a:solidFill>
                <a:ea typeface="楷体_GB2312"/>
                <a:cs typeface="Times New Roman" pitchFamily="18" charset="0"/>
              </a:rPr>
              <a:t>F</a:t>
            </a:r>
            <a:r>
              <a:rPr lang="en-US" altLang="zh-CN" sz="1600" b="1" dirty="0" err="1">
                <a:solidFill>
                  <a:schemeClr val="tx1"/>
                </a:solidFill>
                <a:ea typeface="楷体_GB2312"/>
                <a:cs typeface="Times New Roman" pitchFamily="18" charset="0"/>
              </a:rPr>
              <a:t>→id</a:t>
            </a:r>
            <a:endParaRPr lang="en-US" altLang="zh-CN" sz="1600" b="1" dirty="0">
              <a:solidFill>
                <a:schemeClr val="tx1"/>
              </a:solidFill>
              <a:ea typeface="楷体_GB2312"/>
              <a:cs typeface="Times New Roman" pitchFamily="18" charset="0"/>
            </a:endParaRPr>
          </a:p>
          <a:p>
            <a:pPr eaLnBrk="1" hangingPunct="1">
              <a:lnSpc>
                <a:spcPct val="90000"/>
              </a:lnSpc>
              <a:buFont typeface="Wingdings" pitchFamily="2" charset="2"/>
              <a:buNone/>
              <a:defRPr/>
            </a:pPr>
            <a:r>
              <a:rPr lang="en-US" altLang="zh-CN" sz="1600" b="1" dirty="0">
                <a:solidFill>
                  <a:schemeClr val="tx1"/>
                </a:solidFill>
                <a:ea typeface="楷体_GB2312"/>
                <a:cs typeface="Times New Roman" pitchFamily="18" charset="0"/>
              </a:rPr>
              <a:t>     </a:t>
            </a:r>
            <a:r>
              <a:rPr kumimoji="1" lang="en-US" altLang="zh-CN" sz="1600" b="1" i="1" dirty="0">
                <a:solidFill>
                  <a:schemeClr val="tx1"/>
                </a:solidFill>
                <a:ea typeface="楷体_GB2312"/>
                <a:cs typeface="Times New Roman" pitchFamily="18" charset="0"/>
              </a:rPr>
              <a:t>T</a:t>
            </a:r>
            <a:r>
              <a:rPr lang="en-US" altLang="zh-CN" sz="1600" b="1" i="1" dirty="0">
                <a:solidFill>
                  <a:schemeClr val="tx1"/>
                </a:solidFill>
                <a:ea typeface="楷体_GB2312"/>
                <a:cs typeface="Times New Roman" pitchFamily="18" charset="0"/>
              </a:rPr>
              <a:t>'E' </a:t>
            </a:r>
            <a:r>
              <a:rPr lang="en-US" altLang="zh-CN" sz="1600" b="1" dirty="0">
                <a:solidFill>
                  <a:schemeClr val="tx1"/>
                </a:solidFill>
                <a:ea typeface="楷体_GB2312"/>
                <a:cs typeface="Times New Roman" pitchFamily="18" charset="0"/>
              </a:rPr>
              <a:t>$	                     $ 	</a:t>
            </a:r>
          </a:p>
          <a:p>
            <a:pPr eaLnBrk="1" hangingPunct="1">
              <a:lnSpc>
                <a:spcPct val="90000"/>
              </a:lnSpc>
              <a:buFont typeface="Wingdings" pitchFamily="2" charset="2"/>
              <a:buNone/>
              <a:defRPr/>
            </a:pPr>
            <a:r>
              <a:rPr lang="en-US" altLang="zh-CN" sz="1600" b="1" dirty="0">
                <a:solidFill>
                  <a:schemeClr val="tx1"/>
                </a:solidFill>
                <a:ea typeface="楷体_GB2312"/>
                <a:cs typeface="Times New Roman" pitchFamily="18" charset="0"/>
              </a:rPr>
              <a:t>        </a:t>
            </a:r>
            <a:r>
              <a:rPr lang="en-US" altLang="zh-CN" sz="1600" b="1" i="1" dirty="0">
                <a:solidFill>
                  <a:schemeClr val="tx1"/>
                </a:solidFill>
                <a:ea typeface="楷体_GB2312"/>
                <a:cs typeface="Times New Roman" pitchFamily="18" charset="0"/>
              </a:rPr>
              <a:t>E' </a:t>
            </a:r>
            <a:r>
              <a:rPr lang="en-US" altLang="zh-CN" sz="1600" b="1" dirty="0">
                <a:solidFill>
                  <a:schemeClr val="tx1"/>
                </a:solidFill>
                <a:ea typeface="楷体_GB2312"/>
                <a:cs typeface="Times New Roman" pitchFamily="18" charset="0"/>
              </a:rPr>
              <a:t>$ 	                     $ 	</a:t>
            </a:r>
            <a:r>
              <a:rPr lang="en-US" altLang="zh-CN" sz="1600" b="1" i="1" dirty="0" err="1">
                <a:solidFill>
                  <a:schemeClr val="tx1"/>
                </a:solidFill>
                <a:ea typeface="楷体_GB2312"/>
                <a:cs typeface="Times New Roman" pitchFamily="18" charset="0"/>
              </a:rPr>
              <a:t>T'</a:t>
            </a:r>
            <a:r>
              <a:rPr lang="en-US" altLang="zh-CN" sz="1600" b="1" dirty="0" err="1">
                <a:solidFill>
                  <a:schemeClr val="tx1"/>
                </a:solidFill>
                <a:ea typeface="楷体_GB2312"/>
                <a:cs typeface="Times New Roman" pitchFamily="18" charset="0"/>
              </a:rPr>
              <a:t>→</a:t>
            </a:r>
            <a:r>
              <a:rPr lang="en-US" altLang="zh-CN" sz="1600" b="1" i="1" dirty="0" err="1">
                <a:solidFill>
                  <a:schemeClr val="tx1"/>
                </a:solidFill>
                <a:ea typeface="楷体_GB2312"/>
                <a:cs typeface="Times New Roman" pitchFamily="18" charset="0"/>
              </a:rPr>
              <a:t>ε</a:t>
            </a:r>
            <a:endParaRPr lang="en-US" altLang="zh-CN" sz="1600" b="1" i="1" dirty="0">
              <a:solidFill>
                <a:schemeClr val="tx1"/>
              </a:solidFill>
              <a:ea typeface="楷体_GB2312"/>
              <a:cs typeface="Times New Roman" pitchFamily="18" charset="0"/>
            </a:endParaRPr>
          </a:p>
          <a:p>
            <a:pPr eaLnBrk="1" hangingPunct="1">
              <a:lnSpc>
                <a:spcPct val="90000"/>
              </a:lnSpc>
              <a:buFont typeface="Wingdings" pitchFamily="2" charset="2"/>
              <a:buNone/>
              <a:defRPr/>
            </a:pPr>
            <a:r>
              <a:rPr lang="en-US" altLang="zh-CN" sz="1600" b="1" dirty="0">
                <a:solidFill>
                  <a:schemeClr val="tx1"/>
                </a:solidFill>
                <a:ea typeface="楷体_GB2312"/>
                <a:cs typeface="Times New Roman" pitchFamily="18" charset="0"/>
              </a:rPr>
              <a:t>             $ 	                     $     	</a:t>
            </a:r>
            <a:r>
              <a:rPr lang="en-US" altLang="zh-CN" sz="1600" b="1" i="1" dirty="0" err="1">
                <a:solidFill>
                  <a:schemeClr val="tx1"/>
                </a:solidFill>
                <a:ea typeface="楷体_GB2312"/>
                <a:cs typeface="Times New Roman" pitchFamily="18" charset="0"/>
              </a:rPr>
              <a:t>E'</a:t>
            </a:r>
            <a:r>
              <a:rPr lang="en-US" altLang="zh-CN" sz="1600" b="1" dirty="0" err="1">
                <a:solidFill>
                  <a:schemeClr val="tx1"/>
                </a:solidFill>
                <a:ea typeface="楷体_GB2312"/>
                <a:cs typeface="Times New Roman" pitchFamily="18" charset="0"/>
              </a:rPr>
              <a:t>→</a:t>
            </a:r>
            <a:r>
              <a:rPr lang="en-US" altLang="zh-CN" sz="1600" b="1" i="1" dirty="0" err="1">
                <a:solidFill>
                  <a:schemeClr val="tx1"/>
                </a:solidFill>
                <a:ea typeface="楷体_GB2312"/>
                <a:cs typeface="Times New Roman" pitchFamily="18" charset="0"/>
              </a:rPr>
              <a:t>ε</a:t>
            </a:r>
            <a:endParaRPr lang="en-US" altLang="zh-CN" sz="1600" b="1" i="1" dirty="0">
              <a:solidFill>
                <a:schemeClr val="tx1"/>
              </a:solidFill>
              <a:ea typeface="楷体_GB2312"/>
              <a:cs typeface="Times New Roman" pitchFamily="18" charset="0"/>
            </a:endParaRPr>
          </a:p>
        </p:txBody>
      </p:sp>
      <p:graphicFrame>
        <p:nvGraphicFramePr>
          <p:cNvPr id="6" name="Group 18">
            <a:extLst>
              <a:ext uri="{FF2B5EF4-FFF2-40B4-BE49-F238E27FC236}">
                <a16:creationId xmlns:a16="http://schemas.microsoft.com/office/drawing/2014/main" id="{996F0934-451E-4F40-A2F3-B2ACBA9520AB}"/>
              </a:ext>
            </a:extLst>
          </p:cNvPr>
          <p:cNvGraphicFramePr>
            <a:graphicFrameLocks noGrp="1"/>
          </p:cNvGraphicFramePr>
          <p:nvPr>
            <p:extLst>
              <p:ext uri="{D42A27DB-BD31-4B8C-83A1-F6EECF244321}">
                <p14:modId xmlns:p14="http://schemas.microsoft.com/office/powerpoint/2010/main" val="4155206730"/>
              </p:ext>
            </p:extLst>
          </p:nvPr>
        </p:nvGraphicFramePr>
        <p:xfrm>
          <a:off x="243383" y="864418"/>
          <a:ext cx="4986338" cy="2203453"/>
        </p:xfrm>
        <a:graphic>
          <a:graphicData uri="http://schemas.openxmlformats.org/drawingml/2006/table">
            <a:tbl>
              <a:tblPr/>
              <a:tblGrid>
                <a:gridCol w="536594">
                  <a:extLst>
                    <a:ext uri="{9D8B030D-6E8A-4147-A177-3AD203B41FA5}">
                      <a16:colId xmlns:a16="http://schemas.microsoft.com/office/drawing/2014/main" val="20000"/>
                    </a:ext>
                  </a:extLst>
                </a:gridCol>
                <a:gridCol w="760441">
                  <a:extLst>
                    <a:ext uri="{9D8B030D-6E8A-4147-A177-3AD203B41FA5}">
                      <a16:colId xmlns:a16="http://schemas.microsoft.com/office/drawing/2014/main" val="20001"/>
                    </a:ext>
                  </a:extLst>
                </a:gridCol>
                <a:gridCol w="863631">
                  <a:extLst>
                    <a:ext uri="{9D8B030D-6E8A-4147-A177-3AD203B41FA5}">
                      <a16:colId xmlns:a16="http://schemas.microsoft.com/office/drawing/2014/main" val="20002"/>
                    </a:ext>
                  </a:extLst>
                </a:gridCol>
                <a:gridCol w="862043">
                  <a:extLst>
                    <a:ext uri="{9D8B030D-6E8A-4147-A177-3AD203B41FA5}">
                      <a16:colId xmlns:a16="http://schemas.microsoft.com/office/drawing/2014/main" val="20003"/>
                    </a:ext>
                  </a:extLst>
                </a:gridCol>
                <a:gridCol w="722339">
                  <a:extLst>
                    <a:ext uri="{9D8B030D-6E8A-4147-A177-3AD203B41FA5}">
                      <a16:colId xmlns:a16="http://schemas.microsoft.com/office/drawing/2014/main" val="20004"/>
                    </a:ext>
                  </a:extLst>
                </a:gridCol>
                <a:gridCol w="647724">
                  <a:extLst>
                    <a:ext uri="{9D8B030D-6E8A-4147-A177-3AD203B41FA5}">
                      <a16:colId xmlns:a16="http://schemas.microsoft.com/office/drawing/2014/main" val="20005"/>
                    </a:ext>
                  </a:extLst>
                </a:gridCol>
                <a:gridCol w="593566">
                  <a:extLst>
                    <a:ext uri="{9D8B030D-6E8A-4147-A177-3AD203B41FA5}">
                      <a16:colId xmlns:a16="http://schemas.microsoft.com/office/drawing/2014/main" val="20006"/>
                    </a:ext>
                  </a:extLst>
                </a:gridCol>
              </a:tblGrid>
              <a:tr h="312738">
                <a:tc rowSpan="2">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183572" marR="183572" marT="34303" marB="343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gridSpan="6">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16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输入符号</a:t>
                      </a: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312738">
                <a:tc vMerge="1">
                  <a:txBody>
                    <a:bodyPr/>
                    <a:lstStyle/>
                    <a:p>
                      <a:endParaRPr lang="zh-CN" altLang="en-US"/>
                    </a:p>
                  </a:txBody>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id</a:t>
                      </a:r>
                      <a:endParaRPr kumimoji="0" lang="zh-CN" altLang="en-US" sz="1600" b="1" i="0" u="none" strike="noStrike" cap="none" normalizeH="0" baseline="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1"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endParaRPr kumimoji="0" lang="zh-CN" altLang="en-US" sz="1600" b="1" i="0" u="none" strike="noStrike" cap="none" normalizeH="0" baseline="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0" lang="zh-CN" altLang="en-US" sz="1600" b="1" i="0" u="none" strike="noStrike" cap="none" normalizeH="0" baseline="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1"/>
                  </a:ext>
                </a:extLst>
              </a:tr>
              <a:tr h="314325">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1" lang="zh-CN" altLang="en-US"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1" lang="zh-CN" altLang="en-US"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5438">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2738">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1" lang="zh-CN" altLang="en-US"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12738">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1" lang="zh-CN" altLang="en-US"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1" lang="zh-CN" altLang="en-US"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1" lang="zh-CN" altLang="en-US"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12738">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1"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1" lang="zh-CN" altLang="en-US"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1"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dirty="0">
                        <a:ln>
                          <a:noFill/>
                        </a:ln>
                        <a:solidFill>
                          <a:schemeClr val="tx1"/>
                        </a:solidFill>
                        <a:effectLst/>
                        <a:latin typeface="Candara" panose="020E0502030303020204" pitchFamily="34" charset="0"/>
                        <a:ea typeface="华文楷体" panose="0201060004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dirty="0">
                        <a:ln>
                          <a:noFill/>
                        </a:ln>
                        <a:solidFill>
                          <a:schemeClr val="tx1"/>
                        </a:solidFill>
                        <a:effectLst/>
                        <a:latin typeface="Candara" panose="020E0502030303020204" pitchFamily="34" charset="0"/>
                        <a:ea typeface="华文楷体" panose="02010600040101010101" pitchFamily="2" charset="-122"/>
                      </a:endParaRPr>
                    </a:p>
                  </a:txBody>
                  <a:tcPr marL="183572" marR="183572"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31136" name="矩形 17">
            <a:extLst>
              <a:ext uri="{FF2B5EF4-FFF2-40B4-BE49-F238E27FC236}">
                <a16:creationId xmlns:a16="http://schemas.microsoft.com/office/drawing/2014/main" id="{EB6FE752-0708-4EAE-A9C1-89EE2B6EDE9D}"/>
              </a:ext>
            </a:extLst>
          </p:cNvPr>
          <p:cNvSpPr>
            <a:spLocks noChangeArrowheads="1"/>
          </p:cNvSpPr>
          <p:nvPr/>
        </p:nvSpPr>
        <p:spPr bwMode="auto">
          <a:xfrm>
            <a:off x="322758" y="1529581"/>
            <a:ext cx="5113338" cy="154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lnSpc>
                <a:spcPts val="2000"/>
              </a:lnSpc>
              <a:spcBef>
                <a:spcPct val="20000"/>
              </a:spcBef>
              <a:buClr>
                <a:srgbClr val="5EAEFF"/>
              </a:buClr>
              <a:buSzPct val="60000"/>
            </a:pPr>
            <a:r>
              <a:rPr lang="en-US" altLang="zh-CN" sz="1400" b="1" i="1" dirty="0">
                <a:latin typeface="Times New Roman" panose="02020603050405020304" pitchFamily="18" charset="0"/>
              </a:rPr>
              <a:t>E       </a:t>
            </a:r>
            <a:r>
              <a:rPr lang="en-US" altLang="zh-CN" sz="1400" b="1" i="1" dirty="0">
                <a:solidFill>
                  <a:srgbClr val="000000"/>
                </a:solidFill>
                <a:latin typeface="Times New Roman" panose="02020603050405020304" pitchFamily="18" charset="0"/>
              </a:rPr>
              <a:t>E</a:t>
            </a:r>
            <a:r>
              <a:rPr kumimoji="1" lang="en-US" altLang="zh-CN" sz="1400" b="1" i="1" dirty="0">
                <a:solidFill>
                  <a:srgbClr val="000000"/>
                </a:solidFill>
                <a:latin typeface="Times New Roman" panose="02020603050405020304" pitchFamily="18" charset="0"/>
              </a:rPr>
              <a:t>→TE</a:t>
            </a:r>
            <a:r>
              <a:rPr kumimoji="1" lang="en-US" altLang="zh-CN" sz="1400" b="1" i="1" dirty="0">
                <a:latin typeface="Times New Roman" panose="02020603050405020304" pitchFamily="18" charset="0"/>
              </a:rPr>
              <a:t>'</a:t>
            </a:r>
            <a:r>
              <a:rPr kumimoji="1" lang="en-US" altLang="zh-CN" sz="1400" b="1" i="1" dirty="0">
                <a:solidFill>
                  <a:srgbClr val="000000"/>
                </a:solidFill>
                <a:latin typeface="Times New Roman" panose="02020603050405020304" pitchFamily="18" charset="0"/>
              </a:rPr>
              <a:t>                                           </a:t>
            </a:r>
            <a:r>
              <a:rPr lang="en-US" altLang="zh-CN" sz="1400" b="1" i="1" dirty="0">
                <a:latin typeface="Times New Roman" panose="02020603050405020304" pitchFamily="18" charset="0"/>
              </a:rPr>
              <a:t>E</a:t>
            </a:r>
            <a:r>
              <a:rPr kumimoji="1" lang="en-US" altLang="zh-CN" sz="1400" b="1" i="1" dirty="0">
                <a:latin typeface="Times New Roman" panose="02020603050405020304" pitchFamily="18" charset="0"/>
              </a:rPr>
              <a:t>→TE'</a:t>
            </a:r>
            <a:endParaRPr kumimoji="1" lang="zh-CN" altLang="en-US" sz="1400" b="1" i="1" dirty="0">
              <a:latin typeface="Times New Roman" panose="02020603050405020304" pitchFamily="18" charset="0"/>
            </a:endParaRPr>
          </a:p>
          <a:p>
            <a:pPr eaLnBrk="1" hangingPunct="1">
              <a:lnSpc>
                <a:spcPts val="2000"/>
              </a:lnSpc>
              <a:spcBef>
                <a:spcPct val="20000"/>
              </a:spcBef>
              <a:buClr>
                <a:srgbClr val="5EAEFF"/>
              </a:buClr>
              <a:buSzPct val="60000"/>
            </a:pPr>
            <a:r>
              <a:rPr kumimoji="1" lang="en-US" altLang="zh-CN" sz="1400" b="1" i="1" dirty="0">
                <a:latin typeface="Times New Roman" panose="02020603050405020304" pitchFamily="18" charset="0"/>
              </a:rPr>
              <a:t>E'                       E'→+TE'                                       </a:t>
            </a:r>
            <a:r>
              <a:rPr kumimoji="1" lang="en-US" altLang="zh-CN" sz="1400" b="1" i="1" dirty="0" err="1">
                <a:latin typeface="Times New Roman" panose="02020603050405020304" pitchFamily="18" charset="0"/>
              </a:rPr>
              <a:t>E'→ε</a:t>
            </a:r>
            <a:r>
              <a:rPr lang="zh-CN" altLang="en-US" sz="1400" dirty="0">
                <a:latin typeface="Candara" panose="020E0502030303020204" pitchFamily="34" charset="0"/>
                <a:ea typeface="华文楷体" panose="02010600040101010101" pitchFamily="2" charset="-122"/>
              </a:rPr>
              <a:t>      </a:t>
            </a:r>
            <a:r>
              <a:rPr kumimoji="1" lang="en-US" altLang="zh-CN" sz="1400" b="1" i="1" dirty="0" err="1">
                <a:latin typeface="Times New Roman" panose="02020603050405020304" pitchFamily="18" charset="0"/>
              </a:rPr>
              <a:t>E'→ε</a:t>
            </a:r>
            <a:endParaRPr kumimoji="1" lang="en-US" altLang="zh-CN" sz="1400" b="1" i="1" dirty="0">
              <a:latin typeface="Times New Roman" panose="02020603050405020304" pitchFamily="18" charset="0"/>
            </a:endParaRPr>
          </a:p>
          <a:p>
            <a:pPr eaLnBrk="1" hangingPunct="1">
              <a:lnSpc>
                <a:spcPts val="2000"/>
              </a:lnSpc>
              <a:spcBef>
                <a:spcPct val="20000"/>
              </a:spcBef>
              <a:buClr>
                <a:srgbClr val="5EAEFF"/>
              </a:buClr>
              <a:buSzPct val="60000"/>
            </a:pPr>
            <a:r>
              <a:rPr kumimoji="1" lang="en-US" altLang="zh-CN" sz="1400" b="1" i="1" dirty="0">
                <a:latin typeface="Times New Roman" panose="02020603050405020304" pitchFamily="18" charset="0"/>
              </a:rPr>
              <a:t>T       T→FT'                                           T→FT'</a:t>
            </a:r>
          </a:p>
          <a:p>
            <a:pPr eaLnBrk="1" hangingPunct="1">
              <a:lnSpc>
                <a:spcPts val="2000"/>
              </a:lnSpc>
              <a:spcBef>
                <a:spcPct val="20000"/>
              </a:spcBef>
              <a:buClr>
                <a:srgbClr val="5EAEFF"/>
              </a:buClr>
              <a:buSzPct val="60000"/>
            </a:pPr>
            <a:r>
              <a:rPr kumimoji="1" lang="en-US" altLang="zh-CN" sz="1400" b="1" i="1" dirty="0">
                <a:latin typeface="Times New Roman" panose="02020603050405020304" pitchFamily="18" charset="0"/>
              </a:rPr>
              <a:t>T'                         </a:t>
            </a:r>
            <a:r>
              <a:rPr kumimoji="1" lang="en-US" altLang="zh-CN" sz="1400" b="1" i="1" dirty="0" err="1">
                <a:latin typeface="Times New Roman" panose="02020603050405020304" pitchFamily="18" charset="0"/>
              </a:rPr>
              <a:t>T'→ε</a:t>
            </a:r>
            <a:r>
              <a:rPr kumimoji="1" lang="en-US" altLang="zh-CN" sz="1400" b="1" i="1" dirty="0">
                <a:latin typeface="Times New Roman" panose="02020603050405020304" pitchFamily="18" charset="0"/>
              </a:rPr>
              <a:t>         T'→*FT'                   </a:t>
            </a:r>
            <a:r>
              <a:rPr kumimoji="1" lang="en-US" altLang="zh-CN" sz="1400" b="1" i="1" dirty="0" err="1">
                <a:latin typeface="Times New Roman" panose="02020603050405020304" pitchFamily="18" charset="0"/>
              </a:rPr>
              <a:t>T'→ε</a:t>
            </a:r>
            <a:r>
              <a:rPr kumimoji="1" lang="en-US" altLang="zh-CN" sz="1400" b="1" i="1" dirty="0">
                <a:latin typeface="Times New Roman" panose="02020603050405020304" pitchFamily="18" charset="0"/>
              </a:rPr>
              <a:t>      </a:t>
            </a:r>
            <a:r>
              <a:rPr kumimoji="1" lang="en-US" altLang="zh-CN" sz="1400" b="1" i="1" dirty="0" err="1">
                <a:latin typeface="Times New Roman" panose="02020603050405020304" pitchFamily="18" charset="0"/>
              </a:rPr>
              <a:t>T'→ε</a:t>
            </a:r>
            <a:endParaRPr kumimoji="1" lang="en-US" altLang="zh-CN" sz="1400" b="1" i="1" dirty="0">
              <a:latin typeface="Times New Roman" panose="02020603050405020304" pitchFamily="18" charset="0"/>
            </a:endParaRPr>
          </a:p>
          <a:p>
            <a:pPr eaLnBrk="1" hangingPunct="1">
              <a:lnSpc>
                <a:spcPts val="2000"/>
              </a:lnSpc>
              <a:spcBef>
                <a:spcPct val="20000"/>
              </a:spcBef>
              <a:buClr>
                <a:srgbClr val="5EAEFF"/>
              </a:buClr>
              <a:buSzPct val="60000"/>
            </a:pPr>
            <a:r>
              <a:rPr kumimoji="1" lang="en-US" altLang="zh-CN" sz="1400" b="1" i="1" dirty="0">
                <a:latin typeface="Times New Roman" panose="02020603050405020304" pitchFamily="18" charset="0"/>
              </a:rPr>
              <a:t>F       </a:t>
            </a:r>
            <a:r>
              <a:rPr kumimoji="1" lang="en-US" altLang="zh-CN" sz="1400" b="1" i="1" dirty="0" err="1">
                <a:latin typeface="Times New Roman" panose="02020603050405020304" pitchFamily="18" charset="0"/>
              </a:rPr>
              <a:t>F→</a:t>
            </a:r>
            <a:r>
              <a:rPr kumimoji="1" lang="en-US" altLang="zh-CN" sz="1400" b="1" dirty="0" err="1">
                <a:latin typeface="Times New Roman" panose="02020603050405020304" pitchFamily="18" charset="0"/>
              </a:rPr>
              <a:t>id</a:t>
            </a:r>
            <a:r>
              <a:rPr kumimoji="1" lang="en-US" altLang="zh-CN" sz="1400" b="1" i="1" dirty="0">
                <a:latin typeface="Times New Roman" panose="02020603050405020304" pitchFamily="18" charset="0"/>
              </a:rPr>
              <a:t>                                              F→</a:t>
            </a:r>
            <a:r>
              <a:rPr kumimoji="1" lang="en-US" altLang="zh-CN" sz="1400" b="1" dirty="0">
                <a:latin typeface="Times New Roman" panose="02020603050405020304" pitchFamily="18" charset="0"/>
              </a:rPr>
              <a:t>( </a:t>
            </a:r>
            <a:r>
              <a:rPr kumimoji="1" lang="en-US" altLang="zh-CN" sz="1400" b="1" i="1" dirty="0">
                <a:latin typeface="Times New Roman" panose="02020603050405020304" pitchFamily="18" charset="0"/>
              </a:rPr>
              <a:t>E </a:t>
            </a:r>
            <a:r>
              <a:rPr kumimoji="1" lang="en-US" altLang="zh-CN" sz="1400" b="1" dirty="0">
                <a:latin typeface="Times New Roman" panose="02020603050405020304" pitchFamily="18" charset="0"/>
              </a:rPr>
              <a:t>)</a:t>
            </a:r>
            <a:endParaRPr kumimoji="1" lang="zh-CN" altLang="en-US" sz="1400" b="1" dirty="0">
              <a:latin typeface="Times New Roman" panose="02020603050405020304" pitchFamily="18" charset="0"/>
            </a:endParaRPr>
          </a:p>
        </p:txBody>
      </p:sp>
      <p:sp>
        <p:nvSpPr>
          <p:cNvPr id="131137" name="矩形 2">
            <a:extLst>
              <a:ext uri="{FF2B5EF4-FFF2-40B4-BE49-F238E27FC236}">
                <a16:creationId xmlns:a16="http://schemas.microsoft.com/office/drawing/2014/main" id="{578D944A-99E3-4A6E-B279-887A91C9BD99}"/>
              </a:ext>
            </a:extLst>
          </p:cNvPr>
          <p:cNvSpPr>
            <a:spLocks noChangeArrowheads="1"/>
          </p:cNvSpPr>
          <p:nvPr/>
        </p:nvSpPr>
        <p:spPr bwMode="auto">
          <a:xfrm>
            <a:off x="197662" y="866926"/>
            <a:ext cx="595313" cy="633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rgbClr val="5EAEFF"/>
              </a:buClr>
              <a:buSzPct val="60000"/>
            </a:pPr>
            <a:r>
              <a:rPr lang="zh-CN" altLang="en-US" sz="16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非终</a:t>
            </a:r>
            <a:endParaRPr lang="en-US" altLang="zh-CN" sz="16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spcBef>
                <a:spcPct val="20000"/>
              </a:spcBef>
              <a:buClr>
                <a:srgbClr val="5EAEFF"/>
              </a:buClr>
              <a:buSzPct val="60000"/>
            </a:pPr>
            <a:r>
              <a:rPr lang="zh-CN" altLang="en-US" sz="16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结符</a:t>
            </a:r>
          </a:p>
        </p:txBody>
      </p:sp>
      <p:sp>
        <p:nvSpPr>
          <p:cNvPr id="2" name="矩形 1">
            <a:extLst>
              <a:ext uri="{FF2B5EF4-FFF2-40B4-BE49-F238E27FC236}">
                <a16:creationId xmlns:a16="http://schemas.microsoft.com/office/drawing/2014/main" id="{C929EA64-9A7E-49EC-B983-39A9735A8167}"/>
              </a:ext>
            </a:extLst>
          </p:cNvPr>
          <p:cNvSpPr/>
          <p:nvPr/>
        </p:nvSpPr>
        <p:spPr>
          <a:xfrm>
            <a:off x="171450" y="3143746"/>
            <a:ext cx="5048250" cy="1815882"/>
          </a:xfrm>
          <a:prstGeom prst="rect">
            <a:avLst/>
          </a:prstGeom>
        </p:spPr>
        <p:txBody>
          <a:bodyPr wrap="square">
            <a:spAutoFit/>
          </a:bodyPr>
          <a:lstStyle/>
          <a:p>
            <a:pPr marL="285750" indent="-285750" eaLnBrk="1" hangingPunct="1">
              <a:buFont typeface="Wingdings" panose="05000000000000000000" pitchFamily="2" charset="2"/>
              <a:buChar char="Ø"/>
            </a:pPr>
            <a:r>
              <a:rPr lang="zh-CN" altLang="en-US" sz="1600" b="1" dirty="0">
                <a:solidFill>
                  <a:srgbClr val="0070C0"/>
                </a:solidFill>
                <a:latin typeface="华文楷体" panose="02010600040101010101" pitchFamily="2" charset="-122"/>
                <a:ea typeface="华文楷体" panose="02010600040101010101" pitchFamily="2" charset="-122"/>
                <a:cs typeface="楷体_GB2312"/>
              </a:rPr>
              <a:t>初始状态</a:t>
            </a:r>
            <a:r>
              <a:rPr lang="zh-CN" altLang="en-US" sz="1600" b="1" dirty="0">
                <a:latin typeface="华文楷体" panose="02010600040101010101" pitchFamily="2" charset="-122"/>
                <a:ea typeface="华文楷体" panose="02010600040101010101" pitchFamily="2" charset="-122"/>
                <a:cs typeface="楷体_GB2312"/>
              </a:rPr>
              <a:t>：栈中只有文法</a:t>
            </a:r>
            <a:r>
              <a:rPr lang="zh-CN" altLang="en-US" sz="1600" b="1" dirty="0">
                <a:solidFill>
                  <a:srgbClr val="0070C0"/>
                </a:solidFill>
                <a:latin typeface="华文楷体" panose="02010600040101010101" pitchFamily="2" charset="-122"/>
                <a:ea typeface="华文楷体" panose="02010600040101010101" pitchFamily="2" charset="-122"/>
                <a:cs typeface="楷体_GB2312"/>
              </a:rPr>
              <a:t>开始符号</a:t>
            </a:r>
            <a:r>
              <a:rPr lang="zh-CN" altLang="en-US" sz="1600" b="1" dirty="0">
                <a:latin typeface="华文楷体" panose="02010600040101010101" pitchFamily="2" charset="-122"/>
                <a:ea typeface="华文楷体" panose="02010600040101010101" pitchFamily="2" charset="-122"/>
                <a:cs typeface="楷体_GB2312"/>
              </a:rPr>
              <a:t>和栈底标志</a:t>
            </a:r>
            <a:r>
              <a:rPr lang="en-US" altLang="zh-CN" sz="1600" b="1" dirty="0">
                <a:solidFill>
                  <a:srgbClr val="0070C0"/>
                </a:solidFill>
                <a:latin typeface="华文楷体" panose="02010600040101010101" pitchFamily="2" charset="-122"/>
                <a:ea typeface="华文楷体" panose="02010600040101010101" pitchFamily="2" charset="-122"/>
                <a:cs typeface="楷体_GB2312"/>
              </a:rPr>
              <a:t>$</a:t>
            </a:r>
            <a:r>
              <a:rPr lang="en-US" altLang="zh-CN" sz="1600" b="1" dirty="0">
                <a:latin typeface="华文楷体" panose="02010600040101010101" pitchFamily="2" charset="-122"/>
                <a:ea typeface="华文楷体" panose="02010600040101010101" pitchFamily="2" charset="-122"/>
                <a:cs typeface="楷体_GB2312"/>
              </a:rPr>
              <a:t>.</a:t>
            </a:r>
          </a:p>
          <a:p>
            <a:pPr marL="285750" indent="-285750" eaLnBrk="1" hangingPunct="1">
              <a:buFont typeface="Wingdings" panose="05000000000000000000" pitchFamily="2" charset="2"/>
              <a:buChar char="Ø"/>
            </a:pPr>
            <a:r>
              <a:rPr lang="zh-CN" altLang="en-US" sz="1600" b="1" dirty="0">
                <a:latin typeface="华文楷体" panose="02010600040101010101" pitchFamily="2" charset="-122"/>
                <a:ea typeface="华文楷体" panose="02010600040101010101" pitchFamily="2" charset="-122"/>
                <a:cs typeface="楷体_GB2312"/>
              </a:rPr>
              <a:t>若栈顶是</a:t>
            </a:r>
            <a:r>
              <a:rPr lang="zh-CN" altLang="en-US" sz="1600" b="1" dirty="0">
                <a:solidFill>
                  <a:srgbClr val="0070C0"/>
                </a:solidFill>
                <a:latin typeface="华文楷体" panose="02010600040101010101" pitchFamily="2" charset="-122"/>
                <a:ea typeface="华文楷体" panose="02010600040101010101" pitchFamily="2" charset="-122"/>
                <a:cs typeface="楷体_GB2312"/>
              </a:rPr>
              <a:t>非终结符</a:t>
            </a:r>
            <a:r>
              <a:rPr lang="en-US" altLang="zh-CN" sz="1600" b="1" i="1" dirty="0">
                <a:solidFill>
                  <a:srgbClr val="0070C0"/>
                </a:solidFill>
                <a:latin typeface="华文楷体" panose="02010600040101010101" pitchFamily="2" charset="-122"/>
                <a:ea typeface="华文楷体" panose="02010600040101010101" pitchFamily="2" charset="-122"/>
                <a:cs typeface="楷体_GB2312"/>
              </a:rPr>
              <a:t>A</a:t>
            </a:r>
            <a:r>
              <a:rPr lang="zh-CN" altLang="en-US" sz="1600" b="1" dirty="0">
                <a:latin typeface="华文楷体" panose="02010600040101010101" pitchFamily="2" charset="-122"/>
                <a:ea typeface="华文楷体" panose="02010600040101010101" pitchFamily="2" charset="-122"/>
                <a:cs typeface="楷体_GB2312"/>
              </a:rPr>
              <a:t>，根据输入符号</a:t>
            </a:r>
            <a:r>
              <a:rPr lang="en-US" altLang="zh-CN" sz="1600" b="1" i="1" dirty="0">
                <a:latin typeface="Times New Roman" panose="02020603050405020304" pitchFamily="18" charset="0"/>
                <a:ea typeface="华文楷体" panose="02010600040101010101" pitchFamily="2" charset="-122"/>
                <a:cs typeface="Times New Roman" panose="02020603050405020304" pitchFamily="18" charset="0"/>
              </a:rPr>
              <a:t>a</a:t>
            </a:r>
            <a:r>
              <a:rPr lang="zh-CN" altLang="en-US" sz="1600" b="1" dirty="0">
                <a:solidFill>
                  <a:srgbClr val="0070C0"/>
                </a:solidFill>
                <a:latin typeface="华文楷体" panose="02010600040101010101" pitchFamily="2" charset="-122"/>
                <a:ea typeface="华文楷体" panose="02010600040101010101" pitchFamily="2" charset="-122"/>
                <a:cs typeface="楷体_GB2312"/>
              </a:rPr>
              <a:t>查找预测分析表项</a:t>
            </a:r>
            <a:r>
              <a:rPr lang="en-US" altLang="zh-CN" sz="1600" b="1" dirty="0">
                <a:solidFill>
                  <a:srgbClr val="0070C0"/>
                </a:solidFill>
                <a:latin typeface="华文楷体" panose="02010600040101010101" pitchFamily="2" charset="-122"/>
                <a:ea typeface="华文楷体" panose="02010600040101010101" pitchFamily="2" charset="-122"/>
                <a:cs typeface="楷体_GB2312"/>
              </a:rPr>
              <a:t>M[</a:t>
            </a:r>
            <a:r>
              <a:rPr lang="en-US" altLang="zh-CN" sz="1600" b="1" dirty="0" err="1">
                <a:solidFill>
                  <a:srgbClr val="0070C0"/>
                </a:solidFill>
                <a:latin typeface="华文楷体" panose="02010600040101010101" pitchFamily="2" charset="-122"/>
                <a:ea typeface="华文楷体" panose="02010600040101010101" pitchFamily="2" charset="-122"/>
                <a:cs typeface="楷体_GB2312"/>
              </a:rPr>
              <a:t>A,a</a:t>
            </a:r>
            <a:r>
              <a:rPr lang="en-US" altLang="zh-CN" sz="1600" b="1" dirty="0">
                <a:solidFill>
                  <a:srgbClr val="0070C0"/>
                </a:solidFill>
                <a:latin typeface="华文楷体" panose="02010600040101010101" pitchFamily="2" charset="-122"/>
                <a:ea typeface="华文楷体" panose="02010600040101010101" pitchFamily="2" charset="-122"/>
                <a:cs typeface="楷体_GB2312"/>
              </a:rPr>
              <a:t>]</a:t>
            </a:r>
            <a:r>
              <a:rPr lang="zh-CN" altLang="en-US" sz="1600" b="1" dirty="0">
                <a:latin typeface="华文楷体" panose="02010600040101010101" pitchFamily="2" charset="-122"/>
                <a:ea typeface="华文楷体" panose="02010600040101010101" pitchFamily="2" charset="-122"/>
                <a:cs typeface="楷体_GB2312"/>
              </a:rPr>
              <a:t>用</a:t>
            </a:r>
            <a:r>
              <a:rPr lang="zh-CN" altLang="en-US" sz="1600" b="1" dirty="0">
                <a:solidFill>
                  <a:srgbClr val="0070C0"/>
                </a:solidFill>
                <a:latin typeface="华文楷体" panose="02010600040101010101" pitchFamily="2" charset="-122"/>
                <a:ea typeface="华文楷体" panose="02010600040101010101" pitchFamily="2" charset="-122"/>
                <a:cs typeface="楷体_GB2312"/>
              </a:rPr>
              <a:t>产生式体替换栈顶符号</a:t>
            </a:r>
            <a:r>
              <a:rPr lang="zh-CN" altLang="en-US" sz="1600" b="1" dirty="0">
                <a:latin typeface="华文楷体" panose="02010600040101010101" pitchFamily="2" charset="-122"/>
                <a:ea typeface="华文楷体" panose="02010600040101010101" pitchFamily="2" charset="-122"/>
                <a:cs typeface="楷体_GB2312"/>
              </a:rPr>
              <a:t>，</a:t>
            </a:r>
            <a:r>
              <a:rPr lang="zh-CN" altLang="en-US" sz="1600" b="1" dirty="0">
                <a:solidFill>
                  <a:srgbClr val="FF0000"/>
                </a:solidFill>
                <a:latin typeface="华文楷体" panose="02010600040101010101" pitchFamily="2" charset="-122"/>
                <a:ea typeface="华文楷体" panose="02010600040101010101" pitchFamily="2" charset="-122"/>
                <a:cs typeface="楷体_GB2312"/>
              </a:rPr>
              <a:t>输出产生式</a:t>
            </a:r>
            <a:r>
              <a:rPr lang="zh-CN" altLang="en-US" sz="1600" b="1" dirty="0">
                <a:latin typeface="华文楷体" panose="02010600040101010101" pitchFamily="2" charset="-122"/>
                <a:ea typeface="华文楷体" panose="02010600040101010101" pitchFamily="2" charset="-122"/>
                <a:cs typeface="楷体_GB2312"/>
              </a:rPr>
              <a:t>。若表项为空，调用错误处理。</a:t>
            </a:r>
            <a:endParaRPr lang="en-US" altLang="zh-CN" sz="1600" b="1" dirty="0">
              <a:latin typeface="华文楷体" panose="02010600040101010101" pitchFamily="2" charset="-122"/>
              <a:ea typeface="华文楷体" panose="02010600040101010101" pitchFamily="2" charset="-122"/>
              <a:cs typeface="楷体_GB2312"/>
            </a:endParaRPr>
          </a:p>
          <a:p>
            <a:pPr marL="285750" indent="-285750" eaLnBrk="1" hangingPunct="1">
              <a:buFont typeface="Wingdings" panose="05000000000000000000" pitchFamily="2" charset="2"/>
              <a:buChar char="Ø"/>
            </a:pPr>
            <a:r>
              <a:rPr lang="zh-CN" altLang="en-US" sz="1600" b="1" dirty="0">
                <a:latin typeface="华文楷体" panose="02010600040101010101" pitchFamily="2" charset="-122"/>
                <a:ea typeface="华文楷体" panose="02010600040101010101" pitchFamily="2" charset="-122"/>
                <a:cs typeface="楷体_GB2312"/>
              </a:rPr>
              <a:t>若栈顶是</a:t>
            </a:r>
            <a:r>
              <a:rPr lang="zh-CN" altLang="en-US" sz="1600" b="1" dirty="0">
                <a:solidFill>
                  <a:srgbClr val="0070C0"/>
                </a:solidFill>
                <a:latin typeface="华文楷体" panose="02010600040101010101" pitchFamily="2" charset="-122"/>
                <a:ea typeface="华文楷体" panose="02010600040101010101" pitchFamily="2" charset="-122"/>
                <a:cs typeface="楷体_GB2312"/>
              </a:rPr>
              <a:t>终结符</a:t>
            </a:r>
            <a:r>
              <a:rPr lang="zh-CN" altLang="en-US" sz="1600" b="1" dirty="0">
                <a:latin typeface="华文楷体" panose="02010600040101010101" pitchFamily="2" charset="-122"/>
                <a:ea typeface="华文楷体" panose="02010600040101010101" pitchFamily="2" charset="-122"/>
                <a:cs typeface="楷体_GB2312"/>
              </a:rPr>
              <a:t>，且与</a:t>
            </a:r>
            <a:r>
              <a:rPr lang="zh-CN" altLang="en-US" sz="1600" b="1" dirty="0">
                <a:solidFill>
                  <a:srgbClr val="0070C0"/>
                </a:solidFill>
                <a:latin typeface="华文楷体" panose="02010600040101010101" pitchFamily="2" charset="-122"/>
                <a:ea typeface="华文楷体" panose="02010600040101010101" pitchFamily="2" charset="-122"/>
                <a:cs typeface="楷体_GB2312"/>
              </a:rPr>
              <a:t>输入符号匹配</a:t>
            </a:r>
            <a:r>
              <a:rPr lang="zh-CN" altLang="en-US" sz="1600" b="1" dirty="0">
                <a:latin typeface="华文楷体" panose="02010600040101010101" pitchFamily="2" charset="-122"/>
                <a:ea typeface="华文楷体" panose="02010600040101010101" pitchFamily="2" charset="-122"/>
                <a:cs typeface="楷体_GB2312"/>
              </a:rPr>
              <a:t>，出栈，输入指针右移。不匹配，调用错误处理。</a:t>
            </a:r>
            <a:endParaRPr lang="en-US" altLang="zh-CN" sz="1600" b="1" dirty="0">
              <a:latin typeface="华文楷体" panose="02010600040101010101" pitchFamily="2" charset="-122"/>
              <a:ea typeface="华文楷体" panose="02010600040101010101" pitchFamily="2" charset="-122"/>
              <a:cs typeface="楷体_GB2312"/>
            </a:endParaRPr>
          </a:p>
          <a:p>
            <a:pPr marL="285750" indent="-285750" eaLnBrk="1" hangingPunct="1">
              <a:buFont typeface="Wingdings" panose="05000000000000000000" pitchFamily="2" charset="2"/>
              <a:buChar char="Ø"/>
            </a:pPr>
            <a:r>
              <a:rPr lang="zh-CN" altLang="en-US" sz="1600" b="1" dirty="0">
                <a:latin typeface="华文楷体" panose="02010600040101010101" pitchFamily="2" charset="-122"/>
                <a:ea typeface="华文楷体" panose="02010600040101010101" pitchFamily="2" charset="-122"/>
                <a:cs typeface="楷体_GB2312"/>
              </a:rPr>
              <a:t>若栈顶为</a:t>
            </a:r>
            <a:r>
              <a:rPr lang="en-US" altLang="zh-CN" sz="1600" b="1" dirty="0">
                <a:latin typeface="华文楷体" panose="02010600040101010101" pitchFamily="2" charset="-122"/>
                <a:ea typeface="华文楷体" panose="02010600040101010101" pitchFamily="2" charset="-122"/>
                <a:cs typeface="楷体_GB2312"/>
              </a:rPr>
              <a:t>$, </a:t>
            </a:r>
            <a:r>
              <a:rPr lang="zh-CN" altLang="en-US" sz="1600" b="1" dirty="0">
                <a:latin typeface="华文楷体" panose="02010600040101010101" pitchFamily="2" charset="-122"/>
                <a:ea typeface="华文楷体" panose="02010600040101010101" pitchFamily="2" charset="-122"/>
                <a:cs typeface="楷体_GB2312"/>
              </a:rPr>
              <a:t>则分析结束。</a:t>
            </a:r>
          </a:p>
        </p:txBody>
      </p:sp>
      <p:sp>
        <p:nvSpPr>
          <p:cNvPr id="4" name="灯片编号占位符 3">
            <a:extLst>
              <a:ext uri="{FF2B5EF4-FFF2-40B4-BE49-F238E27FC236}">
                <a16:creationId xmlns:a16="http://schemas.microsoft.com/office/drawing/2014/main" id="{318F27FA-DD2B-431B-B3DA-1CA1D3C7A58F}"/>
              </a:ext>
            </a:extLst>
          </p:cNvPr>
          <p:cNvSpPr>
            <a:spLocks noGrp="1"/>
          </p:cNvSpPr>
          <p:nvPr>
            <p:ph type="sldNum" sz="quarter" idx="12"/>
          </p:nvPr>
        </p:nvSpPr>
        <p:spPr/>
        <p:txBody>
          <a:bodyPr/>
          <a:lstStyle/>
          <a:p>
            <a:pPr>
              <a:defRPr/>
            </a:pPr>
            <a:fld id="{EA567855-7F13-4FC5-AD61-2B82F6443E16}" type="slidenum">
              <a:rPr lang="zh-CN" altLang="en-US" smtClean="0"/>
              <a:pPr>
                <a:defRPr/>
              </a:pPr>
              <a:t>59</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735234">
                                            <p:txEl>
                                              <p:pRg st="0" end="0"/>
                                            </p:txEl>
                                          </p:spTgt>
                                        </p:tgtEl>
                                        <p:attrNameLst>
                                          <p:attrName>style.visibility</p:attrName>
                                        </p:attrNameLst>
                                      </p:cBhvr>
                                      <p:to>
                                        <p:strVal val="visible"/>
                                      </p:to>
                                    </p:set>
                                    <p:anim calcmode="lin" valueType="num">
                                      <p:cBhvr>
                                        <p:cTn id="7" dur="500" fill="hold"/>
                                        <p:tgtEl>
                                          <p:spTgt spid="735234">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735234">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735234">
                                            <p:txEl>
                                              <p:pRg st="0" end="0"/>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735234">
                                            <p:txEl>
                                              <p:pRg st="1" end="1"/>
                                            </p:txEl>
                                          </p:spTgt>
                                        </p:tgtEl>
                                        <p:attrNameLst>
                                          <p:attrName>style.visibility</p:attrName>
                                        </p:attrNameLst>
                                      </p:cBhvr>
                                      <p:to>
                                        <p:strVal val="visible"/>
                                      </p:to>
                                    </p:set>
                                    <p:anim calcmode="lin" valueType="num">
                                      <p:cBhvr>
                                        <p:cTn id="12" dur="500" fill="hold"/>
                                        <p:tgtEl>
                                          <p:spTgt spid="735234">
                                            <p:txEl>
                                              <p:pRg st="1" end="1"/>
                                            </p:txEl>
                                          </p:spTgt>
                                        </p:tgtEl>
                                        <p:attrNameLst>
                                          <p:attrName>ppt_w</p:attrName>
                                        </p:attrNameLst>
                                      </p:cBhvr>
                                      <p:tavLst>
                                        <p:tav tm="0">
                                          <p:val>
                                            <p:fltVal val="0"/>
                                          </p:val>
                                        </p:tav>
                                        <p:tav tm="100000">
                                          <p:val>
                                            <p:strVal val="#ppt_w"/>
                                          </p:val>
                                        </p:tav>
                                      </p:tavLst>
                                    </p:anim>
                                    <p:anim calcmode="lin" valueType="num">
                                      <p:cBhvr>
                                        <p:cTn id="13" dur="500" fill="hold"/>
                                        <p:tgtEl>
                                          <p:spTgt spid="735234">
                                            <p:txEl>
                                              <p:pRg st="1" end="1"/>
                                            </p:txEl>
                                          </p:spTgt>
                                        </p:tgtEl>
                                        <p:attrNameLst>
                                          <p:attrName>ppt_h</p:attrName>
                                        </p:attrNameLst>
                                      </p:cBhvr>
                                      <p:tavLst>
                                        <p:tav tm="0">
                                          <p:val>
                                            <p:fltVal val="0"/>
                                          </p:val>
                                        </p:tav>
                                        <p:tav tm="100000">
                                          <p:val>
                                            <p:strVal val="#ppt_h"/>
                                          </p:val>
                                        </p:tav>
                                      </p:tavLst>
                                    </p:anim>
                                    <p:animEffect transition="in" filter="fade">
                                      <p:cBhvr>
                                        <p:cTn id="14" dur="500"/>
                                        <p:tgtEl>
                                          <p:spTgt spid="735234">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2">
                                            <p:txEl>
                                              <p:pRg st="0" end="0"/>
                                            </p:txEl>
                                          </p:spTgt>
                                        </p:tgtEl>
                                        <p:attrNameLst>
                                          <p:attrName>style.visibility</p:attrName>
                                        </p:attrNameLst>
                                      </p:cBhvr>
                                      <p:to>
                                        <p:strVal val="visible"/>
                                      </p:to>
                                    </p:set>
                                    <p:animEffect transition="in" filter="wipe(down)">
                                      <p:cBhvr>
                                        <p:cTn id="19" dur="500"/>
                                        <p:tgtEl>
                                          <p:spTgt spid="2">
                                            <p:txEl>
                                              <p:pRg st="0" end="0"/>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53" presetClass="entr" presetSubtype="0" fill="hold" grpId="0" nodeType="clickEffect">
                                  <p:stCondLst>
                                    <p:cond delay="0"/>
                                  </p:stCondLst>
                                  <p:childTnLst>
                                    <p:set>
                                      <p:cBhvr>
                                        <p:cTn id="23" dur="1" fill="hold">
                                          <p:stCondLst>
                                            <p:cond delay="0"/>
                                          </p:stCondLst>
                                        </p:cTn>
                                        <p:tgtEl>
                                          <p:spTgt spid="735234">
                                            <p:txEl>
                                              <p:pRg st="2" end="2"/>
                                            </p:txEl>
                                          </p:spTgt>
                                        </p:tgtEl>
                                        <p:attrNameLst>
                                          <p:attrName>style.visibility</p:attrName>
                                        </p:attrNameLst>
                                      </p:cBhvr>
                                      <p:to>
                                        <p:strVal val="visible"/>
                                      </p:to>
                                    </p:set>
                                    <p:anim calcmode="lin" valueType="num">
                                      <p:cBhvr>
                                        <p:cTn id="24" dur="500" fill="hold"/>
                                        <p:tgtEl>
                                          <p:spTgt spid="735234">
                                            <p:txEl>
                                              <p:pRg st="2" end="2"/>
                                            </p:txEl>
                                          </p:spTgt>
                                        </p:tgtEl>
                                        <p:attrNameLst>
                                          <p:attrName>ppt_w</p:attrName>
                                        </p:attrNameLst>
                                      </p:cBhvr>
                                      <p:tavLst>
                                        <p:tav tm="0">
                                          <p:val>
                                            <p:fltVal val="0"/>
                                          </p:val>
                                        </p:tav>
                                        <p:tav tm="100000">
                                          <p:val>
                                            <p:strVal val="#ppt_w"/>
                                          </p:val>
                                        </p:tav>
                                      </p:tavLst>
                                    </p:anim>
                                    <p:anim calcmode="lin" valueType="num">
                                      <p:cBhvr>
                                        <p:cTn id="25" dur="500" fill="hold"/>
                                        <p:tgtEl>
                                          <p:spTgt spid="735234">
                                            <p:txEl>
                                              <p:pRg st="2" end="2"/>
                                            </p:txEl>
                                          </p:spTgt>
                                        </p:tgtEl>
                                        <p:attrNameLst>
                                          <p:attrName>ppt_h</p:attrName>
                                        </p:attrNameLst>
                                      </p:cBhvr>
                                      <p:tavLst>
                                        <p:tav tm="0">
                                          <p:val>
                                            <p:fltVal val="0"/>
                                          </p:val>
                                        </p:tav>
                                        <p:tav tm="100000">
                                          <p:val>
                                            <p:strVal val="#ppt_h"/>
                                          </p:val>
                                        </p:tav>
                                      </p:tavLst>
                                    </p:anim>
                                    <p:animEffect transition="in" filter="fade">
                                      <p:cBhvr>
                                        <p:cTn id="26" dur="500"/>
                                        <p:tgtEl>
                                          <p:spTgt spid="735234">
                                            <p:txEl>
                                              <p:pRg st="2" end="2"/>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53" presetClass="entr" presetSubtype="0" fill="hold" grpId="0" nodeType="clickEffect">
                                  <p:stCondLst>
                                    <p:cond delay="0"/>
                                  </p:stCondLst>
                                  <p:childTnLst>
                                    <p:set>
                                      <p:cBhvr>
                                        <p:cTn id="30" dur="1" fill="hold">
                                          <p:stCondLst>
                                            <p:cond delay="0"/>
                                          </p:stCondLst>
                                        </p:cTn>
                                        <p:tgtEl>
                                          <p:spTgt spid="735234">
                                            <p:txEl>
                                              <p:pRg st="3" end="3"/>
                                            </p:txEl>
                                          </p:spTgt>
                                        </p:tgtEl>
                                        <p:attrNameLst>
                                          <p:attrName>style.visibility</p:attrName>
                                        </p:attrNameLst>
                                      </p:cBhvr>
                                      <p:to>
                                        <p:strVal val="visible"/>
                                      </p:to>
                                    </p:set>
                                    <p:anim calcmode="lin" valueType="num">
                                      <p:cBhvr>
                                        <p:cTn id="31" dur="500" fill="hold"/>
                                        <p:tgtEl>
                                          <p:spTgt spid="735234">
                                            <p:txEl>
                                              <p:pRg st="3" end="3"/>
                                            </p:txEl>
                                          </p:spTgt>
                                        </p:tgtEl>
                                        <p:attrNameLst>
                                          <p:attrName>ppt_w</p:attrName>
                                        </p:attrNameLst>
                                      </p:cBhvr>
                                      <p:tavLst>
                                        <p:tav tm="0">
                                          <p:val>
                                            <p:fltVal val="0"/>
                                          </p:val>
                                        </p:tav>
                                        <p:tav tm="100000">
                                          <p:val>
                                            <p:strVal val="#ppt_w"/>
                                          </p:val>
                                        </p:tav>
                                      </p:tavLst>
                                    </p:anim>
                                    <p:anim calcmode="lin" valueType="num">
                                      <p:cBhvr>
                                        <p:cTn id="32" dur="500" fill="hold"/>
                                        <p:tgtEl>
                                          <p:spTgt spid="735234">
                                            <p:txEl>
                                              <p:pRg st="3" end="3"/>
                                            </p:txEl>
                                          </p:spTgt>
                                        </p:tgtEl>
                                        <p:attrNameLst>
                                          <p:attrName>ppt_h</p:attrName>
                                        </p:attrNameLst>
                                      </p:cBhvr>
                                      <p:tavLst>
                                        <p:tav tm="0">
                                          <p:val>
                                            <p:fltVal val="0"/>
                                          </p:val>
                                        </p:tav>
                                        <p:tav tm="100000">
                                          <p:val>
                                            <p:strVal val="#ppt_h"/>
                                          </p:val>
                                        </p:tav>
                                      </p:tavLst>
                                    </p:anim>
                                    <p:animEffect transition="in" filter="fade">
                                      <p:cBhvr>
                                        <p:cTn id="33" dur="500"/>
                                        <p:tgtEl>
                                          <p:spTgt spid="735234">
                                            <p:txEl>
                                              <p:pRg st="3" end="3"/>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53" presetClass="entr" presetSubtype="0" fill="hold" grpId="0" nodeType="clickEffect">
                                  <p:stCondLst>
                                    <p:cond delay="0"/>
                                  </p:stCondLst>
                                  <p:childTnLst>
                                    <p:set>
                                      <p:cBhvr>
                                        <p:cTn id="37" dur="1" fill="hold">
                                          <p:stCondLst>
                                            <p:cond delay="0"/>
                                          </p:stCondLst>
                                        </p:cTn>
                                        <p:tgtEl>
                                          <p:spTgt spid="735234">
                                            <p:txEl>
                                              <p:pRg st="4" end="4"/>
                                            </p:txEl>
                                          </p:spTgt>
                                        </p:tgtEl>
                                        <p:attrNameLst>
                                          <p:attrName>style.visibility</p:attrName>
                                        </p:attrNameLst>
                                      </p:cBhvr>
                                      <p:to>
                                        <p:strVal val="visible"/>
                                      </p:to>
                                    </p:set>
                                    <p:anim calcmode="lin" valueType="num">
                                      <p:cBhvr>
                                        <p:cTn id="38" dur="500" fill="hold"/>
                                        <p:tgtEl>
                                          <p:spTgt spid="735234">
                                            <p:txEl>
                                              <p:pRg st="4" end="4"/>
                                            </p:txEl>
                                          </p:spTgt>
                                        </p:tgtEl>
                                        <p:attrNameLst>
                                          <p:attrName>ppt_w</p:attrName>
                                        </p:attrNameLst>
                                      </p:cBhvr>
                                      <p:tavLst>
                                        <p:tav tm="0">
                                          <p:val>
                                            <p:fltVal val="0"/>
                                          </p:val>
                                        </p:tav>
                                        <p:tav tm="100000">
                                          <p:val>
                                            <p:strVal val="#ppt_w"/>
                                          </p:val>
                                        </p:tav>
                                      </p:tavLst>
                                    </p:anim>
                                    <p:anim calcmode="lin" valueType="num">
                                      <p:cBhvr>
                                        <p:cTn id="39" dur="500" fill="hold"/>
                                        <p:tgtEl>
                                          <p:spTgt spid="735234">
                                            <p:txEl>
                                              <p:pRg st="4" end="4"/>
                                            </p:txEl>
                                          </p:spTgt>
                                        </p:tgtEl>
                                        <p:attrNameLst>
                                          <p:attrName>ppt_h</p:attrName>
                                        </p:attrNameLst>
                                      </p:cBhvr>
                                      <p:tavLst>
                                        <p:tav tm="0">
                                          <p:val>
                                            <p:fltVal val="0"/>
                                          </p:val>
                                        </p:tav>
                                        <p:tav tm="100000">
                                          <p:val>
                                            <p:strVal val="#ppt_h"/>
                                          </p:val>
                                        </p:tav>
                                      </p:tavLst>
                                    </p:anim>
                                    <p:animEffect transition="in" filter="fade">
                                      <p:cBhvr>
                                        <p:cTn id="40" dur="500"/>
                                        <p:tgtEl>
                                          <p:spTgt spid="735234">
                                            <p:txEl>
                                              <p:pRg st="4" end="4"/>
                                            </p:txEl>
                                          </p:spTgt>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53" presetClass="entr" presetSubtype="0" fill="hold" grpId="0" nodeType="clickEffect">
                                  <p:stCondLst>
                                    <p:cond delay="0"/>
                                  </p:stCondLst>
                                  <p:childTnLst>
                                    <p:set>
                                      <p:cBhvr>
                                        <p:cTn id="44" dur="1" fill="hold">
                                          <p:stCondLst>
                                            <p:cond delay="0"/>
                                          </p:stCondLst>
                                        </p:cTn>
                                        <p:tgtEl>
                                          <p:spTgt spid="735234">
                                            <p:txEl>
                                              <p:pRg st="5" end="5"/>
                                            </p:txEl>
                                          </p:spTgt>
                                        </p:tgtEl>
                                        <p:attrNameLst>
                                          <p:attrName>style.visibility</p:attrName>
                                        </p:attrNameLst>
                                      </p:cBhvr>
                                      <p:to>
                                        <p:strVal val="visible"/>
                                      </p:to>
                                    </p:set>
                                    <p:anim calcmode="lin" valueType="num">
                                      <p:cBhvr>
                                        <p:cTn id="45" dur="500" fill="hold"/>
                                        <p:tgtEl>
                                          <p:spTgt spid="735234">
                                            <p:txEl>
                                              <p:pRg st="5" end="5"/>
                                            </p:txEl>
                                          </p:spTgt>
                                        </p:tgtEl>
                                        <p:attrNameLst>
                                          <p:attrName>ppt_w</p:attrName>
                                        </p:attrNameLst>
                                      </p:cBhvr>
                                      <p:tavLst>
                                        <p:tav tm="0">
                                          <p:val>
                                            <p:fltVal val="0"/>
                                          </p:val>
                                        </p:tav>
                                        <p:tav tm="100000">
                                          <p:val>
                                            <p:strVal val="#ppt_w"/>
                                          </p:val>
                                        </p:tav>
                                      </p:tavLst>
                                    </p:anim>
                                    <p:anim calcmode="lin" valueType="num">
                                      <p:cBhvr>
                                        <p:cTn id="46" dur="500" fill="hold"/>
                                        <p:tgtEl>
                                          <p:spTgt spid="735234">
                                            <p:txEl>
                                              <p:pRg st="5" end="5"/>
                                            </p:txEl>
                                          </p:spTgt>
                                        </p:tgtEl>
                                        <p:attrNameLst>
                                          <p:attrName>ppt_h</p:attrName>
                                        </p:attrNameLst>
                                      </p:cBhvr>
                                      <p:tavLst>
                                        <p:tav tm="0">
                                          <p:val>
                                            <p:fltVal val="0"/>
                                          </p:val>
                                        </p:tav>
                                        <p:tav tm="100000">
                                          <p:val>
                                            <p:strVal val="#ppt_h"/>
                                          </p:val>
                                        </p:tav>
                                      </p:tavLst>
                                    </p:anim>
                                    <p:animEffect transition="in" filter="fade">
                                      <p:cBhvr>
                                        <p:cTn id="47" dur="500"/>
                                        <p:tgtEl>
                                          <p:spTgt spid="735234">
                                            <p:txEl>
                                              <p:pRg st="5" end="5"/>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53" presetClass="entr" presetSubtype="0" fill="hold" grpId="0" nodeType="clickEffect">
                                  <p:stCondLst>
                                    <p:cond delay="0"/>
                                  </p:stCondLst>
                                  <p:childTnLst>
                                    <p:set>
                                      <p:cBhvr>
                                        <p:cTn id="51" dur="1" fill="hold">
                                          <p:stCondLst>
                                            <p:cond delay="0"/>
                                          </p:stCondLst>
                                        </p:cTn>
                                        <p:tgtEl>
                                          <p:spTgt spid="735234">
                                            <p:txEl>
                                              <p:pRg st="6" end="6"/>
                                            </p:txEl>
                                          </p:spTgt>
                                        </p:tgtEl>
                                        <p:attrNameLst>
                                          <p:attrName>style.visibility</p:attrName>
                                        </p:attrNameLst>
                                      </p:cBhvr>
                                      <p:to>
                                        <p:strVal val="visible"/>
                                      </p:to>
                                    </p:set>
                                    <p:anim calcmode="lin" valueType="num">
                                      <p:cBhvr>
                                        <p:cTn id="52" dur="500" fill="hold"/>
                                        <p:tgtEl>
                                          <p:spTgt spid="735234">
                                            <p:txEl>
                                              <p:pRg st="6" end="6"/>
                                            </p:txEl>
                                          </p:spTgt>
                                        </p:tgtEl>
                                        <p:attrNameLst>
                                          <p:attrName>ppt_w</p:attrName>
                                        </p:attrNameLst>
                                      </p:cBhvr>
                                      <p:tavLst>
                                        <p:tav tm="0">
                                          <p:val>
                                            <p:fltVal val="0"/>
                                          </p:val>
                                        </p:tav>
                                        <p:tav tm="100000">
                                          <p:val>
                                            <p:strVal val="#ppt_w"/>
                                          </p:val>
                                        </p:tav>
                                      </p:tavLst>
                                    </p:anim>
                                    <p:anim calcmode="lin" valueType="num">
                                      <p:cBhvr>
                                        <p:cTn id="53" dur="500" fill="hold"/>
                                        <p:tgtEl>
                                          <p:spTgt spid="735234">
                                            <p:txEl>
                                              <p:pRg st="6" end="6"/>
                                            </p:txEl>
                                          </p:spTgt>
                                        </p:tgtEl>
                                        <p:attrNameLst>
                                          <p:attrName>ppt_h</p:attrName>
                                        </p:attrNameLst>
                                      </p:cBhvr>
                                      <p:tavLst>
                                        <p:tav tm="0">
                                          <p:val>
                                            <p:fltVal val="0"/>
                                          </p:val>
                                        </p:tav>
                                        <p:tav tm="100000">
                                          <p:val>
                                            <p:strVal val="#ppt_h"/>
                                          </p:val>
                                        </p:tav>
                                      </p:tavLst>
                                    </p:anim>
                                    <p:animEffect transition="in" filter="fade">
                                      <p:cBhvr>
                                        <p:cTn id="54" dur="500"/>
                                        <p:tgtEl>
                                          <p:spTgt spid="735234">
                                            <p:txEl>
                                              <p:pRg st="6" end="6"/>
                                            </p:txEl>
                                          </p:spTgt>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53" presetClass="entr" presetSubtype="0" fill="hold" grpId="0" nodeType="clickEffect">
                                  <p:stCondLst>
                                    <p:cond delay="0"/>
                                  </p:stCondLst>
                                  <p:childTnLst>
                                    <p:set>
                                      <p:cBhvr>
                                        <p:cTn id="58" dur="1" fill="hold">
                                          <p:stCondLst>
                                            <p:cond delay="0"/>
                                          </p:stCondLst>
                                        </p:cTn>
                                        <p:tgtEl>
                                          <p:spTgt spid="735234">
                                            <p:txEl>
                                              <p:pRg st="7" end="7"/>
                                            </p:txEl>
                                          </p:spTgt>
                                        </p:tgtEl>
                                        <p:attrNameLst>
                                          <p:attrName>style.visibility</p:attrName>
                                        </p:attrNameLst>
                                      </p:cBhvr>
                                      <p:to>
                                        <p:strVal val="visible"/>
                                      </p:to>
                                    </p:set>
                                    <p:anim calcmode="lin" valueType="num">
                                      <p:cBhvr>
                                        <p:cTn id="59" dur="500" fill="hold"/>
                                        <p:tgtEl>
                                          <p:spTgt spid="735234">
                                            <p:txEl>
                                              <p:pRg st="7" end="7"/>
                                            </p:txEl>
                                          </p:spTgt>
                                        </p:tgtEl>
                                        <p:attrNameLst>
                                          <p:attrName>ppt_w</p:attrName>
                                        </p:attrNameLst>
                                      </p:cBhvr>
                                      <p:tavLst>
                                        <p:tav tm="0">
                                          <p:val>
                                            <p:fltVal val="0"/>
                                          </p:val>
                                        </p:tav>
                                        <p:tav tm="100000">
                                          <p:val>
                                            <p:strVal val="#ppt_w"/>
                                          </p:val>
                                        </p:tav>
                                      </p:tavLst>
                                    </p:anim>
                                    <p:anim calcmode="lin" valueType="num">
                                      <p:cBhvr>
                                        <p:cTn id="60" dur="500" fill="hold"/>
                                        <p:tgtEl>
                                          <p:spTgt spid="735234">
                                            <p:txEl>
                                              <p:pRg st="7" end="7"/>
                                            </p:txEl>
                                          </p:spTgt>
                                        </p:tgtEl>
                                        <p:attrNameLst>
                                          <p:attrName>ppt_h</p:attrName>
                                        </p:attrNameLst>
                                      </p:cBhvr>
                                      <p:tavLst>
                                        <p:tav tm="0">
                                          <p:val>
                                            <p:fltVal val="0"/>
                                          </p:val>
                                        </p:tav>
                                        <p:tav tm="100000">
                                          <p:val>
                                            <p:strVal val="#ppt_h"/>
                                          </p:val>
                                        </p:tav>
                                      </p:tavLst>
                                    </p:anim>
                                    <p:animEffect transition="in" filter="fade">
                                      <p:cBhvr>
                                        <p:cTn id="61" dur="500"/>
                                        <p:tgtEl>
                                          <p:spTgt spid="735234">
                                            <p:txEl>
                                              <p:pRg st="7" end="7"/>
                                            </p:txEl>
                                          </p:spTgt>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53" presetClass="entr" presetSubtype="0" fill="hold" grpId="0" nodeType="clickEffect">
                                  <p:stCondLst>
                                    <p:cond delay="0"/>
                                  </p:stCondLst>
                                  <p:childTnLst>
                                    <p:set>
                                      <p:cBhvr>
                                        <p:cTn id="65" dur="1" fill="hold">
                                          <p:stCondLst>
                                            <p:cond delay="0"/>
                                          </p:stCondLst>
                                        </p:cTn>
                                        <p:tgtEl>
                                          <p:spTgt spid="735234">
                                            <p:txEl>
                                              <p:pRg st="8" end="8"/>
                                            </p:txEl>
                                          </p:spTgt>
                                        </p:tgtEl>
                                        <p:attrNameLst>
                                          <p:attrName>style.visibility</p:attrName>
                                        </p:attrNameLst>
                                      </p:cBhvr>
                                      <p:to>
                                        <p:strVal val="visible"/>
                                      </p:to>
                                    </p:set>
                                    <p:anim calcmode="lin" valueType="num">
                                      <p:cBhvr>
                                        <p:cTn id="66" dur="500" fill="hold"/>
                                        <p:tgtEl>
                                          <p:spTgt spid="735234">
                                            <p:txEl>
                                              <p:pRg st="8" end="8"/>
                                            </p:txEl>
                                          </p:spTgt>
                                        </p:tgtEl>
                                        <p:attrNameLst>
                                          <p:attrName>ppt_w</p:attrName>
                                        </p:attrNameLst>
                                      </p:cBhvr>
                                      <p:tavLst>
                                        <p:tav tm="0">
                                          <p:val>
                                            <p:fltVal val="0"/>
                                          </p:val>
                                        </p:tav>
                                        <p:tav tm="100000">
                                          <p:val>
                                            <p:strVal val="#ppt_w"/>
                                          </p:val>
                                        </p:tav>
                                      </p:tavLst>
                                    </p:anim>
                                    <p:anim calcmode="lin" valueType="num">
                                      <p:cBhvr>
                                        <p:cTn id="67" dur="500" fill="hold"/>
                                        <p:tgtEl>
                                          <p:spTgt spid="735234">
                                            <p:txEl>
                                              <p:pRg st="8" end="8"/>
                                            </p:txEl>
                                          </p:spTgt>
                                        </p:tgtEl>
                                        <p:attrNameLst>
                                          <p:attrName>ppt_h</p:attrName>
                                        </p:attrNameLst>
                                      </p:cBhvr>
                                      <p:tavLst>
                                        <p:tav tm="0">
                                          <p:val>
                                            <p:fltVal val="0"/>
                                          </p:val>
                                        </p:tav>
                                        <p:tav tm="100000">
                                          <p:val>
                                            <p:strVal val="#ppt_h"/>
                                          </p:val>
                                        </p:tav>
                                      </p:tavLst>
                                    </p:anim>
                                    <p:animEffect transition="in" filter="fade">
                                      <p:cBhvr>
                                        <p:cTn id="68" dur="500"/>
                                        <p:tgtEl>
                                          <p:spTgt spid="735234">
                                            <p:txEl>
                                              <p:pRg st="8" end="8"/>
                                            </p:txEl>
                                          </p:spTgt>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53" presetClass="entr" presetSubtype="0" fill="hold" grpId="0" nodeType="clickEffect">
                                  <p:stCondLst>
                                    <p:cond delay="0"/>
                                  </p:stCondLst>
                                  <p:childTnLst>
                                    <p:set>
                                      <p:cBhvr>
                                        <p:cTn id="72" dur="1" fill="hold">
                                          <p:stCondLst>
                                            <p:cond delay="0"/>
                                          </p:stCondLst>
                                        </p:cTn>
                                        <p:tgtEl>
                                          <p:spTgt spid="735234">
                                            <p:txEl>
                                              <p:pRg st="9" end="9"/>
                                            </p:txEl>
                                          </p:spTgt>
                                        </p:tgtEl>
                                        <p:attrNameLst>
                                          <p:attrName>style.visibility</p:attrName>
                                        </p:attrNameLst>
                                      </p:cBhvr>
                                      <p:to>
                                        <p:strVal val="visible"/>
                                      </p:to>
                                    </p:set>
                                    <p:anim calcmode="lin" valueType="num">
                                      <p:cBhvr>
                                        <p:cTn id="73" dur="500" fill="hold"/>
                                        <p:tgtEl>
                                          <p:spTgt spid="735234">
                                            <p:txEl>
                                              <p:pRg st="9" end="9"/>
                                            </p:txEl>
                                          </p:spTgt>
                                        </p:tgtEl>
                                        <p:attrNameLst>
                                          <p:attrName>ppt_w</p:attrName>
                                        </p:attrNameLst>
                                      </p:cBhvr>
                                      <p:tavLst>
                                        <p:tav tm="0">
                                          <p:val>
                                            <p:fltVal val="0"/>
                                          </p:val>
                                        </p:tav>
                                        <p:tav tm="100000">
                                          <p:val>
                                            <p:strVal val="#ppt_w"/>
                                          </p:val>
                                        </p:tav>
                                      </p:tavLst>
                                    </p:anim>
                                    <p:anim calcmode="lin" valueType="num">
                                      <p:cBhvr>
                                        <p:cTn id="74" dur="500" fill="hold"/>
                                        <p:tgtEl>
                                          <p:spTgt spid="735234">
                                            <p:txEl>
                                              <p:pRg st="9" end="9"/>
                                            </p:txEl>
                                          </p:spTgt>
                                        </p:tgtEl>
                                        <p:attrNameLst>
                                          <p:attrName>ppt_h</p:attrName>
                                        </p:attrNameLst>
                                      </p:cBhvr>
                                      <p:tavLst>
                                        <p:tav tm="0">
                                          <p:val>
                                            <p:fltVal val="0"/>
                                          </p:val>
                                        </p:tav>
                                        <p:tav tm="100000">
                                          <p:val>
                                            <p:strVal val="#ppt_h"/>
                                          </p:val>
                                        </p:tav>
                                      </p:tavLst>
                                    </p:anim>
                                    <p:animEffect transition="in" filter="fade">
                                      <p:cBhvr>
                                        <p:cTn id="75" dur="500"/>
                                        <p:tgtEl>
                                          <p:spTgt spid="735234">
                                            <p:txEl>
                                              <p:pRg st="9" end="9"/>
                                            </p:txEl>
                                          </p:spTgt>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53" presetClass="entr" presetSubtype="0" fill="hold" grpId="0" nodeType="clickEffect">
                                  <p:stCondLst>
                                    <p:cond delay="0"/>
                                  </p:stCondLst>
                                  <p:childTnLst>
                                    <p:set>
                                      <p:cBhvr>
                                        <p:cTn id="79" dur="1" fill="hold">
                                          <p:stCondLst>
                                            <p:cond delay="0"/>
                                          </p:stCondLst>
                                        </p:cTn>
                                        <p:tgtEl>
                                          <p:spTgt spid="735234">
                                            <p:txEl>
                                              <p:pRg st="10" end="10"/>
                                            </p:txEl>
                                          </p:spTgt>
                                        </p:tgtEl>
                                        <p:attrNameLst>
                                          <p:attrName>style.visibility</p:attrName>
                                        </p:attrNameLst>
                                      </p:cBhvr>
                                      <p:to>
                                        <p:strVal val="visible"/>
                                      </p:to>
                                    </p:set>
                                    <p:anim calcmode="lin" valueType="num">
                                      <p:cBhvr>
                                        <p:cTn id="80" dur="500" fill="hold"/>
                                        <p:tgtEl>
                                          <p:spTgt spid="735234">
                                            <p:txEl>
                                              <p:pRg st="10" end="10"/>
                                            </p:txEl>
                                          </p:spTgt>
                                        </p:tgtEl>
                                        <p:attrNameLst>
                                          <p:attrName>ppt_w</p:attrName>
                                        </p:attrNameLst>
                                      </p:cBhvr>
                                      <p:tavLst>
                                        <p:tav tm="0">
                                          <p:val>
                                            <p:fltVal val="0"/>
                                          </p:val>
                                        </p:tav>
                                        <p:tav tm="100000">
                                          <p:val>
                                            <p:strVal val="#ppt_w"/>
                                          </p:val>
                                        </p:tav>
                                      </p:tavLst>
                                    </p:anim>
                                    <p:anim calcmode="lin" valueType="num">
                                      <p:cBhvr>
                                        <p:cTn id="81" dur="500" fill="hold"/>
                                        <p:tgtEl>
                                          <p:spTgt spid="735234">
                                            <p:txEl>
                                              <p:pRg st="10" end="10"/>
                                            </p:txEl>
                                          </p:spTgt>
                                        </p:tgtEl>
                                        <p:attrNameLst>
                                          <p:attrName>ppt_h</p:attrName>
                                        </p:attrNameLst>
                                      </p:cBhvr>
                                      <p:tavLst>
                                        <p:tav tm="0">
                                          <p:val>
                                            <p:fltVal val="0"/>
                                          </p:val>
                                        </p:tav>
                                        <p:tav tm="100000">
                                          <p:val>
                                            <p:strVal val="#ppt_h"/>
                                          </p:val>
                                        </p:tav>
                                      </p:tavLst>
                                    </p:anim>
                                    <p:animEffect transition="in" filter="fade">
                                      <p:cBhvr>
                                        <p:cTn id="82" dur="500"/>
                                        <p:tgtEl>
                                          <p:spTgt spid="735234">
                                            <p:txEl>
                                              <p:pRg st="10" end="10"/>
                                            </p:txEl>
                                          </p:spTgt>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53" presetClass="entr" presetSubtype="0" fill="hold" grpId="0" nodeType="clickEffect">
                                  <p:stCondLst>
                                    <p:cond delay="0"/>
                                  </p:stCondLst>
                                  <p:childTnLst>
                                    <p:set>
                                      <p:cBhvr>
                                        <p:cTn id="86" dur="1" fill="hold">
                                          <p:stCondLst>
                                            <p:cond delay="0"/>
                                          </p:stCondLst>
                                        </p:cTn>
                                        <p:tgtEl>
                                          <p:spTgt spid="735234">
                                            <p:txEl>
                                              <p:pRg st="11" end="11"/>
                                            </p:txEl>
                                          </p:spTgt>
                                        </p:tgtEl>
                                        <p:attrNameLst>
                                          <p:attrName>style.visibility</p:attrName>
                                        </p:attrNameLst>
                                      </p:cBhvr>
                                      <p:to>
                                        <p:strVal val="visible"/>
                                      </p:to>
                                    </p:set>
                                    <p:anim calcmode="lin" valueType="num">
                                      <p:cBhvr>
                                        <p:cTn id="87" dur="500" fill="hold"/>
                                        <p:tgtEl>
                                          <p:spTgt spid="735234">
                                            <p:txEl>
                                              <p:pRg st="11" end="11"/>
                                            </p:txEl>
                                          </p:spTgt>
                                        </p:tgtEl>
                                        <p:attrNameLst>
                                          <p:attrName>ppt_w</p:attrName>
                                        </p:attrNameLst>
                                      </p:cBhvr>
                                      <p:tavLst>
                                        <p:tav tm="0">
                                          <p:val>
                                            <p:fltVal val="0"/>
                                          </p:val>
                                        </p:tav>
                                        <p:tav tm="100000">
                                          <p:val>
                                            <p:strVal val="#ppt_w"/>
                                          </p:val>
                                        </p:tav>
                                      </p:tavLst>
                                    </p:anim>
                                    <p:anim calcmode="lin" valueType="num">
                                      <p:cBhvr>
                                        <p:cTn id="88" dur="500" fill="hold"/>
                                        <p:tgtEl>
                                          <p:spTgt spid="735234">
                                            <p:txEl>
                                              <p:pRg st="11" end="11"/>
                                            </p:txEl>
                                          </p:spTgt>
                                        </p:tgtEl>
                                        <p:attrNameLst>
                                          <p:attrName>ppt_h</p:attrName>
                                        </p:attrNameLst>
                                      </p:cBhvr>
                                      <p:tavLst>
                                        <p:tav tm="0">
                                          <p:val>
                                            <p:fltVal val="0"/>
                                          </p:val>
                                        </p:tav>
                                        <p:tav tm="100000">
                                          <p:val>
                                            <p:strVal val="#ppt_h"/>
                                          </p:val>
                                        </p:tav>
                                      </p:tavLst>
                                    </p:anim>
                                    <p:animEffect transition="in" filter="fade">
                                      <p:cBhvr>
                                        <p:cTn id="89" dur="500"/>
                                        <p:tgtEl>
                                          <p:spTgt spid="735234">
                                            <p:txEl>
                                              <p:pRg st="11" end="11"/>
                                            </p:txEl>
                                          </p:spTgt>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53" presetClass="entr" presetSubtype="0" fill="hold" grpId="0" nodeType="clickEffect">
                                  <p:stCondLst>
                                    <p:cond delay="0"/>
                                  </p:stCondLst>
                                  <p:childTnLst>
                                    <p:set>
                                      <p:cBhvr>
                                        <p:cTn id="93" dur="1" fill="hold">
                                          <p:stCondLst>
                                            <p:cond delay="0"/>
                                          </p:stCondLst>
                                        </p:cTn>
                                        <p:tgtEl>
                                          <p:spTgt spid="735234">
                                            <p:txEl>
                                              <p:pRg st="12" end="12"/>
                                            </p:txEl>
                                          </p:spTgt>
                                        </p:tgtEl>
                                        <p:attrNameLst>
                                          <p:attrName>style.visibility</p:attrName>
                                        </p:attrNameLst>
                                      </p:cBhvr>
                                      <p:to>
                                        <p:strVal val="visible"/>
                                      </p:to>
                                    </p:set>
                                    <p:anim calcmode="lin" valueType="num">
                                      <p:cBhvr>
                                        <p:cTn id="94" dur="500" fill="hold"/>
                                        <p:tgtEl>
                                          <p:spTgt spid="735234">
                                            <p:txEl>
                                              <p:pRg st="12" end="12"/>
                                            </p:txEl>
                                          </p:spTgt>
                                        </p:tgtEl>
                                        <p:attrNameLst>
                                          <p:attrName>ppt_w</p:attrName>
                                        </p:attrNameLst>
                                      </p:cBhvr>
                                      <p:tavLst>
                                        <p:tav tm="0">
                                          <p:val>
                                            <p:fltVal val="0"/>
                                          </p:val>
                                        </p:tav>
                                        <p:tav tm="100000">
                                          <p:val>
                                            <p:strVal val="#ppt_w"/>
                                          </p:val>
                                        </p:tav>
                                      </p:tavLst>
                                    </p:anim>
                                    <p:anim calcmode="lin" valueType="num">
                                      <p:cBhvr>
                                        <p:cTn id="95" dur="500" fill="hold"/>
                                        <p:tgtEl>
                                          <p:spTgt spid="735234">
                                            <p:txEl>
                                              <p:pRg st="12" end="12"/>
                                            </p:txEl>
                                          </p:spTgt>
                                        </p:tgtEl>
                                        <p:attrNameLst>
                                          <p:attrName>ppt_h</p:attrName>
                                        </p:attrNameLst>
                                      </p:cBhvr>
                                      <p:tavLst>
                                        <p:tav tm="0">
                                          <p:val>
                                            <p:fltVal val="0"/>
                                          </p:val>
                                        </p:tav>
                                        <p:tav tm="100000">
                                          <p:val>
                                            <p:strVal val="#ppt_h"/>
                                          </p:val>
                                        </p:tav>
                                      </p:tavLst>
                                    </p:anim>
                                    <p:animEffect transition="in" filter="fade">
                                      <p:cBhvr>
                                        <p:cTn id="96" dur="500"/>
                                        <p:tgtEl>
                                          <p:spTgt spid="735234">
                                            <p:txEl>
                                              <p:pRg st="12" end="12"/>
                                            </p:txEl>
                                          </p:spTgt>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53" presetClass="entr" presetSubtype="0" fill="hold" grpId="0" nodeType="clickEffect">
                                  <p:stCondLst>
                                    <p:cond delay="0"/>
                                  </p:stCondLst>
                                  <p:childTnLst>
                                    <p:set>
                                      <p:cBhvr>
                                        <p:cTn id="100" dur="1" fill="hold">
                                          <p:stCondLst>
                                            <p:cond delay="0"/>
                                          </p:stCondLst>
                                        </p:cTn>
                                        <p:tgtEl>
                                          <p:spTgt spid="735234">
                                            <p:txEl>
                                              <p:pRg st="13" end="13"/>
                                            </p:txEl>
                                          </p:spTgt>
                                        </p:tgtEl>
                                        <p:attrNameLst>
                                          <p:attrName>style.visibility</p:attrName>
                                        </p:attrNameLst>
                                      </p:cBhvr>
                                      <p:to>
                                        <p:strVal val="visible"/>
                                      </p:to>
                                    </p:set>
                                    <p:anim calcmode="lin" valueType="num">
                                      <p:cBhvr>
                                        <p:cTn id="101" dur="500" fill="hold"/>
                                        <p:tgtEl>
                                          <p:spTgt spid="735234">
                                            <p:txEl>
                                              <p:pRg st="13" end="13"/>
                                            </p:txEl>
                                          </p:spTgt>
                                        </p:tgtEl>
                                        <p:attrNameLst>
                                          <p:attrName>ppt_w</p:attrName>
                                        </p:attrNameLst>
                                      </p:cBhvr>
                                      <p:tavLst>
                                        <p:tav tm="0">
                                          <p:val>
                                            <p:fltVal val="0"/>
                                          </p:val>
                                        </p:tav>
                                        <p:tav tm="100000">
                                          <p:val>
                                            <p:strVal val="#ppt_w"/>
                                          </p:val>
                                        </p:tav>
                                      </p:tavLst>
                                    </p:anim>
                                    <p:anim calcmode="lin" valueType="num">
                                      <p:cBhvr>
                                        <p:cTn id="102" dur="500" fill="hold"/>
                                        <p:tgtEl>
                                          <p:spTgt spid="735234">
                                            <p:txEl>
                                              <p:pRg st="13" end="13"/>
                                            </p:txEl>
                                          </p:spTgt>
                                        </p:tgtEl>
                                        <p:attrNameLst>
                                          <p:attrName>ppt_h</p:attrName>
                                        </p:attrNameLst>
                                      </p:cBhvr>
                                      <p:tavLst>
                                        <p:tav tm="0">
                                          <p:val>
                                            <p:fltVal val="0"/>
                                          </p:val>
                                        </p:tav>
                                        <p:tav tm="100000">
                                          <p:val>
                                            <p:strVal val="#ppt_h"/>
                                          </p:val>
                                        </p:tav>
                                      </p:tavLst>
                                    </p:anim>
                                    <p:animEffect transition="in" filter="fade">
                                      <p:cBhvr>
                                        <p:cTn id="103" dur="500"/>
                                        <p:tgtEl>
                                          <p:spTgt spid="735234">
                                            <p:txEl>
                                              <p:pRg st="13" end="13"/>
                                            </p:txEl>
                                          </p:spTgt>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53" presetClass="entr" presetSubtype="0" fill="hold" grpId="0" nodeType="clickEffect">
                                  <p:stCondLst>
                                    <p:cond delay="0"/>
                                  </p:stCondLst>
                                  <p:childTnLst>
                                    <p:set>
                                      <p:cBhvr>
                                        <p:cTn id="107" dur="1" fill="hold">
                                          <p:stCondLst>
                                            <p:cond delay="0"/>
                                          </p:stCondLst>
                                        </p:cTn>
                                        <p:tgtEl>
                                          <p:spTgt spid="735234">
                                            <p:txEl>
                                              <p:pRg st="14" end="14"/>
                                            </p:txEl>
                                          </p:spTgt>
                                        </p:tgtEl>
                                        <p:attrNameLst>
                                          <p:attrName>style.visibility</p:attrName>
                                        </p:attrNameLst>
                                      </p:cBhvr>
                                      <p:to>
                                        <p:strVal val="visible"/>
                                      </p:to>
                                    </p:set>
                                    <p:anim calcmode="lin" valueType="num">
                                      <p:cBhvr>
                                        <p:cTn id="108" dur="500" fill="hold"/>
                                        <p:tgtEl>
                                          <p:spTgt spid="735234">
                                            <p:txEl>
                                              <p:pRg st="14" end="14"/>
                                            </p:txEl>
                                          </p:spTgt>
                                        </p:tgtEl>
                                        <p:attrNameLst>
                                          <p:attrName>ppt_w</p:attrName>
                                        </p:attrNameLst>
                                      </p:cBhvr>
                                      <p:tavLst>
                                        <p:tav tm="0">
                                          <p:val>
                                            <p:fltVal val="0"/>
                                          </p:val>
                                        </p:tav>
                                        <p:tav tm="100000">
                                          <p:val>
                                            <p:strVal val="#ppt_w"/>
                                          </p:val>
                                        </p:tav>
                                      </p:tavLst>
                                    </p:anim>
                                    <p:anim calcmode="lin" valueType="num">
                                      <p:cBhvr>
                                        <p:cTn id="109" dur="500" fill="hold"/>
                                        <p:tgtEl>
                                          <p:spTgt spid="735234">
                                            <p:txEl>
                                              <p:pRg st="14" end="14"/>
                                            </p:txEl>
                                          </p:spTgt>
                                        </p:tgtEl>
                                        <p:attrNameLst>
                                          <p:attrName>ppt_h</p:attrName>
                                        </p:attrNameLst>
                                      </p:cBhvr>
                                      <p:tavLst>
                                        <p:tav tm="0">
                                          <p:val>
                                            <p:fltVal val="0"/>
                                          </p:val>
                                        </p:tav>
                                        <p:tav tm="100000">
                                          <p:val>
                                            <p:strVal val="#ppt_h"/>
                                          </p:val>
                                        </p:tav>
                                      </p:tavLst>
                                    </p:anim>
                                    <p:animEffect transition="in" filter="fade">
                                      <p:cBhvr>
                                        <p:cTn id="110" dur="500"/>
                                        <p:tgtEl>
                                          <p:spTgt spid="735234">
                                            <p:txEl>
                                              <p:pRg st="14" end="14"/>
                                            </p:txEl>
                                          </p:spTgt>
                                        </p:tgtEl>
                                      </p:cBhvr>
                                    </p:animEffec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53" presetClass="entr" presetSubtype="0" fill="hold" grpId="0" nodeType="clickEffect">
                                  <p:stCondLst>
                                    <p:cond delay="0"/>
                                  </p:stCondLst>
                                  <p:childTnLst>
                                    <p:set>
                                      <p:cBhvr>
                                        <p:cTn id="114" dur="1" fill="hold">
                                          <p:stCondLst>
                                            <p:cond delay="0"/>
                                          </p:stCondLst>
                                        </p:cTn>
                                        <p:tgtEl>
                                          <p:spTgt spid="735234">
                                            <p:txEl>
                                              <p:pRg st="15" end="15"/>
                                            </p:txEl>
                                          </p:spTgt>
                                        </p:tgtEl>
                                        <p:attrNameLst>
                                          <p:attrName>style.visibility</p:attrName>
                                        </p:attrNameLst>
                                      </p:cBhvr>
                                      <p:to>
                                        <p:strVal val="visible"/>
                                      </p:to>
                                    </p:set>
                                    <p:anim calcmode="lin" valueType="num">
                                      <p:cBhvr>
                                        <p:cTn id="115" dur="500" fill="hold"/>
                                        <p:tgtEl>
                                          <p:spTgt spid="735234">
                                            <p:txEl>
                                              <p:pRg st="15" end="15"/>
                                            </p:txEl>
                                          </p:spTgt>
                                        </p:tgtEl>
                                        <p:attrNameLst>
                                          <p:attrName>ppt_w</p:attrName>
                                        </p:attrNameLst>
                                      </p:cBhvr>
                                      <p:tavLst>
                                        <p:tav tm="0">
                                          <p:val>
                                            <p:fltVal val="0"/>
                                          </p:val>
                                        </p:tav>
                                        <p:tav tm="100000">
                                          <p:val>
                                            <p:strVal val="#ppt_w"/>
                                          </p:val>
                                        </p:tav>
                                      </p:tavLst>
                                    </p:anim>
                                    <p:anim calcmode="lin" valueType="num">
                                      <p:cBhvr>
                                        <p:cTn id="116" dur="500" fill="hold"/>
                                        <p:tgtEl>
                                          <p:spTgt spid="735234">
                                            <p:txEl>
                                              <p:pRg st="15" end="15"/>
                                            </p:txEl>
                                          </p:spTgt>
                                        </p:tgtEl>
                                        <p:attrNameLst>
                                          <p:attrName>ppt_h</p:attrName>
                                        </p:attrNameLst>
                                      </p:cBhvr>
                                      <p:tavLst>
                                        <p:tav tm="0">
                                          <p:val>
                                            <p:fltVal val="0"/>
                                          </p:val>
                                        </p:tav>
                                        <p:tav tm="100000">
                                          <p:val>
                                            <p:strVal val="#ppt_h"/>
                                          </p:val>
                                        </p:tav>
                                      </p:tavLst>
                                    </p:anim>
                                    <p:animEffect transition="in" filter="fade">
                                      <p:cBhvr>
                                        <p:cTn id="117" dur="500"/>
                                        <p:tgtEl>
                                          <p:spTgt spid="735234">
                                            <p:txEl>
                                              <p:pRg st="15" end="15"/>
                                            </p:txEl>
                                          </p:spTgt>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53" presetClass="entr" presetSubtype="0" fill="hold" grpId="0" nodeType="clickEffect">
                                  <p:stCondLst>
                                    <p:cond delay="0"/>
                                  </p:stCondLst>
                                  <p:childTnLst>
                                    <p:set>
                                      <p:cBhvr>
                                        <p:cTn id="121" dur="1" fill="hold">
                                          <p:stCondLst>
                                            <p:cond delay="0"/>
                                          </p:stCondLst>
                                        </p:cTn>
                                        <p:tgtEl>
                                          <p:spTgt spid="735234">
                                            <p:txEl>
                                              <p:pRg st="16" end="16"/>
                                            </p:txEl>
                                          </p:spTgt>
                                        </p:tgtEl>
                                        <p:attrNameLst>
                                          <p:attrName>style.visibility</p:attrName>
                                        </p:attrNameLst>
                                      </p:cBhvr>
                                      <p:to>
                                        <p:strVal val="visible"/>
                                      </p:to>
                                    </p:set>
                                    <p:anim calcmode="lin" valueType="num">
                                      <p:cBhvr>
                                        <p:cTn id="122" dur="500" fill="hold"/>
                                        <p:tgtEl>
                                          <p:spTgt spid="735234">
                                            <p:txEl>
                                              <p:pRg st="16" end="16"/>
                                            </p:txEl>
                                          </p:spTgt>
                                        </p:tgtEl>
                                        <p:attrNameLst>
                                          <p:attrName>ppt_w</p:attrName>
                                        </p:attrNameLst>
                                      </p:cBhvr>
                                      <p:tavLst>
                                        <p:tav tm="0">
                                          <p:val>
                                            <p:fltVal val="0"/>
                                          </p:val>
                                        </p:tav>
                                        <p:tav tm="100000">
                                          <p:val>
                                            <p:strVal val="#ppt_w"/>
                                          </p:val>
                                        </p:tav>
                                      </p:tavLst>
                                    </p:anim>
                                    <p:anim calcmode="lin" valueType="num">
                                      <p:cBhvr>
                                        <p:cTn id="123" dur="500" fill="hold"/>
                                        <p:tgtEl>
                                          <p:spTgt spid="735234">
                                            <p:txEl>
                                              <p:pRg st="16" end="16"/>
                                            </p:txEl>
                                          </p:spTgt>
                                        </p:tgtEl>
                                        <p:attrNameLst>
                                          <p:attrName>ppt_h</p:attrName>
                                        </p:attrNameLst>
                                      </p:cBhvr>
                                      <p:tavLst>
                                        <p:tav tm="0">
                                          <p:val>
                                            <p:fltVal val="0"/>
                                          </p:val>
                                        </p:tav>
                                        <p:tav tm="100000">
                                          <p:val>
                                            <p:strVal val="#ppt_h"/>
                                          </p:val>
                                        </p:tav>
                                      </p:tavLst>
                                    </p:anim>
                                    <p:animEffect transition="in" filter="fade">
                                      <p:cBhvr>
                                        <p:cTn id="124" dur="500"/>
                                        <p:tgtEl>
                                          <p:spTgt spid="735234">
                                            <p:txEl>
                                              <p:pRg st="16" end="16"/>
                                            </p:txEl>
                                          </p:spTgt>
                                        </p:tgtEl>
                                      </p:cBhvr>
                                    </p:animEffect>
                                  </p:childTnLst>
                                </p:cTn>
                              </p:par>
                            </p:childTnLst>
                          </p:cTn>
                        </p:par>
                      </p:childTnLst>
                    </p:cTn>
                  </p:par>
                  <p:par>
                    <p:cTn id="125" fill="hold" nodeType="clickPar">
                      <p:stCondLst>
                        <p:cond delay="indefinite"/>
                      </p:stCondLst>
                      <p:childTnLst>
                        <p:par>
                          <p:cTn id="126" fill="hold" nodeType="withGroup">
                            <p:stCondLst>
                              <p:cond delay="0"/>
                            </p:stCondLst>
                            <p:childTnLst>
                              <p:par>
                                <p:cTn id="127" presetID="53" presetClass="entr" presetSubtype="0" fill="hold" grpId="0" nodeType="clickEffect">
                                  <p:stCondLst>
                                    <p:cond delay="0"/>
                                  </p:stCondLst>
                                  <p:childTnLst>
                                    <p:set>
                                      <p:cBhvr>
                                        <p:cTn id="128" dur="1" fill="hold">
                                          <p:stCondLst>
                                            <p:cond delay="0"/>
                                          </p:stCondLst>
                                        </p:cTn>
                                        <p:tgtEl>
                                          <p:spTgt spid="735234">
                                            <p:txEl>
                                              <p:pRg st="17" end="17"/>
                                            </p:txEl>
                                          </p:spTgt>
                                        </p:tgtEl>
                                        <p:attrNameLst>
                                          <p:attrName>style.visibility</p:attrName>
                                        </p:attrNameLst>
                                      </p:cBhvr>
                                      <p:to>
                                        <p:strVal val="visible"/>
                                      </p:to>
                                    </p:set>
                                    <p:anim calcmode="lin" valueType="num">
                                      <p:cBhvr>
                                        <p:cTn id="129" dur="500" fill="hold"/>
                                        <p:tgtEl>
                                          <p:spTgt spid="735234">
                                            <p:txEl>
                                              <p:pRg st="17" end="17"/>
                                            </p:txEl>
                                          </p:spTgt>
                                        </p:tgtEl>
                                        <p:attrNameLst>
                                          <p:attrName>ppt_w</p:attrName>
                                        </p:attrNameLst>
                                      </p:cBhvr>
                                      <p:tavLst>
                                        <p:tav tm="0">
                                          <p:val>
                                            <p:fltVal val="0"/>
                                          </p:val>
                                        </p:tav>
                                        <p:tav tm="100000">
                                          <p:val>
                                            <p:strVal val="#ppt_w"/>
                                          </p:val>
                                        </p:tav>
                                      </p:tavLst>
                                    </p:anim>
                                    <p:anim calcmode="lin" valueType="num">
                                      <p:cBhvr>
                                        <p:cTn id="130" dur="500" fill="hold"/>
                                        <p:tgtEl>
                                          <p:spTgt spid="735234">
                                            <p:txEl>
                                              <p:pRg st="17" end="17"/>
                                            </p:txEl>
                                          </p:spTgt>
                                        </p:tgtEl>
                                        <p:attrNameLst>
                                          <p:attrName>ppt_h</p:attrName>
                                        </p:attrNameLst>
                                      </p:cBhvr>
                                      <p:tavLst>
                                        <p:tav tm="0">
                                          <p:val>
                                            <p:fltVal val="0"/>
                                          </p:val>
                                        </p:tav>
                                        <p:tav tm="100000">
                                          <p:val>
                                            <p:strVal val="#ppt_h"/>
                                          </p:val>
                                        </p:tav>
                                      </p:tavLst>
                                    </p:anim>
                                    <p:animEffect transition="in" filter="fade">
                                      <p:cBhvr>
                                        <p:cTn id="131" dur="500"/>
                                        <p:tgtEl>
                                          <p:spTgt spid="735234">
                                            <p:txEl>
                                              <p:pRg st="17" end="17"/>
                                            </p:txEl>
                                          </p:spTgt>
                                        </p:tgtEl>
                                      </p:cBhvr>
                                    </p:animEffect>
                                  </p:childTnLst>
                                </p:cTn>
                              </p:par>
                            </p:childTnLst>
                          </p:cTn>
                        </p:par>
                      </p:childTnLst>
                    </p:cTn>
                  </p:par>
                  <p:par>
                    <p:cTn id="132" fill="hold">
                      <p:stCondLst>
                        <p:cond delay="indefinite"/>
                      </p:stCondLst>
                      <p:childTnLst>
                        <p:par>
                          <p:cTn id="133" fill="hold">
                            <p:stCondLst>
                              <p:cond delay="0"/>
                            </p:stCondLst>
                            <p:childTnLst>
                              <p:par>
                                <p:cTn id="134" presetID="22" presetClass="entr" presetSubtype="4" fill="hold" grpId="0" nodeType="clickEffect">
                                  <p:stCondLst>
                                    <p:cond delay="0"/>
                                  </p:stCondLst>
                                  <p:childTnLst>
                                    <p:set>
                                      <p:cBhvr>
                                        <p:cTn id="135" dur="1" fill="hold">
                                          <p:stCondLst>
                                            <p:cond delay="0"/>
                                          </p:stCondLst>
                                        </p:cTn>
                                        <p:tgtEl>
                                          <p:spTgt spid="2">
                                            <p:txEl>
                                              <p:pRg st="1" end="1"/>
                                            </p:txEl>
                                          </p:spTgt>
                                        </p:tgtEl>
                                        <p:attrNameLst>
                                          <p:attrName>style.visibility</p:attrName>
                                        </p:attrNameLst>
                                      </p:cBhvr>
                                      <p:to>
                                        <p:strVal val="visible"/>
                                      </p:to>
                                    </p:set>
                                    <p:animEffect transition="in" filter="wipe(down)">
                                      <p:cBhvr>
                                        <p:cTn id="136" dur="500"/>
                                        <p:tgtEl>
                                          <p:spTgt spid="2">
                                            <p:txEl>
                                              <p:pRg st="1" end="1"/>
                                            </p:txEl>
                                          </p:spTgt>
                                        </p:tgtEl>
                                      </p:cBhvr>
                                    </p:animEffect>
                                  </p:childTnLst>
                                </p:cTn>
                              </p:par>
                            </p:childTnLst>
                          </p:cTn>
                        </p:par>
                      </p:childTnLst>
                    </p:cTn>
                  </p:par>
                  <p:par>
                    <p:cTn id="137" fill="hold">
                      <p:stCondLst>
                        <p:cond delay="indefinite"/>
                      </p:stCondLst>
                      <p:childTnLst>
                        <p:par>
                          <p:cTn id="138" fill="hold">
                            <p:stCondLst>
                              <p:cond delay="0"/>
                            </p:stCondLst>
                            <p:childTnLst>
                              <p:par>
                                <p:cTn id="139" presetID="22" presetClass="entr" presetSubtype="4" fill="hold" grpId="0" nodeType="clickEffect">
                                  <p:stCondLst>
                                    <p:cond delay="0"/>
                                  </p:stCondLst>
                                  <p:childTnLst>
                                    <p:set>
                                      <p:cBhvr>
                                        <p:cTn id="140" dur="1" fill="hold">
                                          <p:stCondLst>
                                            <p:cond delay="0"/>
                                          </p:stCondLst>
                                        </p:cTn>
                                        <p:tgtEl>
                                          <p:spTgt spid="2">
                                            <p:txEl>
                                              <p:pRg st="2" end="2"/>
                                            </p:txEl>
                                          </p:spTgt>
                                        </p:tgtEl>
                                        <p:attrNameLst>
                                          <p:attrName>style.visibility</p:attrName>
                                        </p:attrNameLst>
                                      </p:cBhvr>
                                      <p:to>
                                        <p:strVal val="visible"/>
                                      </p:to>
                                    </p:set>
                                    <p:animEffect transition="in" filter="wipe(down)">
                                      <p:cBhvr>
                                        <p:cTn id="141" dur="500"/>
                                        <p:tgtEl>
                                          <p:spTgt spid="2">
                                            <p:txEl>
                                              <p:pRg st="2" end="2"/>
                                            </p:txEl>
                                          </p:spTgt>
                                        </p:tgtEl>
                                      </p:cBhvr>
                                    </p:animEffect>
                                  </p:childTnLst>
                                </p:cTn>
                              </p:par>
                            </p:childTnLst>
                          </p:cTn>
                        </p:par>
                      </p:childTnLst>
                    </p:cTn>
                  </p:par>
                  <p:par>
                    <p:cTn id="142" fill="hold">
                      <p:stCondLst>
                        <p:cond delay="indefinite"/>
                      </p:stCondLst>
                      <p:childTnLst>
                        <p:par>
                          <p:cTn id="143" fill="hold">
                            <p:stCondLst>
                              <p:cond delay="0"/>
                            </p:stCondLst>
                            <p:childTnLst>
                              <p:par>
                                <p:cTn id="144" presetID="22" presetClass="entr" presetSubtype="4" fill="hold" grpId="0" nodeType="clickEffect">
                                  <p:stCondLst>
                                    <p:cond delay="0"/>
                                  </p:stCondLst>
                                  <p:childTnLst>
                                    <p:set>
                                      <p:cBhvr>
                                        <p:cTn id="145" dur="1" fill="hold">
                                          <p:stCondLst>
                                            <p:cond delay="0"/>
                                          </p:stCondLst>
                                        </p:cTn>
                                        <p:tgtEl>
                                          <p:spTgt spid="2">
                                            <p:txEl>
                                              <p:pRg st="3" end="3"/>
                                            </p:txEl>
                                          </p:spTgt>
                                        </p:tgtEl>
                                        <p:attrNameLst>
                                          <p:attrName>style.visibility</p:attrName>
                                        </p:attrNameLst>
                                      </p:cBhvr>
                                      <p:to>
                                        <p:strVal val="visible"/>
                                      </p:to>
                                    </p:set>
                                    <p:animEffect transition="in" filter="wipe(down)">
                                      <p:cBhvr>
                                        <p:cTn id="146"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5234" grpId="0" uiExpand="1" build="p" autoUpdateAnimBg="0"/>
      <p:bldP spid="2" grpId="0" uiExpand="1"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内容占位符 2">
            <a:extLst>
              <a:ext uri="{FF2B5EF4-FFF2-40B4-BE49-F238E27FC236}">
                <a16:creationId xmlns:a16="http://schemas.microsoft.com/office/drawing/2014/main" id="{40F04AB8-3FB7-4554-8DB1-3F53EF2FC7BE}"/>
              </a:ext>
            </a:extLst>
          </p:cNvPr>
          <p:cNvSpPr>
            <a:spLocks noGrp="1"/>
          </p:cNvSpPr>
          <p:nvPr>
            <p:ph idx="1"/>
          </p:nvPr>
        </p:nvSpPr>
        <p:spPr>
          <a:xfrm>
            <a:off x="142875" y="642938"/>
            <a:ext cx="8715375" cy="3225800"/>
          </a:xfrm>
        </p:spPr>
        <p:txBody>
          <a:bodyPr/>
          <a:lstStyle/>
          <a:p>
            <a:pPr eaLnBrk="1" hangingPunct="1">
              <a:buClrTx/>
              <a:buFont typeface="Wingdings" panose="05000000000000000000" pitchFamily="2" charset="2"/>
              <a:buChar char="Ø"/>
            </a:pPr>
            <a:r>
              <a:rPr lang="zh-CN" altLang="en-US" sz="1800" b="1" dirty="0">
                <a:solidFill>
                  <a:schemeClr val="tx1"/>
                </a:solidFill>
                <a:cs typeface="Times New Roman" panose="02020603050405020304" pitchFamily="18" charset="0"/>
              </a:rPr>
              <a:t>输入：一个串</a:t>
            </a:r>
            <a:r>
              <a:rPr lang="en-US" altLang="zh-CN" sz="1800" b="1" i="1" dirty="0">
                <a:solidFill>
                  <a:schemeClr val="tx1"/>
                </a:solidFill>
                <a:cs typeface="Times New Roman" panose="02020603050405020304" pitchFamily="18" charset="0"/>
              </a:rPr>
              <a:t>w</a:t>
            </a:r>
            <a:r>
              <a:rPr lang="zh-CN" altLang="en-US" sz="1800" b="1" dirty="0">
                <a:solidFill>
                  <a:schemeClr val="tx1"/>
                </a:solidFill>
                <a:cs typeface="Times New Roman" panose="02020603050405020304" pitchFamily="18" charset="0"/>
              </a:rPr>
              <a:t>和文法</a:t>
            </a:r>
            <a:r>
              <a:rPr lang="en-US" altLang="zh-CN" sz="1800" b="1" i="1" dirty="0">
                <a:solidFill>
                  <a:schemeClr val="tx1"/>
                </a:solidFill>
                <a:cs typeface="Times New Roman" panose="02020603050405020304" pitchFamily="18" charset="0"/>
              </a:rPr>
              <a:t>G</a:t>
            </a:r>
            <a:r>
              <a:rPr lang="zh-CN" altLang="en-US" sz="1800" b="1" dirty="0">
                <a:solidFill>
                  <a:schemeClr val="tx1"/>
                </a:solidFill>
                <a:cs typeface="Times New Roman" panose="02020603050405020304" pitchFamily="18" charset="0"/>
              </a:rPr>
              <a:t>的分析表</a:t>
            </a:r>
            <a:r>
              <a:rPr lang="en-US" altLang="zh-CN" sz="1800" b="1" dirty="0">
                <a:solidFill>
                  <a:schemeClr val="tx1"/>
                </a:solidFill>
                <a:cs typeface="Times New Roman" panose="02020603050405020304" pitchFamily="18" charset="0"/>
              </a:rPr>
              <a:t> </a:t>
            </a:r>
            <a:r>
              <a:rPr lang="en-US" altLang="zh-CN" sz="1800" b="1" i="1" dirty="0">
                <a:solidFill>
                  <a:schemeClr val="tx1"/>
                </a:solidFill>
                <a:cs typeface="Times New Roman" panose="02020603050405020304" pitchFamily="18" charset="0"/>
              </a:rPr>
              <a:t>M</a:t>
            </a:r>
            <a:endParaRPr lang="en-US" altLang="zh-CN" sz="1800" b="1" dirty="0">
              <a:solidFill>
                <a:schemeClr val="tx1"/>
              </a:solidFill>
              <a:cs typeface="Times New Roman" panose="02020603050405020304" pitchFamily="18" charset="0"/>
            </a:endParaRPr>
          </a:p>
          <a:p>
            <a:pPr eaLnBrk="1" hangingPunct="1">
              <a:buClrTx/>
              <a:buFont typeface="Wingdings" panose="05000000000000000000" pitchFamily="2" charset="2"/>
              <a:buChar char="Ø"/>
            </a:pPr>
            <a:r>
              <a:rPr lang="zh-CN" altLang="en-US" sz="1800" b="1" dirty="0">
                <a:solidFill>
                  <a:schemeClr val="tx1"/>
                </a:solidFill>
                <a:cs typeface="Times New Roman" panose="02020603050405020304" pitchFamily="18" charset="0"/>
              </a:rPr>
              <a:t>输出：如果</a:t>
            </a:r>
            <a:r>
              <a:rPr lang="en-US" altLang="zh-CN" sz="1800" b="1" i="1" dirty="0">
                <a:solidFill>
                  <a:schemeClr val="tx1"/>
                </a:solidFill>
                <a:cs typeface="Times New Roman" panose="02020603050405020304" pitchFamily="18" charset="0"/>
              </a:rPr>
              <a:t>w</a:t>
            </a:r>
            <a:r>
              <a:rPr lang="zh-CN" altLang="en-US" sz="1800" b="1" dirty="0">
                <a:solidFill>
                  <a:schemeClr val="tx1"/>
                </a:solidFill>
                <a:cs typeface="Times New Roman" panose="02020603050405020304" pitchFamily="18" charset="0"/>
              </a:rPr>
              <a:t>在</a:t>
            </a:r>
            <a:r>
              <a:rPr lang="en-US" altLang="zh-CN" sz="1800" b="1" i="1" dirty="0">
                <a:solidFill>
                  <a:schemeClr val="tx1"/>
                </a:solidFill>
                <a:cs typeface="Times New Roman" panose="02020603050405020304" pitchFamily="18" charset="0"/>
              </a:rPr>
              <a:t>L</a:t>
            </a:r>
            <a:r>
              <a:rPr lang="en-US" altLang="zh-CN" sz="1800" b="1" dirty="0">
                <a:solidFill>
                  <a:schemeClr val="tx1"/>
                </a:solidFill>
                <a:cs typeface="Times New Roman" panose="02020603050405020304" pitchFamily="18" charset="0"/>
              </a:rPr>
              <a:t>(</a:t>
            </a:r>
            <a:r>
              <a:rPr lang="en-US" altLang="zh-CN" sz="1800" b="1" i="1" dirty="0">
                <a:solidFill>
                  <a:schemeClr val="tx1"/>
                </a:solidFill>
                <a:cs typeface="Times New Roman" panose="02020603050405020304" pitchFamily="18" charset="0"/>
              </a:rPr>
              <a:t>G </a:t>
            </a:r>
            <a:r>
              <a:rPr lang="en-US" altLang="zh-CN" sz="1800" b="1" dirty="0">
                <a:solidFill>
                  <a:schemeClr val="tx1"/>
                </a:solidFill>
                <a:cs typeface="Times New Roman" panose="02020603050405020304" pitchFamily="18" charset="0"/>
              </a:rPr>
              <a:t>)</a:t>
            </a:r>
            <a:r>
              <a:rPr lang="zh-CN" altLang="en-US" sz="1800" b="1" dirty="0">
                <a:solidFill>
                  <a:schemeClr val="tx1"/>
                </a:solidFill>
                <a:cs typeface="Times New Roman" panose="02020603050405020304" pitchFamily="18" charset="0"/>
              </a:rPr>
              <a:t>中，输出</a:t>
            </a:r>
            <a:r>
              <a:rPr lang="en-US" altLang="zh-CN" sz="1800" b="1" i="1" dirty="0">
                <a:solidFill>
                  <a:schemeClr val="tx1"/>
                </a:solidFill>
                <a:cs typeface="Times New Roman" panose="02020603050405020304" pitchFamily="18" charset="0"/>
              </a:rPr>
              <a:t>w</a:t>
            </a:r>
            <a:r>
              <a:rPr lang="zh-CN" altLang="en-US" sz="1800" b="1" dirty="0">
                <a:solidFill>
                  <a:schemeClr val="tx1"/>
                </a:solidFill>
                <a:cs typeface="Times New Roman" panose="02020603050405020304" pitchFamily="18" charset="0"/>
              </a:rPr>
              <a:t>的最左推导；否则给出错误指示</a:t>
            </a:r>
            <a:endParaRPr lang="en-US" altLang="zh-CN" sz="1800" b="1" dirty="0">
              <a:solidFill>
                <a:schemeClr val="tx1"/>
              </a:solidFill>
              <a:cs typeface="Times New Roman" panose="02020603050405020304" pitchFamily="18" charset="0"/>
            </a:endParaRPr>
          </a:p>
          <a:p>
            <a:pPr eaLnBrk="1" hangingPunct="1">
              <a:buClrTx/>
              <a:buFont typeface="Wingdings" panose="05000000000000000000" pitchFamily="2" charset="2"/>
              <a:buChar char="Ø"/>
            </a:pPr>
            <a:r>
              <a:rPr lang="zh-CN" altLang="en-US" sz="1800" b="1" dirty="0">
                <a:solidFill>
                  <a:schemeClr val="tx1"/>
                </a:solidFill>
                <a:cs typeface="Times New Roman" panose="02020603050405020304" pitchFamily="18" charset="0"/>
              </a:rPr>
              <a:t>方法：最初，语法分析器的</a:t>
            </a:r>
            <a:r>
              <a:rPr lang="zh-CN" altLang="en-US" sz="1800" b="1" dirty="0">
                <a:solidFill>
                  <a:srgbClr val="0070C0"/>
                </a:solidFill>
                <a:cs typeface="Times New Roman" panose="02020603050405020304" pitchFamily="18" charset="0"/>
              </a:rPr>
              <a:t>格局</a:t>
            </a:r>
            <a:r>
              <a:rPr lang="zh-CN" altLang="en-US" sz="1800" b="1" dirty="0">
                <a:solidFill>
                  <a:schemeClr val="tx1"/>
                </a:solidFill>
                <a:cs typeface="Times New Roman" panose="02020603050405020304" pitchFamily="18" charset="0"/>
              </a:rPr>
              <a:t>如下：输入缓冲区中是</a:t>
            </a:r>
            <a:r>
              <a:rPr lang="en-US" altLang="zh-CN" sz="1800" b="1" i="1" dirty="0">
                <a:solidFill>
                  <a:srgbClr val="0070C0"/>
                </a:solidFill>
                <a:cs typeface="Times New Roman" panose="02020603050405020304" pitchFamily="18" charset="0"/>
              </a:rPr>
              <a:t>w</a:t>
            </a:r>
            <a:r>
              <a:rPr lang="en-US" altLang="zh-CN" sz="1800" b="1" dirty="0">
                <a:solidFill>
                  <a:srgbClr val="0070C0"/>
                </a:solidFill>
                <a:cs typeface="Times New Roman" panose="02020603050405020304" pitchFamily="18" charset="0"/>
              </a:rPr>
              <a:t>$</a:t>
            </a:r>
            <a:r>
              <a:rPr lang="zh-CN" altLang="en-US" sz="1800" b="1" dirty="0">
                <a:solidFill>
                  <a:schemeClr val="tx1"/>
                </a:solidFill>
                <a:cs typeface="Times New Roman" panose="02020603050405020304" pitchFamily="18" charset="0"/>
              </a:rPr>
              <a:t>，</a:t>
            </a:r>
            <a:r>
              <a:rPr lang="en-US" altLang="zh-CN" sz="1800" b="1" i="1" dirty="0">
                <a:solidFill>
                  <a:schemeClr val="tx1"/>
                </a:solidFill>
                <a:cs typeface="Times New Roman" panose="02020603050405020304" pitchFamily="18" charset="0"/>
              </a:rPr>
              <a:t>G</a:t>
            </a:r>
            <a:r>
              <a:rPr lang="zh-CN" altLang="en-US" sz="1800" b="1" dirty="0">
                <a:solidFill>
                  <a:schemeClr val="tx1"/>
                </a:solidFill>
                <a:cs typeface="Times New Roman" panose="02020603050405020304" pitchFamily="18" charset="0"/>
              </a:rPr>
              <a:t>的开始符号位于栈顶，其下面是</a:t>
            </a:r>
            <a:r>
              <a:rPr lang="en-US" altLang="zh-CN" sz="1800" b="1" dirty="0">
                <a:solidFill>
                  <a:schemeClr val="tx1"/>
                </a:solidFill>
                <a:cs typeface="Times New Roman" panose="02020603050405020304" pitchFamily="18" charset="0"/>
              </a:rPr>
              <a:t>$</a:t>
            </a:r>
            <a:r>
              <a:rPr lang="zh-CN" altLang="en-US" sz="1800" b="1" dirty="0">
                <a:solidFill>
                  <a:schemeClr val="tx1"/>
                </a:solidFill>
                <a:cs typeface="Times New Roman" panose="02020603050405020304" pitchFamily="18" charset="0"/>
              </a:rPr>
              <a:t>。下面的程序使用预测分析表</a:t>
            </a:r>
            <a:r>
              <a:rPr lang="en-US" altLang="zh-CN" sz="1800" b="1" i="1" dirty="0">
                <a:solidFill>
                  <a:schemeClr val="tx1"/>
                </a:solidFill>
                <a:cs typeface="Times New Roman" panose="02020603050405020304" pitchFamily="18" charset="0"/>
              </a:rPr>
              <a:t>M</a:t>
            </a:r>
            <a:r>
              <a:rPr lang="zh-CN" altLang="en-US" sz="1800" b="1" dirty="0">
                <a:solidFill>
                  <a:schemeClr val="tx1"/>
                </a:solidFill>
                <a:cs typeface="Times New Roman" panose="02020603050405020304" pitchFamily="18" charset="0"/>
              </a:rPr>
              <a:t>生成了处理这个输入的预测分析过程</a:t>
            </a:r>
          </a:p>
        </p:txBody>
      </p:sp>
      <p:sp>
        <p:nvSpPr>
          <p:cNvPr id="69635" name="标题 1">
            <a:extLst>
              <a:ext uri="{FF2B5EF4-FFF2-40B4-BE49-F238E27FC236}">
                <a16:creationId xmlns:a16="http://schemas.microsoft.com/office/drawing/2014/main" id="{D88FA357-5E30-407A-9B30-B40CE39AA83C}"/>
              </a:ext>
            </a:extLst>
          </p:cNvPr>
          <p:cNvSpPr>
            <a:spLocks noGrp="1"/>
          </p:cNvSpPr>
          <p:nvPr>
            <p:ph type="title"/>
          </p:nvPr>
        </p:nvSpPr>
        <p:spPr>
          <a:xfrm>
            <a:off x="755650" y="268288"/>
            <a:ext cx="7931150" cy="358775"/>
          </a:xfrm>
        </p:spPr>
        <p:txBody>
          <a:bodyPr/>
          <a:lstStyle/>
          <a:p>
            <a:pPr eaLnBrk="1" hangingPunct="1">
              <a:defRPr/>
            </a:pPr>
            <a:r>
              <a:rPr lang="zh-CN" altLang="en-US" sz="3000" spc="300" dirty="0">
                <a:solidFill>
                  <a:schemeClr val="tx1"/>
                </a:solidFill>
                <a:latin typeface="微软雅黑" pitchFamily="34" charset="-122"/>
                <a:ea typeface="微软雅黑" pitchFamily="34" charset="-122"/>
              </a:rPr>
              <a:t>表驱动的预测分析法</a:t>
            </a:r>
          </a:p>
        </p:txBody>
      </p:sp>
      <p:sp>
        <p:nvSpPr>
          <p:cNvPr id="7" name="内容占位符 1">
            <a:extLst>
              <a:ext uri="{FF2B5EF4-FFF2-40B4-BE49-F238E27FC236}">
                <a16:creationId xmlns:a16="http://schemas.microsoft.com/office/drawing/2014/main" id="{C8E22822-ABC2-404B-A02A-B31674F4C951}"/>
              </a:ext>
            </a:extLst>
          </p:cNvPr>
          <p:cNvSpPr txBox="1">
            <a:spLocks/>
          </p:cNvSpPr>
          <p:nvPr/>
        </p:nvSpPr>
        <p:spPr bwMode="auto">
          <a:xfrm>
            <a:off x="896938" y="2000250"/>
            <a:ext cx="7318375" cy="3000375"/>
          </a:xfrm>
          <a:prstGeom prst="rect">
            <a:avLst/>
          </a:prstGeom>
          <a:solidFill>
            <a:schemeClr val="accent2">
              <a:lumMod val="40000"/>
              <a:lumOff val="60000"/>
            </a:schemeClr>
          </a:solidFill>
          <a:ln w="9525">
            <a:solidFill>
              <a:schemeClr val="tx1"/>
            </a:solidFill>
            <a:miter lim="800000"/>
            <a:headEnd/>
            <a:tailEnd/>
          </a:ln>
        </p:spPr>
        <p:txBody>
          <a:bodyPr/>
          <a:lstStyle>
            <a:lvl1pPr marL="273050" indent="-273050">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lnSpc>
                <a:spcPts val="1500"/>
              </a:lnSpc>
              <a:spcBef>
                <a:spcPct val="20000"/>
              </a:spcBef>
              <a:buSzPct val="100000"/>
              <a:buFont typeface="Symbol" panose="05050102010706020507" pitchFamily="18" charset="2"/>
              <a:buNone/>
              <a:defRPr/>
            </a:pPr>
            <a:r>
              <a:rPr lang="zh-CN" altLang="en-US" sz="1600" b="1" dirty="0">
                <a:latin typeface="Times New Roman" panose="02020603050405020304" pitchFamily="18" charset="0"/>
                <a:ea typeface="华文楷体" panose="02010600040101010101" pitchFamily="2" charset="-122"/>
              </a:rPr>
              <a:t>设置</a:t>
            </a:r>
            <a:r>
              <a:rPr lang="en-US" altLang="zh-CN" sz="1600" b="1" i="1" dirty="0" err="1">
                <a:latin typeface="Times New Roman" panose="02020603050405020304" pitchFamily="18" charset="0"/>
                <a:ea typeface="华文楷体" panose="02010600040101010101" pitchFamily="2" charset="-122"/>
              </a:rPr>
              <a:t>ip</a:t>
            </a:r>
            <a:r>
              <a:rPr lang="zh-CN" altLang="en-US" sz="1600" b="1" dirty="0">
                <a:latin typeface="Times New Roman" panose="02020603050405020304" pitchFamily="18" charset="0"/>
                <a:ea typeface="华文楷体" panose="02010600040101010101" pitchFamily="2" charset="-122"/>
              </a:rPr>
              <a:t>使它指向</a:t>
            </a:r>
            <a:r>
              <a:rPr lang="en-US" altLang="zh-CN" sz="1600" b="1" i="1" dirty="0">
                <a:latin typeface="Times New Roman" panose="02020603050405020304" pitchFamily="18" charset="0"/>
                <a:ea typeface="华文楷体" panose="02010600040101010101" pitchFamily="2" charset="-122"/>
              </a:rPr>
              <a:t>w</a:t>
            </a:r>
            <a:r>
              <a:rPr lang="zh-CN" altLang="en-US" sz="1600" b="1" dirty="0">
                <a:latin typeface="Times New Roman" panose="02020603050405020304" pitchFamily="18" charset="0"/>
                <a:ea typeface="华文楷体" panose="02010600040101010101" pitchFamily="2" charset="-122"/>
              </a:rPr>
              <a:t>的第一个符号，其中</a:t>
            </a:r>
            <a:r>
              <a:rPr lang="en-US" altLang="zh-CN" sz="1600" b="1" i="1" dirty="0" err="1">
                <a:latin typeface="Times New Roman" panose="02020603050405020304" pitchFamily="18" charset="0"/>
              </a:rPr>
              <a:t>ip</a:t>
            </a:r>
            <a:r>
              <a:rPr lang="en-US" altLang="zh-CN" sz="1600" b="1" i="1" dirty="0">
                <a:latin typeface="Times New Roman" panose="02020603050405020304" pitchFamily="18" charset="0"/>
              </a:rPr>
              <a:t> </a:t>
            </a:r>
            <a:r>
              <a:rPr lang="zh-CN" altLang="en-US" sz="1600" b="1" dirty="0">
                <a:latin typeface="华文楷体" panose="02010600040101010101" pitchFamily="2" charset="-122"/>
                <a:ea typeface="华文楷体" panose="02010600040101010101" pitchFamily="2" charset="-122"/>
              </a:rPr>
              <a:t>是输入指针；</a:t>
            </a:r>
            <a:endParaRPr lang="en-US" altLang="zh-CN" sz="1600" b="1" dirty="0">
              <a:latin typeface="华文楷体" panose="02010600040101010101" pitchFamily="2" charset="-122"/>
              <a:ea typeface="华文楷体" panose="02010600040101010101" pitchFamily="2" charset="-122"/>
            </a:endParaRPr>
          </a:p>
          <a:p>
            <a:pPr eaLnBrk="1" hangingPunct="1">
              <a:lnSpc>
                <a:spcPts val="1500"/>
              </a:lnSpc>
              <a:spcBef>
                <a:spcPct val="20000"/>
              </a:spcBef>
              <a:buSzPct val="100000"/>
              <a:buFont typeface="Symbol" panose="05050102010706020507" pitchFamily="18" charset="2"/>
              <a:buNone/>
              <a:defRPr/>
            </a:pPr>
            <a:r>
              <a:rPr lang="zh-CN" altLang="en-US" sz="1600" b="1" dirty="0">
                <a:latin typeface="Times New Roman" panose="02020603050405020304" pitchFamily="18" charset="0"/>
                <a:ea typeface="华文楷体" panose="02010600040101010101" pitchFamily="2" charset="-122"/>
              </a:rPr>
              <a:t>令</a:t>
            </a:r>
            <a:r>
              <a:rPr lang="en-US" altLang="zh-CN" sz="1600" b="1" i="1" dirty="0">
                <a:latin typeface="Times New Roman" panose="02020603050405020304" pitchFamily="18" charset="0"/>
                <a:ea typeface="华文楷体" panose="02010600040101010101" pitchFamily="2" charset="-122"/>
              </a:rPr>
              <a:t>X</a:t>
            </a:r>
            <a:r>
              <a:rPr lang="en-US" altLang="zh-CN" sz="1600" b="1" dirty="0">
                <a:latin typeface="Times New Roman" panose="02020603050405020304" pitchFamily="18" charset="0"/>
                <a:ea typeface="华文楷体" panose="02010600040101010101" pitchFamily="2" charset="-122"/>
              </a:rPr>
              <a:t>=</a:t>
            </a:r>
            <a:r>
              <a:rPr lang="zh-CN" altLang="en-US" sz="1600" b="1" dirty="0">
                <a:latin typeface="Times New Roman" panose="02020603050405020304" pitchFamily="18" charset="0"/>
                <a:ea typeface="华文楷体" panose="02010600040101010101" pitchFamily="2" charset="-122"/>
              </a:rPr>
              <a:t>栈顶符号；</a:t>
            </a:r>
            <a:endParaRPr lang="en-US" altLang="zh-CN" sz="1600" b="1" dirty="0">
              <a:latin typeface="Times New Roman" panose="02020603050405020304" pitchFamily="18" charset="0"/>
              <a:ea typeface="华文楷体" panose="02010600040101010101" pitchFamily="2" charset="-122"/>
            </a:endParaRPr>
          </a:p>
          <a:p>
            <a:pPr eaLnBrk="1" hangingPunct="1">
              <a:lnSpc>
                <a:spcPts val="1500"/>
              </a:lnSpc>
              <a:spcBef>
                <a:spcPct val="20000"/>
              </a:spcBef>
              <a:buSzPct val="100000"/>
              <a:buFont typeface="Symbol" panose="05050102010706020507" pitchFamily="18" charset="2"/>
              <a:buNone/>
              <a:defRPr/>
            </a:pPr>
            <a:r>
              <a:rPr lang="en-US" altLang="zh-CN" sz="1600" b="1" dirty="0">
                <a:latin typeface="Times New Roman" panose="02020603050405020304" pitchFamily="18" charset="0"/>
                <a:ea typeface="华文楷体" panose="02010600040101010101" pitchFamily="2" charset="-122"/>
              </a:rPr>
              <a:t>while </a:t>
            </a:r>
            <a:r>
              <a:rPr lang="en-US" altLang="zh-CN" sz="1600" b="1" dirty="0">
                <a:latin typeface="Times New Roman" panose="02020603050405020304" pitchFamily="18" charset="0"/>
                <a:ea typeface="楷体" panose="02010609060101010101" pitchFamily="49" charset="-122"/>
              </a:rPr>
              <a:t> ( </a:t>
            </a:r>
            <a:r>
              <a:rPr lang="en-US" altLang="zh-CN" sz="1600" b="1" i="1" dirty="0">
                <a:latin typeface="Times New Roman" panose="02020603050405020304" pitchFamily="18" charset="0"/>
              </a:rPr>
              <a:t>X </a:t>
            </a:r>
            <a:r>
              <a:rPr lang="en-US" altLang="zh-CN" sz="1600" b="1" dirty="0">
                <a:latin typeface="Times New Roman" panose="02020603050405020304" pitchFamily="18" charset="0"/>
              </a:rPr>
              <a:t>≠ </a:t>
            </a:r>
            <a:r>
              <a:rPr lang="zh-CN" altLang="en-US" sz="1600" b="1" dirty="0">
                <a:latin typeface="Times New Roman" panose="02020603050405020304" pitchFamily="18" charset="0"/>
              </a:rPr>
              <a:t>＄</a:t>
            </a:r>
            <a:r>
              <a:rPr lang="en-US" altLang="zh-CN" sz="1600" b="1" dirty="0">
                <a:latin typeface="Times New Roman" panose="02020603050405020304" pitchFamily="18" charset="0"/>
              </a:rPr>
              <a:t> </a:t>
            </a:r>
            <a:r>
              <a:rPr lang="en-US" altLang="zh-CN" sz="1600" b="1" dirty="0">
                <a:latin typeface="Times New Roman" panose="02020603050405020304" pitchFamily="18" charset="0"/>
                <a:ea typeface="楷体" panose="02010609060101010101" pitchFamily="49" charset="-122"/>
              </a:rPr>
              <a:t>)</a:t>
            </a:r>
            <a:r>
              <a:rPr lang="zh-CN" altLang="en-US" sz="1600" b="1" dirty="0">
                <a:latin typeface="Times New Roman" panose="02020603050405020304" pitchFamily="18" charset="0"/>
                <a:ea typeface="华文楷体" panose="02010600040101010101" pitchFamily="2" charset="-122"/>
              </a:rPr>
              <a:t>｛</a:t>
            </a:r>
            <a:r>
              <a:rPr lang="en-US" altLang="zh-CN" sz="1600" b="1" dirty="0">
                <a:latin typeface="Times New Roman" panose="02020603050405020304" pitchFamily="18" charset="0"/>
                <a:ea typeface="华文楷体" panose="02010600040101010101" pitchFamily="2" charset="-122"/>
              </a:rPr>
              <a:t>     </a:t>
            </a:r>
            <a:r>
              <a:rPr lang="en-US" altLang="zh-CN" sz="1600" b="1" dirty="0">
                <a:latin typeface="Times New Roman" panose="02020603050405020304" pitchFamily="18" charset="0"/>
                <a:ea typeface="楷体" panose="02010609060101010101" pitchFamily="49" charset="-122"/>
              </a:rPr>
              <a:t>/* </a:t>
            </a:r>
            <a:r>
              <a:rPr lang="zh-CN" altLang="en-US" sz="1600" b="1" dirty="0">
                <a:latin typeface="Times New Roman" panose="02020603050405020304" pitchFamily="18" charset="0"/>
                <a:ea typeface="楷体" panose="02010609060101010101" pitchFamily="49" charset="-122"/>
              </a:rPr>
              <a:t>栈非空 </a:t>
            </a:r>
            <a:r>
              <a:rPr lang="en-US" altLang="zh-CN" sz="1600" b="1" dirty="0">
                <a:latin typeface="Times New Roman" panose="02020603050405020304" pitchFamily="18" charset="0"/>
                <a:ea typeface="楷体" panose="02010609060101010101" pitchFamily="49" charset="-122"/>
              </a:rPr>
              <a:t>*/ </a:t>
            </a:r>
          </a:p>
          <a:p>
            <a:pPr eaLnBrk="1" hangingPunct="1">
              <a:lnSpc>
                <a:spcPts val="1500"/>
              </a:lnSpc>
              <a:spcBef>
                <a:spcPct val="20000"/>
              </a:spcBef>
              <a:buSzPct val="100000"/>
              <a:buFont typeface="Symbol" panose="05050102010706020507" pitchFamily="18" charset="2"/>
              <a:buNone/>
              <a:defRPr/>
            </a:pPr>
            <a:r>
              <a:rPr lang="en-US" altLang="zh-CN" sz="1600" b="1" i="1" dirty="0">
                <a:latin typeface="Times New Roman" panose="02020603050405020304" pitchFamily="18" charset="0"/>
                <a:ea typeface="楷体" panose="02010609060101010101" pitchFamily="49" charset="-122"/>
              </a:rPr>
              <a:t>            </a:t>
            </a:r>
            <a:r>
              <a:rPr lang="en-US" altLang="zh-CN" sz="1600" b="1" dirty="0">
                <a:latin typeface="Times New Roman" panose="02020603050405020304" pitchFamily="18" charset="0"/>
                <a:ea typeface="楷体" panose="02010609060101010101" pitchFamily="49" charset="-122"/>
              </a:rPr>
              <a:t>if</a:t>
            </a:r>
            <a:r>
              <a:rPr lang="en-US" altLang="zh-CN" sz="1600" b="1" i="1" dirty="0">
                <a:latin typeface="Times New Roman" panose="02020603050405020304" pitchFamily="18" charset="0"/>
                <a:ea typeface="楷体" panose="02010609060101010101" pitchFamily="49" charset="-122"/>
              </a:rPr>
              <a:t> </a:t>
            </a:r>
            <a:r>
              <a:rPr lang="en-US" altLang="zh-CN" sz="1600" b="1" dirty="0">
                <a:latin typeface="Times New Roman" panose="02020603050405020304" pitchFamily="18" charset="0"/>
                <a:ea typeface="楷体" panose="02010609060101010101" pitchFamily="49" charset="-122"/>
              </a:rPr>
              <a:t>( </a:t>
            </a:r>
            <a:r>
              <a:rPr lang="en-US" altLang="zh-CN" sz="1600" b="1" i="1" dirty="0">
                <a:latin typeface="Times New Roman" panose="02020603050405020304" pitchFamily="18" charset="0"/>
                <a:ea typeface="楷体" panose="02010609060101010101" pitchFamily="49" charset="-122"/>
              </a:rPr>
              <a:t>X </a:t>
            </a:r>
            <a:r>
              <a:rPr lang="zh-CN" altLang="en-US" sz="1600" b="1" dirty="0">
                <a:latin typeface="Times New Roman" panose="02020603050405020304" pitchFamily="18" charset="0"/>
                <a:ea typeface="楷体" panose="02010609060101010101" pitchFamily="49" charset="-122"/>
              </a:rPr>
              <a:t>等于</a:t>
            </a:r>
            <a:r>
              <a:rPr lang="en-US" altLang="zh-CN" sz="1600" b="1" i="1" dirty="0" err="1">
                <a:latin typeface="Times New Roman" panose="02020603050405020304" pitchFamily="18" charset="0"/>
              </a:rPr>
              <a:t>ip</a:t>
            </a:r>
            <a:r>
              <a:rPr lang="zh-CN" altLang="en-US" sz="1600" b="1" dirty="0">
                <a:latin typeface="华文楷体" panose="02010600040101010101" pitchFamily="2" charset="-122"/>
                <a:ea typeface="华文楷体" panose="02010600040101010101" pitchFamily="2" charset="-122"/>
              </a:rPr>
              <a:t>所指向的符号</a:t>
            </a:r>
            <a:r>
              <a:rPr lang="en-US" altLang="zh-CN" sz="1600" b="1" i="1" dirty="0">
                <a:latin typeface="Times New Roman" panose="02020603050405020304" pitchFamily="18" charset="0"/>
                <a:ea typeface="楷体" panose="02010609060101010101" pitchFamily="49" charset="-122"/>
              </a:rPr>
              <a:t>a</a:t>
            </a:r>
            <a:r>
              <a:rPr lang="en-US" altLang="zh-CN" sz="1600" b="1" dirty="0">
                <a:latin typeface="Times New Roman" panose="02020603050405020304" pitchFamily="18" charset="0"/>
                <a:ea typeface="楷体" panose="02010609060101010101" pitchFamily="49" charset="-122"/>
              </a:rPr>
              <a:t>) </a:t>
            </a:r>
            <a:r>
              <a:rPr lang="zh-CN" altLang="en-US" sz="1600" b="1" dirty="0">
                <a:latin typeface="Times New Roman" panose="02020603050405020304" pitchFamily="18" charset="0"/>
                <a:ea typeface="楷体" panose="02010609060101010101" pitchFamily="49" charset="-122"/>
              </a:rPr>
              <a:t>执行栈的弹出操作，将</a:t>
            </a:r>
            <a:r>
              <a:rPr lang="en-US" altLang="zh-CN" sz="1600" b="1" i="1" dirty="0" err="1">
                <a:latin typeface="Times New Roman" panose="02020603050405020304" pitchFamily="18" charset="0"/>
              </a:rPr>
              <a:t>ip</a:t>
            </a:r>
            <a:r>
              <a:rPr lang="zh-CN" altLang="en-US" sz="1600" b="1" dirty="0">
                <a:latin typeface="华文楷体" panose="02010600040101010101" pitchFamily="2" charset="-122"/>
                <a:ea typeface="华文楷体" panose="02010600040101010101" pitchFamily="2" charset="-122"/>
              </a:rPr>
              <a:t>向前移动一个位置；</a:t>
            </a:r>
            <a:endParaRPr lang="en-US" altLang="zh-CN" sz="1600" b="1" dirty="0">
              <a:latin typeface="华文楷体" panose="02010600040101010101" pitchFamily="2" charset="-122"/>
              <a:ea typeface="华文楷体" panose="02010600040101010101" pitchFamily="2" charset="-122"/>
            </a:endParaRPr>
          </a:p>
          <a:p>
            <a:pPr eaLnBrk="1" hangingPunct="1">
              <a:lnSpc>
                <a:spcPts val="1500"/>
              </a:lnSpc>
              <a:spcBef>
                <a:spcPct val="20000"/>
              </a:spcBef>
              <a:buSzPct val="100000"/>
              <a:defRPr/>
            </a:pPr>
            <a:r>
              <a:rPr lang="en-US" altLang="zh-CN" sz="1600" b="1" dirty="0">
                <a:latin typeface="Times New Roman" panose="02020603050405020304" pitchFamily="18" charset="0"/>
                <a:ea typeface="楷体" panose="02010609060101010101" pitchFamily="49" charset="-122"/>
              </a:rPr>
              <a:t>            else  if ( </a:t>
            </a:r>
            <a:r>
              <a:rPr lang="en-US" altLang="zh-CN" sz="1600" b="1" i="1" dirty="0">
                <a:latin typeface="Times New Roman" panose="02020603050405020304" pitchFamily="18" charset="0"/>
                <a:ea typeface="楷体" panose="02010609060101010101" pitchFamily="49" charset="-122"/>
              </a:rPr>
              <a:t>X</a:t>
            </a:r>
            <a:r>
              <a:rPr lang="zh-CN" altLang="en-US" sz="1600" b="1" dirty="0">
                <a:latin typeface="Times New Roman" panose="02020603050405020304" pitchFamily="18" charset="0"/>
                <a:ea typeface="楷体" panose="02010609060101010101" pitchFamily="49" charset="-122"/>
              </a:rPr>
              <a:t>是一个终结符号</a:t>
            </a:r>
            <a:r>
              <a:rPr lang="en-US" altLang="zh-CN" sz="1600" b="1" dirty="0">
                <a:latin typeface="Times New Roman" panose="02020603050405020304" pitchFamily="18" charset="0"/>
                <a:ea typeface="楷体" panose="02010609060101010101" pitchFamily="49" charset="-122"/>
              </a:rPr>
              <a:t>)  </a:t>
            </a:r>
            <a:r>
              <a:rPr lang="en-US" altLang="zh-CN" sz="1600" b="1" i="1" dirty="0">
                <a:latin typeface="Times New Roman" panose="02020603050405020304" pitchFamily="18" charset="0"/>
                <a:ea typeface="楷体" panose="02010609060101010101" pitchFamily="49" charset="-122"/>
              </a:rPr>
              <a:t>error</a:t>
            </a:r>
            <a:r>
              <a:rPr lang="en-US" altLang="zh-CN" sz="1600" b="1" dirty="0">
                <a:latin typeface="Times New Roman" panose="02020603050405020304" pitchFamily="18" charset="0"/>
                <a:ea typeface="楷体" panose="02010609060101010101" pitchFamily="49" charset="-122"/>
              </a:rPr>
              <a:t> ( ) ;</a:t>
            </a:r>
          </a:p>
          <a:p>
            <a:pPr eaLnBrk="1" hangingPunct="1">
              <a:lnSpc>
                <a:spcPts val="1500"/>
              </a:lnSpc>
              <a:spcBef>
                <a:spcPct val="20000"/>
              </a:spcBef>
              <a:buSzPct val="100000"/>
              <a:defRPr/>
            </a:pPr>
            <a:r>
              <a:rPr lang="en-US" altLang="zh-CN" sz="1600" b="1" dirty="0">
                <a:latin typeface="Times New Roman" panose="02020603050405020304" pitchFamily="18" charset="0"/>
                <a:ea typeface="楷体" panose="02010609060101010101" pitchFamily="49" charset="-122"/>
              </a:rPr>
              <a:t>            else  if ( </a:t>
            </a:r>
            <a:r>
              <a:rPr lang="en-US" altLang="zh-CN" sz="1600" b="1" i="1" dirty="0">
                <a:latin typeface="Times New Roman" panose="02020603050405020304" pitchFamily="18" charset="0"/>
                <a:ea typeface="楷体" panose="02010609060101010101" pitchFamily="49" charset="-122"/>
              </a:rPr>
              <a:t>M</a:t>
            </a:r>
            <a:r>
              <a:rPr lang="en-US" altLang="zh-CN" sz="1600" b="1" dirty="0">
                <a:latin typeface="Times New Roman" panose="02020603050405020304" pitchFamily="18" charset="0"/>
                <a:ea typeface="楷体" panose="02010609060101010101" pitchFamily="49" charset="-122"/>
              </a:rPr>
              <a:t>[</a:t>
            </a:r>
            <a:r>
              <a:rPr lang="en-US" altLang="zh-CN" sz="1600" b="1" i="1" dirty="0">
                <a:latin typeface="Times New Roman" panose="02020603050405020304" pitchFamily="18" charset="0"/>
                <a:ea typeface="楷体" panose="02010609060101010101" pitchFamily="49" charset="-122"/>
              </a:rPr>
              <a:t>X</a:t>
            </a:r>
            <a:r>
              <a:rPr lang="zh-CN" altLang="en-US" sz="1600" b="1" dirty="0">
                <a:latin typeface="Times New Roman" panose="02020603050405020304" pitchFamily="18" charset="0"/>
                <a:ea typeface="楷体" panose="02010609060101010101" pitchFamily="49" charset="-122"/>
              </a:rPr>
              <a:t>，</a:t>
            </a:r>
            <a:r>
              <a:rPr lang="en-US" altLang="zh-CN" sz="1600" b="1" i="1" dirty="0">
                <a:latin typeface="Times New Roman" panose="02020603050405020304" pitchFamily="18" charset="0"/>
                <a:ea typeface="楷体" panose="02010609060101010101" pitchFamily="49" charset="-122"/>
              </a:rPr>
              <a:t>a</a:t>
            </a:r>
            <a:r>
              <a:rPr lang="en-US" altLang="zh-CN" sz="1600" b="1" dirty="0">
                <a:latin typeface="Times New Roman" panose="02020603050405020304" pitchFamily="18" charset="0"/>
                <a:ea typeface="楷体" panose="02010609060101010101" pitchFamily="49" charset="-122"/>
              </a:rPr>
              <a:t>]</a:t>
            </a:r>
            <a:r>
              <a:rPr lang="zh-CN" altLang="en-US" sz="1600" b="1" dirty="0">
                <a:latin typeface="Times New Roman" panose="02020603050405020304" pitchFamily="18" charset="0"/>
                <a:ea typeface="楷体" panose="02010609060101010101" pitchFamily="49" charset="-122"/>
              </a:rPr>
              <a:t>是一个报错条目</a:t>
            </a:r>
            <a:r>
              <a:rPr lang="en-US" altLang="zh-CN" sz="1600" b="1" dirty="0">
                <a:latin typeface="Times New Roman" panose="02020603050405020304" pitchFamily="18" charset="0"/>
                <a:ea typeface="楷体" panose="02010609060101010101" pitchFamily="49" charset="-122"/>
              </a:rPr>
              <a:t>)  </a:t>
            </a:r>
            <a:r>
              <a:rPr lang="en-US" altLang="zh-CN" sz="1600" b="1" i="1" dirty="0">
                <a:latin typeface="Times New Roman" panose="02020603050405020304" pitchFamily="18" charset="0"/>
                <a:ea typeface="楷体" panose="02010609060101010101" pitchFamily="49" charset="-122"/>
              </a:rPr>
              <a:t>error</a:t>
            </a:r>
            <a:r>
              <a:rPr lang="en-US" altLang="zh-CN" sz="1600" b="1" dirty="0">
                <a:latin typeface="Times New Roman" panose="02020603050405020304" pitchFamily="18" charset="0"/>
                <a:ea typeface="楷体" panose="02010609060101010101" pitchFamily="49" charset="-122"/>
              </a:rPr>
              <a:t> ( ) ;           </a:t>
            </a:r>
          </a:p>
          <a:p>
            <a:pPr eaLnBrk="1" hangingPunct="1">
              <a:lnSpc>
                <a:spcPts val="1500"/>
              </a:lnSpc>
              <a:spcBef>
                <a:spcPct val="20000"/>
              </a:spcBef>
              <a:buSzPct val="100000"/>
              <a:defRPr/>
            </a:pPr>
            <a:r>
              <a:rPr lang="en-US" altLang="zh-CN" sz="1600" b="1" dirty="0">
                <a:latin typeface="Times New Roman" panose="02020603050405020304" pitchFamily="18" charset="0"/>
                <a:ea typeface="楷体" panose="02010609060101010101" pitchFamily="49" charset="-122"/>
              </a:rPr>
              <a:t>            else  if ( </a:t>
            </a:r>
            <a:r>
              <a:rPr lang="en-US" altLang="zh-CN" sz="1600" b="1" i="1" dirty="0">
                <a:latin typeface="Times New Roman" panose="02020603050405020304" pitchFamily="18" charset="0"/>
                <a:ea typeface="楷体" panose="02010609060101010101" pitchFamily="49" charset="-122"/>
              </a:rPr>
              <a:t>M</a:t>
            </a:r>
            <a:r>
              <a:rPr lang="en-US" altLang="zh-CN" sz="1600" b="1" dirty="0">
                <a:latin typeface="Times New Roman" panose="02020603050405020304" pitchFamily="18" charset="0"/>
                <a:ea typeface="楷体" panose="02010609060101010101" pitchFamily="49" charset="-122"/>
              </a:rPr>
              <a:t>[</a:t>
            </a:r>
            <a:r>
              <a:rPr lang="en-US" altLang="zh-CN" sz="1600" b="1" i="1" dirty="0">
                <a:latin typeface="Times New Roman" panose="02020603050405020304" pitchFamily="18" charset="0"/>
                <a:ea typeface="楷体" panose="02010609060101010101" pitchFamily="49" charset="-122"/>
              </a:rPr>
              <a:t>X</a:t>
            </a:r>
            <a:r>
              <a:rPr lang="zh-CN" altLang="en-US" sz="1600" b="1" dirty="0">
                <a:latin typeface="Times New Roman" panose="02020603050405020304" pitchFamily="18" charset="0"/>
                <a:ea typeface="楷体" panose="02010609060101010101" pitchFamily="49" charset="-122"/>
              </a:rPr>
              <a:t>，</a:t>
            </a:r>
            <a:r>
              <a:rPr lang="en-US" altLang="zh-CN" sz="1600" b="1" i="1" dirty="0">
                <a:latin typeface="Times New Roman" panose="02020603050405020304" pitchFamily="18" charset="0"/>
                <a:ea typeface="楷体" panose="02010609060101010101" pitchFamily="49" charset="-122"/>
              </a:rPr>
              <a:t>a</a:t>
            </a:r>
            <a:r>
              <a:rPr lang="en-US" altLang="zh-CN" sz="1600" b="1" dirty="0">
                <a:latin typeface="Times New Roman" panose="02020603050405020304" pitchFamily="18" charset="0"/>
                <a:ea typeface="楷体" panose="02010609060101010101" pitchFamily="49" charset="-122"/>
              </a:rPr>
              <a:t>] = </a:t>
            </a:r>
            <a:r>
              <a:rPr lang="en-US" altLang="zh-CN" sz="1600" b="1" i="1" dirty="0">
                <a:latin typeface="Times New Roman" panose="02020603050405020304" pitchFamily="18" charset="0"/>
                <a:ea typeface="楷体" panose="02010609060101010101" pitchFamily="49" charset="-122"/>
              </a:rPr>
              <a:t>X </a:t>
            </a:r>
            <a:r>
              <a:rPr lang="en-US" altLang="zh-CN" sz="1600" b="1" dirty="0">
                <a:latin typeface="Times New Roman" panose="02020603050405020304" pitchFamily="18" charset="0"/>
                <a:ea typeface="楷体" panose="02010609060101010101" pitchFamily="49" charset="-122"/>
              </a:rPr>
              <a:t>→</a:t>
            </a:r>
            <a:r>
              <a:rPr lang="en-US" altLang="zh-CN" sz="1600" b="1" i="1" dirty="0">
                <a:latin typeface="Times New Roman" panose="02020603050405020304" pitchFamily="18" charset="0"/>
                <a:ea typeface="楷体" panose="02010609060101010101" pitchFamily="49" charset="-122"/>
              </a:rPr>
              <a:t>Y</a:t>
            </a:r>
            <a:r>
              <a:rPr lang="en-US" altLang="zh-CN" sz="1600" b="1" baseline="-25000" dirty="0">
                <a:latin typeface="Times New Roman" panose="02020603050405020304" pitchFamily="18" charset="0"/>
                <a:ea typeface="楷体" panose="02010609060101010101" pitchFamily="49" charset="-122"/>
              </a:rPr>
              <a:t>1</a:t>
            </a:r>
            <a:r>
              <a:rPr lang="en-US" altLang="zh-CN" sz="1600" b="1" i="1" dirty="0">
                <a:latin typeface="Times New Roman" panose="02020603050405020304" pitchFamily="18" charset="0"/>
                <a:ea typeface="楷体" panose="02010609060101010101" pitchFamily="49" charset="-122"/>
              </a:rPr>
              <a:t>Y</a:t>
            </a:r>
            <a:r>
              <a:rPr lang="en-US" altLang="zh-CN" sz="1600" b="1" baseline="-25000" dirty="0">
                <a:latin typeface="Times New Roman" panose="02020603050405020304" pitchFamily="18" charset="0"/>
                <a:ea typeface="楷体" panose="02010609060101010101" pitchFamily="49" charset="-122"/>
              </a:rPr>
              <a:t>2</a:t>
            </a:r>
            <a:r>
              <a:rPr lang="en-US" altLang="zh-CN" sz="1600" b="1" i="1" dirty="0">
                <a:latin typeface="Times New Roman" panose="02020603050405020304" pitchFamily="18" charset="0"/>
                <a:ea typeface="楷体" panose="02010609060101010101" pitchFamily="49" charset="-122"/>
              </a:rPr>
              <a:t> … </a:t>
            </a:r>
            <a:r>
              <a:rPr lang="en-US" altLang="zh-CN" sz="1600" b="1" i="1" dirty="0" err="1">
                <a:latin typeface="Times New Roman" panose="02020603050405020304" pitchFamily="18" charset="0"/>
                <a:ea typeface="楷体" panose="02010609060101010101" pitchFamily="49" charset="-122"/>
              </a:rPr>
              <a:t>Y</a:t>
            </a:r>
            <a:r>
              <a:rPr lang="en-US" altLang="zh-CN" sz="1600" b="1" i="1" baseline="-25000" dirty="0" err="1">
                <a:latin typeface="Times New Roman" panose="02020603050405020304" pitchFamily="18" charset="0"/>
                <a:ea typeface="楷体" panose="02010609060101010101" pitchFamily="49" charset="-122"/>
              </a:rPr>
              <a:t>k</a:t>
            </a:r>
            <a:r>
              <a:rPr lang="en-US" altLang="zh-CN" sz="1600" b="1" i="1" dirty="0">
                <a:latin typeface="Times New Roman" panose="02020603050405020304" pitchFamily="18" charset="0"/>
                <a:ea typeface="楷体" panose="02010609060101010101" pitchFamily="49" charset="-122"/>
              </a:rPr>
              <a:t> </a:t>
            </a:r>
            <a:r>
              <a:rPr lang="en-US" altLang="zh-CN" sz="1600" b="1" dirty="0">
                <a:latin typeface="Times New Roman" panose="02020603050405020304" pitchFamily="18" charset="0"/>
              </a:rPr>
              <a:t> </a:t>
            </a:r>
            <a:r>
              <a:rPr lang="en-US" altLang="zh-CN" sz="1600" b="1" dirty="0">
                <a:latin typeface="Times New Roman" panose="02020603050405020304" pitchFamily="18" charset="0"/>
                <a:ea typeface="楷体" panose="02010609060101010101" pitchFamily="49" charset="-122"/>
              </a:rPr>
              <a:t>)</a:t>
            </a:r>
            <a:r>
              <a:rPr lang="zh-CN" altLang="en-US" sz="1600" b="1" dirty="0">
                <a:latin typeface="Times New Roman" panose="02020603050405020304" pitchFamily="18" charset="0"/>
              </a:rPr>
              <a:t>｛</a:t>
            </a:r>
            <a:r>
              <a:rPr lang="en-US" altLang="zh-CN" sz="1600" b="1" dirty="0">
                <a:latin typeface="Times New Roman" panose="02020603050405020304" pitchFamily="18" charset="0"/>
              </a:rPr>
              <a:t> </a:t>
            </a:r>
          </a:p>
          <a:p>
            <a:pPr eaLnBrk="1" hangingPunct="1">
              <a:lnSpc>
                <a:spcPts val="1500"/>
              </a:lnSpc>
              <a:spcBef>
                <a:spcPct val="20000"/>
              </a:spcBef>
              <a:buSzPct val="100000"/>
              <a:defRPr/>
            </a:pPr>
            <a:r>
              <a:rPr lang="zh-CN" altLang="en-US" sz="1600" b="1" dirty="0">
                <a:latin typeface="华文楷体" panose="02010600040101010101" pitchFamily="2" charset="-122"/>
                <a:ea typeface="华文楷体" panose="02010600040101010101" pitchFamily="2" charset="-122"/>
              </a:rPr>
              <a:t>                         输出产生式 </a:t>
            </a:r>
            <a:r>
              <a:rPr lang="en-US" altLang="zh-CN" sz="1600" b="1" i="1" dirty="0">
                <a:latin typeface="Times New Roman" panose="02020603050405020304" pitchFamily="18" charset="0"/>
                <a:ea typeface="楷体" panose="02010609060101010101" pitchFamily="49" charset="-122"/>
              </a:rPr>
              <a:t>X </a:t>
            </a:r>
            <a:r>
              <a:rPr lang="en-US" altLang="zh-CN" sz="1600" b="1" dirty="0">
                <a:latin typeface="Times New Roman" panose="02020603050405020304" pitchFamily="18" charset="0"/>
                <a:ea typeface="楷体" panose="02010609060101010101" pitchFamily="49" charset="-122"/>
              </a:rPr>
              <a:t>→</a:t>
            </a:r>
            <a:r>
              <a:rPr lang="en-US" altLang="zh-CN" sz="1600" b="1" i="1" dirty="0">
                <a:latin typeface="Times New Roman" panose="02020603050405020304" pitchFamily="18" charset="0"/>
                <a:ea typeface="楷体" panose="02010609060101010101" pitchFamily="49" charset="-122"/>
              </a:rPr>
              <a:t>Y</a:t>
            </a:r>
            <a:r>
              <a:rPr lang="en-US" altLang="zh-CN" sz="1600" b="1" baseline="-25000" dirty="0">
                <a:latin typeface="Times New Roman" panose="02020603050405020304" pitchFamily="18" charset="0"/>
                <a:ea typeface="楷体" panose="02010609060101010101" pitchFamily="49" charset="-122"/>
              </a:rPr>
              <a:t>1</a:t>
            </a:r>
            <a:r>
              <a:rPr lang="en-US" altLang="zh-CN" sz="1600" b="1" i="1" dirty="0">
                <a:latin typeface="Times New Roman" panose="02020603050405020304" pitchFamily="18" charset="0"/>
                <a:ea typeface="楷体" panose="02010609060101010101" pitchFamily="49" charset="-122"/>
              </a:rPr>
              <a:t>Y</a:t>
            </a:r>
            <a:r>
              <a:rPr lang="en-US" altLang="zh-CN" sz="1600" b="1" baseline="-25000" dirty="0">
                <a:latin typeface="Times New Roman" panose="02020603050405020304" pitchFamily="18" charset="0"/>
                <a:ea typeface="楷体" panose="02010609060101010101" pitchFamily="49" charset="-122"/>
              </a:rPr>
              <a:t>2</a:t>
            </a:r>
            <a:r>
              <a:rPr lang="en-US" altLang="zh-CN" sz="1600" b="1" i="1" dirty="0">
                <a:latin typeface="Times New Roman" panose="02020603050405020304" pitchFamily="18" charset="0"/>
                <a:ea typeface="楷体" panose="02010609060101010101" pitchFamily="49" charset="-122"/>
              </a:rPr>
              <a:t> … </a:t>
            </a:r>
            <a:r>
              <a:rPr lang="en-US" altLang="zh-CN" sz="1600" b="1" i="1" dirty="0" err="1">
                <a:latin typeface="Times New Roman" panose="02020603050405020304" pitchFamily="18" charset="0"/>
                <a:ea typeface="楷体" panose="02010609060101010101" pitchFamily="49" charset="-122"/>
              </a:rPr>
              <a:t>Y</a:t>
            </a:r>
            <a:r>
              <a:rPr lang="en-US" altLang="zh-CN" sz="1600" b="1" i="1" baseline="-25000" dirty="0" err="1">
                <a:latin typeface="Times New Roman" panose="02020603050405020304" pitchFamily="18" charset="0"/>
                <a:ea typeface="楷体" panose="02010609060101010101" pitchFamily="49" charset="-122"/>
              </a:rPr>
              <a:t>k</a:t>
            </a:r>
            <a:r>
              <a:rPr lang="en-US" altLang="zh-CN" sz="1600" b="1" i="1" dirty="0">
                <a:latin typeface="Times New Roman" panose="02020603050405020304" pitchFamily="18" charset="0"/>
                <a:ea typeface="楷体" panose="02010609060101010101" pitchFamily="49" charset="-122"/>
              </a:rPr>
              <a:t>  </a:t>
            </a:r>
            <a:r>
              <a:rPr lang="zh-CN" altLang="en-US" sz="1600" b="1" dirty="0">
                <a:latin typeface="Times New Roman" panose="02020603050405020304" pitchFamily="18" charset="0"/>
                <a:ea typeface="楷体" panose="02010609060101010101" pitchFamily="49" charset="-122"/>
              </a:rPr>
              <a:t>；</a:t>
            </a:r>
            <a:endParaRPr lang="en-US" altLang="zh-CN" sz="1600" b="1" dirty="0">
              <a:latin typeface="Times New Roman" panose="02020603050405020304" pitchFamily="18" charset="0"/>
              <a:ea typeface="楷体" panose="02010609060101010101" pitchFamily="49" charset="-122"/>
            </a:endParaRPr>
          </a:p>
          <a:p>
            <a:pPr eaLnBrk="1" hangingPunct="1">
              <a:lnSpc>
                <a:spcPts val="1500"/>
              </a:lnSpc>
              <a:spcBef>
                <a:spcPct val="20000"/>
              </a:spcBef>
              <a:buSzPct val="100000"/>
              <a:defRPr/>
            </a:pPr>
            <a:r>
              <a:rPr lang="en-US" altLang="zh-CN" sz="1600" b="1" dirty="0">
                <a:latin typeface="Times New Roman" panose="02020603050405020304" pitchFamily="18" charset="0"/>
                <a:ea typeface="楷体" panose="02010609060101010101" pitchFamily="49" charset="-122"/>
              </a:rPr>
              <a:t>                         </a:t>
            </a:r>
            <a:r>
              <a:rPr lang="zh-CN" altLang="en-US" sz="1600" b="1" dirty="0">
                <a:latin typeface="Times New Roman" panose="02020603050405020304" pitchFamily="18" charset="0"/>
                <a:ea typeface="楷体" panose="02010609060101010101" pitchFamily="49" charset="-122"/>
              </a:rPr>
              <a:t>弹</a:t>
            </a:r>
            <a:r>
              <a:rPr lang="zh-CN" altLang="en-US" sz="1600" b="1" dirty="0">
                <a:latin typeface="华文楷体" panose="02010600040101010101" pitchFamily="2" charset="-122"/>
                <a:ea typeface="华文楷体" panose="02010600040101010101" pitchFamily="2" charset="-122"/>
              </a:rPr>
              <a:t>出栈顶符号；</a:t>
            </a:r>
            <a:endParaRPr lang="en-US" altLang="zh-CN" sz="1600" b="1" dirty="0">
              <a:latin typeface="华文楷体" panose="02010600040101010101" pitchFamily="2" charset="-122"/>
              <a:ea typeface="华文楷体" panose="02010600040101010101" pitchFamily="2" charset="-122"/>
            </a:endParaRPr>
          </a:p>
          <a:p>
            <a:pPr eaLnBrk="1" hangingPunct="1">
              <a:lnSpc>
                <a:spcPts val="1200"/>
              </a:lnSpc>
              <a:spcBef>
                <a:spcPct val="20000"/>
              </a:spcBef>
              <a:buSzPct val="100000"/>
              <a:defRPr/>
            </a:pPr>
            <a:r>
              <a:rPr lang="en-US" altLang="zh-CN" sz="1600" b="1" dirty="0">
                <a:latin typeface="华文楷体" panose="02010600040101010101" pitchFamily="2" charset="-122"/>
                <a:ea typeface="华文楷体" panose="02010600040101010101" pitchFamily="2" charset="-122"/>
              </a:rPr>
              <a:t>                        </a:t>
            </a:r>
            <a:r>
              <a:rPr lang="zh-CN" altLang="en-US" sz="1600" b="1" dirty="0">
                <a:latin typeface="华文楷体" panose="02010600040101010101" pitchFamily="2" charset="-122"/>
                <a:ea typeface="华文楷体" panose="02010600040101010101" pitchFamily="2" charset="-122"/>
              </a:rPr>
              <a:t>将</a:t>
            </a:r>
            <a:r>
              <a:rPr lang="en-US" altLang="zh-CN" sz="1600" b="1" i="1" dirty="0" err="1">
                <a:latin typeface="Times New Roman" panose="02020603050405020304" pitchFamily="18" charset="0"/>
                <a:ea typeface="楷体" panose="02010609060101010101" pitchFamily="49" charset="-122"/>
              </a:rPr>
              <a:t>Y</a:t>
            </a:r>
            <a:r>
              <a:rPr lang="en-US" altLang="zh-CN" sz="1600" b="1" i="1" baseline="-25000" dirty="0" err="1">
                <a:latin typeface="Times New Roman" panose="02020603050405020304" pitchFamily="18" charset="0"/>
                <a:ea typeface="楷体" panose="02010609060101010101" pitchFamily="49" charset="-122"/>
              </a:rPr>
              <a:t>k</a:t>
            </a:r>
            <a:r>
              <a:rPr lang="zh-CN" altLang="en-US" sz="1600" b="1" dirty="0">
                <a:latin typeface="Times New Roman" panose="02020603050405020304" pitchFamily="18" charset="0"/>
                <a:ea typeface="楷体" panose="02010609060101010101" pitchFamily="49" charset="-122"/>
              </a:rPr>
              <a:t>，</a:t>
            </a:r>
            <a:r>
              <a:rPr lang="en-US" altLang="zh-CN" sz="1600" b="1" i="1" dirty="0">
                <a:latin typeface="Times New Roman" panose="02020603050405020304" pitchFamily="18" charset="0"/>
                <a:ea typeface="楷体" panose="02010609060101010101" pitchFamily="49" charset="-122"/>
              </a:rPr>
              <a:t>Y</a:t>
            </a:r>
            <a:r>
              <a:rPr lang="en-US" altLang="zh-CN" sz="1600" b="1" i="1" baseline="-25000" dirty="0">
                <a:latin typeface="Times New Roman" panose="02020603050405020304" pitchFamily="18" charset="0"/>
                <a:ea typeface="楷体" panose="02010609060101010101" pitchFamily="49" charset="-122"/>
              </a:rPr>
              <a:t>k</a:t>
            </a:r>
            <a:r>
              <a:rPr lang="en-US" altLang="zh-CN" sz="1600" b="1" baseline="-25000" dirty="0">
                <a:latin typeface="Times New Roman" panose="02020603050405020304" pitchFamily="18" charset="0"/>
                <a:ea typeface="楷体" panose="02010609060101010101" pitchFamily="49" charset="-122"/>
              </a:rPr>
              <a:t>-1</a:t>
            </a:r>
            <a:r>
              <a:rPr lang="en-US" altLang="zh-CN" sz="1600" b="1" i="1" dirty="0">
                <a:latin typeface="Times New Roman" panose="02020603050405020304" pitchFamily="18" charset="0"/>
                <a:ea typeface="楷体" panose="02010609060101010101" pitchFamily="49" charset="-122"/>
              </a:rPr>
              <a:t> …</a:t>
            </a:r>
            <a:r>
              <a:rPr lang="zh-CN" altLang="en-US" sz="1600" b="1" dirty="0">
                <a:latin typeface="Times New Roman" panose="02020603050405020304" pitchFamily="18" charset="0"/>
                <a:ea typeface="楷体" panose="02010609060101010101" pitchFamily="49" charset="-122"/>
              </a:rPr>
              <a:t>，</a:t>
            </a:r>
            <a:r>
              <a:rPr lang="en-US" altLang="zh-CN" sz="1600" b="1" i="1" dirty="0">
                <a:latin typeface="Times New Roman" panose="02020603050405020304" pitchFamily="18" charset="0"/>
                <a:ea typeface="楷体" panose="02010609060101010101" pitchFamily="49" charset="-122"/>
              </a:rPr>
              <a:t>Y</a:t>
            </a:r>
            <a:r>
              <a:rPr lang="en-US" altLang="zh-CN" sz="1600" b="1" i="1" baseline="-25000" dirty="0">
                <a:latin typeface="Times New Roman" panose="02020603050405020304" pitchFamily="18" charset="0"/>
                <a:ea typeface="楷体" panose="02010609060101010101" pitchFamily="49" charset="-122"/>
              </a:rPr>
              <a:t>1</a:t>
            </a:r>
            <a:r>
              <a:rPr lang="en-US" altLang="zh-CN" sz="1600" b="1" i="1" dirty="0">
                <a:latin typeface="Times New Roman" panose="02020603050405020304" pitchFamily="18" charset="0"/>
                <a:ea typeface="楷体" panose="02010609060101010101" pitchFamily="49" charset="-122"/>
              </a:rPr>
              <a:t> </a:t>
            </a:r>
            <a:r>
              <a:rPr lang="zh-CN" altLang="en-US" sz="1600" b="1" dirty="0">
                <a:latin typeface="Times New Roman" panose="02020603050405020304" pitchFamily="18" charset="0"/>
                <a:ea typeface="楷体" panose="02010609060101010101" pitchFamily="49" charset="-122"/>
              </a:rPr>
              <a:t>压入栈中，其中</a:t>
            </a:r>
            <a:r>
              <a:rPr lang="en-US" altLang="zh-CN" sz="1600" b="1" i="1" dirty="0">
                <a:latin typeface="Times New Roman" panose="02020603050405020304" pitchFamily="18" charset="0"/>
                <a:ea typeface="楷体" panose="02010609060101010101" pitchFamily="49" charset="-122"/>
              </a:rPr>
              <a:t>Y</a:t>
            </a:r>
            <a:r>
              <a:rPr lang="en-US" altLang="zh-CN" sz="1600" b="1" i="1" baseline="-25000" dirty="0">
                <a:latin typeface="Times New Roman" panose="02020603050405020304" pitchFamily="18" charset="0"/>
                <a:ea typeface="楷体" panose="02010609060101010101" pitchFamily="49" charset="-122"/>
              </a:rPr>
              <a:t>1</a:t>
            </a:r>
            <a:r>
              <a:rPr lang="zh-CN" altLang="en-US" sz="1600" b="1" dirty="0">
                <a:latin typeface="Times New Roman" panose="02020603050405020304" pitchFamily="18" charset="0"/>
                <a:ea typeface="楷体" panose="02010609060101010101" pitchFamily="49" charset="-122"/>
              </a:rPr>
              <a:t>位于栈顶。</a:t>
            </a:r>
            <a:endParaRPr lang="en-US" altLang="zh-CN" sz="1600" b="1" dirty="0">
              <a:latin typeface="华文楷体" panose="02010600040101010101" pitchFamily="2" charset="-122"/>
              <a:ea typeface="华文楷体" panose="02010600040101010101" pitchFamily="2" charset="-122"/>
            </a:endParaRPr>
          </a:p>
          <a:p>
            <a:pPr eaLnBrk="1" hangingPunct="1">
              <a:lnSpc>
                <a:spcPts val="1200"/>
              </a:lnSpc>
              <a:spcBef>
                <a:spcPct val="20000"/>
              </a:spcBef>
              <a:buSzPct val="100000"/>
              <a:defRPr/>
            </a:pPr>
            <a:r>
              <a:rPr lang="en-US" altLang="zh-CN" sz="1600" b="1" dirty="0">
                <a:latin typeface="Times New Roman" panose="02020603050405020304" pitchFamily="18" charset="0"/>
                <a:ea typeface="楷体" panose="02010609060101010101" pitchFamily="49" charset="-122"/>
              </a:rPr>
              <a:t>            }</a:t>
            </a:r>
          </a:p>
          <a:p>
            <a:pPr eaLnBrk="1" hangingPunct="1">
              <a:lnSpc>
                <a:spcPts val="1200"/>
              </a:lnSpc>
              <a:spcBef>
                <a:spcPct val="20000"/>
              </a:spcBef>
              <a:buSzPct val="100000"/>
              <a:buFont typeface="Symbol" panose="05050102010706020507" pitchFamily="18" charset="2"/>
              <a:buNone/>
              <a:defRPr/>
            </a:pPr>
            <a:r>
              <a:rPr lang="zh-CN" altLang="en-US" sz="1600" b="1" dirty="0">
                <a:latin typeface="Times New Roman" panose="02020603050405020304" pitchFamily="18" charset="0"/>
              </a:rPr>
              <a:t>            </a:t>
            </a:r>
            <a:r>
              <a:rPr lang="zh-CN" altLang="en-US" sz="1600" b="1" dirty="0">
                <a:latin typeface="华文楷体" panose="02010600040101010101" pitchFamily="2" charset="-122"/>
                <a:ea typeface="华文楷体" panose="02010600040101010101" pitchFamily="2" charset="-122"/>
              </a:rPr>
              <a:t>令</a:t>
            </a:r>
            <a:r>
              <a:rPr lang="en-US" altLang="zh-CN" sz="1600" b="1" i="1" dirty="0">
                <a:latin typeface="Times New Roman" panose="02020603050405020304" pitchFamily="18" charset="0"/>
                <a:ea typeface="华文楷体" panose="02010600040101010101" pitchFamily="2" charset="-122"/>
              </a:rPr>
              <a:t>X</a:t>
            </a:r>
            <a:r>
              <a:rPr lang="en-US" altLang="zh-CN" sz="1600" b="1" dirty="0">
                <a:latin typeface="Times New Roman" panose="02020603050405020304" pitchFamily="18" charset="0"/>
                <a:ea typeface="华文楷体" panose="02010600040101010101" pitchFamily="2" charset="-122"/>
              </a:rPr>
              <a:t>=</a:t>
            </a:r>
            <a:r>
              <a:rPr lang="zh-CN" altLang="en-US" sz="1600" b="1" dirty="0">
                <a:latin typeface="华文楷体" panose="02010600040101010101" pitchFamily="2" charset="-122"/>
                <a:ea typeface="华文楷体" panose="02010600040101010101" pitchFamily="2" charset="-122"/>
              </a:rPr>
              <a:t>栈顶符号</a:t>
            </a:r>
            <a:endParaRPr lang="en-US" altLang="zh-CN" sz="1600" b="1" dirty="0">
              <a:latin typeface="华文楷体" panose="02010600040101010101" pitchFamily="2" charset="-122"/>
              <a:ea typeface="华文楷体" panose="02010600040101010101" pitchFamily="2" charset="-122"/>
            </a:endParaRPr>
          </a:p>
          <a:p>
            <a:pPr eaLnBrk="1" hangingPunct="1">
              <a:lnSpc>
                <a:spcPts val="1200"/>
              </a:lnSpc>
              <a:spcBef>
                <a:spcPct val="20000"/>
              </a:spcBef>
              <a:buSzPct val="100000"/>
              <a:buFont typeface="Symbol" panose="05050102010706020507" pitchFamily="18" charset="2"/>
              <a:buNone/>
              <a:defRPr/>
            </a:pPr>
            <a:r>
              <a:rPr lang="en-US" altLang="zh-CN" sz="1600" b="1" dirty="0">
                <a:latin typeface="Times New Roman" panose="02020603050405020304" pitchFamily="18" charset="0"/>
                <a:ea typeface="楷体" panose="02010609060101010101" pitchFamily="49" charset="-122"/>
              </a:rPr>
              <a:t>}                 </a:t>
            </a:r>
          </a:p>
          <a:p>
            <a:pPr eaLnBrk="1" hangingPunct="1">
              <a:lnSpc>
                <a:spcPts val="1500"/>
              </a:lnSpc>
              <a:spcBef>
                <a:spcPct val="20000"/>
              </a:spcBef>
              <a:buSzPct val="100000"/>
              <a:buFont typeface="Symbol" panose="05050102010706020507" pitchFamily="18" charset="2"/>
              <a:buNone/>
              <a:defRPr/>
            </a:pPr>
            <a:endParaRPr lang="zh-CN" altLang="en-US" sz="1500" b="1" dirty="0">
              <a:latin typeface="Times New Roman" panose="02020603050405020304" pitchFamily="18" charset="0"/>
              <a:ea typeface="华文楷体" panose="02010600040101010101" pitchFamily="2" charset="-122"/>
            </a:endParaRPr>
          </a:p>
        </p:txBody>
      </p:sp>
      <p:sp>
        <p:nvSpPr>
          <p:cNvPr id="3" name="灯片编号占位符 2">
            <a:extLst>
              <a:ext uri="{FF2B5EF4-FFF2-40B4-BE49-F238E27FC236}">
                <a16:creationId xmlns:a16="http://schemas.microsoft.com/office/drawing/2014/main" id="{E85E3727-47E0-48E1-AF4B-78ECC51AA30B}"/>
              </a:ext>
            </a:extLst>
          </p:cNvPr>
          <p:cNvSpPr>
            <a:spLocks noGrp="1"/>
          </p:cNvSpPr>
          <p:nvPr>
            <p:ph type="sldNum" sz="quarter" idx="12"/>
          </p:nvPr>
        </p:nvSpPr>
        <p:spPr/>
        <p:txBody>
          <a:bodyPr/>
          <a:lstStyle/>
          <a:p>
            <a:pPr>
              <a:defRPr/>
            </a:pPr>
            <a:fld id="{EA567855-7F13-4FC5-AD61-2B82F6443E16}" type="slidenum">
              <a:rPr lang="zh-CN" altLang="en-US" smtClean="0"/>
              <a:pPr>
                <a:defRPr/>
              </a:pPr>
              <a:t>60</a:t>
            </a:fld>
            <a:endParaRPr lang="en-US" altLang="zh-CN"/>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Group 18">
            <a:extLst>
              <a:ext uri="{FF2B5EF4-FFF2-40B4-BE49-F238E27FC236}">
                <a16:creationId xmlns:a16="http://schemas.microsoft.com/office/drawing/2014/main" id="{2AC7DA2E-B904-48ED-90AB-70D720CBBBB3}"/>
              </a:ext>
            </a:extLst>
          </p:cNvPr>
          <p:cNvGraphicFramePr>
            <a:graphicFrameLocks noGrp="1"/>
          </p:cNvGraphicFramePr>
          <p:nvPr/>
        </p:nvGraphicFramePr>
        <p:xfrm>
          <a:off x="1285875" y="1285875"/>
          <a:ext cx="6572251" cy="2536860"/>
        </p:xfrm>
        <a:graphic>
          <a:graphicData uri="http://schemas.openxmlformats.org/drawingml/2006/table">
            <a:tbl>
              <a:tblPr/>
              <a:tblGrid>
                <a:gridCol w="1357313">
                  <a:extLst>
                    <a:ext uri="{9D8B030D-6E8A-4147-A177-3AD203B41FA5}">
                      <a16:colId xmlns:a16="http://schemas.microsoft.com/office/drawing/2014/main" val="20000"/>
                    </a:ext>
                  </a:extLst>
                </a:gridCol>
                <a:gridCol w="2214563">
                  <a:extLst>
                    <a:ext uri="{9D8B030D-6E8A-4147-A177-3AD203B41FA5}">
                      <a16:colId xmlns:a16="http://schemas.microsoft.com/office/drawing/2014/main" val="20001"/>
                    </a:ext>
                  </a:extLst>
                </a:gridCol>
                <a:gridCol w="3000375">
                  <a:extLst>
                    <a:ext uri="{9D8B030D-6E8A-4147-A177-3AD203B41FA5}">
                      <a16:colId xmlns:a16="http://schemas.microsoft.com/office/drawing/2014/main" val="20002"/>
                    </a:ext>
                  </a:extLst>
                </a:gridCol>
              </a:tblGrid>
              <a:tr h="37325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en-US" sz="2000" b="1" i="0" u="none" strike="noStrike" cap="none" normalizeH="0" baseline="0" dirty="0">
                        <a:ln>
                          <a:noFill/>
                        </a:ln>
                        <a:solidFill>
                          <a:schemeClr val="tx1"/>
                        </a:solidFill>
                        <a:effectLst/>
                        <a:latin typeface="+mn-ea"/>
                        <a:ea typeface="+mn-ea"/>
                      </a:endParaRPr>
                    </a:p>
                  </a:txBody>
                  <a:tcPr marL="76039" marR="76039" marT="34230" marB="342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40000"/>
                        <a:lumOff val="6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dirty="0">
                          <a:ln>
                            <a:noFill/>
                          </a:ln>
                          <a:solidFill>
                            <a:schemeClr val="tx1"/>
                          </a:solidFill>
                          <a:effectLst/>
                          <a:latin typeface="+mn-ea"/>
                          <a:ea typeface="+mn-ea"/>
                        </a:rPr>
                        <a:t>递归的预测分析法</a:t>
                      </a:r>
                    </a:p>
                  </a:txBody>
                  <a:tcPr marL="76039" marR="76039" marT="34230" marB="342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40000"/>
                        <a:lumOff val="6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dirty="0">
                          <a:ln>
                            <a:noFill/>
                          </a:ln>
                          <a:solidFill>
                            <a:schemeClr val="tx1"/>
                          </a:solidFill>
                          <a:effectLst/>
                          <a:latin typeface="+mn-ea"/>
                          <a:ea typeface="+mn-ea"/>
                        </a:rPr>
                        <a:t>非递归的预测分析法</a:t>
                      </a:r>
                    </a:p>
                  </a:txBody>
                  <a:tcPr marL="76039" marR="76039" marT="34230" marB="342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40000"/>
                        <a:lumOff val="60000"/>
                      </a:schemeClr>
                    </a:solidFill>
                  </a:tcPr>
                </a:tc>
                <a:extLst>
                  <a:ext uri="{0D108BD9-81ED-4DB2-BD59-A6C34878D82A}">
                    <a16:rowId xmlns:a16="http://schemas.microsoft.com/office/drawing/2014/main" val="10000"/>
                  </a:ext>
                </a:extLst>
              </a:tr>
              <a:tr h="73901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mn-ea"/>
                          <a:ea typeface="+mn-ea"/>
                        </a:rPr>
                        <a:t>程序规模</a:t>
                      </a:r>
                    </a:p>
                  </a:txBody>
                  <a:tcPr marL="76039" marR="76039" marT="34230" marB="342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dirty="0">
                          <a:ln>
                            <a:noFill/>
                          </a:ln>
                          <a:solidFill>
                            <a:schemeClr val="tx1"/>
                          </a:solidFill>
                          <a:effectLst/>
                          <a:latin typeface="+mn-ea"/>
                          <a:ea typeface="+mn-ea"/>
                        </a:rPr>
                        <a:t>程序规模</a:t>
                      </a:r>
                      <a:r>
                        <a:rPr kumimoji="0" lang="zh-CN" altLang="en-US" sz="2000" b="1" i="0" u="none" strike="noStrike" cap="none" normalizeH="0" baseline="0" dirty="0">
                          <a:ln>
                            <a:noFill/>
                          </a:ln>
                          <a:solidFill>
                            <a:schemeClr val="tx2">
                              <a:lumMod val="60000"/>
                              <a:lumOff val="40000"/>
                            </a:schemeClr>
                          </a:solidFill>
                          <a:effectLst/>
                          <a:latin typeface="+mn-ea"/>
                          <a:ea typeface="+mn-ea"/>
                        </a:rPr>
                        <a:t>较大</a:t>
                      </a:r>
                      <a:r>
                        <a:rPr kumimoji="0" lang="zh-CN" altLang="en-US" sz="2000" b="1" i="0" u="none" strike="noStrike" cap="none" normalizeH="0" baseline="0" dirty="0">
                          <a:ln>
                            <a:noFill/>
                          </a:ln>
                          <a:solidFill>
                            <a:schemeClr val="tx1"/>
                          </a:solidFill>
                          <a:effectLst/>
                          <a:latin typeface="+mn-ea"/>
                          <a:ea typeface="+mn-ea"/>
                        </a:rPr>
                        <a:t>，</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dirty="0">
                          <a:ln>
                            <a:noFill/>
                          </a:ln>
                          <a:solidFill>
                            <a:schemeClr val="tx1"/>
                          </a:solidFill>
                          <a:effectLst/>
                          <a:latin typeface="+mn-ea"/>
                          <a:ea typeface="+mn-ea"/>
                        </a:rPr>
                        <a:t>不需载入分析表</a:t>
                      </a:r>
                    </a:p>
                  </a:txBody>
                  <a:tcPr marL="76039" marR="76039" marT="34230" marB="342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dirty="0">
                          <a:ln>
                            <a:noFill/>
                          </a:ln>
                          <a:solidFill>
                            <a:schemeClr val="tx1"/>
                          </a:solidFill>
                          <a:effectLst/>
                          <a:latin typeface="+mn-ea"/>
                          <a:ea typeface="+mn-ea"/>
                        </a:rPr>
                        <a:t>主控程序规模</a:t>
                      </a:r>
                      <a:r>
                        <a:rPr kumimoji="0" lang="zh-CN" altLang="en-US" sz="2000" b="1" i="0" u="none" strike="noStrike" cap="none" normalizeH="0" baseline="0" dirty="0">
                          <a:ln>
                            <a:noFill/>
                          </a:ln>
                          <a:solidFill>
                            <a:schemeClr val="tx2">
                              <a:lumMod val="60000"/>
                              <a:lumOff val="40000"/>
                            </a:schemeClr>
                          </a:solidFill>
                          <a:effectLst/>
                          <a:latin typeface="+mn-ea"/>
                          <a:ea typeface="+mn-ea"/>
                        </a:rPr>
                        <a:t>较小</a:t>
                      </a:r>
                      <a:r>
                        <a:rPr kumimoji="0" lang="zh-CN" altLang="en-US" sz="2000" b="1" i="0" u="none" strike="noStrike" cap="none" normalizeH="0" baseline="0" dirty="0">
                          <a:ln>
                            <a:noFill/>
                          </a:ln>
                          <a:solidFill>
                            <a:schemeClr val="tx1"/>
                          </a:solidFill>
                          <a:effectLst/>
                          <a:latin typeface="+mn-ea"/>
                          <a:ea typeface="+mn-ea"/>
                        </a:rPr>
                        <a:t>，</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dirty="0">
                          <a:ln>
                            <a:noFill/>
                          </a:ln>
                          <a:solidFill>
                            <a:schemeClr val="tx1"/>
                          </a:solidFill>
                          <a:effectLst/>
                          <a:latin typeface="+mn-ea"/>
                          <a:ea typeface="+mn-ea"/>
                        </a:rPr>
                        <a:t>需载入分析表（表较小）</a:t>
                      </a:r>
                    </a:p>
                  </a:txBody>
                  <a:tcPr marL="76039" marR="76039" marT="34230" marB="342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325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dirty="0">
                          <a:ln>
                            <a:noFill/>
                          </a:ln>
                          <a:solidFill>
                            <a:schemeClr val="tx1"/>
                          </a:solidFill>
                          <a:effectLst/>
                          <a:latin typeface="+mn-ea"/>
                          <a:ea typeface="+mn-ea"/>
                        </a:rPr>
                        <a:t>直观性</a:t>
                      </a:r>
                    </a:p>
                  </a:txBody>
                  <a:tcPr marL="76039" marR="76039" marT="34230" marB="342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dirty="0">
                          <a:ln>
                            <a:noFill/>
                          </a:ln>
                          <a:solidFill>
                            <a:schemeClr val="tx1"/>
                          </a:solidFill>
                          <a:effectLst/>
                          <a:latin typeface="+mn-ea"/>
                          <a:ea typeface="+mn-ea"/>
                        </a:rPr>
                        <a:t>较好</a:t>
                      </a:r>
                    </a:p>
                  </a:txBody>
                  <a:tcPr marL="76039" marR="76039" marT="34230" marB="342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dirty="0">
                          <a:ln>
                            <a:noFill/>
                          </a:ln>
                          <a:solidFill>
                            <a:schemeClr val="tx1"/>
                          </a:solidFill>
                          <a:effectLst/>
                          <a:latin typeface="+mn-ea"/>
                          <a:ea typeface="+mn-ea"/>
                        </a:rPr>
                        <a:t>较差</a:t>
                      </a:r>
                    </a:p>
                  </a:txBody>
                  <a:tcPr marL="76039" marR="76039" marT="34230" marB="342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78051">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mn-ea"/>
                          <a:ea typeface="+mn-ea"/>
                        </a:rPr>
                        <a:t>效率</a:t>
                      </a:r>
                    </a:p>
                  </a:txBody>
                  <a:tcPr marL="76039" marR="76039" marT="34230" marB="342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dirty="0">
                          <a:ln>
                            <a:noFill/>
                          </a:ln>
                          <a:solidFill>
                            <a:schemeClr val="tx1"/>
                          </a:solidFill>
                          <a:effectLst/>
                          <a:latin typeface="+mn-ea"/>
                          <a:ea typeface="+mn-ea"/>
                        </a:rPr>
                        <a:t>较低</a:t>
                      </a:r>
                    </a:p>
                  </a:txBody>
                  <a:tcPr marL="76039" marR="76039" marT="34230" marB="342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dirty="0">
                          <a:ln>
                            <a:noFill/>
                          </a:ln>
                          <a:solidFill>
                            <a:schemeClr val="tx1"/>
                          </a:solidFill>
                          <a:effectLst/>
                          <a:latin typeface="+mn-ea"/>
                          <a:ea typeface="+mn-ea"/>
                        </a:rPr>
                        <a:t>分析时间大约正比于待分析程序的长度</a:t>
                      </a:r>
                      <a:endParaRPr kumimoji="0" lang="en-US" altLang="zh-CN" sz="2000" b="1" i="0" u="none" strike="noStrike" cap="none" normalizeH="0" baseline="0" dirty="0">
                        <a:ln>
                          <a:noFill/>
                        </a:ln>
                        <a:solidFill>
                          <a:schemeClr val="tx1"/>
                        </a:solidFill>
                        <a:effectLst/>
                        <a:latin typeface="+mn-ea"/>
                        <a:ea typeface="+mn-ea"/>
                      </a:endParaRPr>
                    </a:p>
                  </a:txBody>
                  <a:tcPr marL="76039" marR="76039" marT="34230" marB="342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7325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mn-ea"/>
                          <a:ea typeface="+mn-ea"/>
                        </a:rPr>
                        <a:t>自动生成</a:t>
                      </a:r>
                      <a:endParaRPr kumimoji="0" lang="en-US" altLang="zh-CN" sz="2000" b="1" i="0" u="none" strike="noStrike" cap="none" normalizeH="0" baseline="0">
                        <a:ln>
                          <a:noFill/>
                        </a:ln>
                        <a:solidFill>
                          <a:schemeClr val="tx1"/>
                        </a:solidFill>
                        <a:effectLst/>
                        <a:latin typeface="+mn-ea"/>
                        <a:ea typeface="+mn-ea"/>
                      </a:endParaRPr>
                    </a:p>
                  </a:txBody>
                  <a:tcPr marL="76039" marR="76039" marT="34230" marB="342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dirty="0">
                          <a:ln>
                            <a:noFill/>
                          </a:ln>
                          <a:solidFill>
                            <a:schemeClr val="tx1"/>
                          </a:solidFill>
                          <a:effectLst/>
                          <a:latin typeface="+mn-ea"/>
                          <a:ea typeface="+mn-ea"/>
                        </a:rPr>
                        <a:t>较难</a:t>
                      </a:r>
                    </a:p>
                  </a:txBody>
                  <a:tcPr marL="76039" marR="76039" marT="34230" marB="342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dirty="0">
                          <a:ln>
                            <a:noFill/>
                          </a:ln>
                          <a:solidFill>
                            <a:schemeClr val="tx1"/>
                          </a:solidFill>
                          <a:effectLst/>
                          <a:latin typeface="+mn-ea"/>
                          <a:ea typeface="+mn-ea"/>
                        </a:rPr>
                        <a:t>较易</a:t>
                      </a:r>
                    </a:p>
                  </a:txBody>
                  <a:tcPr marL="76039" marR="76039" marT="34230" marB="342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70683" name="Rectangle 2">
            <a:extLst>
              <a:ext uri="{FF2B5EF4-FFF2-40B4-BE49-F238E27FC236}">
                <a16:creationId xmlns:a16="http://schemas.microsoft.com/office/drawing/2014/main" id="{D776BF8E-B580-471A-812E-40E71095A9A2}"/>
              </a:ext>
            </a:extLst>
          </p:cNvPr>
          <p:cNvSpPr>
            <a:spLocks noGrp="1" noChangeArrowheads="1"/>
          </p:cNvSpPr>
          <p:nvPr>
            <p:ph type="title"/>
          </p:nvPr>
        </p:nvSpPr>
        <p:spPr>
          <a:xfrm>
            <a:off x="755650" y="268288"/>
            <a:ext cx="8388350" cy="358775"/>
          </a:xfrm>
        </p:spPr>
        <p:txBody>
          <a:bodyPr/>
          <a:lstStyle/>
          <a:p>
            <a:pPr eaLnBrk="1" hangingPunct="1">
              <a:defRPr/>
            </a:pPr>
            <a:r>
              <a:rPr lang="zh-CN" altLang="en-US" sz="3000" spc="300" dirty="0">
                <a:solidFill>
                  <a:schemeClr val="tx1"/>
                </a:solidFill>
                <a:latin typeface="微软雅黑" pitchFamily="34" charset="-122"/>
                <a:ea typeface="微软雅黑" pitchFamily="34" charset="-122"/>
                <a:cs typeface="Times New Roman" pitchFamily="18" charset="0"/>
              </a:rPr>
              <a:t>递归的预测分析法</a:t>
            </a:r>
            <a:r>
              <a:rPr lang="en-US" altLang="zh-CN" sz="3000" spc="300" dirty="0">
                <a:solidFill>
                  <a:schemeClr val="tx1"/>
                </a:solidFill>
                <a:latin typeface="微软雅黑" pitchFamily="34" charset="-122"/>
                <a:ea typeface="微软雅黑" pitchFamily="34" charset="-122"/>
                <a:cs typeface="Times New Roman" pitchFamily="18" charset="0"/>
              </a:rPr>
              <a:t>vs.</a:t>
            </a:r>
            <a:r>
              <a:rPr lang="zh-CN" altLang="en-US" sz="3000" spc="300" dirty="0">
                <a:solidFill>
                  <a:schemeClr val="tx1"/>
                </a:solidFill>
                <a:latin typeface="微软雅黑" pitchFamily="34" charset="-122"/>
                <a:ea typeface="微软雅黑" pitchFamily="34" charset="-122"/>
                <a:cs typeface="Times New Roman" pitchFamily="18" charset="0"/>
              </a:rPr>
              <a:t>非递归的预测分析法</a:t>
            </a:r>
          </a:p>
        </p:txBody>
      </p:sp>
      <p:sp>
        <p:nvSpPr>
          <p:cNvPr id="2" name="笑脸 1">
            <a:extLst>
              <a:ext uri="{FF2B5EF4-FFF2-40B4-BE49-F238E27FC236}">
                <a16:creationId xmlns:a16="http://schemas.microsoft.com/office/drawing/2014/main" id="{5909DCC1-1AD3-4F7A-ABD3-9310CF8E8EC1}"/>
              </a:ext>
            </a:extLst>
          </p:cNvPr>
          <p:cNvSpPr/>
          <p:nvPr/>
        </p:nvSpPr>
        <p:spPr>
          <a:xfrm>
            <a:off x="4356100" y="2498725"/>
            <a:ext cx="287338" cy="215900"/>
          </a:xfrm>
          <a:prstGeom prst="smileyFace">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 name="笑脸 4">
            <a:extLst>
              <a:ext uri="{FF2B5EF4-FFF2-40B4-BE49-F238E27FC236}">
                <a16:creationId xmlns:a16="http://schemas.microsoft.com/office/drawing/2014/main" id="{E5A5A4C6-37E3-48CD-9188-6A7A99563D4C}"/>
              </a:ext>
            </a:extLst>
          </p:cNvPr>
          <p:cNvSpPr/>
          <p:nvPr/>
        </p:nvSpPr>
        <p:spPr>
          <a:xfrm>
            <a:off x="7358063" y="1782763"/>
            <a:ext cx="287337" cy="217487"/>
          </a:xfrm>
          <a:prstGeom prst="smileyFace">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6" name="笑脸 5">
            <a:extLst>
              <a:ext uri="{FF2B5EF4-FFF2-40B4-BE49-F238E27FC236}">
                <a16:creationId xmlns:a16="http://schemas.microsoft.com/office/drawing/2014/main" id="{2DE2B9B0-B1D2-4372-82BF-3A975157FE6F}"/>
              </a:ext>
            </a:extLst>
          </p:cNvPr>
          <p:cNvSpPr/>
          <p:nvPr/>
        </p:nvSpPr>
        <p:spPr>
          <a:xfrm>
            <a:off x="7356475" y="3143250"/>
            <a:ext cx="287338" cy="215900"/>
          </a:xfrm>
          <a:prstGeom prst="smileyFace">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 name="笑脸 6">
            <a:extLst>
              <a:ext uri="{FF2B5EF4-FFF2-40B4-BE49-F238E27FC236}">
                <a16:creationId xmlns:a16="http://schemas.microsoft.com/office/drawing/2014/main" id="{38395D22-3C10-41B5-94AC-FDA4984BF8F4}"/>
              </a:ext>
            </a:extLst>
          </p:cNvPr>
          <p:cNvSpPr/>
          <p:nvPr/>
        </p:nvSpPr>
        <p:spPr>
          <a:xfrm>
            <a:off x="7356475" y="3543300"/>
            <a:ext cx="287338" cy="215900"/>
          </a:xfrm>
          <a:prstGeom prst="smileyFace">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 name="灯片编号占位符 3">
            <a:extLst>
              <a:ext uri="{FF2B5EF4-FFF2-40B4-BE49-F238E27FC236}">
                <a16:creationId xmlns:a16="http://schemas.microsoft.com/office/drawing/2014/main" id="{52B0E019-7812-4456-A3B6-4517A53387C2}"/>
              </a:ext>
            </a:extLst>
          </p:cNvPr>
          <p:cNvSpPr>
            <a:spLocks noGrp="1"/>
          </p:cNvSpPr>
          <p:nvPr>
            <p:ph type="sldNum" sz="quarter" idx="12"/>
          </p:nvPr>
        </p:nvSpPr>
        <p:spPr/>
        <p:txBody>
          <a:bodyPr/>
          <a:lstStyle/>
          <a:p>
            <a:pPr>
              <a:defRPr/>
            </a:pPr>
            <a:fld id="{EA567855-7F13-4FC5-AD61-2B82F6443E16}" type="slidenum">
              <a:rPr lang="zh-CN" altLang="en-US" smtClean="0"/>
              <a:pPr>
                <a:defRPr/>
              </a:pPr>
              <a:t>61</a:t>
            </a:fld>
            <a:endParaRPr lang="en-US" altLang="zh-CN"/>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55576" y="1131590"/>
            <a:ext cx="7560840" cy="3456384"/>
          </a:xfrm>
        </p:spPr>
        <p:txBody>
          <a:bodyPr>
            <a:normAutofit/>
          </a:bodyPr>
          <a:lstStyle/>
          <a:p>
            <a:pPr>
              <a:lnSpc>
                <a:spcPct val="110000"/>
              </a:lnSpc>
              <a:spcBef>
                <a:spcPts val="0"/>
              </a:spcBef>
            </a:pPr>
            <a:r>
              <a:rPr lang="en-US" altLang="zh-CN" dirty="0"/>
              <a:t>if </a:t>
            </a:r>
            <a:r>
              <a:rPr lang="zh-CN" altLang="en-US" dirty="0"/>
              <a:t>语句的文法</a:t>
            </a:r>
            <a:r>
              <a:rPr lang="en-US" altLang="zh-CN" dirty="0"/>
              <a:t>G(S):</a:t>
            </a:r>
          </a:p>
          <a:p>
            <a:pPr marL="0" indent="0">
              <a:lnSpc>
                <a:spcPct val="110000"/>
              </a:lnSpc>
              <a:spcBef>
                <a:spcPts val="0"/>
              </a:spcBef>
              <a:buNone/>
            </a:pPr>
            <a:r>
              <a:rPr lang="en-US" altLang="zh-CN" dirty="0"/>
              <a:t>		S </a:t>
            </a:r>
            <a:r>
              <a:rPr lang="en-US" altLang="zh-CN" dirty="0">
                <a:sym typeface="Symbol" panose="05050102010706020507" pitchFamily="18" charset="2"/>
              </a:rPr>
              <a:t> </a:t>
            </a:r>
            <a:r>
              <a:rPr lang="en-US" altLang="zh-CN" dirty="0" err="1">
                <a:sym typeface="Symbol" panose="05050102010706020507" pitchFamily="18" charset="2"/>
              </a:rPr>
              <a:t>iEtS</a:t>
            </a:r>
            <a:r>
              <a:rPr lang="en-US" altLang="zh-CN" dirty="0">
                <a:sym typeface="Symbol" panose="05050102010706020507" pitchFamily="18" charset="2"/>
              </a:rPr>
              <a:t> | </a:t>
            </a:r>
            <a:r>
              <a:rPr lang="en-US" altLang="zh-CN" dirty="0" err="1">
                <a:sym typeface="Symbol" panose="05050102010706020507" pitchFamily="18" charset="2"/>
              </a:rPr>
              <a:t>iEtSeS</a:t>
            </a:r>
            <a:r>
              <a:rPr lang="en-US" altLang="zh-CN" dirty="0">
                <a:sym typeface="Symbol" panose="05050102010706020507" pitchFamily="18" charset="2"/>
              </a:rPr>
              <a:t> | a</a:t>
            </a:r>
          </a:p>
          <a:p>
            <a:pPr marL="0" indent="0">
              <a:lnSpc>
                <a:spcPct val="110000"/>
              </a:lnSpc>
              <a:spcBef>
                <a:spcPts val="0"/>
              </a:spcBef>
              <a:buNone/>
            </a:pPr>
            <a:r>
              <a:rPr lang="en-US" altLang="zh-CN" dirty="0">
                <a:sym typeface="Symbol" panose="05050102010706020507" pitchFamily="18" charset="2"/>
              </a:rPr>
              <a:t>		E  b</a:t>
            </a:r>
          </a:p>
          <a:p>
            <a:pPr marL="0" indent="0">
              <a:lnSpc>
                <a:spcPct val="110000"/>
              </a:lnSpc>
              <a:spcBef>
                <a:spcPts val="0"/>
              </a:spcBef>
              <a:buNone/>
            </a:pPr>
            <a:endParaRPr lang="en-US" altLang="zh-CN" dirty="0">
              <a:sym typeface="Symbol" panose="05050102010706020507" pitchFamily="18" charset="2"/>
            </a:endParaRPr>
          </a:p>
          <a:p>
            <a:pPr marL="0" indent="0">
              <a:lnSpc>
                <a:spcPct val="110000"/>
              </a:lnSpc>
              <a:spcBef>
                <a:spcPts val="0"/>
              </a:spcBef>
              <a:buNone/>
            </a:pPr>
            <a:r>
              <a:rPr lang="zh-CN" altLang="en-US" dirty="0">
                <a:sym typeface="Symbol" panose="05050102010706020507" pitchFamily="18" charset="2"/>
              </a:rPr>
              <a:t>提取左公因子之后，改写成：</a:t>
            </a:r>
            <a:endParaRPr lang="en-US" altLang="zh-CN" dirty="0">
              <a:sym typeface="Symbol" panose="05050102010706020507" pitchFamily="18" charset="2"/>
            </a:endParaRPr>
          </a:p>
          <a:p>
            <a:pPr marL="0" indent="0">
              <a:lnSpc>
                <a:spcPct val="110000"/>
              </a:lnSpc>
              <a:spcBef>
                <a:spcPts val="0"/>
              </a:spcBef>
              <a:buNone/>
            </a:pPr>
            <a:r>
              <a:rPr lang="en-US" altLang="zh-CN" dirty="0"/>
              <a:t>		S </a:t>
            </a:r>
            <a:r>
              <a:rPr lang="en-US" altLang="zh-CN" dirty="0">
                <a:sym typeface="Symbol" panose="05050102010706020507" pitchFamily="18" charset="2"/>
              </a:rPr>
              <a:t> </a:t>
            </a:r>
            <a:r>
              <a:rPr lang="en-US" altLang="zh-CN" dirty="0" err="1">
                <a:sym typeface="Symbol" panose="05050102010706020507" pitchFamily="18" charset="2"/>
              </a:rPr>
              <a:t>iEtSS</a:t>
            </a:r>
            <a:r>
              <a:rPr lang="en-US" altLang="zh-CN" dirty="0">
                <a:sym typeface="Symbol" panose="05050102010706020507" pitchFamily="18" charset="2"/>
              </a:rPr>
              <a:t>’ | a</a:t>
            </a:r>
          </a:p>
          <a:p>
            <a:pPr marL="0" indent="0">
              <a:lnSpc>
                <a:spcPct val="110000"/>
              </a:lnSpc>
              <a:spcBef>
                <a:spcPts val="0"/>
              </a:spcBef>
              <a:buNone/>
            </a:pPr>
            <a:r>
              <a:rPr lang="en-US" altLang="zh-CN" dirty="0">
                <a:sym typeface="Symbol" panose="05050102010706020507" pitchFamily="18" charset="2"/>
              </a:rPr>
              <a:t>		S</a:t>
            </a:r>
            <a:r>
              <a:rPr lang="en-US" altLang="zh-CN" dirty="0">
                <a:latin typeface="+mn-lt"/>
                <a:sym typeface="Symbol" panose="05050102010706020507" pitchFamily="18" charset="2"/>
              </a:rPr>
              <a:t>’</a:t>
            </a:r>
            <a:r>
              <a:rPr lang="en-US" altLang="zh-CN" dirty="0">
                <a:sym typeface="Symbol" panose="05050102010706020507" pitchFamily="18" charset="2"/>
              </a:rPr>
              <a:t> </a:t>
            </a:r>
            <a:r>
              <a:rPr lang="en-US" altLang="zh-CN" dirty="0" err="1">
                <a:sym typeface="Symbol" panose="05050102010706020507" pitchFamily="18" charset="2"/>
              </a:rPr>
              <a:t>eS</a:t>
            </a:r>
            <a:r>
              <a:rPr lang="en-US" altLang="zh-CN" dirty="0">
                <a:sym typeface="Symbol" panose="05050102010706020507" pitchFamily="18" charset="2"/>
              </a:rPr>
              <a:t> | </a:t>
            </a:r>
          </a:p>
          <a:p>
            <a:pPr marL="0" indent="0">
              <a:lnSpc>
                <a:spcPct val="110000"/>
              </a:lnSpc>
              <a:spcBef>
                <a:spcPts val="0"/>
              </a:spcBef>
              <a:buNone/>
            </a:pPr>
            <a:r>
              <a:rPr lang="en-US" altLang="zh-CN" dirty="0">
                <a:sym typeface="Symbol" panose="05050102010706020507" pitchFamily="18" charset="2"/>
              </a:rPr>
              <a:t>		E  b</a:t>
            </a:r>
          </a:p>
          <a:p>
            <a:pPr marL="0" indent="0">
              <a:lnSpc>
                <a:spcPct val="110000"/>
              </a:lnSpc>
              <a:spcBef>
                <a:spcPts val="0"/>
              </a:spcBef>
              <a:buNone/>
            </a:pPr>
            <a:endParaRPr lang="zh-CN" altLang="en-US" dirty="0"/>
          </a:p>
        </p:txBody>
      </p:sp>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二义性文法的预测分析表冲突处理</a:t>
            </a:r>
          </a:p>
        </p:txBody>
      </p:sp>
      <p:sp>
        <p:nvSpPr>
          <p:cNvPr id="5" name="灯片编号占位符 4">
            <a:extLst>
              <a:ext uri="{FF2B5EF4-FFF2-40B4-BE49-F238E27FC236}">
                <a16:creationId xmlns:a16="http://schemas.microsoft.com/office/drawing/2014/main" id="{EC6E19CD-069B-4DF5-A910-96965BEB5034}"/>
              </a:ext>
            </a:extLst>
          </p:cNvPr>
          <p:cNvSpPr>
            <a:spLocks noGrp="1"/>
          </p:cNvSpPr>
          <p:nvPr>
            <p:ph type="sldNum" sz="quarter" idx="12"/>
          </p:nvPr>
        </p:nvSpPr>
        <p:spPr/>
        <p:txBody>
          <a:bodyPr/>
          <a:lstStyle/>
          <a:p>
            <a:pPr>
              <a:defRPr/>
            </a:pPr>
            <a:fld id="{EA567855-7F13-4FC5-AD61-2B82F6443E16}" type="slidenum">
              <a:rPr lang="zh-CN" altLang="en-US" smtClean="0"/>
              <a:pPr>
                <a:defRPr/>
              </a:pPr>
              <a:t>62</a:t>
            </a:fld>
            <a:endParaRPr lang="en-US" altLang="zh-CN" dirty="0"/>
          </a:p>
        </p:txBody>
      </p:sp>
    </p:spTree>
    <p:extLst>
      <p:ext uri="{BB962C8B-B14F-4D97-AF65-F5344CB8AC3E}">
        <p14:creationId xmlns:p14="http://schemas.microsoft.com/office/powerpoint/2010/main" val="1776136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left)">
                                      <p:cBhvr>
                                        <p:cTn id="10" dur="500"/>
                                        <p:tgtEl>
                                          <p:spTgt spid="3">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left)">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wipe(left)">
                                      <p:cBhvr>
                                        <p:cTn id="18" dur="500"/>
                                        <p:tgtEl>
                                          <p:spTgt spid="3">
                                            <p:txEl>
                                              <p:pRg st="4" end="4"/>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wipe(left)">
                                      <p:cBhvr>
                                        <p:cTn id="21" dur="500"/>
                                        <p:tgtEl>
                                          <p:spTgt spid="3">
                                            <p:txEl>
                                              <p:pRg st="5" end="5"/>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wipe(left)">
                                      <p:cBhvr>
                                        <p:cTn id="24" dur="500"/>
                                        <p:tgtEl>
                                          <p:spTgt spid="3">
                                            <p:txEl>
                                              <p:pRg st="6" end="6"/>
                                            </p:txEl>
                                          </p:spTgt>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wipe(left)">
                                      <p:cBhvr>
                                        <p:cTn id="2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552" y="771550"/>
            <a:ext cx="7560840" cy="1872208"/>
          </a:xfrm>
        </p:spPr>
        <p:txBody>
          <a:bodyPr>
            <a:normAutofit/>
          </a:bodyPr>
          <a:lstStyle/>
          <a:p>
            <a:pPr>
              <a:lnSpc>
                <a:spcPct val="110000"/>
              </a:lnSpc>
              <a:spcBef>
                <a:spcPts val="0"/>
              </a:spcBef>
            </a:pPr>
            <a:r>
              <a:rPr lang="zh-CN" altLang="en-US" sz="2000" dirty="0"/>
              <a:t>改造后</a:t>
            </a:r>
            <a:r>
              <a:rPr lang="en-US" altLang="zh-CN" sz="2000" dirty="0"/>
              <a:t>if </a:t>
            </a:r>
            <a:r>
              <a:rPr lang="zh-CN" altLang="en-US" sz="2000" dirty="0"/>
              <a:t>语句的文法</a:t>
            </a:r>
            <a:r>
              <a:rPr lang="en-US" altLang="zh-CN" sz="2000" dirty="0"/>
              <a:t>G(S):</a:t>
            </a:r>
          </a:p>
          <a:p>
            <a:pPr marL="0" indent="0">
              <a:lnSpc>
                <a:spcPct val="110000"/>
              </a:lnSpc>
              <a:spcBef>
                <a:spcPts val="0"/>
              </a:spcBef>
              <a:buNone/>
            </a:pPr>
            <a:r>
              <a:rPr lang="en-US" altLang="zh-CN" sz="2000" dirty="0"/>
              <a:t>		S </a:t>
            </a:r>
            <a:r>
              <a:rPr lang="en-US" altLang="zh-CN" sz="2000" dirty="0">
                <a:sym typeface="Symbol" panose="05050102010706020507" pitchFamily="18" charset="2"/>
              </a:rPr>
              <a:t> </a:t>
            </a:r>
            <a:r>
              <a:rPr lang="en-US" altLang="zh-CN" sz="2000" dirty="0" err="1">
                <a:sym typeface="Symbol" panose="05050102010706020507" pitchFamily="18" charset="2"/>
              </a:rPr>
              <a:t>iEtSS</a:t>
            </a:r>
            <a:r>
              <a:rPr lang="en-US" altLang="zh-CN" sz="2000" dirty="0">
                <a:sym typeface="Symbol" panose="05050102010706020507" pitchFamily="18" charset="2"/>
              </a:rPr>
              <a:t>’ | a</a:t>
            </a:r>
          </a:p>
          <a:p>
            <a:pPr marL="0" indent="0">
              <a:lnSpc>
                <a:spcPct val="110000"/>
              </a:lnSpc>
              <a:spcBef>
                <a:spcPts val="0"/>
              </a:spcBef>
              <a:buNone/>
            </a:pPr>
            <a:r>
              <a:rPr lang="en-US" altLang="zh-CN" sz="2000" dirty="0">
                <a:sym typeface="Symbol" panose="05050102010706020507" pitchFamily="18" charset="2"/>
              </a:rPr>
              <a:t>		S</a:t>
            </a:r>
            <a:r>
              <a:rPr lang="en-US" altLang="zh-CN" sz="2000" dirty="0">
                <a:latin typeface="+mn-lt"/>
                <a:sym typeface="Symbol" panose="05050102010706020507" pitchFamily="18" charset="2"/>
              </a:rPr>
              <a:t>’</a:t>
            </a:r>
            <a:r>
              <a:rPr lang="en-US" altLang="zh-CN" sz="2000" dirty="0">
                <a:sym typeface="Symbol" panose="05050102010706020507" pitchFamily="18" charset="2"/>
              </a:rPr>
              <a:t> </a:t>
            </a:r>
            <a:r>
              <a:rPr lang="en-US" altLang="zh-CN" sz="2000" dirty="0" err="1">
                <a:sym typeface="Symbol" panose="05050102010706020507" pitchFamily="18" charset="2"/>
              </a:rPr>
              <a:t>eS</a:t>
            </a:r>
            <a:r>
              <a:rPr lang="en-US" altLang="zh-CN" sz="2000" dirty="0">
                <a:sym typeface="Symbol" panose="05050102010706020507" pitchFamily="18" charset="2"/>
              </a:rPr>
              <a:t> | </a:t>
            </a:r>
          </a:p>
          <a:p>
            <a:pPr marL="0" indent="0">
              <a:lnSpc>
                <a:spcPct val="110000"/>
              </a:lnSpc>
              <a:spcBef>
                <a:spcPts val="0"/>
              </a:spcBef>
              <a:buNone/>
            </a:pPr>
            <a:r>
              <a:rPr lang="en-US" altLang="zh-CN" sz="2000" dirty="0">
                <a:sym typeface="Symbol" panose="05050102010706020507" pitchFamily="18" charset="2"/>
              </a:rPr>
              <a:t>		E  b</a:t>
            </a:r>
          </a:p>
          <a:p>
            <a:pPr marL="0" indent="0">
              <a:lnSpc>
                <a:spcPct val="110000"/>
              </a:lnSpc>
              <a:spcBef>
                <a:spcPts val="0"/>
              </a:spcBef>
              <a:buNone/>
            </a:pPr>
            <a:endParaRPr lang="zh-CN" altLang="en-US" sz="2000" dirty="0"/>
          </a:p>
        </p:txBody>
      </p:sp>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二义性文法的预测分析表冲突处理</a:t>
            </a:r>
          </a:p>
        </p:txBody>
      </p:sp>
      <p:graphicFrame>
        <p:nvGraphicFramePr>
          <p:cNvPr id="6" name="表格 5"/>
          <p:cNvGraphicFramePr>
            <a:graphicFrameLocks noGrp="1"/>
          </p:cNvGraphicFramePr>
          <p:nvPr>
            <p:extLst/>
          </p:nvPr>
        </p:nvGraphicFramePr>
        <p:xfrm>
          <a:off x="611560" y="2211710"/>
          <a:ext cx="7931224" cy="1817915"/>
        </p:xfrm>
        <a:graphic>
          <a:graphicData uri="http://schemas.openxmlformats.org/drawingml/2006/table">
            <a:tbl>
              <a:tblPr firstRow="1" firstCol="1" bandRow="1">
                <a:tableStyleId>{5940675A-B579-460E-94D1-54222C63F5DA}</a:tableStyleId>
              </a:tblPr>
              <a:tblGrid>
                <a:gridCol w="936042">
                  <a:extLst>
                    <a:ext uri="{9D8B030D-6E8A-4147-A177-3AD203B41FA5}">
                      <a16:colId xmlns:a16="http://schemas.microsoft.com/office/drawing/2014/main" val="20000"/>
                    </a:ext>
                  </a:extLst>
                </a:gridCol>
                <a:gridCol w="861703">
                  <a:extLst>
                    <a:ext uri="{9D8B030D-6E8A-4147-A177-3AD203B41FA5}">
                      <a16:colId xmlns:a16="http://schemas.microsoft.com/office/drawing/2014/main" val="20001"/>
                    </a:ext>
                  </a:extLst>
                </a:gridCol>
                <a:gridCol w="1083933">
                  <a:extLst>
                    <a:ext uri="{9D8B030D-6E8A-4147-A177-3AD203B41FA5}">
                      <a16:colId xmlns:a16="http://schemas.microsoft.com/office/drawing/2014/main" val="20002"/>
                    </a:ext>
                  </a:extLst>
                </a:gridCol>
                <a:gridCol w="1374747">
                  <a:extLst>
                    <a:ext uri="{9D8B030D-6E8A-4147-A177-3AD203B41FA5}">
                      <a16:colId xmlns:a16="http://schemas.microsoft.com/office/drawing/2014/main" val="20003"/>
                    </a:ext>
                  </a:extLst>
                </a:gridCol>
                <a:gridCol w="1824182">
                  <a:extLst>
                    <a:ext uri="{9D8B030D-6E8A-4147-A177-3AD203B41FA5}">
                      <a16:colId xmlns:a16="http://schemas.microsoft.com/office/drawing/2014/main" val="20004"/>
                    </a:ext>
                  </a:extLst>
                </a:gridCol>
                <a:gridCol w="793121">
                  <a:extLst>
                    <a:ext uri="{9D8B030D-6E8A-4147-A177-3AD203B41FA5}">
                      <a16:colId xmlns:a16="http://schemas.microsoft.com/office/drawing/2014/main" val="20005"/>
                    </a:ext>
                  </a:extLst>
                </a:gridCol>
                <a:gridCol w="1057496">
                  <a:extLst>
                    <a:ext uri="{9D8B030D-6E8A-4147-A177-3AD203B41FA5}">
                      <a16:colId xmlns:a16="http://schemas.microsoft.com/office/drawing/2014/main" val="20006"/>
                    </a:ext>
                  </a:extLst>
                </a:gridCol>
              </a:tblGrid>
              <a:tr h="299357">
                <a:tc rowSpan="2">
                  <a:txBody>
                    <a:bodyPr/>
                    <a:lstStyle/>
                    <a:p>
                      <a:pPr indent="0" algn="ctr">
                        <a:lnSpc>
                          <a:spcPct val="100000"/>
                        </a:lnSpc>
                        <a:spcAft>
                          <a:spcPts val="0"/>
                        </a:spcAft>
                      </a:pPr>
                      <a:r>
                        <a:rPr lang="zh-CN" altLang="en-US" sz="2000" b="1" dirty="0">
                          <a:effectLst/>
                          <a:latin typeface="Times New Roman" panose="02020603050405020304" pitchFamily="18" charset="0"/>
                          <a:cs typeface="Times New Roman" panose="02020603050405020304" pitchFamily="18" charset="0"/>
                        </a:rPr>
                        <a:t>非终结符</a:t>
                      </a:r>
                      <a:endParaRPr lang="zh-CN" sz="2000" b="1"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nchor="ctr">
                    <a:solidFill>
                      <a:srgbClr val="B5CEED"/>
                    </a:solidFill>
                  </a:tcPr>
                </a:tc>
                <a:tc gridSpan="6">
                  <a:txBody>
                    <a:bodyPr/>
                    <a:lstStyle/>
                    <a:p>
                      <a:pPr indent="0" algn="ctr">
                        <a:lnSpc>
                          <a:spcPct val="100000"/>
                        </a:lnSpc>
                        <a:spcAft>
                          <a:spcPts val="0"/>
                        </a:spcAft>
                      </a:pPr>
                      <a:r>
                        <a:rPr lang="zh-CN" altLang="en-US" sz="2000" b="1" dirty="0">
                          <a:effectLst/>
                          <a:latin typeface="Times New Roman" panose="02020603050405020304" pitchFamily="18" charset="0"/>
                          <a:cs typeface="Times New Roman" panose="02020603050405020304" pitchFamily="18" charset="0"/>
                        </a:rPr>
                        <a:t>输入符号</a:t>
                      </a:r>
                      <a:endParaRPr lang="zh-CN" sz="2000" b="1"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nchor="ctr">
                    <a:solidFill>
                      <a:srgbClr val="B5CEED"/>
                    </a:solidFill>
                  </a:tcPr>
                </a:tc>
                <a:tc hMerge="1">
                  <a:txBody>
                    <a:bodyPr/>
                    <a:lstStyle/>
                    <a:p>
                      <a:pPr indent="0" algn="ctr">
                        <a:lnSpc>
                          <a:spcPct val="100000"/>
                        </a:lnSpc>
                        <a:spcAft>
                          <a:spcPts val="0"/>
                        </a:spcAft>
                      </a:pPr>
                      <a:endParaRPr lang="zh-CN" sz="2000" b="0" dirty="0">
                        <a:effectLst/>
                        <a:latin typeface="+mj-ea"/>
                        <a:ea typeface="+mj-ea"/>
                      </a:endParaRPr>
                    </a:p>
                  </a:txBody>
                  <a:tcPr marL="0" marR="0" marT="0" marB="0" anchor="ctr"/>
                </a:tc>
                <a:tc hMerge="1">
                  <a:txBody>
                    <a:bodyPr/>
                    <a:lstStyle/>
                    <a:p>
                      <a:pPr indent="0" algn="ctr">
                        <a:lnSpc>
                          <a:spcPct val="100000"/>
                        </a:lnSpc>
                        <a:spcAft>
                          <a:spcPts val="0"/>
                        </a:spcAft>
                      </a:pPr>
                      <a:endParaRPr lang="zh-CN" sz="2000" b="0" dirty="0">
                        <a:effectLst/>
                        <a:latin typeface="+mj-ea"/>
                        <a:ea typeface="+mj-ea"/>
                      </a:endParaRPr>
                    </a:p>
                  </a:txBody>
                  <a:tcPr marL="0" marR="0" marT="0" marB="0" anchor="ctr"/>
                </a:tc>
                <a:tc hMerge="1">
                  <a:txBody>
                    <a:bodyPr/>
                    <a:lstStyle/>
                    <a:p>
                      <a:pPr indent="0" algn="ctr">
                        <a:lnSpc>
                          <a:spcPct val="100000"/>
                        </a:lnSpc>
                        <a:spcAft>
                          <a:spcPts val="0"/>
                        </a:spcAft>
                      </a:pPr>
                      <a:endParaRPr lang="zh-CN" sz="2000" b="0" dirty="0">
                        <a:effectLst/>
                        <a:latin typeface="+mj-ea"/>
                        <a:ea typeface="+mj-ea"/>
                      </a:endParaRPr>
                    </a:p>
                  </a:txBody>
                  <a:tcPr marL="0" marR="0" marT="0" marB="0" anchor="ctr"/>
                </a:tc>
                <a:tc hMerge="1">
                  <a:txBody>
                    <a:bodyPr/>
                    <a:lstStyle/>
                    <a:p>
                      <a:pPr indent="0" algn="ctr">
                        <a:lnSpc>
                          <a:spcPct val="100000"/>
                        </a:lnSpc>
                        <a:spcAft>
                          <a:spcPts val="0"/>
                        </a:spcAft>
                      </a:pPr>
                      <a:endParaRPr lang="zh-CN" sz="2000" b="0" dirty="0">
                        <a:effectLst/>
                        <a:latin typeface="+mj-ea"/>
                        <a:ea typeface="+mj-ea"/>
                      </a:endParaRPr>
                    </a:p>
                  </a:txBody>
                  <a:tcPr marL="0" marR="0" marT="0" marB="0" anchor="ctr"/>
                </a:tc>
                <a:tc hMerge="1">
                  <a:txBody>
                    <a:bodyPr/>
                    <a:lstStyle/>
                    <a:p>
                      <a:pPr indent="0" algn="ctr">
                        <a:lnSpc>
                          <a:spcPct val="100000"/>
                        </a:lnSpc>
                        <a:spcAft>
                          <a:spcPts val="0"/>
                        </a:spcAft>
                      </a:pPr>
                      <a:endParaRPr lang="zh-CN" sz="2000" b="0" dirty="0">
                        <a:effectLst/>
                        <a:latin typeface="+mj-ea"/>
                        <a:ea typeface="+mj-ea"/>
                      </a:endParaRPr>
                    </a:p>
                  </a:txBody>
                  <a:tcPr marL="0" marR="0" marT="0" marB="0" anchor="ctr"/>
                </a:tc>
                <a:extLst>
                  <a:ext uri="{0D108BD9-81ED-4DB2-BD59-A6C34878D82A}">
                    <a16:rowId xmlns:a16="http://schemas.microsoft.com/office/drawing/2014/main" val="914552022"/>
                  </a:ext>
                </a:extLst>
              </a:tr>
              <a:tr h="299357">
                <a:tc vMerge="1">
                  <a:txBody>
                    <a:bodyPr/>
                    <a:lstStyle/>
                    <a:p>
                      <a:pPr indent="0" algn="ctr">
                        <a:lnSpc>
                          <a:spcPct val="100000"/>
                        </a:lnSpc>
                        <a:spcAft>
                          <a:spcPts val="0"/>
                        </a:spcAft>
                      </a:pPr>
                      <a:endParaRPr lang="zh-CN" sz="2000" b="0" dirty="0">
                        <a:effectLst/>
                        <a:latin typeface="+mj-ea"/>
                        <a:ea typeface="+mj-ea"/>
                      </a:endParaRPr>
                    </a:p>
                  </a:txBody>
                  <a:tcPr marL="0" marR="0" marT="0" marB="0" anchor="ctr"/>
                </a:tc>
                <a:tc>
                  <a:txBody>
                    <a:bodyPr/>
                    <a:lstStyle/>
                    <a:p>
                      <a:pPr indent="0" algn="ctr">
                        <a:lnSpc>
                          <a:spcPct val="100000"/>
                        </a:lnSpc>
                        <a:spcAft>
                          <a:spcPts val="0"/>
                        </a:spcAft>
                      </a:pPr>
                      <a:r>
                        <a:rPr lang="en-US" sz="2000" b="1" dirty="0">
                          <a:effectLst/>
                          <a:latin typeface="Times New Roman" panose="02020603050405020304" pitchFamily="18" charset="0"/>
                          <a:cs typeface="Times New Roman" panose="02020603050405020304" pitchFamily="18" charset="0"/>
                        </a:rPr>
                        <a:t>a</a:t>
                      </a:r>
                      <a:endParaRPr lang="zh-CN" sz="2000" b="1" i="1"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nchor="ctr"/>
                </a:tc>
                <a:tc>
                  <a:txBody>
                    <a:bodyPr/>
                    <a:lstStyle/>
                    <a:p>
                      <a:pPr indent="0" algn="ctr">
                        <a:lnSpc>
                          <a:spcPct val="100000"/>
                        </a:lnSpc>
                        <a:spcAft>
                          <a:spcPts val="0"/>
                        </a:spcAft>
                      </a:pPr>
                      <a:r>
                        <a:rPr lang="en-US" sz="2000" b="1" dirty="0">
                          <a:effectLst/>
                          <a:latin typeface="Times New Roman" panose="02020603050405020304" pitchFamily="18" charset="0"/>
                          <a:cs typeface="Times New Roman" panose="02020603050405020304" pitchFamily="18" charset="0"/>
                        </a:rPr>
                        <a:t>b</a:t>
                      </a:r>
                      <a:endParaRPr lang="zh-CN" sz="2000" b="1" i="1"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nchor="ctr"/>
                </a:tc>
                <a:tc>
                  <a:txBody>
                    <a:bodyPr/>
                    <a:lstStyle/>
                    <a:p>
                      <a:pPr indent="0" algn="ctr">
                        <a:lnSpc>
                          <a:spcPct val="100000"/>
                        </a:lnSpc>
                        <a:spcAft>
                          <a:spcPts val="0"/>
                        </a:spcAft>
                      </a:pPr>
                      <a:r>
                        <a:rPr lang="en-US" sz="2000" b="1" dirty="0">
                          <a:effectLst/>
                          <a:latin typeface="Times New Roman" panose="02020603050405020304" pitchFamily="18" charset="0"/>
                          <a:cs typeface="Times New Roman" panose="02020603050405020304" pitchFamily="18" charset="0"/>
                        </a:rPr>
                        <a:t>e</a:t>
                      </a:r>
                      <a:endParaRPr lang="zh-CN" sz="2000" b="1" i="1"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nchor="ctr"/>
                </a:tc>
                <a:tc>
                  <a:txBody>
                    <a:bodyPr/>
                    <a:lstStyle/>
                    <a:p>
                      <a:pPr indent="0" algn="ctr">
                        <a:lnSpc>
                          <a:spcPct val="100000"/>
                        </a:lnSpc>
                        <a:spcAft>
                          <a:spcPts val="0"/>
                        </a:spcAft>
                      </a:pPr>
                      <a:r>
                        <a:rPr lang="en-US" sz="2000" b="1" dirty="0" err="1">
                          <a:effectLst/>
                          <a:latin typeface="Times New Roman" panose="02020603050405020304" pitchFamily="18" charset="0"/>
                          <a:cs typeface="Times New Roman" panose="02020603050405020304" pitchFamily="18" charset="0"/>
                        </a:rPr>
                        <a:t>i</a:t>
                      </a:r>
                      <a:endParaRPr lang="zh-CN" sz="2000" b="1" i="1"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nchor="ctr"/>
                </a:tc>
                <a:tc>
                  <a:txBody>
                    <a:bodyPr/>
                    <a:lstStyle/>
                    <a:p>
                      <a:pPr indent="0" algn="ctr">
                        <a:lnSpc>
                          <a:spcPct val="100000"/>
                        </a:lnSpc>
                        <a:spcAft>
                          <a:spcPts val="0"/>
                        </a:spcAft>
                      </a:pPr>
                      <a:r>
                        <a:rPr lang="en-US" sz="2000" b="1" dirty="0">
                          <a:effectLst/>
                          <a:latin typeface="Times New Roman" panose="02020603050405020304" pitchFamily="18" charset="0"/>
                          <a:cs typeface="Times New Roman" panose="02020603050405020304" pitchFamily="18" charset="0"/>
                        </a:rPr>
                        <a:t>t</a:t>
                      </a:r>
                      <a:endParaRPr lang="zh-CN" sz="2000" b="1" i="1"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nchor="ctr"/>
                </a:tc>
                <a:tc>
                  <a:txBody>
                    <a:bodyPr/>
                    <a:lstStyle/>
                    <a:p>
                      <a:pPr indent="0" algn="ctr">
                        <a:lnSpc>
                          <a:spcPct val="100000"/>
                        </a:lnSpc>
                        <a:spcAft>
                          <a:spcPts val="0"/>
                        </a:spcAft>
                      </a:pPr>
                      <a:r>
                        <a:rPr lang="en-US" altLang="zh-CN" sz="2000" b="1" dirty="0">
                          <a:effectLst/>
                          <a:latin typeface="Times New Roman" panose="02020603050405020304" pitchFamily="18" charset="0"/>
                          <a:cs typeface="Times New Roman" panose="02020603050405020304" pitchFamily="18" charset="0"/>
                        </a:rPr>
                        <a:t>$</a:t>
                      </a:r>
                      <a:endParaRPr lang="zh-CN" sz="2000" b="1"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nchor="ctr"/>
                </a:tc>
                <a:extLst>
                  <a:ext uri="{0D108BD9-81ED-4DB2-BD59-A6C34878D82A}">
                    <a16:rowId xmlns:a16="http://schemas.microsoft.com/office/drawing/2014/main" val="10000"/>
                  </a:ext>
                </a:extLst>
              </a:tr>
              <a:tr h="299357">
                <a:tc>
                  <a:txBody>
                    <a:bodyPr/>
                    <a:lstStyle/>
                    <a:p>
                      <a:pPr indent="0" algn="ctr">
                        <a:lnSpc>
                          <a:spcPct val="100000"/>
                        </a:lnSpc>
                        <a:spcAft>
                          <a:spcPts val="0"/>
                        </a:spcAft>
                      </a:pPr>
                      <a:r>
                        <a:rPr lang="en-US" sz="2000" b="1" dirty="0">
                          <a:effectLst/>
                          <a:latin typeface="Times New Roman" panose="02020603050405020304" pitchFamily="18" charset="0"/>
                          <a:cs typeface="Times New Roman" panose="02020603050405020304" pitchFamily="18" charset="0"/>
                        </a:rPr>
                        <a:t>S</a:t>
                      </a:r>
                      <a:endParaRPr lang="zh-CN" sz="2000" b="1" i="1"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nchor="ctr">
                    <a:solidFill>
                      <a:srgbClr val="B5CEED"/>
                    </a:solidFill>
                  </a:tcPr>
                </a:tc>
                <a:tc>
                  <a:txBody>
                    <a:bodyPr/>
                    <a:lstStyle/>
                    <a:p>
                      <a:pPr indent="0" algn="ctr">
                        <a:lnSpc>
                          <a:spcPct val="100000"/>
                        </a:lnSpc>
                        <a:spcAft>
                          <a:spcPts val="0"/>
                        </a:spcAft>
                      </a:pPr>
                      <a:r>
                        <a:rPr lang="en-US" sz="2000" b="1" dirty="0">
                          <a:effectLst/>
                          <a:latin typeface="Times New Roman" panose="02020603050405020304" pitchFamily="18" charset="0"/>
                          <a:cs typeface="Times New Roman" panose="02020603050405020304" pitchFamily="18" charset="0"/>
                        </a:rPr>
                        <a:t>S</a:t>
                      </a:r>
                      <a:r>
                        <a:rPr lang="zh-CN" sz="2000" b="1" dirty="0">
                          <a:effectLst/>
                          <a:latin typeface="Times New Roman" panose="02020603050405020304" pitchFamily="18" charset="0"/>
                          <a:cs typeface="Times New Roman" panose="02020603050405020304" pitchFamily="18" charset="0"/>
                        </a:rPr>
                        <a:t>→</a:t>
                      </a:r>
                      <a:r>
                        <a:rPr lang="en-US" sz="2000" b="1" dirty="0">
                          <a:effectLst/>
                          <a:latin typeface="Times New Roman" panose="02020603050405020304" pitchFamily="18" charset="0"/>
                          <a:cs typeface="Times New Roman" panose="02020603050405020304" pitchFamily="18" charset="0"/>
                        </a:rPr>
                        <a:t>a</a:t>
                      </a:r>
                      <a:endParaRPr lang="zh-CN" sz="2000" b="1"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nchor="ctr"/>
                </a:tc>
                <a:tc>
                  <a:txBody>
                    <a:bodyPr/>
                    <a:lstStyle/>
                    <a:p>
                      <a:pPr indent="0" algn="ctr">
                        <a:lnSpc>
                          <a:spcPct val="100000"/>
                        </a:lnSpc>
                        <a:spcAft>
                          <a:spcPts val="0"/>
                        </a:spcAft>
                      </a:pPr>
                      <a:r>
                        <a:rPr lang="en-US" sz="2000" b="1" dirty="0">
                          <a:effectLst/>
                          <a:latin typeface="Times New Roman" panose="02020603050405020304" pitchFamily="18" charset="0"/>
                          <a:cs typeface="Times New Roman" panose="02020603050405020304" pitchFamily="18" charset="0"/>
                        </a:rPr>
                        <a:t> </a:t>
                      </a:r>
                      <a:endParaRPr lang="zh-CN" sz="2000" b="1"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nchor="ctr"/>
                </a:tc>
                <a:tc>
                  <a:txBody>
                    <a:bodyPr/>
                    <a:lstStyle/>
                    <a:p>
                      <a:pPr indent="0" algn="ctr">
                        <a:lnSpc>
                          <a:spcPct val="100000"/>
                        </a:lnSpc>
                        <a:spcAft>
                          <a:spcPts val="0"/>
                        </a:spcAft>
                      </a:pPr>
                      <a:r>
                        <a:rPr lang="en-US" sz="2000" b="1">
                          <a:effectLst/>
                          <a:latin typeface="Times New Roman" panose="02020603050405020304" pitchFamily="18" charset="0"/>
                          <a:cs typeface="Times New Roman" panose="02020603050405020304" pitchFamily="18" charset="0"/>
                        </a:rPr>
                        <a:t> </a:t>
                      </a:r>
                      <a:endParaRPr lang="zh-CN" sz="2000" b="1">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nchor="ctr"/>
                </a:tc>
                <a:tc>
                  <a:txBody>
                    <a:bodyPr/>
                    <a:lstStyle/>
                    <a:p>
                      <a:pPr indent="0" algn="ctr">
                        <a:lnSpc>
                          <a:spcPct val="100000"/>
                        </a:lnSpc>
                        <a:spcAft>
                          <a:spcPts val="0"/>
                        </a:spcAft>
                      </a:pPr>
                      <a:r>
                        <a:rPr lang="en-US" sz="2000" b="1" dirty="0">
                          <a:effectLst/>
                          <a:latin typeface="Times New Roman" panose="02020603050405020304" pitchFamily="18" charset="0"/>
                          <a:cs typeface="Times New Roman" panose="02020603050405020304" pitchFamily="18" charset="0"/>
                        </a:rPr>
                        <a:t>S</a:t>
                      </a:r>
                      <a:r>
                        <a:rPr lang="zh-CN" sz="2000" b="1" dirty="0">
                          <a:effectLst/>
                          <a:latin typeface="Times New Roman" panose="02020603050405020304" pitchFamily="18" charset="0"/>
                          <a:cs typeface="Times New Roman" panose="02020603050405020304" pitchFamily="18" charset="0"/>
                        </a:rPr>
                        <a:t>→</a:t>
                      </a:r>
                      <a:r>
                        <a:rPr lang="en-US" sz="2000" b="1" dirty="0" err="1">
                          <a:effectLst/>
                          <a:latin typeface="Times New Roman" panose="02020603050405020304" pitchFamily="18" charset="0"/>
                          <a:cs typeface="Times New Roman" panose="02020603050405020304" pitchFamily="18" charset="0"/>
                        </a:rPr>
                        <a:t>iCtSS</a:t>
                      </a:r>
                      <a:r>
                        <a:rPr lang="en-US" sz="2000" b="1" dirty="0">
                          <a:effectLst/>
                          <a:latin typeface="Times New Roman" panose="02020603050405020304" pitchFamily="18" charset="0"/>
                          <a:cs typeface="Times New Roman" panose="02020603050405020304" pitchFamily="18" charset="0"/>
                          <a:sym typeface="Symbol" panose="05050102010706020507" pitchFamily="18" charset="2"/>
                        </a:rPr>
                        <a:t></a:t>
                      </a:r>
                      <a:endParaRPr lang="zh-CN" sz="2000" b="1"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nchor="ctr"/>
                </a:tc>
                <a:tc>
                  <a:txBody>
                    <a:bodyPr/>
                    <a:lstStyle/>
                    <a:p>
                      <a:pPr indent="0" algn="ctr">
                        <a:lnSpc>
                          <a:spcPct val="100000"/>
                        </a:lnSpc>
                        <a:spcAft>
                          <a:spcPts val="0"/>
                        </a:spcAft>
                      </a:pPr>
                      <a:r>
                        <a:rPr lang="en-US" sz="2000" b="1" dirty="0">
                          <a:effectLst/>
                          <a:latin typeface="Times New Roman" panose="02020603050405020304" pitchFamily="18" charset="0"/>
                          <a:cs typeface="Times New Roman" panose="02020603050405020304" pitchFamily="18" charset="0"/>
                        </a:rPr>
                        <a:t> </a:t>
                      </a:r>
                      <a:endParaRPr lang="zh-CN" sz="2000" b="1"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nchor="ctr"/>
                </a:tc>
                <a:tc>
                  <a:txBody>
                    <a:bodyPr/>
                    <a:lstStyle/>
                    <a:p>
                      <a:pPr indent="0" algn="ctr">
                        <a:lnSpc>
                          <a:spcPct val="100000"/>
                        </a:lnSpc>
                        <a:spcAft>
                          <a:spcPts val="0"/>
                        </a:spcAft>
                      </a:pPr>
                      <a:r>
                        <a:rPr lang="en-US" sz="2000" b="1" dirty="0">
                          <a:effectLst/>
                          <a:latin typeface="Times New Roman" panose="02020603050405020304" pitchFamily="18" charset="0"/>
                          <a:cs typeface="Times New Roman" panose="02020603050405020304" pitchFamily="18" charset="0"/>
                        </a:rPr>
                        <a:t> </a:t>
                      </a:r>
                      <a:endParaRPr lang="zh-CN" sz="2000" b="1"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nchor="ctr"/>
                </a:tc>
                <a:extLst>
                  <a:ext uri="{0D108BD9-81ED-4DB2-BD59-A6C34878D82A}">
                    <a16:rowId xmlns:a16="http://schemas.microsoft.com/office/drawing/2014/main" val="10001"/>
                  </a:ext>
                </a:extLst>
              </a:tr>
              <a:tr h="598715">
                <a:tc>
                  <a:txBody>
                    <a:bodyPr/>
                    <a:lstStyle/>
                    <a:p>
                      <a:pPr indent="0" algn="ctr">
                        <a:lnSpc>
                          <a:spcPct val="100000"/>
                        </a:lnSpc>
                        <a:spcAft>
                          <a:spcPts val="0"/>
                        </a:spcAft>
                      </a:pPr>
                      <a:r>
                        <a:rPr lang="en-US" sz="2000" b="1" dirty="0">
                          <a:effectLst/>
                          <a:latin typeface="Times New Roman" panose="02020603050405020304" pitchFamily="18" charset="0"/>
                          <a:cs typeface="Times New Roman" panose="02020603050405020304" pitchFamily="18" charset="0"/>
                        </a:rPr>
                        <a:t>S</a:t>
                      </a:r>
                      <a:r>
                        <a:rPr lang="en-US" sz="2000" b="1" dirty="0">
                          <a:effectLst/>
                          <a:latin typeface="Times New Roman" panose="02020603050405020304" pitchFamily="18" charset="0"/>
                          <a:cs typeface="Times New Roman" panose="02020603050405020304" pitchFamily="18" charset="0"/>
                          <a:sym typeface="Symbol" panose="05050102010706020507" pitchFamily="18" charset="2"/>
                        </a:rPr>
                        <a:t></a:t>
                      </a:r>
                      <a:endParaRPr lang="zh-CN" sz="2000" b="1" i="1"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nchor="ctr">
                    <a:solidFill>
                      <a:srgbClr val="B5CEED"/>
                    </a:solidFill>
                  </a:tcPr>
                </a:tc>
                <a:tc>
                  <a:txBody>
                    <a:bodyPr/>
                    <a:lstStyle/>
                    <a:p>
                      <a:pPr indent="0" algn="ctr">
                        <a:lnSpc>
                          <a:spcPct val="100000"/>
                        </a:lnSpc>
                        <a:spcAft>
                          <a:spcPts val="0"/>
                        </a:spcAft>
                      </a:pPr>
                      <a:r>
                        <a:rPr lang="en-US" sz="2000" b="1" dirty="0">
                          <a:effectLst/>
                          <a:latin typeface="Times New Roman" panose="02020603050405020304" pitchFamily="18" charset="0"/>
                          <a:cs typeface="Times New Roman" panose="02020603050405020304" pitchFamily="18" charset="0"/>
                        </a:rPr>
                        <a:t> </a:t>
                      </a:r>
                      <a:endParaRPr lang="zh-CN" sz="2000" b="1"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nchor="ctr"/>
                </a:tc>
                <a:tc>
                  <a:txBody>
                    <a:bodyPr/>
                    <a:lstStyle/>
                    <a:p>
                      <a:pPr indent="0" algn="ctr">
                        <a:lnSpc>
                          <a:spcPct val="100000"/>
                        </a:lnSpc>
                        <a:spcAft>
                          <a:spcPts val="0"/>
                        </a:spcAft>
                      </a:pPr>
                      <a:r>
                        <a:rPr lang="en-US" sz="2000" b="1" dirty="0">
                          <a:effectLst/>
                          <a:latin typeface="Times New Roman" panose="02020603050405020304" pitchFamily="18" charset="0"/>
                          <a:cs typeface="Times New Roman" panose="02020603050405020304" pitchFamily="18" charset="0"/>
                        </a:rPr>
                        <a:t> </a:t>
                      </a:r>
                      <a:endParaRPr lang="zh-CN" sz="2000" b="1"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nchor="ctr"/>
                </a:tc>
                <a:tc>
                  <a:txBody>
                    <a:bodyPr/>
                    <a:lstStyle/>
                    <a:p>
                      <a:pPr indent="0" algn="ctr">
                        <a:lnSpc>
                          <a:spcPct val="100000"/>
                        </a:lnSpc>
                        <a:spcAft>
                          <a:spcPts val="0"/>
                        </a:spcAft>
                      </a:pPr>
                      <a:endParaRPr lang="zh-CN" sz="2000" b="1"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nchor="ctr"/>
                </a:tc>
                <a:tc>
                  <a:txBody>
                    <a:bodyPr/>
                    <a:lstStyle/>
                    <a:p>
                      <a:pPr indent="0" algn="ctr">
                        <a:lnSpc>
                          <a:spcPct val="100000"/>
                        </a:lnSpc>
                        <a:spcAft>
                          <a:spcPts val="0"/>
                        </a:spcAft>
                      </a:pPr>
                      <a:r>
                        <a:rPr lang="en-US" sz="2000" b="1" dirty="0">
                          <a:effectLst/>
                          <a:latin typeface="Times New Roman" panose="02020603050405020304" pitchFamily="18" charset="0"/>
                          <a:cs typeface="Times New Roman" panose="02020603050405020304" pitchFamily="18" charset="0"/>
                        </a:rPr>
                        <a:t> </a:t>
                      </a:r>
                      <a:endParaRPr lang="zh-CN" sz="2000" b="1"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nchor="ctr"/>
                </a:tc>
                <a:tc>
                  <a:txBody>
                    <a:bodyPr/>
                    <a:lstStyle/>
                    <a:p>
                      <a:pPr indent="0" algn="ctr">
                        <a:lnSpc>
                          <a:spcPct val="100000"/>
                        </a:lnSpc>
                        <a:spcAft>
                          <a:spcPts val="0"/>
                        </a:spcAft>
                      </a:pPr>
                      <a:r>
                        <a:rPr lang="en-US" sz="2000" b="1" dirty="0">
                          <a:effectLst/>
                          <a:latin typeface="Times New Roman" panose="02020603050405020304" pitchFamily="18" charset="0"/>
                          <a:cs typeface="Times New Roman" panose="02020603050405020304" pitchFamily="18" charset="0"/>
                        </a:rPr>
                        <a:t> </a:t>
                      </a:r>
                      <a:endParaRPr lang="zh-CN" sz="2000" b="1"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nchor="ctr"/>
                </a:tc>
                <a:tc>
                  <a:txBody>
                    <a:bodyPr/>
                    <a:lstStyle/>
                    <a:p>
                      <a:pPr indent="0" algn="ctr">
                        <a:lnSpc>
                          <a:spcPct val="100000"/>
                        </a:lnSpc>
                        <a:spcAft>
                          <a:spcPts val="0"/>
                        </a:spcAft>
                      </a:pPr>
                      <a:r>
                        <a:rPr lang="en-US" sz="2000" b="1" dirty="0">
                          <a:effectLst/>
                          <a:latin typeface="Times New Roman" panose="02020603050405020304" pitchFamily="18" charset="0"/>
                          <a:cs typeface="Times New Roman" panose="02020603050405020304" pitchFamily="18" charset="0"/>
                        </a:rPr>
                        <a:t>S</a:t>
                      </a:r>
                      <a:r>
                        <a:rPr lang="en-US" sz="2000" b="1" dirty="0">
                          <a:effectLst/>
                          <a:latin typeface="Times New Roman" panose="02020603050405020304" pitchFamily="18" charset="0"/>
                          <a:cs typeface="Times New Roman" panose="02020603050405020304" pitchFamily="18" charset="0"/>
                          <a:sym typeface="Symbol" panose="05050102010706020507" pitchFamily="18" charset="2"/>
                        </a:rPr>
                        <a:t></a:t>
                      </a:r>
                      <a:r>
                        <a:rPr lang="zh-CN" sz="2000" b="1" dirty="0">
                          <a:effectLst/>
                          <a:latin typeface="Times New Roman" panose="02020603050405020304" pitchFamily="18" charset="0"/>
                          <a:cs typeface="Times New Roman" panose="02020603050405020304" pitchFamily="18" charset="0"/>
                        </a:rPr>
                        <a:t>→</a:t>
                      </a:r>
                      <a:r>
                        <a:rPr lang="en-US" sz="2000" b="1" dirty="0">
                          <a:effectLst/>
                          <a:latin typeface="Times New Roman" panose="02020603050405020304" pitchFamily="18" charset="0"/>
                          <a:cs typeface="Times New Roman" panose="02020603050405020304" pitchFamily="18" charset="0"/>
                          <a:sym typeface="Symbol" panose="05050102010706020507" pitchFamily="18" charset="2"/>
                        </a:rPr>
                        <a:t></a:t>
                      </a:r>
                      <a:endParaRPr lang="zh-CN" sz="2000" b="1"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nchor="ctr"/>
                </a:tc>
                <a:extLst>
                  <a:ext uri="{0D108BD9-81ED-4DB2-BD59-A6C34878D82A}">
                    <a16:rowId xmlns:a16="http://schemas.microsoft.com/office/drawing/2014/main" val="10002"/>
                  </a:ext>
                </a:extLst>
              </a:tr>
              <a:tr h="299357">
                <a:tc>
                  <a:txBody>
                    <a:bodyPr/>
                    <a:lstStyle/>
                    <a:p>
                      <a:pPr indent="0" algn="ctr">
                        <a:lnSpc>
                          <a:spcPct val="100000"/>
                        </a:lnSpc>
                        <a:spcAft>
                          <a:spcPts val="0"/>
                        </a:spcAft>
                      </a:pPr>
                      <a:r>
                        <a:rPr lang="en-US" sz="2000" b="1" dirty="0">
                          <a:effectLst/>
                          <a:latin typeface="Times New Roman" panose="02020603050405020304" pitchFamily="18" charset="0"/>
                          <a:cs typeface="Times New Roman" panose="02020603050405020304" pitchFamily="18" charset="0"/>
                        </a:rPr>
                        <a:t>C</a:t>
                      </a:r>
                      <a:endParaRPr lang="zh-CN" sz="2000" b="1" i="1"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nchor="ctr">
                    <a:solidFill>
                      <a:srgbClr val="B5CEED"/>
                    </a:solidFill>
                  </a:tcPr>
                </a:tc>
                <a:tc>
                  <a:txBody>
                    <a:bodyPr/>
                    <a:lstStyle/>
                    <a:p>
                      <a:pPr indent="0" algn="ctr">
                        <a:lnSpc>
                          <a:spcPct val="100000"/>
                        </a:lnSpc>
                        <a:spcAft>
                          <a:spcPts val="0"/>
                        </a:spcAft>
                      </a:pPr>
                      <a:r>
                        <a:rPr lang="en-US" sz="2000" b="1">
                          <a:effectLst/>
                          <a:latin typeface="Times New Roman" panose="02020603050405020304" pitchFamily="18" charset="0"/>
                          <a:cs typeface="Times New Roman" panose="02020603050405020304" pitchFamily="18" charset="0"/>
                        </a:rPr>
                        <a:t> </a:t>
                      </a:r>
                      <a:endParaRPr lang="zh-CN" sz="2000" b="1">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nchor="ctr"/>
                </a:tc>
                <a:tc>
                  <a:txBody>
                    <a:bodyPr/>
                    <a:lstStyle/>
                    <a:p>
                      <a:pPr indent="0" algn="ctr">
                        <a:lnSpc>
                          <a:spcPct val="100000"/>
                        </a:lnSpc>
                        <a:spcAft>
                          <a:spcPts val="0"/>
                        </a:spcAft>
                      </a:pPr>
                      <a:r>
                        <a:rPr lang="en-US" sz="2000" b="1">
                          <a:effectLst/>
                          <a:latin typeface="Times New Roman" panose="02020603050405020304" pitchFamily="18" charset="0"/>
                          <a:cs typeface="Times New Roman" panose="02020603050405020304" pitchFamily="18" charset="0"/>
                        </a:rPr>
                        <a:t>C</a:t>
                      </a:r>
                      <a:r>
                        <a:rPr lang="zh-CN" sz="2000" b="1">
                          <a:effectLst/>
                          <a:latin typeface="Times New Roman" panose="02020603050405020304" pitchFamily="18" charset="0"/>
                          <a:cs typeface="Times New Roman" panose="02020603050405020304" pitchFamily="18" charset="0"/>
                        </a:rPr>
                        <a:t>→</a:t>
                      </a:r>
                      <a:r>
                        <a:rPr lang="en-US" sz="2000" b="1">
                          <a:effectLst/>
                          <a:latin typeface="Times New Roman" panose="02020603050405020304" pitchFamily="18" charset="0"/>
                          <a:cs typeface="Times New Roman" panose="02020603050405020304" pitchFamily="18" charset="0"/>
                        </a:rPr>
                        <a:t>b</a:t>
                      </a:r>
                      <a:endParaRPr lang="zh-CN" sz="2000" b="1">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nchor="ctr"/>
                </a:tc>
                <a:tc>
                  <a:txBody>
                    <a:bodyPr/>
                    <a:lstStyle/>
                    <a:p>
                      <a:pPr indent="0" algn="ctr">
                        <a:lnSpc>
                          <a:spcPct val="100000"/>
                        </a:lnSpc>
                        <a:spcAft>
                          <a:spcPts val="0"/>
                        </a:spcAft>
                      </a:pPr>
                      <a:r>
                        <a:rPr lang="en-US" sz="2000" b="1">
                          <a:effectLst/>
                          <a:latin typeface="Times New Roman" panose="02020603050405020304" pitchFamily="18" charset="0"/>
                          <a:cs typeface="Times New Roman" panose="02020603050405020304" pitchFamily="18" charset="0"/>
                        </a:rPr>
                        <a:t> </a:t>
                      </a:r>
                      <a:endParaRPr lang="zh-CN" sz="2000" b="1">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nchor="ctr"/>
                </a:tc>
                <a:tc>
                  <a:txBody>
                    <a:bodyPr/>
                    <a:lstStyle/>
                    <a:p>
                      <a:pPr indent="0" algn="ctr">
                        <a:lnSpc>
                          <a:spcPct val="100000"/>
                        </a:lnSpc>
                        <a:spcAft>
                          <a:spcPts val="0"/>
                        </a:spcAft>
                      </a:pPr>
                      <a:endParaRPr lang="zh-CN" sz="2000" b="1"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nchor="ctr"/>
                </a:tc>
                <a:tc>
                  <a:txBody>
                    <a:bodyPr/>
                    <a:lstStyle/>
                    <a:p>
                      <a:pPr indent="0" algn="ctr">
                        <a:lnSpc>
                          <a:spcPct val="100000"/>
                        </a:lnSpc>
                        <a:spcAft>
                          <a:spcPts val="0"/>
                        </a:spcAft>
                      </a:pPr>
                      <a:r>
                        <a:rPr lang="en-US" sz="2000" b="1" dirty="0">
                          <a:effectLst/>
                          <a:latin typeface="Times New Roman" panose="02020603050405020304" pitchFamily="18" charset="0"/>
                          <a:cs typeface="Times New Roman" panose="02020603050405020304" pitchFamily="18" charset="0"/>
                        </a:rPr>
                        <a:t> </a:t>
                      </a:r>
                      <a:endParaRPr lang="zh-CN" sz="2000" b="1"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nchor="ctr"/>
                </a:tc>
                <a:tc>
                  <a:txBody>
                    <a:bodyPr/>
                    <a:lstStyle/>
                    <a:p>
                      <a:pPr indent="0" algn="ctr">
                        <a:lnSpc>
                          <a:spcPct val="100000"/>
                        </a:lnSpc>
                        <a:spcAft>
                          <a:spcPts val="0"/>
                        </a:spcAft>
                      </a:pPr>
                      <a:r>
                        <a:rPr lang="en-US" sz="2000" b="1" dirty="0">
                          <a:effectLst/>
                          <a:latin typeface="Times New Roman" panose="02020603050405020304" pitchFamily="18" charset="0"/>
                          <a:cs typeface="Times New Roman" panose="02020603050405020304" pitchFamily="18" charset="0"/>
                        </a:rPr>
                        <a:t> </a:t>
                      </a:r>
                      <a:endParaRPr lang="zh-CN" sz="2000" b="1"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nchor="ctr"/>
                </a:tc>
                <a:extLst>
                  <a:ext uri="{0D108BD9-81ED-4DB2-BD59-A6C34878D82A}">
                    <a16:rowId xmlns:a16="http://schemas.microsoft.com/office/drawing/2014/main" val="10003"/>
                  </a:ext>
                </a:extLst>
              </a:tr>
            </a:tbl>
          </a:graphicData>
        </a:graphic>
      </p:graphicFrame>
      <p:sp>
        <p:nvSpPr>
          <p:cNvPr id="5" name="文本框 4">
            <a:extLst>
              <a:ext uri="{FF2B5EF4-FFF2-40B4-BE49-F238E27FC236}">
                <a16:creationId xmlns:a16="http://schemas.microsoft.com/office/drawing/2014/main" id="{4108CD76-F97C-4DC9-AC07-DC344A6B6939}"/>
              </a:ext>
            </a:extLst>
          </p:cNvPr>
          <p:cNvSpPr txBox="1"/>
          <p:nvPr/>
        </p:nvSpPr>
        <p:spPr>
          <a:xfrm>
            <a:off x="4644008" y="843558"/>
            <a:ext cx="4104456" cy="1323439"/>
          </a:xfrm>
          <a:prstGeom prst="rect">
            <a:avLst/>
          </a:prstGeom>
          <a:noFill/>
        </p:spPr>
        <p:txBody>
          <a:bodyPr wrap="square" rtlCol="0">
            <a:spAutoFit/>
          </a:bodyPr>
          <a:lstStyle/>
          <a:p>
            <a:r>
              <a:rPr lang="en-US" altLang="zh-CN" sz="2000" b="1" dirty="0">
                <a:latin typeface="Times New Roman" panose="02020603050405020304" pitchFamily="18" charset="0"/>
                <a:cs typeface="Times New Roman" panose="02020603050405020304" pitchFamily="18" charset="0"/>
              </a:rPr>
              <a:t>SELECT(</a:t>
            </a:r>
            <a:r>
              <a:rPr lang="en-US" altLang="zh-CN" sz="2000" b="1" dirty="0">
                <a:latin typeface="Times New Roman" panose="02020603050405020304" pitchFamily="18" charset="0"/>
                <a:cs typeface="Times New Roman" panose="02020603050405020304" pitchFamily="18" charset="0"/>
                <a:sym typeface="Symbol" panose="05050102010706020507" pitchFamily="18" charset="2"/>
              </a:rPr>
              <a:t>S’ ) = </a:t>
            </a:r>
            <a:r>
              <a:rPr lang="en-US" altLang="zh-CN" sz="2000" b="1" dirty="0">
                <a:latin typeface="Times New Roman" panose="02020603050405020304" pitchFamily="18" charset="0"/>
                <a:cs typeface="Times New Roman" panose="02020603050405020304" pitchFamily="18" charset="0"/>
              </a:rPr>
              <a:t>FOLLOW(S’) </a:t>
            </a:r>
          </a:p>
          <a:p>
            <a:r>
              <a:rPr lang="en-US" altLang="zh-CN" sz="2000" b="1" dirty="0">
                <a:latin typeface="Times New Roman" panose="02020603050405020304" pitchFamily="18" charset="0"/>
                <a:cs typeface="Times New Roman" panose="02020603050405020304" pitchFamily="18" charset="0"/>
              </a:rPr>
              <a:t>                              = {e, $}</a:t>
            </a:r>
          </a:p>
          <a:p>
            <a:r>
              <a:rPr lang="en-US" altLang="zh-CN" sz="2000" b="1" dirty="0">
                <a:latin typeface="Times New Roman" panose="02020603050405020304" pitchFamily="18" charset="0"/>
                <a:cs typeface="Times New Roman" panose="02020603050405020304" pitchFamily="18" charset="0"/>
              </a:rPr>
              <a:t>SELECT(</a:t>
            </a:r>
            <a:r>
              <a:rPr lang="en-US" altLang="zh-CN" sz="2000" b="1" dirty="0">
                <a:latin typeface="Times New Roman" panose="02020603050405020304" pitchFamily="18" charset="0"/>
                <a:cs typeface="Times New Roman" panose="02020603050405020304" pitchFamily="18" charset="0"/>
                <a:sym typeface="Symbol" panose="05050102010706020507" pitchFamily="18" charset="2"/>
              </a:rPr>
              <a:t>S’ </a:t>
            </a:r>
            <a:r>
              <a:rPr lang="en-US" altLang="zh-CN" sz="2000" b="1" dirty="0" err="1">
                <a:latin typeface="Times New Roman" panose="02020603050405020304" pitchFamily="18" charset="0"/>
                <a:cs typeface="Times New Roman" panose="02020603050405020304" pitchFamily="18" charset="0"/>
                <a:sym typeface="Symbol" panose="05050102010706020507" pitchFamily="18" charset="2"/>
              </a:rPr>
              <a:t>eS</a:t>
            </a:r>
            <a:r>
              <a:rPr lang="en-US" altLang="zh-CN" sz="2000" b="1" dirty="0">
                <a:latin typeface="Times New Roman" panose="02020603050405020304" pitchFamily="18" charset="0"/>
                <a:cs typeface="Times New Roman" panose="02020603050405020304" pitchFamily="18" charset="0"/>
                <a:sym typeface="Symbol" panose="05050102010706020507" pitchFamily="18" charset="2"/>
              </a:rPr>
              <a:t>) = FIRST(</a:t>
            </a:r>
            <a:r>
              <a:rPr lang="en-US" altLang="zh-CN" sz="2000" b="1" dirty="0" err="1">
                <a:latin typeface="Times New Roman" panose="02020603050405020304" pitchFamily="18" charset="0"/>
                <a:cs typeface="Times New Roman" panose="02020603050405020304" pitchFamily="18" charset="0"/>
                <a:sym typeface="Symbol" panose="05050102010706020507" pitchFamily="18" charset="2"/>
              </a:rPr>
              <a:t>eS</a:t>
            </a:r>
            <a:r>
              <a:rPr lang="en-US" altLang="zh-CN" sz="2000" b="1" dirty="0">
                <a:latin typeface="Times New Roman" panose="02020603050405020304" pitchFamily="18" charset="0"/>
                <a:cs typeface="Times New Roman" panose="02020603050405020304" pitchFamily="18" charset="0"/>
                <a:sym typeface="Symbol" panose="05050102010706020507" pitchFamily="18" charset="2"/>
              </a:rPr>
              <a:t>) </a:t>
            </a:r>
          </a:p>
          <a:p>
            <a:r>
              <a:rPr lang="en-US" altLang="zh-CN" sz="2000" b="1" dirty="0">
                <a:latin typeface="Times New Roman" panose="02020603050405020304" pitchFamily="18" charset="0"/>
                <a:cs typeface="Times New Roman" panose="02020603050405020304" pitchFamily="18" charset="0"/>
                <a:sym typeface="Symbol" panose="05050102010706020507" pitchFamily="18" charset="2"/>
              </a:rPr>
              <a:t>                                = {e}</a:t>
            </a:r>
            <a:endParaRPr lang="en-US" altLang="zh-CN" sz="2000" b="1" dirty="0">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7B738B2C-3BEB-47DA-8F41-95235C1BA260}"/>
              </a:ext>
            </a:extLst>
          </p:cNvPr>
          <p:cNvSpPr txBox="1"/>
          <p:nvPr/>
        </p:nvSpPr>
        <p:spPr>
          <a:xfrm>
            <a:off x="251520" y="4083918"/>
            <a:ext cx="8784976" cy="792140"/>
          </a:xfrm>
          <a:prstGeom prst="rect">
            <a:avLst/>
          </a:prstGeom>
          <a:noFill/>
        </p:spPr>
        <p:txBody>
          <a:bodyPr wrap="square" rtlCol="0">
            <a:spAutoFit/>
          </a:bodyPr>
          <a:lstStyle/>
          <a:p>
            <a:pPr marL="285750" indent="-285750">
              <a:lnSpc>
                <a:spcPts val="2800"/>
              </a:lnSpc>
              <a:buFont typeface="Wingdings" panose="05000000000000000000" pitchFamily="2" charset="2"/>
              <a:buChar char="Ø"/>
            </a:pPr>
            <a:r>
              <a:rPr lang="zh-CN" altLang="en-US" sz="2000" b="1" dirty="0">
                <a:latin typeface="+mn-ea"/>
                <a:ea typeface="+mn-ea"/>
              </a:rPr>
              <a:t>通过消歧规则消解冲突，</a:t>
            </a:r>
            <a:r>
              <a:rPr lang="zh-CN" altLang="en-US" sz="2000" b="1" dirty="0">
                <a:latin typeface="+mn-ea"/>
                <a:ea typeface="+mn-ea"/>
                <a:cs typeface="Times New Roman" panose="02020603050405020304" pitchFamily="18" charset="0"/>
              </a:rPr>
              <a:t>仍然可以使用预测分析法对该文法进行分析。</a:t>
            </a:r>
            <a:endParaRPr lang="en-US" altLang="zh-CN" sz="2000" b="1" dirty="0">
              <a:latin typeface="+mn-ea"/>
              <a:ea typeface="+mn-ea"/>
              <a:cs typeface="Times New Roman" panose="02020603050405020304" pitchFamily="18" charset="0"/>
            </a:endParaRPr>
          </a:p>
          <a:p>
            <a:pPr marL="285750" indent="-285750">
              <a:lnSpc>
                <a:spcPts val="2800"/>
              </a:lnSpc>
              <a:buFont typeface="Wingdings" panose="05000000000000000000" pitchFamily="2" charset="2"/>
              <a:buChar char="Ø"/>
            </a:pPr>
            <a:r>
              <a:rPr lang="zh-CN" altLang="en-US" sz="2000" b="1" dirty="0">
                <a:latin typeface="+mn-ea"/>
                <a:ea typeface="+mn-ea"/>
                <a:cs typeface="Times New Roman" panose="02020603050405020304" pitchFamily="18" charset="0"/>
              </a:rPr>
              <a:t>但不存在普遍适用的规则来消除任意文法预测分析表中的冲突条目。</a:t>
            </a:r>
            <a:endParaRPr lang="zh-CN" altLang="zh-CN" sz="2000" b="1" dirty="0">
              <a:latin typeface="+mn-ea"/>
              <a:ea typeface="+mn-ea"/>
              <a:cs typeface="Times New Roman" panose="02020603050405020304" pitchFamily="18" charset="0"/>
            </a:endParaRPr>
          </a:p>
        </p:txBody>
      </p:sp>
      <p:sp>
        <p:nvSpPr>
          <p:cNvPr id="8" name="矩形 7">
            <a:extLst>
              <a:ext uri="{FF2B5EF4-FFF2-40B4-BE49-F238E27FC236}">
                <a16:creationId xmlns:a16="http://schemas.microsoft.com/office/drawing/2014/main" id="{C437A7AA-506D-4801-89EC-D324BF0D96DE}"/>
              </a:ext>
            </a:extLst>
          </p:cNvPr>
          <p:cNvSpPr/>
          <p:nvPr/>
        </p:nvSpPr>
        <p:spPr>
          <a:xfrm>
            <a:off x="3703653" y="3089092"/>
            <a:ext cx="904415" cy="400110"/>
          </a:xfrm>
          <a:prstGeom prst="rect">
            <a:avLst/>
          </a:prstGeom>
        </p:spPr>
        <p:txBody>
          <a:bodyPr wrap="none">
            <a:spAutoFit/>
          </a:bodyPr>
          <a:lstStyle/>
          <a:p>
            <a:pPr algn="ctr" defTabSz="457200" eaLnBrk="1" fontAlgn="auto" hangingPunct="1">
              <a:spcBef>
                <a:spcPts val="0"/>
              </a:spcBef>
              <a:spcAft>
                <a:spcPts val="0"/>
              </a:spcAft>
              <a:defRPr/>
            </a:pPr>
            <a:r>
              <a:rPr lang="en-US" altLang="zh-CN" sz="2000" b="1" dirty="0">
                <a:solidFill>
                  <a:srgbClr val="FF0000"/>
                </a:solidFill>
                <a:latin typeface="Times New Roman" panose="02020603050405020304" pitchFamily="18" charset="0"/>
                <a:cs typeface="Times New Roman" panose="02020603050405020304" pitchFamily="18" charset="0"/>
              </a:rPr>
              <a:t>S</a:t>
            </a:r>
            <a:r>
              <a:rPr lang="en-US" altLang="zh-CN" sz="2000" b="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zh-CN" altLang="zh-CN" sz="2000" b="1" dirty="0">
                <a:solidFill>
                  <a:srgbClr val="FF0000"/>
                </a:solidFill>
                <a:latin typeface="Times New Roman" panose="02020603050405020304" pitchFamily="18" charset="0"/>
                <a:cs typeface="Times New Roman" panose="02020603050405020304" pitchFamily="18" charset="0"/>
              </a:rPr>
              <a:t>→</a:t>
            </a:r>
            <a:r>
              <a:rPr lang="en-US" altLang="zh-CN" sz="2000" b="1" dirty="0" err="1">
                <a:solidFill>
                  <a:srgbClr val="FF0000"/>
                </a:solidFill>
                <a:latin typeface="Times New Roman" panose="02020603050405020304" pitchFamily="18" charset="0"/>
                <a:cs typeface="Times New Roman" panose="02020603050405020304" pitchFamily="18" charset="0"/>
              </a:rPr>
              <a:t>eS</a:t>
            </a:r>
            <a:endParaRPr lang="zh-CN" altLang="zh-CN" sz="2000" b="1" dirty="0">
              <a:solidFill>
                <a:srgbClr val="FF0000"/>
              </a:solidFill>
              <a:latin typeface="Times New Roman" panose="02020603050405020304" pitchFamily="18" charset="0"/>
              <a:cs typeface="Times New Roman" panose="02020603050405020304" pitchFamily="18" charset="0"/>
            </a:endParaRPr>
          </a:p>
        </p:txBody>
      </p:sp>
      <p:sp>
        <p:nvSpPr>
          <p:cNvPr id="9" name="矩形 8">
            <a:extLst>
              <a:ext uri="{FF2B5EF4-FFF2-40B4-BE49-F238E27FC236}">
                <a16:creationId xmlns:a16="http://schemas.microsoft.com/office/drawing/2014/main" id="{DC59EB42-5DB5-4E16-AA71-94102C5D8E55}"/>
              </a:ext>
            </a:extLst>
          </p:cNvPr>
          <p:cNvSpPr/>
          <p:nvPr/>
        </p:nvSpPr>
        <p:spPr>
          <a:xfrm>
            <a:off x="3751058" y="3377124"/>
            <a:ext cx="760144" cy="400110"/>
          </a:xfrm>
          <a:prstGeom prst="rect">
            <a:avLst/>
          </a:prstGeom>
        </p:spPr>
        <p:txBody>
          <a:bodyPr wrap="none">
            <a:spAutoFit/>
          </a:bodyPr>
          <a:lstStyle/>
          <a:p>
            <a:pPr indent="0" algn="ctr">
              <a:lnSpc>
                <a:spcPct val="100000"/>
              </a:lnSpc>
              <a:spcAft>
                <a:spcPts val="0"/>
              </a:spcAft>
            </a:pPr>
            <a:r>
              <a:rPr lang="en-US" altLang="zh-CN" sz="2000" b="1" dirty="0">
                <a:solidFill>
                  <a:srgbClr val="FF0000"/>
                </a:solidFill>
                <a:latin typeface="Times New Roman" panose="02020603050405020304" pitchFamily="18" charset="0"/>
                <a:cs typeface="Times New Roman" panose="02020603050405020304" pitchFamily="18" charset="0"/>
              </a:rPr>
              <a:t>S</a:t>
            </a:r>
            <a:r>
              <a:rPr lang="en-US" altLang="zh-CN" sz="2000" b="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zh-CN" altLang="zh-CN" sz="2000" b="1" dirty="0">
                <a:solidFill>
                  <a:srgbClr val="FF0000"/>
                </a:solidFill>
                <a:latin typeface="Times New Roman" panose="02020603050405020304" pitchFamily="18" charset="0"/>
                <a:cs typeface="Times New Roman" panose="02020603050405020304" pitchFamily="18" charset="0"/>
              </a:rPr>
              <a:t>→</a:t>
            </a:r>
            <a:r>
              <a:rPr lang="en-US" altLang="zh-CN" sz="2000" b="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endParaRPr lang="zh-CN" altLang="zh-CN" sz="2000" b="1" dirty="0">
              <a:solidFill>
                <a:srgbClr val="FF0000"/>
              </a:solidFill>
              <a:latin typeface="Times New Roman" panose="02020603050405020304" pitchFamily="18" charset="0"/>
              <a:cs typeface="Times New Roman" panose="02020603050405020304" pitchFamily="18" charset="0"/>
            </a:endParaRPr>
          </a:p>
        </p:txBody>
      </p:sp>
      <p:cxnSp>
        <p:nvCxnSpPr>
          <p:cNvPr id="15" name="直接连接符 14">
            <a:extLst>
              <a:ext uri="{FF2B5EF4-FFF2-40B4-BE49-F238E27FC236}">
                <a16:creationId xmlns:a16="http://schemas.microsoft.com/office/drawing/2014/main" id="{E7FC149C-12A9-4E6B-851E-AE8CFE56CA1B}"/>
              </a:ext>
            </a:extLst>
          </p:cNvPr>
          <p:cNvCxnSpPr/>
          <p:nvPr/>
        </p:nvCxnSpPr>
        <p:spPr bwMode="auto">
          <a:xfrm>
            <a:off x="3751058" y="3602440"/>
            <a:ext cx="820942"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0" name="灯片编号占位符 9">
            <a:extLst>
              <a:ext uri="{FF2B5EF4-FFF2-40B4-BE49-F238E27FC236}">
                <a16:creationId xmlns:a16="http://schemas.microsoft.com/office/drawing/2014/main" id="{7D0FE5D1-4C76-46EC-A968-42555613F9B8}"/>
              </a:ext>
            </a:extLst>
          </p:cNvPr>
          <p:cNvSpPr>
            <a:spLocks noGrp="1"/>
          </p:cNvSpPr>
          <p:nvPr>
            <p:ph type="sldNum" sz="quarter" idx="12"/>
          </p:nvPr>
        </p:nvSpPr>
        <p:spPr/>
        <p:txBody>
          <a:bodyPr/>
          <a:lstStyle/>
          <a:p>
            <a:pPr>
              <a:defRPr/>
            </a:pPr>
            <a:fld id="{EA567855-7F13-4FC5-AD61-2B82F6443E16}" type="slidenum">
              <a:rPr lang="zh-CN" altLang="en-US" smtClean="0"/>
              <a:pPr>
                <a:defRPr/>
              </a:pPr>
              <a:t>63</a:t>
            </a:fld>
            <a:endParaRPr lang="en-US" altLang="zh-CN"/>
          </a:p>
        </p:txBody>
      </p:sp>
    </p:spTree>
    <p:extLst>
      <p:ext uri="{BB962C8B-B14F-4D97-AF65-F5344CB8AC3E}">
        <p14:creationId xmlns:p14="http://schemas.microsoft.com/office/powerpoint/2010/main" val="4268557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down)">
                                      <p:cBhvr>
                                        <p:cTn id="15" dur="500"/>
                                        <p:tgtEl>
                                          <p:spTgt spid="9"/>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ipe(down)">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down)">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wipe(down)">
                                      <p:cBhvr>
                                        <p:cTn id="2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9" grpId="0"/>
    </p:bldLst>
  </p:timing>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61219" name="Rectangle 3"/>
          <p:cNvSpPr>
            <a:spLocks noGrp="1" noChangeArrowheads="1"/>
          </p:cNvSpPr>
          <p:nvPr>
            <p:ph idx="1"/>
          </p:nvPr>
        </p:nvSpPr>
        <p:spPr>
          <a:xfrm>
            <a:off x="755576" y="771550"/>
            <a:ext cx="7560840" cy="4320480"/>
          </a:xfrm>
          <a:noFill/>
        </p:spPr>
        <p:txBody>
          <a:bodyPr vert="horz" wrap="square" lIns="69056" tIns="34529" rIns="69056" bIns="34529" numCol="1" anchor="t" anchorCtr="0" compatLnSpc="1">
            <a:prstTxWarp prst="textNoShape">
              <a:avLst/>
            </a:prstTxWarp>
          </a:bodyPr>
          <a:lstStyle/>
          <a:p>
            <a:pPr eaLnBrk="1" hangingPunct="1">
              <a:buFont typeface="Wingdings" panose="05000000000000000000" pitchFamily="2" charset="2"/>
              <a:buNone/>
            </a:pPr>
            <a:r>
              <a:rPr lang="en-US" altLang="zh-CN" sz="2100" dirty="0">
                <a:latin typeface="华文楷体" panose="02010600040101010101" pitchFamily="2" charset="-122"/>
                <a:ea typeface="华文楷体" panose="02010600040101010101" pitchFamily="2" charset="-122"/>
              </a:rPr>
              <a:t>1. </a:t>
            </a:r>
            <a:r>
              <a:rPr lang="zh-CN" altLang="en-US" sz="2100" dirty="0">
                <a:latin typeface="华文楷体" panose="02010600040101010101" pitchFamily="2" charset="-122"/>
                <a:ea typeface="华文楷体" panose="02010600040101010101" pitchFamily="2" charset="-122"/>
              </a:rPr>
              <a:t>改造文法：消除二义性、消除左递归、提取左公因子</a:t>
            </a:r>
          </a:p>
          <a:p>
            <a:pPr eaLnBrk="1" hangingPunct="1">
              <a:buNone/>
            </a:pPr>
            <a:r>
              <a:rPr lang="en-US" altLang="zh-CN" sz="2100" dirty="0">
                <a:latin typeface="华文楷体" panose="02010600040101010101" pitchFamily="2" charset="-122"/>
                <a:ea typeface="华文楷体" panose="02010600040101010101" pitchFamily="2" charset="-122"/>
              </a:rPr>
              <a:t>2. </a:t>
            </a:r>
            <a:r>
              <a:rPr lang="zh-CN" altLang="en-US" sz="2100" dirty="0">
                <a:latin typeface="华文楷体" panose="02010600040101010101" pitchFamily="2" charset="-122"/>
                <a:ea typeface="华文楷体" panose="02010600040101010101" pitchFamily="2" charset="-122"/>
              </a:rPr>
              <a:t>判断是否</a:t>
            </a:r>
            <a:r>
              <a:rPr lang="en-US" altLang="zh-CN" sz="2100" dirty="0">
                <a:latin typeface="华文楷体" panose="02010600040101010101" pitchFamily="2" charset="-122"/>
              </a:rPr>
              <a:t>LL(1)</a:t>
            </a:r>
            <a:r>
              <a:rPr lang="zh-CN" altLang="en-US" sz="2100" dirty="0">
                <a:latin typeface="华文楷体" panose="02010600040101010101" pitchFamily="2" charset="-122"/>
              </a:rPr>
              <a:t>文法：具有相同左部的产生式的</a:t>
            </a:r>
            <a:r>
              <a:rPr lang="en-US" altLang="zh-CN" sz="2100" dirty="0">
                <a:latin typeface="华文楷体" panose="02010600040101010101" pitchFamily="2" charset="-122"/>
              </a:rPr>
              <a:t>SELECT</a:t>
            </a:r>
            <a:r>
              <a:rPr lang="zh-CN" altLang="en-US" sz="2100" dirty="0">
                <a:latin typeface="华文楷体" panose="02010600040101010101" pitchFamily="2" charset="-122"/>
              </a:rPr>
              <a:t>集互不相交。</a:t>
            </a:r>
          </a:p>
          <a:p>
            <a:pPr lvl="1" eaLnBrk="1" hangingPunct="1">
              <a:buFont typeface="Wingdings" panose="05000000000000000000" pitchFamily="2" charset="2"/>
              <a:buNone/>
            </a:pPr>
            <a:r>
              <a:rPr lang="zh-CN" altLang="en-US" sz="1900" dirty="0">
                <a:latin typeface="华文楷体" panose="02010600040101010101" pitchFamily="2" charset="-122"/>
                <a:ea typeface="华文楷体" panose="02010600040101010101" pitchFamily="2" charset="-122"/>
              </a:rPr>
              <a:t>（</a:t>
            </a:r>
            <a:r>
              <a:rPr lang="en-US" altLang="zh-CN" sz="1900" dirty="0">
                <a:latin typeface="华文楷体" panose="02010600040101010101" pitchFamily="2" charset="-122"/>
                <a:ea typeface="华文楷体" panose="02010600040101010101" pitchFamily="2" charset="-122"/>
              </a:rPr>
              <a:t>1</a:t>
            </a:r>
            <a:r>
              <a:rPr lang="zh-CN" altLang="en-US" sz="1900" dirty="0">
                <a:latin typeface="华文楷体" panose="02010600040101010101" pitchFamily="2" charset="-122"/>
                <a:ea typeface="华文楷体" panose="02010600040101010101" pitchFamily="2" charset="-122"/>
              </a:rPr>
              <a:t>）求每个非终结符的</a:t>
            </a:r>
            <a:r>
              <a:rPr lang="en-US" altLang="zh-CN" sz="1900" dirty="0">
                <a:latin typeface="华文楷体" panose="02010600040101010101" pitchFamily="2" charset="-122"/>
                <a:ea typeface="华文楷体" panose="02010600040101010101" pitchFamily="2" charset="-122"/>
              </a:rPr>
              <a:t>FIRST</a:t>
            </a:r>
            <a:r>
              <a:rPr lang="zh-CN" altLang="en-US" sz="1900" dirty="0">
                <a:latin typeface="华文楷体" panose="02010600040101010101" pitchFamily="2" charset="-122"/>
                <a:ea typeface="华文楷体" panose="02010600040101010101" pitchFamily="2" charset="-122"/>
              </a:rPr>
              <a:t>集和</a:t>
            </a:r>
            <a:r>
              <a:rPr lang="en-US" altLang="zh-CN" sz="1900" dirty="0">
                <a:latin typeface="华文楷体" panose="02010600040101010101" pitchFamily="2" charset="-122"/>
                <a:ea typeface="华文楷体" panose="02010600040101010101" pitchFamily="2" charset="-122"/>
              </a:rPr>
              <a:t>FOLLOW</a:t>
            </a:r>
            <a:r>
              <a:rPr lang="zh-CN" altLang="en-US" sz="1900" dirty="0">
                <a:latin typeface="华文楷体" panose="02010600040101010101" pitchFamily="2" charset="-122"/>
                <a:ea typeface="华文楷体" panose="02010600040101010101" pitchFamily="2" charset="-122"/>
              </a:rPr>
              <a:t>集</a:t>
            </a:r>
            <a:endParaRPr lang="en-US" altLang="zh-CN" sz="1900" dirty="0">
              <a:latin typeface="华文楷体" panose="02010600040101010101" pitchFamily="2" charset="-122"/>
              <a:ea typeface="华文楷体" panose="02010600040101010101" pitchFamily="2" charset="-122"/>
            </a:endParaRPr>
          </a:p>
          <a:p>
            <a:pPr lvl="1" eaLnBrk="1" hangingPunct="1">
              <a:buFont typeface="Wingdings" panose="05000000000000000000" pitchFamily="2" charset="2"/>
              <a:buNone/>
            </a:pPr>
            <a:r>
              <a:rPr lang="zh-CN" altLang="en-US" sz="1900" dirty="0">
                <a:latin typeface="华文楷体" panose="02010600040101010101" pitchFamily="2" charset="-122"/>
                <a:ea typeface="华文楷体" panose="02010600040101010101" pitchFamily="2" charset="-122"/>
              </a:rPr>
              <a:t>（</a:t>
            </a:r>
            <a:r>
              <a:rPr lang="en-US" altLang="zh-CN" sz="1900" dirty="0">
                <a:latin typeface="华文楷体" panose="02010600040101010101" pitchFamily="2" charset="-122"/>
                <a:ea typeface="华文楷体" panose="02010600040101010101" pitchFamily="2" charset="-122"/>
              </a:rPr>
              <a:t>2</a:t>
            </a:r>
            <a:r>
              <a:rPr lang="zh-CN" altLang="en-US" sz="1900" dirty="0">
                <a:latin typeface="华文楷体" panose="02010600040101010101" pitchFamily="2" charset="-122"/>
                <a:ea typeface="华文楷体" panose="02010600040101010101" pitchFamily="2" charset="-122"/>
              </a:rPr>
              <a:t>）求每个候选式的</a:t>
            </a:r>
            <a:r>
              <a:rPr lang="en-US" altLang="zh-CN" sz="1900" dirty="0">
                <a:latin typeface="华文楷体" panose="02010600040101010101" pitchFamily="2" charset="-122"/>
                <a:ea typeface="华文楷体" panose="02010600040101010101" pitchFamily="2" charset="-122"/>
              </a:rPr>
              <a:t>FIRST</a:t>
            </a:r>
            <a:r>
              <a:rPr lang="zh-CN" altLang="zh-CN" sz="1900" dirty="0">
                <a:latin typeface="华文楷体" panose="02010600040101010101" pitchFamily="2" charset="-122"/>
                <a:ea typeface="华文楷体" panose="02010600040101010101" pitchFamily="2" charset="-122"/>
              </a:rPr>
              <a:t>集</a:t>
            </a:r>
            <a:endParaRPr lang="en-US" altLang="zh-CN" sz="1900" dirty="0">
              <a:latin typeface="华文楷体" panose="02010600040101010101" pitchFamily="2" charset="-122"/>
              <a:ea typeface="华文楷体" panose="02010600040101010101" pitchFamily="2" charset="-122"/>
            </a:endParaRPr>
          </a:p>
          <a:p>
            <a:pPr lvl="1" eaLnBrk="1" hangingPunct="1">
              <a:buFont typeface="Wingdings" panose="05000000000000000000" pitchFamily="2" charset="2"/>
              <a:buNone/>
            </a:pPr>
            <a:r>
              <a:rPr lang="zh-CN" altLang="en-US" sz="1900" dirty="0">
                <a:latin typeface="华文楷体" panose="02010600040101010101" pitchFamily="2" charset="-122"/>
                <a:ea typeface="华文楷体" panose="02010600040101010101" pitchFamily="2" charset="-122"/>
              </a:rPr>
              <a:t>（</a:t>
            </a:r>
            <a:r>
              <a:rPr lang="en-US" altLang="zh-CN" sz="1900" dirty="0">
                <a:latin typeface="华文楷体" panose="02010600040101010101" pitchFamily="2" charset="-122"/>
                <a:ea typeface="华文楷体" panose="02010600040101010101" pitchFamily="2" charset="-122"/>
              </a:rPr>
              <a:t>3</a:t>
            </a:r>
            <a:r>
              <a:rPr lang="zh-CN" altLang="en-US" sz="1900" dirty="0">
                <a:latin typeface="华文楷体" panose="02010600040101010101" pitchFamily="2" charset="-122"/>
                <a:ea typeface="华文楷体" panose="02010600040101010101" pitchFamily="2" charset="-122"/>
              </a:rPr>
              <a:t>）求具有相同左部产生式的</a:t>
            </a:r>
            <a:r>
              <a:rPr lang="en-US" altLang="zh-CN" sz="1900" dirty="0">
                <a:latin typeface="华文楷体" panose="02010600040101010101" pitchFamily="2" charset="-122"/>
                <a:ea typeface="华文楷体" panose="02010600040101010101" pitchFamily="2" charset="-122"/>
              </a:rPr>
              <a:t>SELECT</a:t>
            </a:r>
            <a:r>
              <a:rPr lang="zh-CN" altLang="en-US" sz="1900" dirty="0">
                <a:latin typeface="华文楷体" panose="02010600040101010101" pitchFamily="2" charset="-122"/>
                <a:ea typeface="华文楷体" panose="02010600040101010101" pitchFamily="2" charset="-122"/>
              </a:rPr>
              <a:t>集</a:t>
            </a:r>
            <a:endParaRPr lang="zh-CN" altLang="zh-CN" sz="1900" dirty="0">
              <a:latin typeface="华文楷体" panose="02010600040101010101" pitchFamily="2" charset="-122"/>
              <a:ea typeface="华文楷体" panose="02010600040101010101" pitchFamily="2" charset="-122"/>
            </a:endParaRPr>
          </a:p>
          <a:p>
            <a:pPr eaLnBrk="1" hangingPunct="1">
              <a:buFont typeface="Wingdings" panose="05000000000000000000" pitchFamily="2" charset="2"/>
              <a:buNone/>
            </a:pPr>
            <a:r>
              <a:rPr lang="en-US" altLang="zh-CN" sz="2100" dirty="0">
                <a:latin typeface="华文楷体" panose="02010600040101010101" pitchFamily="2" charset="-122"/>
                <a:ea typeface="华文楷体" panose="02010600040101010101" pitchFamily="2" charset="-122"/>
              </a:rPr>
              <a:t>3. </a:t>
            </a:r>
            <a:r>
              <a:rPr lang="zh-CN" altLang="en-US" sz="2100" dirty="0">
                <a:latin typeface="华文楷体" panose="02010600040101010101" pitchFamily="2" charset="-122"/>
                <a:ea typeface="华文楷体" panose="02010600040101010101" pitchFamily="2" charset="-122"/>
              </a:rPr>
              <a:t>若是</a:t>
            </a:r>
            <a:r>
              <a:rPr lang="en-US" altLang="zh-CN" sz="2100" dirty="0">
                <a:latin typeface="华文楷体" panose="02010600040101010101" pitchFamily="2" charset="-122"/>
                <a:ea typeface="华文楷体" panose="02010600040101010101" pitchFamily="2" charset="-122"/>
              </a:rPr>
              <a:t>LL(1)</a:t>
            </a:r>
            <a:r>
              <a:rPr lang="zh-CN" altLang="en-US" sz="2100" dirty="0">
                <a:latin typeface="华文楷体" panose="02010600040101010101" pitchFamily="2" charset="-122"/>
                <a:ea typeface="华文楷体" panose="02010600040101010101" pitchFamily="2" charset="-122"/>
              </a:rPr>
              <a:t>文法，构造预测析表，实现预测分析器。</a:t>
            </a:r>
            <a:endParaRPr lang="en-US" altLang="zh-CN" sz="2100" dirty="0">
              <a:latin typeface="华文楷体" panose="02010600040101010101" pitchFamily="2" charset="-122"/>
              <a:ea typeface="华文楷体" panose="02010600040101010101" pitchFamily="2" charset="-122"/>
            </a:endParaRPr>
          </a:p>
          <a:p>
            <a:pPr eaLnBrk="1" hangingPunct="1">
              <a:buFont typeface="Wingdings" panose="05000000000000000000" pitchFamily="2" charset="2"/>
              <a:buNone/>
            </a:pPr>
            <a:r>
              <a:rPr lang="en-US" altLang="zh-CN" sz="2100" dirty="0">
                <a:latin typeface="华文楷体" panose="02010600040101010101" pitchFamily="2" charset="-122"/>
                <a:ea typeface="华文楷体" panose="02010600040101010101" pitchFamily="2" charset="-122"/>
              </a:rPr>
              <a:t>4. </a:t>
            </a:r>
            <a:r>
              <a:rPr lang="zh-CN" altLang="en-US" sz="2100" dirty="0">
                <a:latin typeface="华文楷体" panose="02010600040101010101" pitchFamily="2" charset="-122"/>
                <a:ea typeface="华文楷体" panose="02010600040101010101" pitchFamily="2" charset="-122"/>
              </a:rPr>
              <a:t>若不是 </a:t>
            </a:r>
            <a:r>
              <a:rPr lang="en-US" altLang="zh-CN" sz="2100" dirty="0">
                <a:latin typeface="华文楷体" panose="02010600040101010101" pitchFamily="2" charset="-122"/>
                <a:ea typeface="华文楷体" panose="02010600040101010101" pitchFamily="2" charset="-122"/>
              </a:rPr>
              <a:t>LL(1)</a:t>
            </a:r>
            <a:r>
              <a:rPr lang="zh-CN" altLang="en-US" sz="2100" dirty="0">
                <a:latin typeface="华文楷体" panose="02010600040101010101" pitchFamily="2" charset="-122"/>
                <a:ea typeface="华文楷体" panose="02010600040101010101" pitchFamily="2" charset="-122"/>
              </a:rPr>
              <a:t>文法</a:t>
            </a:r>
            <a:r>
              <a:rPr lang="en-US" altLang="zh-CN" sz="1800" dirty="0">
                <a:latin typeface="华文楷体" panose="02010600040101010101" pitchFamily="2" charset="-122"/>
                <a:ea typeface="华文楷体" panose="02010600040101010101" pitchFamily="2" charset="-122"/>
              </a:rPr>
              <a:t>, </a:t>
            </a:r>
            <a:r>
              <a:rPr lang="zh-CN" altLang="en-US" sz="2000" dirty="0">
                <a:latin typeface="华文楷体" panose="02010600040101010101" pitchFamily="2" charset="-122"/>
                <a:ea typeface="华文楷体" panose="02010600040101010101" pitchFamily="2" charset="-122"/>
              </a:rPr>
              <a:t>说明文法的复杂性超过预测分析法的分析能力。</a:t>
            </a:r>
            <a:endParaRPr lang="en-US" altLang="zh-CN" sz="2000" dirty="0">
              <a:latin typeface="华文楷体" panose="02010600040101010101" pitchFamily="2" charset="-122"/>
              <a:ea typeface="华文楷体" panose="02010600040101010101" pitchFamily="2" charset="-122"/>
            </a:endParaRPr>
          </a:p>
          <a:p>
            <a:pPr lvl="1" eaLnBrk="1" hangingPunct="1"/>
            <a:r>
              <a:rPr lang="zh-CN" altLang="en-US" sz="2000" dirty="0">
                <a:latin typeface="华文楷体" panose="02010600040101010101" pitchFamily="2" charset="-122"/>
                <a:ea typeface="华文楷体" panose="02010600040101010101" pitchFamily="2" charset="-122"/>
              </a:rPr>
              <a:t>需要附加新的“信息”，处理冲突表项，依然可以采用预测分析法。</a:t>
            </a:r>
            <a:endParaRPr lang="en-US" altLang="zh-CN" sz="2000" dirty="0">
              <a:latin typeface="华文楷体" panose="02010600040101010101" pitchFamily="2" charset="-122"/>
              <a:ea typeface="华文楷体" panose="02010600040101010101" pitchFamily="2" charset="-122"/>
            </a:endParaRPr>
          </a:p>
          <a:p>
            <a:pPr lvl="1" eaLnBrk="1" hangingPunct="1"/>
            <a:r>
              <a:rPr lang="zh-CN" altLang="en-US" sz="2000" dirty="0">
                <a:latin typeface="华文楷体" panose="02010600040101010101" pitchFamily="2" charset="-122"/>
                <a:ea typeface="华文楷体" panose="02010600040101010101" pitchFamily="2" charset="-122"/>
              </a:rPr>
              <a:t>无法处理冲突，建议采用自底向上分析方法。</a:t>
            </a:r>
            <a:endParaRPr lang="zh-CN" altLang="en-US" sz="1800" dirty="0">
              <a:latin typeface="华文楷体" panose="02010600040101010101" pitchFamily="2" charset="-122"/>
              <a:ea typeface="华文楷体" panose="02010600040101010101" pitchFamily="2" charset="-122"/>
            </a:endParaRPr>
          </a:p>
        </p:txBody>
      </p:sp>
      <p:sp>
        <p:nvSpPr>
          <p:cNvPr id="65540" name="Rectangle 2"/>
          <p:cNvSpPr>
            <a:spLocks noGrp="1" noChangeArrowheads="1"/>
          </p:cNvSpPr>
          <p:nvPr>
            <p:ph type="title"/>
          </p:nvPr>
        </p:nvSpPr>
        <p:spPr>
          <a:noFill/>
        </p:spPr>
        <p:txBody>
          <a:bodyPr vert="horz" wrap="square" lIns="69056" tIns="34529" rIns="69056" bIns="34529" numCol="1" anchor="ctr" anchorCtr="0" compatLnSpc="1">
            <a:prstTxWarp prst="textNoShape">
              <a:avLst/>
            </a:prstTxWarp>
          </a:bodyPr>
          <a:lstStyle/>
          <a:p>
            <a:pPr eaLnBrk="1" hangingPunct="1"/>
            <a:r>
              <a:rPr lang="zh-CN" altLang="en-US">
                <a:latin typeface="微软雅黑" panose="020B0503020204020204" pitchFamily="34" charset="-122"/>
                <a:ea typeface="微软雅黑" panose="020B0503020204020204" pitchFamily="34" charset="-122"/>
              </a:rPr>
              <a:t>预测分析法的实现步骤</a:t>
            </a:r>
          </a:p>
        </p:txBody>
      </p:sp>
      <p:sp>
        <p:nvSpPr>
          <p:cNvPr id="65539" name="灯片编号占位符 5"/>
          <p:cNvSpPr>
            <a:spLocks noGrp="1"/>
          </p:cNvSpPr>
          <p:nvPr>
            <p:ph type="sldNum" sz="quarter" idx="12"/>
          </p:nvPr>
        </p:nvSpPr>
        <p:spPr>
          <a:noFill/>
        </p:spPr>
        <p:txBody>
          <a:bodyPr anchor="t"/>
          <a:lstStyle>
            <a:lvl1pPr>
              <a:spcBef>
                <a:spcPct val="20000"/>
              </a:spcBef>
              <a:buClr>
                <a:schemeClr val="folHlink"/>
              </a:buClr>
              <a:buSzPct val="60000"/>
              <a:buFont typeface="Wingdings" panose="05000000000000000000" pitchFamily="2" charset="2"/>
              <a:buChar char="n"/>
              <a:defRPr sz="2400" b="1">
                <a:solidFill>
                  <a:schemeClr val="tx1"/>
                </a:solidFill>
                <a:latin typeface="Tahoma" panose="020B0604030504040204" pitchFamily="34" charset="0"/>
                <a:ea typeface="楷体_GB2312" panose="02010609030101010101" pitchFamily="49" charset="-122"/>
              </a:defRPr>
            </a:lvl1pPr>
            <a:lvl2pPr marL="557213" indent="-214313">
              <a:spcBef>
                <a:spcPct val="20000"/>
              </a:spcBef>
              <a:buClr>
                <a:schemeClr val="hlink"/>
              </a:buClr>
              <a:buSzPct val="55000"/>
              <a:buFont typeface="Wingdings" panose="05000000000000000000" pitchFamily="2" charset="2"/>
              <a:buChar char="n"/>
              <a:defRPr sz="2100" b="1">
                <a:solidFill>
                  <a:schemeClr val="tx1"/>
                </a:solidFill>
                <a:latin typeface="Tahoma" panose="020B0604030504040204" pitchFamily="34" charset="0"/>
                <a:ea typeface="楷体_GB2312" panose="02010609030101010101" pitchFamily="49" charset="-122"/>
              </a:defRPr>
            </a:lvl2pPr>
            <a:lvl3pPr marL="857250" indent="-171450">
              <a:spcBef>
                <a:spcPct val="20000"/>
              </a:spcBef>
              <a:buClr>
                <a:schemeClr val="folHlink"/>
              </a:buClr>
              <a:buSzPct val="50000"/>
              <a:buFont typeface="Wingdings" panose="05000000000000000000" pitchFamily="2" charset="2"/>
              <a:buChar char="n"/>
              <a:defRPr sz="1800" b="1">
                <a:solidFill>
                  <a:schemeClr val="tx1"/>
                </a:solidFill>
                <a:latin typeface="Tahoma" panose="020B0604030504040204" pitchFamily="34" charset="0"/>
                <a:ea typeface="楷体_GB2312" panose="02010609030101010101" pitchFamily="49" charset="-122"/>
              </a:defRPr>
            </a:lvl3pPr>
            <a:lvl4pPr marL="1200150" indent="-171450">
              <a:spcBef>
                <a:spcPct val="20000"/>
              </a:spcBef>
              <a:buClr>
                <a:schemeClr val="accent2"/>
              </a:buClr>
              <a:buSzPct val="55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4pPr>
            <a:lvl5pPr marL="1543050" indent="-171450">
              <a:spcBef>
                <a:spcPct val="20000"/>
              </a:spcBef>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5pPr>
            <a:lvl6pPr marL="18859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6pPr>
            <a:lvl7pPr marL="22288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7pPr>
            <a:lvl8pPr marL="25717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8pPr>
            <a:lvl9pPr marL="29146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9pPr>
          </a:lstStyle>
          <a:p>
            <a:pPr>
              <a:spcBef>
                <a:spcPct val="0"/>
              </a:spcBef>
              <a:buClrTx/>
              <a:buSzTx/>
              <a:buFontTx/>
              <a:buNone/>
            </a:pPr>
            <a:fld id="{CFD8210C-0A69-44FB-A206-279D141EDB79}" type="slidenum">
              <a:rPr lang="en-US" altLang="zh-CN" sz="1050" b="0">
                <a:latin typeface="Arial" panose="020B0604020202020204" pitchFamily="34" charset="0"/>
                <a:ea typeface="宋体" panose="02010600030101010101" pitchFamily="2" charset="-122"/>
              </a:rPr>
              <a:pPr>
                <a:spcBef>
                  <a:spcPct val="0"/>
                </a:spcBef>
                <a:buClrTx/>
                <a:buSzTx/>
                <a:buFontTx/>
                <a:buNone/>
              </a:pPr>
              <a:t>64</a:t>
            </a:fld>
            <a:endParaRPr lang="en-US" altLang="zh-CN" sz="1050" b="0" dirty="0">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907196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iterate type="lt">
                                    <p:tmPct val="100000"/>
                                  </p:iterate>
                                  <p:childTnLst>
                                    <p:set>
                                      <p:cBhvr>
                                        <p:cTn id="6" dur="1" fill="hold">
                                          <p:stCondLst>
                                            <p:cond delay="0"/>
                                          </p:stCondLst>
                                        </p:cTn>
                                        <p:tgtEl>
                                          <p:spTgt spid="1161219">
                                            <p:txEl>
                                              <p:pRg st="0" end="0"/>
                                            </p:txEl>
                                          </p:spTgt>
                                        </p:tgtEl>
                                        <p:attrNameLst>
                                          <p:attrName>style.visibility</p:attrName>
                                        </p:attrNameLst>
                                      </p:cBhvr>
                                      <p:to>
                                        <p:strVal val="visible"/>
                                      </p:to>
                                    </p:set>
                                    <p:animEffect transition="in" filter="wipe(up)">
                                      <p:cBhvr>
                                        <p:cTn id="7" dur="75"/>
                                        <p:tgtEl>
                                          <p:spTgt spid="1161219">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3" name="TYPE.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iterate type="lt">
                                    <p:tmPct val="100000"/>
                                  </p:iterate>
                                  <p:childTnLst>
                                    <p:set>
                                      <p:cBhvr>
                                        <p:cTn id="11" dur="1" fill="hold">
                                          <p:stCondLst>
                                            <p:cond delay="0"/>
                                          </p:stCondLst>
                                        </p:cTn>
                                        <p:tgtEl>
                                          <p:spTgt spid="1161219">
                                            <p:txEl>
                                              <p:pRg st="1" end="1"/>
                                            </p:txEl>
                                          </p:spTgt>
                                        </p:tgtEl>
                                        <p:attrNameLst>
                                          <p:attrName>style.visibility</p:attrName>
                                        </p:attrNameLst>
                                      </p:cBhvr>
                                      <p:to>
                                        <p:strVal val="visible"/>
                                      </p:to>
                                    </p:set>
                                    <p:animEffect transition="in" filter="wipe(up)">
                                      <p:cBhvr>
                                        <p:cTn id="12" dur="75"/>
                                        <p:tgtEl>
                                          <p:spTgt spid="1161219">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3" name="TYPE.WAV"/>
                                        </p:tgtEl>
                                      </p:cMediaNode>
                                    </p:audio>
                                  </p:subTnLst>
                                </p:cTn>
                              </p:par>
                              <p:par>
                                <p:cTn id="13" presetID="22" presetClass="entr" presetSubtype="1" fill="hold" grpId="0" nodeType="withEffect">
                                  <p:stCondLst>
                                    <p:cond delay="0"/>
                                  </p:stCondLst>
                                  <p:iterate type="lt">
                                    <p:tmPct val="100000"/>
                                  </p:iterate>
                                  <p:childTnLst>
                                    <p:set>
                                      <p:cBhvr>
                                        <p:cTn id="14" dur="1" fill="hold">
                                          <p:stCondLst>
                                            <p:cond delay="0"/>
                                          </p:stCondLst>
                                        </p:cTn>
                                        <p:tgtEl>
                                          <p:spTgt spid="1161219">
                                            <p:txEl>
                                              <p:pRg st="2" end="2"/>
                                            </p:txEl>
                                          </p:spTgt>
                                        </p:tgtEl>
                                        <p:attrNameLst>
                                          <p:attrName>style.visibility</p:attrName>
                                        </p:attrNameLst>
                                      </p:cBhvr>
                                      <p:to>
                                        <p:strVal val="visible"/>
                                      </p:to>
                                    </p:set>
                                    <p:animEffect transition="in" filter="wipe(up)">
                                      <p:cBhvr>
                                        <p:cTn id="15" dur="75"/>
                                        <p:tgtEl>
                                          <p:spTgt spid="1161219">
                                            <p:txEl>
                                              <p:pRg st="2" end="2"/>
                                            </p:txEl>
                                          </p:spTgt>
                                        </p:tgtEl>
                                      </p:cBhvr>
                                    </p:animEffect>
                                  </p:childTnLst>
                                  <p:subTnLst>
                                    <p:audio>
                                      <p:cMediaNode>
                                        <p:cTn display="0" masterRel="sameClick">
                                          <p:stCondLst>
                                            <p:cond evt="begin" delay="0">
                                              <p:tn val="13"/>
                                            </p:cond>
                                          </p:stCondLst>
                                          <p:endCondLst>
                                            <p:cond evt="onStopAudio" delay="0">
                                              <p:tgtEl>
                                                <p:sldTgt/>
                                              </p:tgtEl>
                                            </p:cond>
                                          </p:endCondLst>
                                        </p:cTn>
                                        <p:tgtEl>
                                          <p:sndTgt r:embed="rId3" name="TYPE.WAV"/>
                                        </p:tgtEl>
                                      </p:cMediaNode>
                                    </p:audio>
                                  </p:subTnLst>
                                </p:cTn>
                              </p:par>
                              <p:par>
                                <p:cTn id="16" presetID="22" presetClass="entr" presetSubtype="1" fill="hold" grpId="0" nodeType="withEffect">
                                  <p:stCondLst>
                                    <p:cond delay="0"/>
                                  </p:stCondLst>
                                  <p:iterate type="lt">
                                    <p:tmPct val="100000"/>
                                  </p:iterate>
                                  <p:childTnLst>
                                    <p:set>
                                      <p:cBhvr>
                                        <p:cTn id="17" dur="1" fill="hold">
                                          <p:stCondLst>
                                            <p:cond delay="0"/>
                                          </p:stCondLst>
                                        </p:cTn>
                                        <p:tgtEl>
                                          <p:spTgt spid="1161219">
                                            <p:txEl>
                                              <p:pRg st="3" end="3"/>
                                            </p:txEl>
                                          </p:spTgt>
                                        </p:tgtEl>
                                        <p:attrNameLst>
                                          <p:attrName>style.visibility</p:attrName>
                                        </p:attrNameLst>
                                      </p:cBhvr>
                                      <p:to>
                                        <p:strVal val="visible"/>
                                      </p:to>
                                    </p:set>
                                    <p:animEffect transition="in" filter="wipe(up)">
                                      <p:cBhvr>
                                        <p:cTn id="18" dur="75"/>
                                        <p:tgtEl>
                                          <p:spTgt spid="1161219">
                                            <p:txEl>
                                              <p:pRg st="3" end="3"/>
                                            </p:txEl>
                                          </p:spTgt>
                                        </p:tgtEl>
                                      </p:cBhvr>
                                    </p:animEffect>
                                  </p:childTnLst>
                                  <p:subTnLst>
                                    <p:audio>
                                      <p:cMediaNode>
                                        <p:cTn display="0" masterRel="sameClick">
                                          <p:stCondLst>
                                            <p:cond evt="begin" delay="0">
                                              <p:tn val="16"/>
                                            </p:cond>
                                          </p:stCondLst>
                                          <p:endCondLst>
                                            <p:cond evt="onStopAudio" delay="0">
                                              <p:tgtEl>
                                                <p:sldTgt/>
                                              </p:tgtEl>
                                            </p:cond>
                                          </p:endCondLst>
                                        </p:cTn>
                                        <p:tgtEl>
                                          <p:sndTgt r:embed="rId3" name="TYPE.WAV"/>
                                        </p:tgtEl>
                                      </p:cMediaNode>
                                    </p:audio>
                                  </p:subTnLst>
                                </p:cTn>
                              </p:par>
                              <p:par>
                                <p:cTn id="19" presetID="22" presetClass="entr" presetSubtype="1" fill="hold" grpId="0" nodeType="withEffect">
                                  <p:stCondLst>
                                    <p:cond delay="0"/>
                                  </p:stCondLst>
                                  <p:iterate type="lt">
                                    <p:tmPct val="100000"/>
                                  </p:iterate>
                                  <p:childTnLst>
                                    <p:set>
                                      <p:cBhvr>
                                        <p:cTn id="20" dur="1" fill="hold">
                                          <p:stCondLst>
                                            <p:cond delay="0"/>
                                          </p:stCondLst>
                                        </p:cTn>
                                        <p:tgtEl>
                                          <p:spTgt spid="1161219">
                                            <p:txEl>
                                              <p:pRg st="4" end="4"/>
                                            </p:txEl>
                                          </p:spTgt>
                                        </p:tgtEl>
                                        <p:attrNameLst>
                                          <p:attrName>style.visibility</p:attrName>
                                        </p:attrNameLst>
                                      </p:cBhvr>
                                      <p:to>
                                        <p:strVal val="visible"/>
                                      </p:to>
                                    </p:set>
                                    <p:animEffect transition="in" filter="wipe(up)">
                                      <p:cBhvr>
                                        <p:cTn id="21" dur="75"/>
                                        <p:tgtEl>
                                          <p:spTgt spid="1161219">
                                            <p:txEl>
                                              <p:pRg st="4" end="4"/>
                                            </p:txEl>
                                          </p:spTgt>
                                        </p:tgtEl>
                                      </p:cBhvr>
                                    </p:animEffect>
                                  </p:childTnLst>
                                  <p:subTnLst>
                                    <p:audio>
                                      <p:cMediaNode>
                                        <p:cTn display="0" masterRel="sameClick">
                                          <p:stCondLst>
                                            <p:cond evt="begin" delay="0">
                                              <p:tn val="19"/>
                                            </p:cond>
                                          </p:stCondLst>
                                          <p:endCondLst>
                                            <p:cond evt="onStopAudio" delay="0">
                                              <p:tgtEl>
                                                <p:sldTgt/>
                                              </p:tgtEl>
                                            </p:cond>
                                          </p:endCondLst>
                                        </p:cTn>
                                        <p:tgtEl>
                                          <p:sndTgt r:embed="rId3" name="TYPE.WAV"/>
                                        </p:tgtEl>
                                      </p:cMediaNode>
                                    </p:audio>
                                  </p:sub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grpId="0" nodeType="clickEffect">
                                  <p:stCondLst>
                                    <p:cond delay="0"/>
                                  </p:stCondLst>
                                  <p:iterate type="lt">
                                    <p:tmPct val="100000"/>
                                  </p:iterate>
                                  <p:childTnLst>
                                    <p:set>
                                      <p:cBhvr>
                                        <p:cTn id="25" dur="1" fill="hold">
                                          <p:stCondLst>
                                            <p:cond delay="0"/>
                                          </p:stCondLst>
                                        </p:cTn>
                                        <p:tgtEl>
                                          <p:spTgt spid="1161219">
                                            <p:txEl>
                                              <p:pRg st="5" end="5"/>
                                            </p:txEl>
                                          </p:spTgt>
                                        </p:tgtEl>
                                        <p:attrNameLst>
                                          <p:attrName>style.visibility</p:attrName>
                                        </p:attrNameLst>
                                      </p:cBhvr>
                                      <p:to>
                                        <p:strVal val="visible"/>
                                      </p:to>
                                    </p:set>
                                    <p:animEffect transition="in" filter="wipe(up)">
                                      <p:cBhvr>
                                        <p:cTn id="26" dur="75"/>
                                        <p:tgtEl>
                                          <p:spTgt spid="1161219">
                                            <p:txEl>
                                              <p:pRg st="5" end="5"/>
                                            </p:txEl>
                                          </p:spTgt>
                                        </p:tgtEl>
                                      </p:cBhvr>
                                    </p:animEffect>
                                  </p:childTnLst>
                                  <p:subTnLst>
                                    <p:audio>
                                      <p:cMediaNode>
                                        <p:cTn display="0" masterRel="sameClick">
                                          <p:stCondLst>
                                            <p:cond evt="begin" delay="0">
                                              <p:tn val="24"/>
                                            </p:cond>
                                          </p:stCondLst>
                                          <p:endCondLst>
                                            <p:cond evt="onStopAudio" delay="0">
                                              <p:tgtEl>
                                                <p:sldTgt/>
                                              </p:tgtEl>
                                            </p:cond>
                                          </p:endCondLst>
                                        </p:cTn>
                                        <p:tgtEl>
                                          <p:sndTgt r:embed="rId3" name="TYPE.WAV"/>
                                        </p:tgtEl>
                                      </p:cMediaNode>
                                    </p:audio>
                                  </p:subTnLst>
                                </p:cTn>
                              </p:par>
                            </p:childTnLst>
                          </p:cTn>
                        </p:par>
                      </p:childTnLst>
                    </p:cTn>
                  </p:par>
                  <p:par>
                    <p:cTn id="27" fill="hold">
                      <p:stCondLst>
                        <p:cond delay="indefinite"/>
                      </p:stCondLst>
                      <p:childTnLst>
                        <p:par>
                          <p:cTn id="28" fill="hold">
                            <p:stCondLst>
                              <p:cond delay="0"/>
                            </p:stCondLst>
                            <p:childTnLst>
                              <p:par>
                                <p:cTn id="29" presetID="22" presetClass="entr" presetSubtype="1" fill="hold" grpId="0" nodeType="clickEffect">
                                  <p:stCondLst>
                                    <p:cond delay="0"/>
                                  </p:stCondLst>
                                  <p:iterate type="lt">
                                    <p:tmPct val="100000"/>
                                  </p:iterate>
                                  <p:childTnLst>
                                    <p:set>
                                      <p:cBhvr>
                                        <p:cTn id="30" dur="1" fill="hold">
                                          <p:stCondLst>
                                            <p:cond delay="0"/>
                                          </p:stCondLst>
                                        </p:cTn>
                                        <p:tgtEl>
                                          <p:spTgt spid="1161219">
                                            <p:txEl>
                                              <p:pRg st="6" end="6"/>
                                            </p:txEl>
                                          </p:spTgt>
                                        </p:tgtEl>
                                        <p:attrNameLst>
                                          <p:attrName>style.visibility</p:attrName>
                                        </p:attrNameLst>
                                      </p:cBhvr>
                                      <p:to>
                                        <p:strVal val="visible"/>
                                      </p:to>
                                    </p:set>
                                    <p:animEffect transition="in" filter="wipe(up)">
                                      <p:cBhvr>
                                        <p:cTn id="31" dur="75"/>
                                        <p:tgtEl>
                                          <p:spTgt spid="1161219">
                                            <p:txEl>
                                              <p:pRg st="6" end="6"/>
                                            </p:txEl>
                                          </p:spTgt>
                                        </p:tgtEl>
                                      </p:cBhvr>
                                    </p:animEffect>
                                  </p:childTnLst>
                                  <p:subTnLst>
                                    <p:audio>
                                      <p:cMediaNode>
                                        <p:cTn display="0" masterRel="sameClick">
                                          <p:stCondLst>
                                            <p:cond evt="begin" delay="0">
                                              <p:tn val="29"/>
                                            </p:cond>
                                          </p:stCondLst>
                                          <p:endCondLst>
                                            <p:cond evt="onStopAudio" delay="0">
                                              <p:tgtEl>
                                                <p:sldTgt/>
                                              </p:tgtEl>
                                            </p:cond>
                                          </p:endCondLst>
                                        </p:cTn>
                                        <p:tgtEl>
                                          <p:sndTgt r:embed="rId3" name="TYPE.WAV"/>
                                        </p:tgtEl>
                                      </p:cMediaNode>
                                    </p:audio>
                                  </p:subTnLst>
                                </p:cTn>
                              </p:par>
                              <p:par>
                                <p:cTn id="32" presetID="22" presetClass="entr" presetSubtype="1" fill="hold" grpId="0" nodeType="withEffect">
                                  <p:stCondLst>
                                    <p:cond delay="0"/>
                                  </p:stCondLst>
                                  <p:iterate type="lt">
                                    <p:tmPct val="100000"/>
                                  </p:iterate>
                                  <p:childTnLst>
                                    <p:set>
                                      <p:cBhvr>
                                        <p:cTn id="33" dur="1" fill="hold">
                                          <p:stCondLst>
                                            <p:cond delay="0"/>
                                          </p:stCondLst>
                                        </p:cTn>
                                        <p:tgtEl>
                                          <p:spTgt spid="1161219">
                                            <p:txEl>
                                              <p:pRg st="7" end="7"/>
                                            </p:txEl>
                                          </p:spTgt>
                                        </p:tgtEl>
                                        <p:attrNameLst>
                                          <p:attrName>style.visibility</p:attrName>
                                        </p:attrNameLst>
                                      </p:cBhvr>
                                      <p:to>
                                        <p:strVal val="visible"/>
                                      </p:to>
                                    </p:set>
                                    <p:animEffect transition="in" filter="wipe(up)">
                                      <p:cBhvr>
                                        <p:cTn id="34" dur="75"/>
                                        <p:tgtEl>
                                          <p:spTgt spid="1161219">
                                            <p:txEl>
                                              <p:pRg st="7" end="7"/>
                                            </p:txEl>
                                          </p:spTgt>
                                        </p:tgtEl>
                                      </p:cBhvr>
                                    </p:animEffect>
                                  </p:childTnLst>
                                  <p:subTnLst>
                                    <p:audio>
                                      <p:cMediaNode>
                                        <p:cTn display="0" masterRel="sameClick">
                                          <p:stCondLst>
                                            <p:cond evt="begin" delay="0">
                                              <p:tn val="32"/>
                                            </p:cond>
                                          </p:stCondLst>
                                          <p:endCondLst>
                                            <p:cond evt="onStopAudio" delay="0">
                                              <p:tgtEl>
                                                <p:sldTgt/>
                                              </p:tgtEl>
                                            </p:cond>
                                          </p:endCondLst>
                                        </p:cTn>
                                        <p:tgtEl>
                                          <p:sndTgt r:embed="rId3" name="TYPE.WAV"/>
                                        </p:tgtEl>
                                      </p:cMediaNode>
                                    </p:audio>
                                  </p:subTnLst>
                                </p:cTn>
                              </p:par>
                              <p:par>
                                <p:cTn id="35" presetID="22" presetClass="entr" presetSubtype="1" fill="hold" grpId="0" nodeType="withEffect">
                                  <p:stCondLst>
                                    <p:cond delay="0"/>
                                  </p:stCondLst>
                                  <p:iterate type="lt">
                                    <p:tmPct val="100000"/>
                                  </p:iterate>
                                  <p:childTnLst>
                                    <p:set>
                                      <p:cBhvr>
                                        <p:cTn id="36" dur="1" fill="hold">
                                          <p:stCondLst>
                                            <p:cond delay="0"/>
                                          </p:stCondLst>
                                        </p:cTn>
                                        <p:tgtEl>
                                          <p:spTgt spid="1161219">
                                            <p:txEl>
                                              <p:pRg st="8" end="8"/>
                                            </p:txEl>
                                          </p:spTgt>
                                        </p:tgtEl>
                                        <p:attrNameLst>
                                          <p:attrName>style.visibility</p:attrName>
                                        </p:attrNameLst>
                                      </p:cBhvr>
                                      <p:to>
                                        <p:strVal val="visible"/>
                                      </p:to>
                                    </p:set>
                                    <p:animEffect transition="in" filter="wipe(up)">
                                      <p:cBhvr>
                                        <p:cTn id="37" dur="75"/>
                                        <p:tgtEl>
                                          <p:spTgt spid="1161219">
                                            <p:txEl>
                                              <p:pRg st="8" end="8"/>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3"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1219" grpId="0" build="p"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3667" name="Rectangle 3">
            <a:extLst>
              <a:ext uri="{FF2B5EF4-FFF2-40B4-BE49-F238E27FC236}">
                <a16:creationId xmlns:a16="http://schemas.microsoft.com/office/drawing/2014/main" id="{0E30F12D-1910-4820-BB25-80FA63226F63}"/>
              </a:ext>
            </a:extLst>
          </p:cNvPr>
          <p:cNvSpPr>
            <a:spLocks noGrp="1" noChangeArrowheads="1"/>
          </p:cNvSpPr>
          <p:nvPr>
            <p:ph idx="1"/>
          </p:nvPr>
        </p:nvSpPr>
        <p:spPr>
          <a:xfrm>
            <a:off x="714375" y="917574"/>
            <a:ext cx="7907338" cy="3957637"/>
          </a:xfrm>
        </p:spPr>
        <p:txBody>
          <a:bodyPr/>
          <a:lstStyle/>
          <a:p>
            <a:pPr eaLnBrk="1" hangingPunct="1">
              <a:lnSpc>
                <a:spcPts val="4000"/>
              </a:lnSpc>
              <a:buClrTx/>
              <a:buFont typeface="Wingdings" panose="05000000000000000000" pitchFamily="2" charset="2"/>
              <a:buChar char="Ø"/>
              <a:defRPr/>
            </a:pPr>
            <a:r>
              <a:rPr lang="zh-CN" altLang="en-US" sz="2800" dirty="0"/>
              <a:t>错误处理两个任务</a:t>
            </a:r>
            <a:endParaRPr lang="en-US" altLang="zh-CN" sz="2800" dirty="0"/>
          </a:p>
          <a:p>
            <a:pPr lvl="1" eaLnBrk="1" hangingPunct="1">
              <a:lnSpc>
                <a:spcPts val="4000"/>
              </a:lnSpc>
              <a:defRPr/>
            </a:pPr>
            <a:r>
              <a:rPr lang="zh-CN" altLang="en-US" sz="2600" b="1" dirty="0">
                <a:solidFill>
                  <a:schemeClr val="tx1"/>
                </a:solidFill>
              </a:rPr>
              <a:t>检测到错误并报错</a:t>
            </a:r>
            <a:r>
              <a:rPr lang="en-US" altLang="zh-CN" sz="2600" b="1" dirty="0">
                <a:solidFill>
                  <a:schemeClr val="tx1"/>
                </a:solidFill>
              </a:rPr>
              <a:t>——</a:t>
            </a:r>
            <a:r>
              <a:rPr lang="zh-CN" altLang="en-US" sz="2600" b="1" dirty="0">
                <a:solidFill>
                  <a:schemeClr val="tx1"/>
                </a:solidFill>
              </a:rPr>
              <a:t>位置和类型</a:t>
            </a:r>
            <a:endParaRPr lang="en-US" altLang="zh-CN" sz="2600" b="1" dirty="0">
              <a:solidFill>
                <a:schemeClr val="tx1"/>
              </a:solidFill>
            </a:endParaRPr>
          </a:p>
          <a:p>
            <a:pPr lvl="1" eaLnBrk="1" hangingPunct="1">
              <a:lnSpc>
                <a:spcPts val="4000"/>
              </a:lnSpc>
              <a:defRPr/>
            </a:pPr>
            <a:r>
              <a:rPr lang="zh-CN" altLang="en-US" sz="2600" dirty="0"/>
              <a:t>错误恢复</a:t>
            </a:r>
            <a:r>
              <a:rPr lang="en-US" altLang="zh-CN" sz="2600" dirty="0"/>
              <a:t>—— </a:t>
            </a:r>
            <a:r>
              <a:rPr lang="zh-CN" altLang="en-US" sz="2600" dirty="0"/>
              <a:t>快速</a:t>
            </a:r>
            <a:endParaRPr lang="en-US" altLang="zh-CN" sz="2600" b="1" dirty="0">
              <a:solidFill>
                <a:schemeClr val="tx1"/>
              </a:solidFill>
            </a:endParaRPr>
          </a:p>
          <a:p>
            <a:pPr eaLnBrk="1" hangingPunct="1">
              <a:lnSpc>
                <a:spcPts val="4000"/>
              </a:lnSpc>
              <a:buClrTx/>
              <a:buFont typeface="Wingdings" panose="05000000000000000000" pitchFamily="2" charset="2"/>
              <a:buChar char="Ø"/>
              <a:defRPr/>
            </a:pPr>
            <a:r>
              <a:rPr lang="zh-CN" altLang="en-US" sz="2800" b="1" dirty="0">
                <a:solidFill>
                  <a:schemeClr val="tx1"/>
                </a:solidFill>
              </a:rPr>
              <a:t>两种情况下可以检测到</a:t>
            </a:r>
            <a:r>
              <a:rPr lang="zh-CN" altLang="en-US" sz="2800" dirty="0"/>
              <a:t>语法</a:t>
            </a:r>
            <a:r>
              <a:rPr lang="zh-CN" altLang="en-US" sz="2800" b="1" dirty="0">
                <a:solidFill>
                  <a:schemeClr val="tx1"/>
                </a:solidFill>
              </a:rPr>
              <a:t>错误</a:t>
            </a:r>
            <a:endParaRPr lang="en-US" altLang="zh-CN" sz="2800" b="1" dirty="0">
              <a:solidFill>
                <a:schemeClr val="tx1"/>
              </a:solidFill>
            </a:endParaRPr>
          </a:p>
          <a:p>
            <a:pPr lvl="1" eaLnBrk="1" hangingPunct="1">
              <a:lnSpc>
                <a:spcPts val="4000"/>
              </a:lnSpc>
              <a:buClrTx/>
              <a:buFont typeface="Wingdings" panose="05000000000000000000" pitchFamily="2" charset="2"/>
              <a:buChar char="Ø"/>
              <a:defRPr/>
            </a:pPr>
            <a:r>
              <a:rPr lang="zh-CN" altLang="en-US" sz="2500" b="1" dirty="0">
                <a:solidFill>
                  <a:schemeClr val="tx1"/>
                </a:solidFill>
                <a:latin typeface="华文楷体" panose="02010600040101010101" pitchFamily="2" charset="-122"/>
              </a:rPr>
              <a:t>栈顶的</a:t>
            </a:r>
            <a:r>
              <a:rPr lang="zh-CN" altLang="en-US" sz="2500" b="1" dirty="0">
                <a:solidFill>
                  <a:schemeClr val="tx2">
                    <a:lumMod val="60000"/>
                    <a:lumOff val="40000"/>
                  </a:schemeClr>
                </a:solidFill>
                <a:latin typeface="华文楷体" panose="02010600040101010101" pitchFamily="2" charset="-122"/>
              </a:rPr>
              <a:t>终结符</a:t>
            </a:r>
            <a:r>
              <a:rPr lang="zh-CN" altLang="en-US" sz="2500" b="1" dirty="0">
                <a:solidFill>
                  <a:schemeClr val="tx1"/>
                </a:solidFill>
                <a:latin typeface="华文楷体" panose="02010600040101010101" pitchFamily="2" charset="-122"/>
              </a:rPr>
              <a:t>和当前</a:t>
            </a:r>
            <a:r>
              <a:rPr lang="zh-CN" altLang="en-US" sz="2500" b="1" dirty="0">
                <a:solidFill>
                  <a:schemeClr val="tx2">
                    <a:lumMod val="60000"/>
                    <a:lumOff val="40000"/>
                  </a:schemeClr>
                </a:solidFill>
                <a:latin typeface="华文楷体" panose="02010600040101010101" pitchFamily="2" charset="-122"/>
              </a:rPr>
              <a:t>输入符号</a:t>
            </a:r>
            <a:r>
              <a:rPr lang="zh-CN" altLang="en-US" sz="2500" b="1" dirty="0">
                <a:solidFill>
                  <a:schemeClr val="tx1"/>
                </a:solidFill>
                <a:latin typeface="华文楷体" panose="02010600040101010101" pitchFamily="2" charset="-122"/>
              </a:rPr>
              <a:t>不匹配</a:t>
            </a:r>
            <a:endParaRPr lang="en-US" altLang="zh-CN" sz="2500" b="1" dirty="0">
              <a:solidFill>
                <a:schemeClr val="tx1"/>
              </a:solidFill>
              <a:latin typeface="华文楷体" panose="02010600040101010101" pitchFamily="2" charset="-122"/>
            </a:endParaRPr>
          </a:p>
          <a:p>
            <a:pPr lvl="1" eaLnBrk="1" hangingPunct="1">
              <a:lnSpc>
                <a:spcPts val="4000"/>
              </a:lnSpc>
              <a:buClrTx/>
              <a:buFont typeface="Wingdings" panose="05000000000000000000" pitchFamily="2" charset="2"/>
              <a:buChar char="Ø"/>
              <a:defRPr/>
            </a:pPr>
            <a:r>
              <a:rPr lang="zh-CN" altLang="en-US" sz="2500" b="1" dirty="0">
                <a:solidFill>
                  <a:schemeClr val="tx1"/>
                </a:solidFill>
              </a:rPr>
              <a:t>栈顶</a:t>
            </a:r>
            <a:r>
              <a:rPr lang="zh-CN" altLang="en-US" sz="2500" b="1" dirty="0">
                <a:solidFill>
                  <a:schemeClr val="tx2">
                    <a:lumMod val="60000"/>
                    <a:lumOff val="40000"/>
                  </a:schemeClr>
                </a:solidFill>
              </a:rPr>
              <a:t>非终结符</a:t>
            </a:r>
            <a:r>
              <a:rPr lang="en-US" altLang="zh-CN" sz="2500" b="1" i="1" dirty="0">
                <a:solidFill>
                  <a:schemeClr val="tx2">
                    <a:lumMod val="60000"/>
                    <a:lumOff val="40000"/>
                  </a:schemeClr>
                </a:solidFill>
              </a:rPr>
              <a:t>A</a:t>
            </a:r>
            <a:r>
              <a:rPr lang="zh-CN" altLang="en-US" sz="2500" b="1" dirty="0">
                <a:solidFill>
                  <a:schemeClr val="tx1"/>
                </a:solidFill>
              </a:rPr>
              <a:t>与当前</a:t>
            </a:r>
            <a:r>
              <a:rPr lang="zh-CN" altLang="en-US" sz="2500" b="1" dirty="0">
                <a:solidFill>
                  <a:schemeClr val="tx2">
                    <a:lumMod val="60000"/>
                    <a:lumOff val="40000"/>
                  </a:schemeClr>
                </a:solidFill>
              </a:rPr>
              <a:t>输入符号</a:t>
            </a:r>
            <a:r>
              <a:rPr lang="en-US" altLang="zh-CN" sz="2500" b="1" i="1" dirty="0">
                <a:solidFill>
                  <a:schemeClr val="tx2">
                    <a:lumMod val="60000"/>
                    <a:lumOff val="40000"/>
                  </a:schemeClr>
                </a:solidFill>
              </a:rPr>
              <a:t>a</a:t>
            </a:r>
            <a:r>
              <a:rPr lang="zh-CN" altLang="en-US" sz="2500" b="1" dirty="0">
                <a:solidFill>
                  <a:schemeClr val="tx1"/>
                </a:solidFill>
              </a:rPr>
              <a:t>在预测分析表对应项中的信息为空</a:t>
            </a:r>
            <a:endParaRPr lang="en-US" altLang="zh-CN" sz="2500" b="1" dirty="0">
              <a:solidFill>
                <a:schemeClr val="tx1"/>
              </a:solidFill>
            </a:endParaRPr>
          </a:p>
        </p:txBody>
      </p:sp>
      <p:sp>
        <p:nvSpPr>
          <p:cNvPr id="74755" name="Rectangle 2">
            <a:extLst>
              <a:ext uri="{FF2B5EF4-FFF2-40B4-BE49-F238E27FC236}">
                <a16:creationId xmlns:a16="http://schemas.microsoft.com/office/drawing/2014/main" id="{B0240473-B1E8-4528-B440-AED12A384592}"/>
              </a:ext>
            </a:extLst>
          </p:cNvPr>
          <p:cNvSpPr>
            <a:spLocks noGrp="1" noChangeArrowheads="1"/>
          </p:cNvSpPr>
          <p:nvPr>
            <p:ph type="title"/>
          </p:nvPr>
        </p:nvSpPr>
        <p:spPr>
          <a:xfrm>
            <a:off x="755650" y="268288"/>
            <a:ext cx="7931150" cy="358775"/>
          </a:xfrm>
        </p:spPr>
        <p:txBody>
          <a:bodyPr/>
          <a:lstStyle/>
          <a:p>
            <a:pPr eaLnBrk="1" hangingPunct="1">
              <a:defRPr/>
            </a:pPr>
            <a:r>
              <a:rPr lang="en-US" altLang="zh-CN" sz="3000" spc="300" dirty="0">
                <a:solidFill>
                  <a:schemeClr val="tx1"/>
                </a:solidFill>
                <a:latin typeface="微软雅黑" pitchFamily="34" charset="-122"/>
                <a:ea typeface="微软雅黑" pitchFamily="34" charset="-122"/>
                <a:cs typeface="Times New Roman" pitchFamily="18" charset="0"/>
              </a:rPr>
              <a:t>4.2.4 </a:t>
            </a:r>
            <a:r>
              <a:rPr lang="zh-CN" altLang="en-US" sz="3000" spc="300" dirty="0">
                <a:solidFill>
                  <a:schemeClr val="tx1"/>
                </a:solidFill>
                <a:latin typeface="微软雅黑" pitchFamily="34" charset="-122"/>
                <a:ea typeface="微软雅黑" pitchFamily="34" charset="-122"/>
                <a:cs typeface="Times New Roman" pitchFamily="18" charset="0"/>
              </a:rPr>
              <a:t>预测分析中的错误处理</a:t>
            </a:r>
            <a:endParaRPr lang="en-US" altLang="zh-CN" sz="3000" spc="300" dirty="0">
              <a:solidFill>
                <a:schemeClr val="tx1"/>
              </a:solidFill>
              <a:latin typeface="微软雅黑" pitchFamily="34" charset="-122"/>
              <a:ea typeface="微软雅黑" pitchFamily="34" charset="-122"/>
              <a:cs typeface="Times New Roman" pitchFamily="18" charset="0"/>
            </a:endParaRPr>
          </a:p>
        </p:txBody>
      </p:sp>
      <p:sp>
        <p:nvSpPr>
          <p:cNvPr id="3" name="灯片编号占位符 2">
            <a:extLst>
              <a:ext uri="{FF2B5EF4-FFF2-40B4-BE49-F238E27FC236}">
                <a16:creationId xmlns:a16="http://schemas.microsoft.com/office/drawing/2014/main" id="{2E8CEC02-E348-4BD0-8F36-DFFA2433087E}"/>
              </a:ext>
            </a:extLst>
          </p:cNvPr>
          <p:cNvSpPr>
            <a:spLocks noGrp="1"/>
          </p:cNvSpPr>
          <p:nvPr>
            <p:ph type="sldNum" sz="quarter" idx="12"/>
          </p:nvPr>
        </p:nvSpPr>
        <p:spPr/>
        <p:txBody>
          <a:bodyPr/>
          <a:lstStyle/>
          <a:p>
            <a:pPr>
              <a:defRPr/>
            </a:pPr>
            <a:fld id="{EA567855-7F13-4FC5-AD61-2B82F6443E16}" type="slidenum">
              <a:rPr lang="zh-CN" altLang="en-US" smtClean="0"/>
              <a:pPr>
                <a:defRPr/>
              </a:pPr>
              <a:t>65</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753667">
                                            <p:txEl>
                                              <p:pRg st="0" end="0"/>
                                            </p:txEl>
                                          </p:spTgt>
                                        </p:tgtEl>
                                        <p:attrNameLst>
                                          <p:attrName>style.visibility</p:attrName>
                                        </p:attrNameLst>
                                      </p:cBhvr>
                                      <p:to>
                                        <p:strVal val="visible"/>
                                      </p:to>
                                    </p:set>
                                    <p:anim calcmode="lin" valueType="num">
                                      <p:cBhvr>
                                        <p:cTn id="7" dur="500" fill="hold"/>
                                        <p:tgtEl>
                                          <p:spTgt spid="753667">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753667">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753667">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753667">
                                            <p:txEl>
                                              <p:pRg st="1" end="1"/>
                                            </p:txEl>
                                          </p:spTgt>
                                        </p:tgtEl>
                                        <p:attrNameLst>
                                          <p:attrName>style.visibility</p:attrName>
                                        </p:attrNameLst>
                                      </p:cBhvr>
                                      <p:to>
                                        <p:strVal val="visible"/>
                                      </p:to>
                                    </p:set>
                                    <p:anim calcmode="lin" valueType="num">
                                      <p:cBhvr>
                                        <p:cTn id="14" dur="500" fill="hold"/>
                                        <p:tgtEl>
                                          <p:spTgt spid="753667">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753667">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753667">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753667">
                                            <p:txEl>
                                              <p:pRg st="2" end="2"/>
                                            </p:txEl>
                                          </p:spTgt>
                                        </p:tgtEl>
                                        <p:attrNameLst>
                                          <p:attrName>style.visibility</p:attrName>
                                        </p:attrNameLst>
                                      </p:cBhvr>
                                      <p:to>
                                        <p:strVal val="visible"/>
                                      </p:to>
                                    </p:set>
                                    <p:anim calcmode="lin" valueType="num">
                                      <p:cBhvr>
                                        <p:cTn id="21" dur="500" fill="hold"/>
                                        <p:tgtEl>
                                          <p:spTgt spid="753667">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753667">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753667">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753667">
                                            <p:txEl>
                                              <p:pRg st="3" end="3"/>
                                            </p:txEl>
                                          </p:spTgt>
                                        </p:tgtEl>
                                        <p:attrNameLst>
                                          <p:attrName>style.visibility</p:attrName>
                                        </p:attrNameLst>
                                      </p:cBhvr>
                                      <p:to>
                                        <p:strVal val="visible"/>
                                      </p:to>
                                    </p:set>
                                    <p:anim calcmode="lin" valueType="num">
                                      <p:cBhvr>
                                        <p:cTn id="28" dur="500" fill="hold"/>
                                        <p:tgtEl>
                                          <p:spTgt spid="753667">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753667">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753667">
                                            <p:txEl>
                                              <p:pRg st="3" end="3"/>
                                            </p:txEl>
                                          </p:spTgt>
                                        </p:tgtEl>
                                      </p:cBhvr>
                                    </p:animEffect>
                                  </p:childTnLst>
                                </p:cTn>
                              </p:par>
                              <p:par>
                                <p:cTn id="31" presetID="53" presetClass="entr" presetSubtype="16" fill="hold" nodeType="withEffect">
                                  <p:stCondLst>
                                    <p:cond delay="0"/>
                                  </p:stCondLst>
                                  <p:childTnLst>
                                    <p:set>
                                      <p:cBhvr>
                                        <p:cTn id="32" dur="1" fill="hold">
                                          <p:stCondLst>
                                            <p:cond delay="0"/>
                                          </p:stCondLst>
                                        </p:cTn>
                                        <p:tgtEl>
                                          <p:spTgt spid="753667">
                                            <p:txEl>
                                              <p:pRg st="4" end="4"/>
                                            </p:txEl>
                                          </p:spTgt>
                                        </p:tgtEl>
                                        <p:attrNameLst>
                                          <p:attrName>style.visibility</p:attrName>
                                        </p:attrNameLst>
                                      </p:cBhvr>
                                      <p:to>
                                        <p:strVal val="visible"/>
                                      </p:to>
                                    </p:set>
                                    <p:anim calcmode="lin" valueType="num">
                                      <p:cBhvr>
                                        <p:cTn id="33" dur="500" fill="hold"/>
                                        <p:tgtEl>
                                          <p:spTgt spid="753667">
                                            <p:txEl>
                                              <p:pRg st="4" end="4"/>
                                            </p:txEl>
                                          </p:spTgt>
                                        </p:tgtEl>
                                        <p:attrNameLst>
                                          <p:attrName>ppt_w</p:attrName>
                                        </p:attrNameLst>
                                      </p:cBhvr>
                                      <p:tavLst>
                                        <p:tav tm="0">
                                          <p:val>
                                            <p:fltVal val="0"/>
                                          </p:val>
                                        </p:tav>
                                        <p:tav tm="100000">
                                          <p:val>
                                            <p:strVal val="#ppt_w"/>
                                          </p:val>
                                        </p:tav>
                                      </p:tavLst>
                                    </p:anim>
                                    <p:anim calcmode="lin" valueType="num">
                                      <p:cBhvr>
                                        <p:cTn id="34" dur="500" fill="hold"/>
                                        <p:tgtEl>
                                          <p:spTgt spid="753667">
                                            <p:txEl>
                                              <p:pRg st="4" end="4"/>
                                            </p:txEl>
                                          </p:spTgt>
                                        </p:tgtEl>
                                        <p:attrNameLst>
                                          <p:attrName>ppt_h</p:attrName>
                                        </p:attrNameLst>
                                      </p:cBhvr>
                                      <p:tavLst>
                                        <p:tav tm="0">
                                          <p:val>
                                            <p:fltVal val="0"/>
                                          </p:val>
                                        </p:tav>
                                        <p:tav tm="100000">
                                          <p:val>
                                            <p:strVal val="#ppt_h"/>
                                          </p:val>
                                        </p:tav>
                                      </p:tavLst>
                                    </p:anim>
                                    <p:animEffect transition="in" filter="fade">
                                      <p:cBhvr>
                                        <p:cTn id="35" dur="500"/>
                                        <p:tgtEl>
                                          <p:spTgt spid="753667">
                                            <p:txEl>
                                              <p:pRg st="4" end="4"/>
                                            </p:txEl>
                                          </p:spTgt>
                                        </p:tgtEl>
                                      </p:cBhvr>
                                    </p:animEffect>
                                  </p:childTnLst>
                                </p:cTn>
                              </p:par>
                              <p:par>
                                <p:cTn id="36" presetID="53" presetClass="entr" presetSubtype="16" fill="hold" nodeType="withEffect">
                                  <p:stCondLst>
                                    <p:cond delay="0"/>
                                  </p:stCondLst>
                                  <p:childTnLst>
                                    <p:set>
                                      <p:cBhvr>
                                        <p:cTn id="37" dur="1" fill="hold">
                                          <p:stCondLst>
                                            <p:cond delay="0"/>
                                          </p:stCondLst>
                                        </p:cTn>
                                        <p:tgtEl>
                                          <p:spTgt spid="753667">
                                            <p:txEl>
                                              <p:pRg st="5" end="5"/>
                                            </p:txEl>
                                          </p:spTgt>
                                        </p:tgtEl>
                                        <p:attrNameLst>
                                          <p:attrName>style.visibility</p:attrName>
                                        </p:attrNameLst>
                                      </p:cBhvr>
                                      <p:to>
                                        <p:strVal val="visible"/>
                                      </p:to>
                                    </p:set>
                                    <p:anim calcmode="lin" valueType="num">
                                      <p:cBhvr>
                                        <p:cTn id="38" dur="500" fill="hold"/>
                                        <p:tgtEl>
                                          <p:spTgt spid="753667">
                                            <p:txEl>
                                              <p:pRg st="5" end="5"/>
                                            </p:txEl>
                                          </p:spTgt>
                                        </p:tgtEl>
                                        <p:attrNameLst>
                                          <p:attrName>ppt_w</p:attrName>
                                        </p:attrNameLst>
                                      </p:cBhvr>
                                      <p:tavLst>
                                        <p:tav tm="0">
                                          <p:val>
                                            <p:fltVal val="0"/>
                                          </p:val>
                                        </p:tav>
                                        <p:tav tm="100000">
                                          <p:val>
                                            <p:strVal val="#ppt_w"/>
                                          </p:val>
                                        </p:tav>
                                      </p:tavLst>
                                    </p:anim>
                                    <p:anim calcmode="lin" valueType="num">
                                      <p:cBhvr>
                                        <p:cTn id="39" dur="500" fill="hold"/>
                                        <p:tgtEl>
                                          <p:spTgt spid="753667">
                                            <p:txEl>
                                              <p:pRg st="5" end="5"/>
                                            </p:txEl>
                                          </p:spTgt>
                                        </p:tgtEl>
                                        <p:attrNameLst>
                                          <p:attrName>ppt_h</p:attrName>
                                        </p:attrNameLst>
                                      </p:cBhvr>
                                      <p:tavLst>
                                        <p:tav tm="0">
                                          <p:val>
                                            <p:fltVal val="0"/>
                                          </p:val>
                                        </p:tav>
                                        <p:tav tm="100000">
                                          <p:val>
                                            <p:strVal val="#ppt_h"/>
                                          </p:val>
                                        </p:tav>
                                      </p:tavLst>
                                    </p:anim>
                                    <p:animEffect transition="in" filter="fade">
                                      <p:cBhvr>
                                        <p:cTn id="40" dur="500"/>
                                        <p:tgtEl>
                                          <p:spTgt spid="75366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3667" name="Rectangle 3">
            <a:extLst>
              <a:ext uri="{FF2B5EF4-FFF2-40B4-BE49-F238E27FC236}">
                <a16:creationId xmlns:a16="http://schemas.microsoft.com/office/drawing/2014/main" id="{98702E25-3549-4273-9629-395C4008A7F6}"/>
              </a:ext>
            </a:extLst>
          </p:cNvPr>
          <p:cNvSpPr>
            <a:spLocks noGrp="1" noChangeArrowheads="1"/>
          </p:cNvSpPr>
          <p:nvPr>
            <p:ph idx="1"/>
          </p:nvPr>
        </p:nvSpPr>
        <p:spPr>
          <a:xfrm>
            <a:off x="539750" y="714375"/>
            <a:ext cx="8267700" cy="4160837"/>
          </a:xfrm>
        </p:spPr>
        <p:txBody>
          <a:bodyPr/>
          <a:lstStyle/>
          <a:p>
            <a:pPr eaLnBrk="1" hangingPunct="1">
              <a:lnSpc>
                <a:spcPts val="3500"/>
              </a:lnSpc>
              <a:buClrTx/>
              <a:buFont typeface="Wingdings" panose="05000000000000000000" pitchFamily="2" charset="2"/>
              <a:buChar char="Ø"/>
              <a:defRPr/>
            </a:pPr>
            <a:r>
              <a:rPr lang="zh-CN" altLang="en-US" b="1" dirty="0">
                <a:solidFill>
                  <a:schemeClr val="tx1"/>
                </a:solidFill>
              </a:rPr>
              <a:t>恐慌模式恢复</a:t>
            </a:r>
            <a:r>
              <a:rPr lang="en-US" altLang="zh-CN" b="1" dirty="0">
                <a:solidFill>
                  <a:schemeClr val="tx1"/>
                </a:solidFill>
              </a:rPr>
              <a:t>(</a:t>
            </a:r>
            <a:r>
              <a:rPr lang="zh-CN" altLang="en-US" b="1" dirty="0">
                <a:solidFill>
                  <a:schemeClr val="tx1"/>
                </a:solidFill>
              </a:rPr>
              <a:t>紧急恢复）</a:t>
            </a:r>
            <a:endParaRPr lang="en-US" altLang="zh-CN" b="1" dirty="0">
              <a:solidFill>
                <a:schemeClr val="tx1"/>
              </a:solidFill>
            </a:endParaRPr>
          </a:p>
          <a:p>
            <a:pPr lvl="1" eaLnBrk="1" hangingPunct="1">
              <a:lnSpc>
                <a:spcPts val="3300"/>
              </a:lnSpc>
              <a:defRPr/>
            </a:pPr>
            <a:r>
              <a:rPr lang="zh-CN" altLang="en-US" sz="2400" dirty="0"/>
              <a:t>如果终结符在栈顶而不能匹配，弹出此终结符；</a:t>
            </a:r>
            <a:endParaRPr lang="en-US" altLang="zh-CN" sz="2400" b="1" dirty="0">
              <a:solidFill>
                <a:schemeClr val="tx1"/>
              </a:solidFill>
            </a:endParaRPr>
          </a:p>
          <a:p>
            <a:pPr lvl="1" eaLnBrk="1" hangingPunct="1">
              <a:lnSpc>
                <a:spcPts val="3300"/>
              </a:lnSpc>
              <a:buClrTx/>
              <a:buFont typeface="Wingdings" panose="05000000000000000000" pitchFamily="2" charset="2"/>
              <a:buChar char="Ø"/>
              <a:defRPr/>
            </a:pPr>
            <a:r>
              <a:rPr lang="zh-CN" altLang="en-US" sz="2400" dirty="0"/>
              <a:t>如果</a:t>
            </a:r>
            <a:r>
              <a:rPr lang="en-US" altLang="zh-CN" sz="2400" dirty="0"/>
              <a:t>M[</a:t>
            </a:r>
            <a:r>
              <a:rPr lang="en-US" altLang="zh-CN" sz="2400" dirty="0" err="1"/>
              <a:t>A,a</a:t>
            </a:r>
            <a:r>
              <a:rPr lang="en-US" altLang="zh-CN" sz="2400" dirty="0"/>
              <a:t>]</a:t>
            </a:r>
            <a:r>
              <a:rPr lang="zh-CN" altLang="en-US" sz="2400" dirty="0"/>
              <a:t>为空，则</a:t>
            </a:r>
            <a:r>
              <a:rPr lang="zh-CN" altLang="en-US" sz="2400" b="1" dirty="0">
                <a:solidFill>
                  <a:schemeClr val="tx1"/>
                </a:solidFill>
              </a:rPr>
              <a:t>忽略输入中的一些符号，直至遇到</a:t>
            </a:r>
            <a:r>
              <a:rPr lang="zh-CN" altLang="en-US" sz="2400" b="1" dirty="0">
                <a:solidFill>
                  <a:srgbClr val="FF0000"/>
                </a:solidFill>
                <a:latin typeface="华文楷体" panose="02010600040101010101" pitchFamily="2" charset="-122"/>
              </a:rPr>
              <a:t>同步</a:t>
            </a:r>
            <a:r>
              <a:rPr lang="zh-CN" altLang="en-US" sz="2400" dirty="0">
                <a:solidFill>
                  <a:srgbClr val="FF0000"/>
                </a:solidFill>
                <a:latin typeface="华文楷体" panose="02010600040101010101" pitchFamily="2" charset="-122"/>
              </a:rPr>
              <a:t>符号</a:t>
            </a:r>
            <a:r>
              <a:rPr lang="en-US" altLang="zh-CN" sz="1800" b="1" dirty="0">
                <a:solidFill>
                  <a:schemeClr val="tx1"/>
                </a:solidFill>
                <a:cs typeface="Times New Roman" panose="02020603050405020304" pitchFamily="18" charset="0"/>
              </a:rPr>
              <a:t>(</a:t>
            </a:r>
            <a:r>
              <a:rPr lang="en-US" altLang="zh-CN" sz="1800" b="1" i="1" dirty="0">
                <a:solidFill>
                  <a:schemeClr val="tx1"/>
                </a:solidFill>
                <a:cs typeface="Times New Roman" panose="02020603050405020304" pitchFamily="18" charset="0"/>
              </a:rPr>
              <a:t>synchronizing token</a:t>
            </a:r>
            <a:r>
              <a:rPr lang="en-US" altLang="zh-CN" sz="1800" b="1" dirty="0">
                <a:solidFill>
                  <a:schemeClr val="tx1"/>
                </a:solidFill>
                <a:cs typeface="Times New Roman" panose="02020603050405020304" pitchFamily="18" charset="0"/>
              </a:rPr>
              <a:t>)</a:t>
            </a:r>
            <a:r>
              <a:rPr lang="zh-CN" altLang="en-US" sz="1800" dirty="0">
                <a:cs typeface="Times New Roman" panose="02020603050405020304" pitchFamily="18" charset="0"/>
              </a:rPr>
              <a:t>。</a:t>
            </a:r>
            <a:r>
              <a:rPr lang="zh-CN" altLang="en-US" sz="2400" dirty="0">
                <a:cs typeface="Times New Roman" panose="02020603050405020304" pitchFamily="18" charset="0"/>
              </a:rPr>
              <a:t>效果依赖于同步符号的选择。</a:t>
            </a:r>
            <a:endParaRPr lang="en-US" altLang="zh-CN" sz="3200" b="1" dirty="0">
              <a:solidFill>
                <a:schemeClr val="tx1"/>
              </a:solidFill>
              <a:latin typeface="华文楷体" panose="02010600040101010101" pitchFamily="2" charset="-122"/>
            </a:endParaRPr>
          </a:p>
          <a:p>
            <a:pPr lvl="2" eaLnBrk="1" hangingPunct="1">
              <a:defRPr/>
            </a:pPr>
            <a:r>
              <a:rPr lang="zh-CN" altLang="en-US" b="1" dirty="0">
                <a:solidFill>
                  <a:schemeClr val="tx1"/>
                </a:solidFill>
                <a:cs typeface="Times New Roman" pitchFamily="18" charset="0"/>
              </a:rPr>
              <a:t>可以把</a:t>
            </a:r>
            <a:r>
              <a:rPr lang="en-US" altLang="zh-CN" b="1" i="1" dirty="0">
                <a:solidFill>
                  <a:schemeClr val="tx2">
                    <a:lumMod val="60000"/>
                    <a:lumOff val="40000"/>
                  </a:schemeClr>
                </a:solidFill>
                <a:cs typeface="Times New Roman" pitchFamily="18" charset="0"/>
              </a:rPr>
              <a:t>FOLLOW</a:t>
            </a:r>
            <a:r>
              <a:rPr lang="en-US" altLang="zh-CN" b="1" dirty="0">
                <a:solidFill>
                  <a:schemeClr val="tx2">
                    <a:lumMod val="60000"/>
                    <a:lumOff val="40000"/>
                  </a:schemeClr>
                </a:solidFill>
                <a:cs typeface="Times New Roman" pitchFamily="18" charset="0"/>
              </a:rPr>
              <a:t>(</a:t>
            </a:r>
            <a:r>
              <a:rPr lang="en-US" altLang="zh-CN" b="1" i="1" dirty="0">
                <a:solidFill>
                  <a:schemeClr val="tx2">
                    <a:lumMod val="60000"/>
                    <a:lumOff val="40000"/>
                  </a:schemeClr>
                </a:solidFill>
                <a:cs typeface="Times New Roman" pitchFamily="18" charset="0"/>
              </a:rPr>
              <a:t>A</a:t>
            </a:r>
            <a:r>
              <a:rPr lang="en-US" altLang="zh-CN" b="1" dirty="0">
                <a:solidFill>
                  <a:schemeClr val="tx2">
                    <a:lumMod val="60000"/>
                    <a:lumOff val="40000"/>
                  </a:schemeClr>
                </a:solidFill>
                <a:cs typeface="Times New Roman" pitchFamily="18" charset="0"/>
              </a:rPr>
              <a:t>)</a:t>
            </a:r>
            <a:r>
              <a:rPr lang="zh-CN" altLang="en-US" b="1" dirty="0">
                <a:solidFill>
                  <a:schemeClr val="tx2">
                    <a:lumMod val="60000"/>
                    <a:lumOff val="40000"/>
                  </a:schemeClr>
                </a:solidFill>
                <a:cs typeface="Times New Roman" pitchFamily="18" charset="0"/>
              </a:rPr>
              <a:t>中符号</a:t>
            </a:r>
            <a:r>
              <a:rPr lang="zh-CN" altLang="en-US" b="1" dirty="0">
                <a:cs typeface="Times New Roman" pitchFamily="18" charset="0"/>
              </a:rPr>
              <a:t>设置为</a:t>
            </a:r>
            <a:r>
              <a:rPr lang="zh-CN" altLang="en-US" b="1" dirty="0">
                <a:solidFill>
                  <a:schemeClr val="tx1"/>
                </a:solidFill>
                <a:cs typeface="Times New Roman" pitchFamily="18" charset="0"/>
              </a:rPr>
              <a:t>同步符号，遇到</a:t>
            </a:r>
            <a:r>
              <a:rPr lang="en-US" altLang="zh-CN" b="1" i="1" dirty="0">
                <a:solidFill>
                  <a:schemeClr val="tx1"/>
                </a:solidFill>
                <a:cs typeface="Times New Roman" pitchFamily="18" charset="0"/>
              </a:rPr>
              <a:t>FOLLOW(A)</a:t>
            </a:r>
            <a:r>
              <a:rPr lang="zh-CN" altLang="en-US" b="1" dirty="0">
                <a:solidFill>
                  <a:schemeClr val="tx1"/>
                </a:solidFill>
                <a:cs typeface="Times New Roman" pitchFamily="18" charset="0"/>
              </a:rPr>
              <a:t>中的符号，将</a:t>
            </a:r>
            <a:r>
              <a:rPr lang="en-US" altLang="zh-CN" b="1" i="1" dirty="0">
                <a:solidFill>
                  <a:schemeClr val="tx1"/>
                </a:solidFill>
                <a:cs typeface="Times New Roman" pitchFamily="18" charset="0"/>
              </a:rPr>
              <a:t>A</a:t>
            </a:r>
            <a:r>
              <a:rPr lang="zh-CN" altLang="en-US" b="1" dirty="0">
                <a:solidFill>
                  <a:schemeClr val="tx1"/>
                </a:solidFill>
                <a:cs typeface="Times New Roman" pitchFamily="18" charset="0"/>
              </a:rPr>
              <a:t>弹出</a:t>
            </a:r>
            <a:r>
              <a:rPr lang="en-US" altLang="zh-CN" dirty="0">
                <a:cs typeface="Times New Roman" pitchFamily="18" charset="0"/>
              </a:rPr>
              <a:t>(</a:t>
            </a:r>
            <a:r>
              <a:rPr lang="zh-CN" altLang="en-US" dirty="0">
                <a:cs typeface="Times New Roman" pitchFamily="18" charset="0"/>
              </a:rPr>
              <a:t>放弃对</a:t>
            </a:r>
            <a:r>
              <a:rPr lang="en-US" altLang="zh-CN" dirty="0">
                <a:cs typeface="Times New Roman" pitchFamily="18" charset="0"/>
              </a:rPr>
              <a:t>A</a:t>
            </a:r>
            <a:r>
              <a:rPr lang="zh-CN" altLang="en-US" dirty="0">
                <a:cs typeface="Times New Roman" pitchFamily="18" charset="0"/>
              </a:rPr>
              <a:t>的推导分析</a:t>
            </a:r>
            <a:r>
              <a:rPr lang="en-US" altLang="zh-CN" b="1" dirty="0">
                <a:solidFill>
                  <a:schemeClr val="tx1"/>
                </a:solidFill>
                <a:cs typeface="Times New Roman" pitchFamily="18" charset="0"/>
              </a:rPr>
              <a:t>)</a:t>
            </a:r>
            <a:r>
              <a:rPr lang="zh-CN" altLang="en-US" b="1" dirty="0">
                <a:solidFill>
                  <a:schemeClr val="tx1"/>
                </a:solidFill>
                <a:cs typeface="Times New Roman" pitchFamily="18" charset="0"/>
              </a:rPr>
              <a:t>，继续分析。</a:t>
            </a:r>
            <a:endParaRPr lang="en-US" altLang="zh-CN" b="1" dirty="0">
              <a:solidFill>
                <a:schemeClr val="tx1"/>
              </a:solidFill>
              <a:cs typeface="Times New Roman" pitchFamily="18" charset="0"/>
            </a:endParaRPr>
          </a:p>
          <a:p>
            <a:pPr lvl="2" eaLnBrk="1" hangingPunct="1">
              <a:defRPr/>
            </a:pPr>
            <a:r>
              <a:rPr lang="zh-CN" altLang="en-US" dirty="0">
                <a:cs typeface="Times New Roman" pitchFamily="18" charset="0"/>
              </a:rPr>
              <a:t>可以把</a:t>
            </a:r>
            <a:r>
              <a:rPr lang="en-US" altLang="zh-CN" i="1" dirty="0">
                <a:solidFill>
                  <a:srgbClr val="0070C0"/>
                </a:solidFill>
                <a:cs typeface="Times New Roman" pitchFamily="18" charset="0"/>
              </a:rPr>
              <a:t>FIRST(A)</a:t>
            </a:r>
            <a:r>
              <a:rPr lang="zh-CN" altLang="en-US" dirty="0">
                <a:solidFill>
                  <a:srgbClr val="0070C0"/>
                </a:solidFill>
                <a:cs typeface="Times New Roman" pitchFamily="18" charset="0"/>
              </a:rPr>
              <a:t>中的符号</a:t>
            </a:r>
            <a:r>
              <a:rPr lang="zh-CN" altLang="en-US" dirty="0">
                <a:cs typeface="Times New Roman" pitchFamily="18" charset="0"/>
              </a:rPr>
              <a:t>设置为同步符号，遇到</a:t>
            </a:r>
            <a:r>
              <a:rPr lang="en-US" altLang="zh-CN" i="1" dirty="0">
                <a:cs typeface="Times New Roman" pitchFamily="18" charset="0"/>
              </a:rPr>
              <a:t>FIRTST(A)</a:t>
            </a:r>
            <a:r>
              <a:rPr lang="zh-CN" altLang="en-US" dirty="0">
                <a:cs typeface="Times New Roman" pitchFamily="18" charset="0"/>
              </a:rPr>
              <a:t>中的符号时，继续分析。</a:t>
            </a:r>
            <a:endParaRPr lang="en-US" altLang="zh-CN" b="1" dirty="0">
              <a:solidFill>
                <a:schemeClr val="tx1"/>
              </a:solidFill>
              <a:cs typeface="Times New Roman" pitchFamily="18" charset="0"/>
            </a:endParaRPr>
          </a:p>
          <a:p>
            <a:pPr lvl="2" eaLnBrk="1" hangingPunct="1">
              <a:defRPr/>
            </a:pPr>
            <a:r>
              <a:rPr lang="zh-CN" altLang="en-US" dirty="0">
                <a:cs typeface="Times New Roman" pitchFamily="18" charset="0"/>
              </a:rPr>
              <a:t>可以把较高层构造的开始符号设置为较低层构造对应非终结符的同步符号，遇到这些符号时，将</a:t>
            </a:r>
            <a:r>
              <a:rPr lang="en-US" altLang="zh-CN" dirty="0">
                <a:cs typeface="Times New Roman" pitchFamily="18" charset="0"/>
              </a:rPr>
              <a:t>A</a:t>
            </a:r>
            <a:r>
              <a:rPr lang="zh-CN" altLang="en-US" dirty="0">
                <a:cs typeface="Times New Roman" pitchFamily="18" charset="0"/>
              </a:rPr>
              <a:t>弹出，继续分析。</a:t>
            </a:r>
            <a:endParaRPr lang="en-US" altLang="zh-CN" b="1" dirty="0">
              <a:solidFill>
                <a:srgbClr val="2D83F4"/>
              </a:solidFill>
            </a:endParaRPr>
          </a:p>
        </p:txBody>
      </p:sp>
      <p:sp>
        <p:nvSpPr>
          <p:cNvPr id="74755" name="Rectangle 2">
            <a:extLst>
              <a:ext uri="{FF2B5EF4-FFF2-40B4-BE49-F238E27FC236}">
                <a16:creationId xmlns:a16="http://schemas.microsoft.com/office/drawing/2014/main" id="{06FEB721-5155-464E-A241-5C2F721C6A7D}"/>
              </a:ext>
            </a:extLst>
          </p:cNvPr>
          <p:cNvSpPr>
            <a:spLocks noGrp="1" noChangeArrowheads="1"/>
          </p:cNvSpPr>
          <p:nvPr>
            <p:ph type="title"/>
          </p:nvPr>
        </p:nvSpPr>
        <p:spPr>
          <a:xfrm>
            <a:off x="755650" y="268288"/>
            <a:ext cx="7931150" cy="358775"/>
          </a:xfrm>
        </p:spPr>
        <p:txBody>
          <a:bodyPr/>
          <a:lstStyle/>
          <a:p>
            <a:pPr eaLnBrk="1" hangingPunct="1">
              <a:defRPr/>
            </a:pPr>
            <a:r>
              <a:rPr lang="zh-CN" altLang="en-US" sz="3000" spc="300" dirty="0">
                <a:solidFill>
                  <a:schemeClr val="tx1"/>
                </a:solidFill>
                <a:latin typeface="微软雅黑" pitchFamily="34" charset="-122"/>
                <a:ea typeface="微软雅黑" pitchFamily="34" charset="-122"/>
                <a:cs typeface="Times New Roman" pitchFamily="18" charset="0"/>
              </a:rPr>
              <a:t>预测分析中的错误恢复</a:t>
            </a:r>
            <a:endParaRPr lang="en-US" altLang="zh-CN" sz="3000" spc="300" dirty="0">
              <a:solidFill>
                <a:schemeClr val="tx1"/>
              </a:solidFill>
              <a:latin typeface="微软雅黑" pitchFamily="34" charset="-122"/>
              <a:ea typeface="微软雅黑" pitchFamily="34" charset="-122"/>
              <a:cs typeface="Times New Roman" pitchFamily="18" charset="0"/>
            </a:endParaRPr>
          </a:p>
        </p:txBody>
      </p:sp>
      <p:sp>
        <p:nvSpPr>
          <p:cNvPr id="3" name="灯片编号占位符 2">
            <a:extLst>
              <a:ext uri="{FF2B5EF4-FFF2-40B4-BE49-F238E27FC236}">
                <a16:creationId xmlns:a16="http://schemas.microsoft.com/office/drawing/2014/main" id="{3A6EAFA1-BEFA-42C4-96B0-7E38B169C5AD}"/>
              </a:ext>
            </a:extLst>
          </p:cNvPr>
          <p:cNvSpPr>
            <a:spLocks noGrp="1"/>
          </p:cNvSpPr>
          <p:nvPr>
            <p:ph type="sldNum" sz="quarter" idx="12"/>
          </p:nvPr>
        </p:nvSpPr>
        <p:spPr/>
        <p:txBody>
          <a:bodyPr/>
          <a:lstStyle/>
          <a:p>
            <a:pPr>
              <a:defRPr/>
            </a:pPr>
            <a:fld id="{EA567855-7F13-4FC5-AD61-2B82F6443E16}" type="slidenum">
              <a:rPr lang="zh-CN" altLang="en-US" smtClean="0"/>
              <a:pPr>
                <a:defRPr/>
              </a:pPr>
              <a:t>66</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nodeType="withEffect">
                                  <p:stCondLst>
                                    <p:cond delay="0"/>
                                  </p:stCondLst>
                                  <p:childTnLst>
                                    <p:set>
                                      <p:cBhvr>
                                        <p:cTn id="6" dur="1" fill="hold">
                                          <p:stCondLst>
                                            <p:cond delay="0"/>
                                          </p:stCondLst>
                                        </p:cTn>
                                        <p:tgtEl>
                                          <p:spTgt spid="753667">
                                            <p:txEl>
                                              <p:pRg st="0" end="0"/>
                                            </p:txEl>
                                          </p:spTgt>
                                        </p:tgtEl>
                                        <p:attrNameLst>
                                          <p:attrName>style.visibility</p:attrName>
                                        </p:attrNameLst>
                                      </p:cBhvr>
                                      <p:to>
                                        <p:strVal val="visible"/>
                                      </p:to>
                                    </p:set>
                                    <p:anim calcmode="lin" valueType="num">
                                      <p:cBhvr>
                                        <p:cTn id="7" dur="500" fill="hold"/>
                                        <p:tgtEl>
                                          <p:spTgt spid="753667">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753667">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753667">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753667">
                                            <p:txEl>
                                              <p:pRg st="1" end="1"/>
                                            </p:txEl>
                                          </p:spTgt>
                                        </p:tgtEl>
                                        <p:attrNameLst>
                                          <p:attrName>style.visibility</p:attrName>
                                        </p:attrNameLst>
                                      </p:cBhvr>
                                      <p:to>
                                        <p:strVal val="visible"/>
                                      </p:to>
                                    </p:set>
                                    <p:anim calcmode="lin" valueType="num">
                                      <p:cBhvr>
                                        <p:cTn id="14" dur="500" fill="hold"/>
                                        <p:tgtEl>
                                          <p:spTgt spid="753667">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753667">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753667">
                                            <p:txEl>
                                              <p:pRg st="1" end="1"/>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16" fill="hold" nodeType="clickEffect">
                                  <p:stCondLst>
                                    <p:cond delay="0"/>
                                  </p:stCondLst>
                                  <p:childTnLst>
                                    <p:set>
                                      <p:cBhvr>
                                        <p:cTn id="20" dur="1" fill="hold">
                                          <p:stCondLst>
                                            <p:cond delay="0"/>
                                          </p:stCondLst>
                                        </p:cTn>
                                        <p:tgtEl>
                                          <p:spTgt spid="753667">
                                            <p:txEl>
                                              <p:pRg st="2" end="2"/>
                                            </p:txEl>
                                          </p:spTgt>
                                        </p:tgtEl>
                                        <p:attrNameLst>
                                          <p:attrName>style.visibility</p:attrName>
                                        </p:attrNameLst>
                                      </p:cBhvr>
                                      <p:to>
                                        <p:strVal val="visible"/>
                                      </p:to>
                                    </p:set>
                                    <p:anim calcmode="lin" valueType="num">
                                      <p:cBhvr>
                                        <p:cTn id="21" dur="500" fill="hold"/>
                                        <p:tgtEl>
                                          <p:spTgt spid="753667">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753667">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753667">
                                            <p:txEl>
                                              <p:pRg st="2" end="2"/>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3" presetClass="entr" presetSubtype="0" fill="hold" nodeType="clickEffect">
                                  <p:stCondLst>
                                    <p:cond delay="0"/>
                                  </p:stCondLst>
                                  <p:childTnLst>
                                    <p:set>
                                      <p:cBhvr>
                                        <p:cTn id="27" dur="1" fill="hold">
                                          <p:stCondLst>
                                            <p:cond delay="0"/>
                                          </p:stCondLst>
                                        </p:cTn>
                                        <p:tgtEl>
                                          <p:spTgt spid="753667">
                                            <p:txEl>
                                              <p:pRg st="3" end="3"/>
                                            </p:txEl>
                                          </p:spTgt>
                                        </p:tgtEl>
                                        <p:attrNameLst>
                                          <p:attrName>style.visibility</p:attrName>
                                        </p:attrNameLst>
                                      </p:cBhvr>
                                      <p:to>
                                        <p:strVal val="visible"/>
                                      </p:to>
                                    </p:set>
                                    <p:anim calcmode="lin" valueType="num">
                                      <p:cBhvr>
                                        <p:cTn id="28" dur="500" fill="hold"/>
                                        <p:tgtEl>
                                          <p:spTgt spid="753667">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753667">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753667">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0" fill="hold" nodeType="clickEffect">
                                  <p:stCondLst>
                                    <p:cond delay="0"/>
                                  </p:stCondLst>
                                  <p:childTnLst>
                                    <p:set>
                                      <p:cBhvr>
                                        <p:cTn id="34" dur="1" fill="hold">
                                          <p:stCondLst>
                                            <p:cond delay="0"/>
                                          </p:stCondLst>
                                        </p:cTn>
                                        <p:tgtEl>
                                          <p:spTgt spid="753667">
                                            <p:txEl>
                                              <p:pRg st="4" end="4"/>
                                            </p:txEl>
                                          </p:spTgt>
                                        </p:tgtEl>
                                        <p:attrNameLst>
                                          <p:attrName>style.visibility</p:attrName>
                                        </p:attrNameLst>
                                      </p:cBhvr>
                                      <p:to>
                                        <p:strVal val="visible"/>
                                      </p:to>
                                    </p:set>
                                    <p:anim calcmode="lin" valueType="num">
                                      <p:cBhvr>
                                        <p:cTn id="35" dur="500" fill="hold"/>
                                        <p:tgtEl>
                                          <p:spTgt spid="753667">
                                            <p:txEl>
                                              <p:pRg st="4" end="4"/>
                                            </p:txEl>
                                          </p:spTgt>
                                        </p:tgtEl>
                                        <p:attrNameLst>
                                          <p:attrName>ppt_w</p:attrName>
                                        </p:attrNameLst>
                                      </p:cBhvr>
                                      <p:tavLst>
                                        <p:tav tm="0">
                                          <p:val>
                                            <p:fltVal val="0"/>
                                          </p:val>
                                        </p:tav>
                                        <p:tav tm="100000">
                                          <p:val>
                                            <p:strVal val="#ppt_w"/>
                                          </p:val>
                                        </p:tav>
                                      </p:tavLst>
                                    </p:anim>
                                    <p:anim calcmode="lin" valueType="num">
                                      <p:cBhvr>
                                        <p:cTn id="36" dur="500" fill="hold"/>
                                        <p:tgtEl>
                                          <p:spTgt spid="753667">
                                            <p:txEl>
                                              <p:pRg st="4" end="4"/>
                                            </p:txEl>
                                          </p:spTgt>
                                        </p:tgtEl>
                                        <p:attrNameLst>
                                          <p:attrName>ppt_h</p:attrName>
                                        </p:attrNameLst>
                                      </p:cBhvr>
                                      <p:tavLst>
                                        <p:tav tm="0">
                                          <p:val>
                                            <p:fltVal val="0"/>
                                          </p:val>
                                        </p:tav>
                                        <p:tav tm="100000">
                                          <p:val>
                                            <p:strVal val="#ppt_h"/>
                                          </p:val>
                                        </p:tav>
                                      </p:tavLst>
                                    </p:anim>
                                    <p:animEffect transition="in" filter="fade">
                                      <p:cBhvr>
                                        <p:cTn id="37" dur="500"/>
                                        <p:tgtEl>
                                          <p:spTgt spid="753667">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0" fill="hold" nodeType="clickEffect">
                                  <p:stCondLst>
                                    <p:cond delay="0"/>
                                  </p:stCondLst>
                                  <p:childTnLst>
                                    <p:set>
                                      <p:cBhvr>
                                        <p:cTn id="41" dur="1" fill="hold">
                                          <p:stCondLst>
                                            <p:cond delay="0"/>
                                          </p:stCondLst>
                                        </p:cTn>
                                        <p:tgtEl>
                                          <p:spTgt spid="753667">
                                            <p:txEl>
                                              <p:pRg st="5" end="5"/>
                                            </p:txEl>
                                          </p:spTgt>
                                        </p:tgtEl>
                                        <p:attrNameLst>
                                          <p:attrName>style.visibility</p:attrName>
                                        </p:attrNameLst>
                                      </p:cBhvr>
                                      <p:to>
                                        <p:strVal val="visible"/>
                                      </p:to>
                                    </p:set>
                                    <p:anim calcmode="lin" valueType="num">
                                      <p:cBhvr>
                                        <p:cTn id="42" dur="500" fill="hold"/>
                                        <p:tgtEl>
                                          <p:spTgt spid="753667">
                                            <p:txEl>
                                              <p:pRg st="5" end="5"/>
                                            </p:txEl>
                                          </p:spTgt>
                                        </p:tgtEl>
                                        <p:attrNameLst>
                                          <p:attrName>ppt_w</p:attrName>
                                        </p:attrNameLst>
                                      </p:cBhvr>
                                      <p:tavLst>
                                        <p:tav tm="0">
                                          <p:val>
                                            <p:fltVal val="0"/>
                                          </p:val>
                                        </p:tav>
                                        <p:tav tm="100000">
                                          <p:val>
                                            <p:strVal val="#ppt_w"/>
                                          </p:val>
                                        </p:tav>
                                      </p:tavLst>
                                    </p:anim>
                                    <p:anim calcmode="lin" valueType="num">
                                      <p:cBhvr>
                                        <p:cTn id="43" dur="500" fill="hold"/>
                                        <p:tgtEl>
                                          <p:spTgt spid="753667">
                                            <p:txEl>
                                              <p:pRg st="5" end="5"/>
                                            </p:txEl>
                                          </p:spTgt>
                                        </p:tgtEl>
                                        <p:attrNameLst>
                                          <p:attrName>ppt_h</p:attrName>
                                        </p:attrNameLst>
                                      </p:cBhvr>
                                      <p:tavLst>
                                        <p:tav tm="0">
                                          <p:val>
                                            <p:fltVal val="0"/>
                                          </p:val>
                                        </p:tav>
                                        <p:tav tm="100000">
                                          <p:val>
                                            <p:strVal val="#ppt_h"/>
                                          </p:val>
                                        </p:tav>
                                      </p:tavLst>
                                    </p:anim>
                                    <p:animEffect transition="in" filter="fade">
                                      <p:cBhvr>
                                        <p:cTn id="44" dur="500"/>
                                        <p:tgtEl>
                                          <p:spTgt spid="75366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 name="Group 18">
            <a:extLst>
              <a:ext uri="{FF2B5EF4-FFF2-40B4-BE49-F238E27FC236}">
                <a16:creationId xmlns:a16="http://schemas.microsoft.com/office/drawing/2014/main" id="{6336E237-A500-4F15-BD06-11AC62430879}"/>
              </a:ext>
            </a:extLst>
          </p:cNvPr>
          <p:cNvGraphicFramePr>
            <a:graphicFrameLocks noGrp="1"/>
          </p:cNvGraphicFramePr>
          <p:nvPr/>
        </p:nvGraphicFramePr>
        <p:xfrm>
          <a:off x="6719888" y="722313"/>
          <a:ext cx="2119312" cy="1931988"/>
        </p:xfrm>
        <a:graphic>
          <a:graphicData uri="http://schemas.openxmlformats.org/drawingml/2006/table">
            <a:tbl>
              <a:tblPr/>
              <a:tblGrid>
                <a:gridCol w="627442">
                  <a:extLst>
                    <a:ext uri="{9D8B030D-6E8A-4147-A177-3AD203B41FA5}">
                      <a16:colId xmlns:a16="http://schemas.microsoft.com/office/drawing/2014/main" val="20000"/>
                    </a:ext>
                  </a:extLst>
                </a:gridCol>
                <a:gridCol w="1491870">
                  <a:extLst>
                    <a:ext uri="{9D8B030D-6E8A-4147-A177-3AD203B41FA5}">
                      <a16:colId xmlns:a16="http://schemas.microsoft.com/office/drawing/2014/main" val="20001"/>
                    </a:ext>
                  </a:extLst>
                </a:gridCol>
              </a:tblGrid>
              <a:tr h="35716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1" lang="zh-CN" altLang="en-US" sz="16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endParaRPr>
                    </a:p>
                  </a:txBody>
                  <a:tcPr marL="301021" marR="301021" marT="34296" marB="3429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40000"/>
                        <a:lumOff val="6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en-US" sz="16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endParaRPr>
                    </a:p>
                  </a:txBody>
                  <a:tcPr marL="301021" marR="301021" marT="34296" marB="3429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40000"/>
                        <a:lumOff val="60000"/>
                      </a:schemeClr>
                    </a:solidFill>
                  </a:tcPr>
                </a:tc>
                <a:extLst>
                  <a:ext uri="{0D108BD9-81ED-4DB2-BD59-A6C34878D82A}">
                    <a16:rowId xmlns:a16="http://schemas.microsoft.com/office/drawing/2014/main" val="10000"/>
                  </a:ext>
                </a:extLst>
              </a:tr>
              <a:tr h="312518">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1" lang="zh-CN" altLang="en-US" sz="16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endParaRPr>
                    </a:p>
                  </a:txBody>
                  <a:tcPr marL="301021" marR="301021" marT="34296" marB="3429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en-US" sz="16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endParaRPr>
                    </a:p>
                  </a:txBody>
                  <a:tcPr marL="301021" marR="301021" marT="34296" marB="3429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24751">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1" lang="zh-CN" altLang="en-US" sz="16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endParaRPr>
                    </a:p>
                  </a:txBody>
                  <a:tcPr marL="301021" marR="301021" marT="34296" marB="3429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en-US" sz="16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endParaRPr>
                    </a:p>
                  </a:txBody>
                  <a:tcPr marL="301021" marR="301021" marT="34296" marB="3429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2518">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1" lang="zh-CN" altLang="en-US" sz="16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endParaRPr>
                    </a:p>
                  </a:txBody>
                  <a:tcPr marL="301021" marR="301021" marT="34296" marB="3429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en-US" sz="16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endParaRPr>
                    </a:p>
                  </a:txBody>
                  <a:tcPr marL="301021" marR="301021" marT="34296" marB="3429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2518">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1" lang="zh-CN" altLang="en-US" sz="16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endParaRPr>
                    </a:p>
                  </a:txBody>
                  <a:tcPr marL="301021" marR="301021" marT="34296" marB="3429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en-US" sz="16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endParaRPr>
                    </a:p>
                  </a:txBody>
                  <a:tcPr marL="301021" marR="301021" marT="34296" marB="3429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12518">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1" lang="zh-CN" altLang="en-US" sz="16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endParaRPr>
                    </a:p>
                  </a:txBody>
                  <a:tcPr marL="301021" marR="301021" marT="34296" marB="3429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en-US" sz="16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endParaRPr>
                    </a:p>
                  </a:txBody>
                  <a:tcPr marL="301021" marR="301021" marT="34296" marB="3429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5125" name="Rectangle 3">
            <a:extLst>
              <a:ext uri="{FF2B5EF4-FFF2-40B4-BE49-F238E27FC236}">
                <a16:creationId xmlns:a16="http://schemas.microsoft.com/office/drawing/2014/main" id="{DE0A308D-7A30-4C37-8169-C77513B4A315}"/>
              </a:ext>
            </a:extLst>
          </p:cNvPr>
          <p:cNvSpPr>
            <a:spLocks noGrp="1" noChangeArrowheads="1"/>
          </p:cNvSpPr>
          <p:nvPr>
            <p:ph type="body" sz="half" idx="4294967295"/>
          </p:nvPr>
        </p:nvSpPr>
        <p:spPr>
          <a:xfrm>
            <a:off x="0" y="3166393"/>
            <a:ext cx="9036050" cy="1925637"/>
          </a:xfrm>
        </p:spPr>
        <p:txBody>
          <a:bodyPr/>
          <a:lstStyle/>
          <a:p>
            <a:pPr eaLnBrk="1" hangingPunct="1">
              <a:lnSpc>
                <a:spcPts val="3500"/>
              </a:lnSpc>
              <a:spcBef>
                <a:spcPts val="0"/>
              </a:spcBef>
              <a:buClrTx/>
              <a:buFont typeface="Wingdings" pitchFamily="2" charset="2"/>
              <a:buChar char="Ø"/>
              <a:defRPr/>
            </a:pPr>
            <a:r>
              <a:rPr lang="zh-CN" altLang="en-US" sz="2300" b="1" dirty="0">
                <a:solidFill>
                  <a:srgbClr val="000000"/>
                </a:solidFill>
                <a:latin typeface="+mn-ea"/>
                <a:cs typeface="Times New Roman" pitchFamily="18" charset="0"/>
              </a:rPr>
              <a:t>紧急错误恢复</a:t>
            </a:r>
          </a:p>
          <a:p>
            <a:pPr lvl="1" eaLnBrk="1" hangingPunct="1">
              <a:lnSpc>
                <a:spcPts val="2500"/>
              </a:lnSpc>
              <a:spcBef>
                <a:spcPts val="0"/>
              </a:spcBef>
              <a:buClrTx/>
              <a:buFont typeface="Wingdings" pitchFamily="2" charset="2"/>
              <a:buChar char="Ø"/>
              <a:defRPr/>
            </a:pPr>
            <a:r>
              <a:rPr lang="zh-CN" altLang="en-US" sz="1900" b="1" dirty="0">
                <a:solidFill>
                  <a:srgbClr val="000000"/>
                </a:solidFill>
                <a:latin typeface="+mn-ea"/>
                <a:cs typeface="Times New Roman" pitchFamily="18" charset="0"/>
              </a:rPr>
              <a:t>如果</a:t>
            </a:r>
            <a:r>
              <a:rPr lang="en-US" altLang="zh-CN" sz="1900" b="1" dirty="0">
                <a:solidFill>
                  <a:srgbClr val="000000"/>
                </a:solidFill>
                <a:latin typeface="+mn-ea"/>
                <a:cs typeface="Times New Roman" pitchFamily="18" charset="0"/>
              </a:rPr>
              <a:t>M[</a:t>
            </a:r>
            <a:r>
              <a:rPr lang="en-US" altLang="zh-CN" sz="1900" b="1" i="1" dirty="0">
                <a:solidFill>
                  <a:srgbClr val="000000"/>
                </a:solidFill>
                <a:latin typeface="Times New Roman" pitchFamily="18" charset="0"/>
                <a:cs typeface="Times New Roman" pitchFamily="18" charset="0"/>
              </a:rPr>
              <a:t>A</a:t>
            </a:r>
            <a:r>
              <a:rPr lang="en-US" altLang="zh-CN" sz="1900" b="1" dirty="0">
                <a:solidFill>
                  <a:srgbClr val="000000"/>
                </a:solidFill>
                <a:latin typeface="Times New Roman" pitchFamily="18" charset="0"/>
                <a:cs typeface="Times New Roman" pitchFamily="18" charset="0"/>
              </a:rPr>
              <a:t>, </a:t>
            </a:r>
            <a:r>
              <a:rPr lang="en-US" altLang="zh-CN" sz="1900" b="1" i="1" dirty="0">
                <a:solidFill>
                  <a:srgbClr val="000000"/>
                </a:solidFill>
                <a:latin typeface="Times New Roman" pitchFamily="18" charset="0"/>
                <a:cs typeface="Times New Roman" pitchFamily="18" charset="0"/>
              </a:rPr>
              <a:t>a</a:t>
            </a:r>
            <a:r>
              <a:rPr lang="en-US" altLang="zh-CN" sz="1900" b="1" dirty="0">
                <a:solidFill>
                  <a:srgbClr val="000000"/>
                </a:solidFill>
                <a:latin typeface="+mn-ea"/>
                <a:cs typeface="Times New Roman" pitchFamily="18" charset="0"/>
              </a:rPr>
              <a:t>]</a:t>
            </a:r>
            <a:r>
              <a:rPr lang="zh-CN" altLang="en-US" sz="1900" b="1" dirty="0">
                <a:solidFill>
                  <a:srgbClr val="000000"/>
                </a:solidFill>
                <a:latin typeface="+mn-ea"/>
                <a:cs typeface="Times New Roman" pitchFamily="18" charset="0"/>
              </a:rPr>
              <a:t>是空，表示检测到错误，根据恐慌模式，</a:t>
            </a:r>
            <a:r>
              <a:rPr lang="zh-CN" altLang="en-US" sz="1900" b="1" dirty="0">
                <a:solidFill>
                  <a:schemeClr val="tx2">
                    <a:lumMod val="60000"/>
                    <a:lumOff val="40000"/>
                  </a:schemeClr>
                </a:solidFill>
                <a:latin typeface="+mn-ea"/>
                <a:cs typeface="Times New Roman" pitchFamily="18" charset="0"/>
              </a:rPr>
              <a:t>忽略输入符号</a:t>
            </a:r>
            <a:r>
              <a:rPr lang="en-US" altLang="zh-CN" sz="1900" b="1" i="1" dirty="0">
                <a:solidFill>
                  <a:schemeClr val="tx2">
                    <a:lumMod val="60000"/>
                    <a:lumOff val="40000"/>
                  </a:schemeClr>
                </a:solidFill>
                <a:latin typeface="Times New Roman" pitchFamily="18" charset="0"/>
                <a:cs typeface="Times New Roman" pitchFamily="18" charset="0"/>
              </a:rPr>
              <a:t>a</a:t>
            </a:r>
          </a:p>
          <a:p>
            <a:pPr lvl="1" eaLnBrk="1" hangingPunct="1">
              <a:lnSpc>
                <a:spcPts val="2500"/>
              </a:lnSpc>
              <a:spcBef>
                <a:spcPts val="0"/>
              </a:spcBef>
              <a:buClrTx/>
              <a:buFont typeface="Wingdings" pitchFamily="2" charset="2"/>
              <a:buChar char="Ø"/>
              <a:defRPr/>
            </a:pPr>
            <a:r>
              <a:rPr lang="zh-CN" altLang="en-US" sz="1900" b="1" dirty="0">
                <a:solidFill>
                  <a:srgbClr val="000000"/>
                </a:solidFill>
                <a:latin typeface="+mn-ea"/>
                <a:cs typeface="Times New Roman" pitchFamily="18" charset="0"/>
              </a:rPr>
              <a:t>如果</a:t>
            </a:r>
            <a:r>
              <a:rPr lang="en-US" altLang="zh-CN" sz="1900" b="1" dirty="0">
                <a:solidFill>
                  <a:srgbClr val="000000"/>
                </a:solidFill>
                <a:latin typeface="+mn-ea"/>
                <a:cs typeface="Times New Roman" pitchFamily="18" charset="0"/>
              </a:rPr>
              <a:t>M[</a:t>
            </a:r>
            <a:r>
              <a:rPr lang="en-US" altLang="zh-CN" sz="1900" b="1" i="1" dirty="0">
                <a:solidFill>
                  <a:srgbClr val="000000"/>
                </a:solidFill>
                <a:latin typeface="Times New Roman" pitchFamily="18" charset="0"/>
                <a:cs typeface="Times New Roman" pitchFamily="18" charset="0"/>
              </a:rPr>
              <a:t>A</a:t>
            </a:r>
            <a:r>
              <a:rPr lang="en-US" altLang="zh-CN" sz="1900" b="1" dirty="0">
                <a:solidFill>
                  <a:srgbClr val="000000"/>
                </a:solidFill>
                <a:latin typeface="Times New Roman" pitchFamily="18" charset="0"/>
                <a:cs typeface="Times New Roman" pitchFamily="18" charset="0"/>
              </a:rPr>
              <a:t>, </a:t>
            </a:r>
            <a:r>
              <a:rPr lang="en-US" altLang="zh-CN" sz="1900" b="1" i="1" dirty="0">
                <a:solidFill>
                  <a:srgbClr val="000000"/>
                </a:solidFill>
                <a:latin typeface="Times New Roman" pitchFamily="18" charset="0"/>
                <a:cs typeface="Times New Roman" pitchFamily="18" charset="0"/>
              </a:rPr>
              <a:t>a</a:t>
            </a:r>
            <a:r>
              <a:rPr lang="en-US" altLang="zh-CN" sz="1900" b="1" dirty="0">
                <a:solidFill>
                  <a:srgbClr val="000000"/>
                </a:solidFill>
                <a:latin typeface="+mn-ea"/>
                <a:cs typeface="Times New Roman" pitchFamily="18" charset="0"/>
              </a:rPr>
              <a:t>]</a:t>
            </a:r>
            <a:r>
              <a:rPr lang="zh-CN" altLang="en-US" sz="1900" b="1" dirty="0">
                <a:solidFill>
                  <a:srgbClr val="000000"/>
                </a:solidFill>
                <a:latin typeface="+mn-ea"/>
                <a:cs typeface="Times New Roman" pitchFamily="18" charset="0"/>
              </a:rPr>
              <a:t>是</a:t>
            </a:r>
            <a:r>
              <a:rPr lang="en-US" altLang="zh-CN" sz="1900" b="1" i="1" dirty="0">
                <a:solidFill>
                  <a:srgbClr val="000000"/>
                </a:solidFill>
                <a:latin typeface="Times New Roman" pitchFamily="18" charset="0"/>
                <a:cs typeface="Times New Roman" pitchFamily="18" charset="0"/>
              </a:rPr>
              <a:t>synch</a:t>
            </a:r>
            <a:r>
              <a:rPr lang="zh-CN" altLang="en-US" sz="1900" b="1" dirty="0">
                <a:solidFill>
                  <a:srgbClr val="000000"/>
                </a:solidFill>
                <a:latin typeface="+mn-ea"/>
                <a:cs typeface="Times New Roman" pitchFamily="18" charset="0"/>
              </a:rPr>
              <a:t>，则弹出</a:t>
            </a:r>
            <a:r>
              <a:rPr lang="zh-CN" altLang="en-US" sz="1900" b="1" dirty="0">
                <a:solidFill>
                  <a:schemeClr val="tx2">
                    <a:lumMod val="60000"/>
                    <a:lumOff val="40000"/>
                  </a:schemeClr>
                </a:solidFill>
                <a:latin typeface="+mn-ea"/>
                <a:cs typeface="Times New Roman" pitchFamily="18" charset="0"/>
              </a:rPr>
              <a:t>栈顶的非终结符</a:t>
            </a:r>
            <a:r>
              <a:rPr lang="en-US" altLang="zh-CN" sz="1900" b="1" i="1" dirty="0">
                <a:solidFill>
                  <a:schemeClr val="tx2">
                    <a:lumMod val="60000"/>
                    <a:lumOff val="40000"/>
                  </a:schemeClr>
                </a:solidFill>
                <a:latin typeface="Times New Roman" pitchFamily="18" charset="0"/>
                <a:cs typeface="Times New Roman" pitchFamily="18" charset="0"/>
              </a:rPr>
              <a:t>A</a:t>
            </a:r>
            <a:r>
              <a:rPr lang="zh-CN" altLang="en-US" sz="1900" b="1" dirty="0">
                <a:solidFill>
                  <a:srgbClr val="000000"/>
                </a:solidFill>
                <a:latin typeface="+mn-ea"/>
                <a:cs typeface="Times New Roman" pitchFamily="18" charset="0"/>
              </a:rPr>
              <a:t>，试图继续分析后面的语法成分</a:t>
            </a:r>
            <a:endParaRPr lang="en-US" altLang="zh-CN" sz="1900" b="1" dirty="0">
              <a:solidFill>
                <a:srgbClr val="000000"/>
              </a:solidFill>
              <a:latin typeface="+mn-ea"/>
              <a:cs typeface="Times New Roman" pitchFamily="18" charset="0"/>
            </a:endParaRPr>
          </a:p>
          <a:p>
            <a:pPr lvl="1" eaLnBrk="1" hangingPunct="1">
              <a:lnSpc>
                <a:spcPts val="2500"/>
              </a:lnSpc>
              <a:spcBef>
                <a:spcPts val="0"/>
              </a:spcBef>
              <a:buClrTx/>
              <a:buFont typeface="Wingdings" pitchFamily="2" charset="2"/>
              <a:buChar char="Ø"/>
              <a:defRPr/>
            </a:pPr>
            <a:r>
              <a:rPr lang="zh-CN" altLang="en-US" sz="1900" b="1" dirty="0">
                <a:solidFill>
                  <a:srgbClr val="000000"/>
                </a:solidFill>
                <a:latin typeface="+mn-ea"/>
                <a:cs typeface="Times New Roman" pitchFamily="18" charset="0"/>
              </a:rPr>
              <a:t>如果</a:t>
            </a:r>
            <a:r>
              <a:rPr lang="en-US" altLang="zh-CN" sz="1900" b="1" dirty="0">
                <a:solidFill>
                  <a:srgbClr val="000000"/>
                </a:solidFill>
                <a:latin typeface="+mn-ea"/>
                <a:cs typeface="Times New Roman" pitchFamily="18" charset="0"/>
              </a:rPr>
              <a:t>M[</a:t>
            </a:r>
            <a:r>
              <a:rPr lang="en-US" altLang="zh-CN" sz="1900" b="1" i="1" dirty="0">
                <a:solidFill>
                  <a:srgbClr val="000000"/>
                </a:solidFill>
                <a:latin typeface="Times New Roman" pitchFamily="18" charset="0"/>
                <a:cs typeface="Times New Roman" pitchFamily="18" charset="0"/>
              </a:rPr>
              <a:t>A</a:t>
            </a:r>
            <a:r>
              <a:rPr lang="en-US" altLang="zh-CN" sz="1900" b="1" dirty="0">
                <a:solidFill>
                  <a:srgbClr val="000000"/>
                </a:solidFill>
                <a:latin typeface="Times New Roman" pitchFamily="18" charset="0"/>
                <a:cs typeface="Times New Roman" pitchFamily="18" charset="0"/>
              </a:rPr>
              <a:t>, </a:t>
            </a:r>
            <a:r>
              <a:rPr lang="en-US" altLang="zh-CN" sz="1900" b="1" i="1" dirty="0">
                <a:solidFill>
                  <a:srgbClr val="000000"/>
                </a:solidFill>
                <a:latin typeface="Times New Roman" pitchFamily="18" charset="0"/>
                <a:cs typeface="Times New Roman" pitchFamily="18" charset="0"/>
              </a:rPr>
              <a:t>a</a:t>
            </a:r>
            <a:r>
              <a:rPr lang="en-US" altLang="zh-CN" sz="1900" b="1" dirty="0">
                <a:solidFill>
                  <a:srgbClr val="000000"/>
                </a:solidFill>
                <a:latin typeface="+mn-ea"/>
                <a:cs typeface="Times New Roman" pitchFamily="18" charset="0"/>
              </a:rPr>
              <a:t>]</a:t>
            </a:r>
            <a:r>
              <a:rPr lang="zh-CN" altLang="en-US" sz="1900" b="1" dirty="0">
                <a:solidFill>
                  <a:srgbClr val="000000"/>
                </a:solidFill>
                <a:latin typeface="+mn-ea"/>
                <a:cs typeface="Times New Roman" pitchFamily="18" charset="0"/>
              </a:rPr>
              <a:t>包含产生式，恢复对</a:t>
            </a:r>
            <a:r>
              <a:rPr lang="en-US" altLang="zh-CN" sz="1900" b="1" dirty="0">
                <a:solidFill>
                  <a:srgbClr val="000000"/>
                </a:solidFill>
                <a:latin typeface="+mn-ea"/>
                <a:cs typeface="Times New Roman" pitchFamily="18" charset="0"/>
              </a:rPr>
              <a:t>A</a:t>
            </a:r>
            <a:r>
              <a:rPr lang="zh-CN" altLang="en-US" sz="1900" b="1" dirty="0">
                <a:solidFill>
                  <a:srgbClr val="000000"/>
                </a:solidFill>
                <a:latin typeface="+mn-ea"/>
                <a:cs typeface="Times New Roman" pitchFamily="18" charset="0"/>
              </a:rPr>
              <a:t>的分析</a:t>
            </a:r>
            <a:endParaRPr lang="zh-CN" altLang="en-US" sz="1900" b="1" dirty="0">
              <a:solidFill>
                <a:schemeClr val="tx2">
                  <a:lumMod val="60000"/>
                  <a:lumOff val="40000"/>
                </a:schemeClr>
              </a:solidFill>
              <a:latin typeface="+mn-ea"/>
              <a:cs typeface="Times New Roman" pitchFamily="18" charset="0"/>
            </a:endParaRPr>
          </a:p>
          <a:p>
            <a:pPr lvl="1" eaLnBrk="1" hangingPunct="1">
              <a:lnSpc>
                <a:spcPts val="2500"/>
              </a:lnSpc>
              <a:spcBef>
                <a:spcPts val="0"/>
              </a:spcBef>
              <a:buClrTx/>
              <a:buFont typeface="Wingdings" pitchFamily="2" charset="2"/>
              <a:buChar char="Ø"/>
              <a:defRPr/>
            </a:pPr>
            <a:r>
              <a:rPr lang="zh-CN" altLang="en-US" sz="1900" b="1" dirty="0">
                <a:solidFill>
                  <a:srgbClr val="000000"/>
                </a:solidFill>
                <a:latin typeface="+mn-ea"/>
                <a:cs typeface="Times New Roman" pitchFamily="18" charset="0"/>
              </a:rPr>
              <a:t>如果</a:t>
            </a:r>
            <a:r>
              <a:rPr lang="zh-CN" altLang="en-US" sz="1900" b="1" dirty="0">
                <a:solidFill>
                  <a:schemeClr val="tx2">
                    <a:lumMod val="60000"/>
                    <a:lumOff val="40000"/>
                  </a:schemeClr>
                </a:solidFill>
                <a:latin typeface="+mn-ea"/>
                <a:cs typeface="Times New Roman" pitchFamily="18" charset="0"/>
              </a:rPr>
              <a:t>栈顶的终结符</a:t>
            </a:r>
            <a:r>
              <a:rPr lang="zh-CN" altLang="en-US" sz="1900" b="1" dirty="0">
                <a:solidFill>
                  <a:srgbClr val="000000"/>
                </a:solidFill>
                <a:latin typeface="+mn-ea"/>
                <a:cs typeface="Times New Roman" pitchFamily="18" charset="0"/>
              </a:rPr>
              <a:t>和输入符号不匹配，则</a:t>
            </a:r>
            <a:r>
              <a:rPr lang="zh-CN" altLang="en-US" sz="1900" b="1" dirty="0">
                <a:solidFill>
                  <a:schemeClr val="tx2">
                    <a:lumMod val="60000"/>
                    <a:lumOff val="40000"/>
                  </a:schemeClr>
                </a:solidFill>
                <a:latin typeface="+mn-ea"/>
                <a:cs typeface="Times New Roman" pitchFamily="18" charset="0"/>
              </a:rPr>
              <a:t>弹出栈顶的终结符</a:t>
            </a:r>
            <a:endParaRPr lang="en-US" altLang="zh-CN" sz="1900" b="1" dirty="0">
              <a:solidFill>
                <a:schemeClr val="tx2">
                  <a:lumMod val="60000"/>
                  <a:lumOff val="40000"/>
                </a:schemeClr>
              </a:solidFill>
              <a:latin typeface="+mn-ea"/>
              <a:cs typeface="Times New Roman" pitchFamily="18" charset="0"/>
            </a:endParaRPr>
          </a:p>
        </p:txBody>
      </p:sp>
      <p:sp>
        <p:nvSpPr>
          <p:cNvPr id="20" name="标题 1">
            <a:extLst>
              <a:ext uri="{FF2B5EF4-FFF2-40B4-BE49-F238E27FC236}">
                <a16:creationId xmlns:a16="http://schemas.microsoft.com/office/drawing/2014/main" id="{CFA33A97-F305-4286-9F1E-136B3AE6763F}"/>
              </a:ext>
            </a:extLst>
          </p:cNvPr>
          <p:cNvSpPr>
            <a:spLocks noGrp="1"/>
          </p:cNvSpPr>
          <p:nvPr>
            <p:ph type="title"/>
          </p:nvPr>
        </p:nvSpPr>
        <p:spPr>
          <a:xfrm>
            <a:off x="755650" y="268288"/>
            <a:ext cx="7931150" cy="358775"/>
          </a:xfrm>
        </p:spPr>
        <p:txBody>
          <a:bodyPr/>
          <a:lstStyle/>
          <a:p>
            <a:pPr>
              <a:defRPr/>
            </a:pPr>
            <a:r>
              <a:rPr lang="zh-CN" altLang="en-US" sz="3000" spc="300" dirty="0">
                <a:solidFill>
                  <a:schemeClr val="tx1"/>
                </a:solidFill>
                <a:latin typeface="微软雅黑" pitchFamily="34" charset="-122"/>
                <a:ea typeface="微软雅黑" pitchFamily="34" charset="-122"/>
                <a:cs typeface="Times New Roman" pitchFamily="18" charset="0"/>
              </a:rPr>
              <a:t>例</a:t>
            </a:r>
            <a:endParaRPr lang="zh-CN" altLang="en-US" sz="3000" spc="300" dirty="0">
              <a:solidFill>
                <a:schemeClr val="tx1"/>
              </a:solidFill>
              <a:latin typeface="微软雅黑" pitchFamily="34" charset="-122"/>
              <a:ea typeface="微软雅黑" pitchFamily="34" charset="-122"/>
            </a:endParaRPr>
          </a:p>
        </p:txBody>
      </p:sp>
      <p:graphicFrame>
        <p:nvGraphicFramePr>
          <p:cNvPr id="16" name="Group 18">
            <a:extLst>
              <a:ext uri="{FF2B5EF4-FFF2-40B4-BE49-F238E27FC236}">
                <a16:creationId xmlns:a16="http://schemas.microsoft.com/office/drawing/2014/main" id="{8E6A494A-AA19-4EB9-B25F-1EA7CD91A60D}"/>
              </a:ext>
            </a:extLst>
          </p:cNvPr>
          <p:cNvGraphicFramePr>
            <a:graphicFrameLocks noGrp="1"/>
          </p:cNvGraphicFramePr>
          <p:nvPr/>
        </p:nvGraphicFramePr>
        <p:xfrm>
          <a:off x="1377950" y="447675"/>
          <a:ext cx="5184775" cy="2203453"/>
        </p:xfrm>
        <a:graphic>
          <a:graphicData uri="http://schemas.openxmlformats.org/drawingml/2006/table">
            <a:tbl>
              <a:tblPr/>
              <a:tblGrid>
                <a:gridCol w="536575">
                  <a:extLst>
                    <a:ext uri="{9D8B030D-6E8A-4147-A177-3AD203B41FA5}">
                      <a16:colId xmlns:a16="http://schemas.microsoft.com/office/drawing/2014/main" val="20000"/>
                    </a:ext>
                  </a:extLst>
                </a:gridCol>
                <a:gridCol w="760413">
                  <a:extLst>
                    <a:ext uri="{9D8B030D-6E8A-4147-A177-3AD203B41FA5}">
                      <a16:colId xmlns:a16="http://schemas.microsoft.com/office/drawing/2014/main" val="20001"/>
                    </a:ext>
                  </a:extLst>
                </a:gridCol>
                <a:gridCol w="863600">
                  <a:extLst>
                    <a:ext uri="{9D8B030D-6E8A-4147-A177-3AD203B41FA5}">
                      <a16:colId xmlns:a16="http://schemas.microsoft.com/office/drawing/2014/main" val="20002"/>
                    </a:ext>
                  </a:extLst>
                </a:gridCol>
                <a:gridCol w="862012">
                  <a:extLst>
                    <a:ext uri="{9D8B030D-6E8A-4147-A177-3AD203B41FA5}">
                      <a16:colId xmlns:a16="http://schemas.microsoft.com/office/drawing/2014/main" val="20003"/>
                    </a:ext>
                  </a:extLst>
                </a:gridCol>
                <a:gridCol w="722313">
                  <a:extLst>
                    <a:ext uri="{9D8B030D-6E8A-4147-A177-3AD203B41FA5}">
                      <a16:colId xmlns:a16="http://schemas.microsoft.com/office/drawing/2014/main" val="20004"/>
                    </a:ext>
                  </a:extLst>
                </a:gridCol>
                <a:gridCol w="647700">
                  <a:extLst>
                    <a:ext uri="{9D8B030D-6E8A-4147-A177-3AD203B41FA5}">
                      <a16:colId xmlns:a16="http://schemas.microsoft.com/office/drawing/2014/main" val="20005"/>
                    </a:ext>
                  </a:extLst>
                </a:gridCol>
                <a:gridCol w="792162">
                  <a:extLst>
                    <a:ext uri="{9D8B030D-6E8A-4147-A177-3AD203B41FA5}">
                      <a16:colId xmlns:a16="http://schemas.microsoft.com/office/drawing/2014/main" val="20006"/>
                    </a:ext>
                  </a:extLst>
                </a:gridCol>
              </a:tblGrid>
              <a:tr h="312738">
                <a:tc rowSpan="2">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183565" marR="183565" marT="34303" marB="343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gridSpan="6">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16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输入符号</a:t>
                      </a: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312738">
                <a:tc vMerge="1">
                  <a:txBody>
                    <a:bodyPr/>
                    <a:lstStyle/>
                    <a:p>
                      <a:endParaRPr lang="zh-CN" altLang="en-US"/>
                    </a:p>
                  </a:txBody>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id</a:t>
                      </a:r>
                      <a:endParaRPr kumimoji="0" lang="zh-CN" altLang="en-US" sz="1600" b="1" i="0" u="none" strike="noStrike" cap="none" normalizeH="0" baseline="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1"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endParaRPr kumimoji="0" lang="zh-CN" altLang="en-US" sz="1600" b="1" i="0" u="none" strike="noStrike" cap="none" normalizeH="0" baseline="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0" lang="zh-CN" altLang="en-US" sz="1600" b="1" i="0" u="none" strike="noStrike" cap="none" normalizeH="0" baseline="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lang="en-US" altLang="zh-CN" sz="1600" b="1" dirty="0">
                          <a:solidFill>
                            <a:schemeClr val="tx1"/>
                          </a:solidFill>
                          <a:latin typeface="+mn-ea"/>
                          <a:ea typeface="+mn-ea"/>
                          <a:cs typeface="Times New Roman" pitchFamily="18" charset="0"/>
                        </a:rPr>
                        <a:t>$</a:t>
                      </a: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endParaRPr kumimoji="0" lang="zh-CN" altLang="en-US" sz="1600" b="0" i="0" u="none" strike="noStrike" cap="none" normalizeH="0" baseline="0" dirty="0">
                        <a:ln>
                          <a:noFill/>
                        </a:ln>
                        <a:solidFill>
                          <a:schemeClr val="tx1"/>
                        </a:solidFill>
                        <a:effectLst/>
                        <a:latin typeface="Candara" panose="020E0502030303020204" pitchFamily="34" charset="0"/>
                        <a:ea typeface="华文楷体" panose="0201060004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1"/>
                  </a:ext>
                </a:extLst>
              </a:tr>
              <a:tr h="314325">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1" lang="zh-CN" altLang="en-US" sz="1600" b="1" i="0" u="none" strike="noStrike" cap="none" normalizeH="0" baseline="0" dirty="0">
                        <a:ln>
                          <a:noFill/>
                        </a:ln>
                        <a:solidFill>
                          <a:schemeClr val="hlink"/>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1" lang="zh-CN" altLang="en-US"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5438">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2738">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1" lang="zh-CN" altLang="en-US"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12738">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1" lang="zh-CN" altLang="en-US"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1" lang="zh-CN" altLang="en-US"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1" lang="zh-CN" altLang="en-US"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12738">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1"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1" lang="zh-CN" altLang="en-US"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1"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dirty="0">
                        <a:ln>
                          <a:noFill/>
                        </a:ln>
                        <a:solidFill>
                          <a:schemeClr val="tx1"/>
                        </a:solidFill>
                        <a:effectLst/>
                        <a:latin typeface="Candara" panose="020E0502030303020204" pitchFamily="34" charset="0"/>
                        <a:ea typeface="华文楷体" panose="0201060004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43447" name="矩形 18">
            <a:extLst>
              <a:ext uri="{FF2B5EF4-FFF2-40B4-BE49-F238E27FC236}">
                <a16:creationId xmlns:a16="http://schemas.microsoft.com/office/drawing/2014/main" id="{53BB43E1-C08D-42ED-A425-E5D32158FF22}"/>
              </a:ext>
            </a:extLst>
          </p:cNvPr>
          <p:cNvSpPr>
            <a:spLocks noChangeArrowheads="1"/>
          </p:cNvSpPr>
          <p:nvPr/>
        </p:nvSpPr>
        <p:spPr bwMode="auto">
          <a:xfrm>
            <a:off x="1450975" y="1116013"/>
            <a:ext cx="5111750" cy="154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lnSpc>
                <a:spcPts val="2000"/>
              </a:lnSpc>
              <a:spcBef>
                <a:spcPct val="20000"/>
              </a:spcBef>
              <a:buClr>
                <a:srgbClr val="5EAEFF"/>
              </a:buClr>
              <a:buSzPct val="60000"/>
            </a:pPr>
            <a:r>
              <a:rPr lang="en-US" altLang="zh-CN" sz="1400" b="1" i="1">
                <a:latin typeface="Times New Roman" panose="02020603050405020304" pitchFamily="18" charset="0"/>
              </a:rPr>
              <a:t>E       </a:t>
            </a:r>
            <a:r>
              <a:rPr lang="en-US" altLang="zh-CN" sz="1400" b="1" i="1">
                <a:solidFill>
                  <a:srgbClr val="000000"/>
                </a:solidFill>
                <a:latin typeface="Times New Roman" panose="02020603050405020304" pitchFamily="18" charset="0"/>
              </a:rPr>
              <a:t>E</a:t>
            </a:r>
            <a:r>
              <a:rPr kumimoji="1" lang="en-US" altLang="zh-CN" sz="1400" b="1" i="1">
                <a:solidFill>
                  <a:srgbClr val="000000"/>
                </a:solidFill>
                <a:latin typeface="Times New Roman" panose="02020603050405020304" pitchFamily="18" charset="0"/>
              </a:rPr>
              <a:t>→TE</a:t>
            </a:r>
            <a:r>
              <a:rPr kumimoji="1" lang="en-US" altLang="zh-CN" sz="1400" b="1" i="1">
                <a:latin typeface="Times New Roman" panose="02020603050405020304" pitchFamily="18" charset="0"/>
              </a:rPr>
              <a:t>'</a:t>
            </a:r>
            <a:r>
              <a:rPr kumimoji="1" lang="en-US" altLang="zh-CN" sz="1400" b="1" i="1">
                <a:solidFill>
                  <a:srgbClr val="000000"/>
                </a:solidFill>
                <a:latin typeface="Times New Roman" panose="02020603050405020304" pitchFamily="18" charset="0"/>
              </a:rPr>
              <a:t>                                           </a:t>
            </a:r>
            <a:r>
              <a:rPr lang="en-US" altLang="zh-CN" sz="1400" b="1" i="1">
                <a:latin typeface="Times New Roman" panose="02020603050405020304" pitchFamily="18" charset="0"/>
              </a:rPr>
              <a:t>E</a:t>
            </a:r>
            <a:r>
              <a:rPr kumimoji="1" lang="en-US" altLang="zh-CN" sz="1400" b="1" i="1">
                <a:latin typeface="Times New Roman" panose="02020603050405020304" pitchFamily="18" charset="0"/>
              </a:rPr>
              <a:t>→TE'</a:t>
            </a:r>
            <a:endParaRPr kumimoji="1" lang="zh-CN" altLang="en-US" sz="1400" b="1" i="1">
              <a:latin typeface="Times New Roman" panose="02020603050405020304" pitchFamily="18" charset="0"/>
            </a:endParaRPr>
          </a:p>
          <a:p>
            <a:pPr eaLnBrk="1" hangingPunct="1">
              <a:lnSpc>
                <a:spcPts val="2000"/>
              </a:lnSpc>
              <a:spcBef>
                <a:spcPct val="20000"/>
              </a:spcBef>
              <a:buClr>
                <a:srgbClr val="5EAEFF"/>
              </a:buClr>
              <a:buSzPct val="60000"/>
            </a:pPr>
            <a:r>
              <a:rPr kumimoji="1" lang="en-US" altLang="zh-CN" sz="1400" b="1" i="1">
                <a:latin typeface="Times New Roman" panose="02020603050405020304" pitchFamily="18" charset="0"/>
              </a:rPr>
              <a:t>E'                       E'→+TE'                                       E'→ε</a:t>
            </a:r>
            <a:r>
              <a:rPr lang="zh-CN" altLang="en-US" sz="1400">
                <a:latin typeface="Candara" panose="020E0502030303020204" pitchFamily="34" charset="0"/>
                <a:ea typeface="华文楷体" panose="02010600040101010101" pitchFamily="2" charset="-122"/>
              </a:rPr>
              <a:t>      </a:t>
            </a:r>
            <a:r>
              <a:rPr kumimoji="1" lang="en-US" altLang="zh-CN" sz="1400" b="1" i="1">
                <a:latin typeface="Times New Roman" panose="02020603050405020304" pitchFamily="18" charset="0"/>
              </a:rPr>
              <a:t>E'→ε</a:t>
            </a:r>
          </a:p>
          <a:p>
            <a:pPr eaLnBrk="1" hangingPunct="1">
              <a:lnSpc>
                <a:spcPts val="2000"/>
              </a:lnSpc>
              <a:spcBef>
                <a:spcPct val="20000"/>
              </a:spcBef>
              <a:buClr>
                <a:srgbClr val="5EAEFF"/>
              </a:buClr>
              <a:buSzPct val="60000"/>
            </a:pPr>
            <a:r>
              <a:rPr kumimoji="1" lang="en-US" altLang="zh-CN" sz="1400" b="1" i="1">
                <a:latin typeface="Times New Roman" panose="02020603050405020304" pitchFamily="18" charset="0"/>
              </a:rPr>
              <a:t>T       T→FT'                                           T→FT'</a:t>
            </a:r>
          </a:p>
          <a:p>
            <a:pPr eaLnBrk="1" hangingPunct="1">
              <a:lnSpc>
                <a:spcPts val="2000"/>
              </a:lnSpc>
              <a:spcBef>
                <a:spcPct val="20000"/>
              </a:spcBef>
              <a:buClr>
                <a:srgbClr val="5EAEFF"/>
              </a:buClr>
              <a:buSzPct val="60000"/>
            </a:pPr>
            <a:r>
              <a:rPr kumimoji="1" lang="en-US" altLang="zh-CN" sz="1400" b="1" i="1">
                <a:latin typeface="Times New Roman" panose="02020603050405020304" pitchFamily="18" charset="0"/>
              </a:rPr>
              <a:t>T'                         T'→ε          T'→*FT'                  T'→ε      T'→ε</a:t>
            </a:r>
          </a:p>
          <a:p>
            <a:pPr eaLnBrk="1" hangingPunct="1">
              <a:lnSpc>
                <a:spcPts val="2000"/>
              </a:lnSpc>
              <a:spcBef>
                <a:spcPct val="20000"/>
              </a:spcBef>
              <a:buClr>
                <a:srgbClr val="5EAEFF"/>
              </a:buClr>
              <a:buSzPct val="60000"/>
            </a:pPr>
            <a:r>
              <a:rPr kumimoji="1" lang="en-US" altLang="zh-CN" sz="1400" b="1" i="1">
                <a:latin typeface="Times New Roman" panose="02020603050405020304" pitchFamily="18" charset="0"/>
              </a:rPr>
              <a:t>F       F→</a:t>
            </a:r>
            <a:r>
              <a:rPr kumimoji="1" lang="en-US" altLang="zh-CN" sz="1400" b="1">
                <a:latin typeface="Times New Roman" panose="02020603050405020304" pitchFamily="18" charset="0"/>
              </a:rPr>
              <a:t>id</a:t>
            </a:r>
            <a:r>
              <a:rPr kumimoji="1" lang="en-US" altLang="zh-CN" sz="1400" b="1" i="1">
                <a:latin typeface="Times New Roman" panose="02020603050405020304" pitchFamily="18" charset="0"/>
              </a:rPr>
              <a:t>                                              F→</a:t>
            </a:r>
            <a:r>
              <a:rPr kumimoji="1" lang="en-US" altLang="zh-CN" sz="1400" b="1">
                <a:latin typeface="Times New Roman" panose="02020603050405020304" pitchFamily="18" charset="0"/>
              </a:rPr>
              <a:t>( </a:t>
            </a:r>
            <a:r>
              <a:rPr kumimoji="1" lang="en-US" altLang="zh-CN" sz="1400" b="1" i="1">
                <a:latin typeface="Times New Roman" panose="02020603050405020304" pitchFamily="18" charset="0"/>
              </a:rPr>
              <a:t>E </a:t>
            </a:r>
            <a:r>
              <a:rPr kumimoji="1" lang="en-US" altLang="zh-CN" sz="1400" b="1">
                <a:latin typeface="Times New Roman" panose="02020603050405020304" pitchFamily="18" charset="0"/>
              </a:rPr>
              <a:t>)</a:t>
            </a:r>
            <a:endParaRPr kumimoji="1" lang="zh-CN" altLang="en-US" sz="1400" b="1">
              <a:latin typeface="Times New Roman" panose="02020603050405020304" pitchFamily="18" charset="0"/>
            </a:endParaRPr>
          </a:p>
        </p:txBody>
      </p:sp>
      <p:sp>
        <p:nvSpPr>
          <p:cNvPr id="139355" name="Rectangle 28">
            <a:extLst>
              <a:ext uri="{FF2B5EF4-FFF2-40B4-BE49-F238E27FC236}">
                <a16:creationId xmlns:a16="http://schemas.microsoft.com/office/drawing/2014/main" id="{529143D3-7901-4CF0-AED2-F9015C7395F8}"/>
              </a:ext>
            </a:extLst>
          </p:cNvPr>
          <p:cNvSpPr>
            <a:spLocks noChangeArrowheads="1"/>
          </p:cNvSpPr>
          <p:nvPr/>
        </p:nvSpPr>
        <p:spPr bwMode="auto">
          <a:xfrm>
            <a:off x="5911850" y="1149350"/>
            <a:ext cx="504825"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en-US" altLang="zh-CN" b="1">
                <a:solidFill>
                  <a:srgbClr val="FF0000"/>
                </a:solidFill>
                <a:latin typeface="Times New Roman" panose="02020603050405020304" pitchFamily="18" charset="0"/>
                <a:ea typeface="楷体_GB2312"/>
                <a:cs typeface="Times New Roman" panose="02020603050405020304" pitchFamily="18" charset="0"/>
              </a:rPr>
              <a:t>synch</a:t>
            </a:r>
          </a:p>
        </p:txBody>
      </p:sp>
      <p:sp>
        <p:nvSpPr>
          <p:cNvPr id="139356" name="Rectangle 29">
            <a:extLst>
              <a:ext uri="{FF2B5EF4-FFF2-40B4-BE49-F238E27FC236}">
                <a16:creationId xmlns:a16="http://schemas.microsoft.com/office/drawing/2014/main" id="{9D503F4B-0483-48E4-BAAD-5C161E47C706}"/>
              </a:ext>
            </a:extLst>
          </p:cNvPr>
          <p:cNvSpPr>
            <a:spLocks noChangeArrowheads="1"/>
          </p:cNvSpPr>
          <p:nvPr/>
        </p:nvSpPr>
        <p:spPr bwMode="auto">
          <a:xfrm>
            <a:off x="5203825" y="1138238"/>
            <a:ext cx="50482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en-US" altLang="zh-CN" b="1" dirty="0">
                <a:solidFill>
                  <a:srgbClr val="FF0000"/>
                </a:solidFill>
                <a:latin typeface="Times New Roman" panose="02020603050405020304" pitchFamily="18" charset="0"/>
                <a:ea typeface="楷体_GB2312"/>
                <a:cs typeface="Times New Roman" panose="02020603050405020304" pitchFamily="18" charset="0"/>
              </a:rPr>
              <a:t>synch</a:t>
            </a:r>
          </a:p>
        </p:txBody>
      </p:sp>
      <p:sp>
        <p:nvSpPr>
          <p:cNvPr id="139357" name="Rectangle 30">
            <a:extLst>
              <a:ext uri="{FF2B5EF4-FFF2-40B4-BE49-F238E27FC236}">
                <a16:creationId xmlns:a16="http://schemas.microsoft.com/office/drawing/2014/main" id="{C679A632-CD3C-4CE2-9B38-5135AB923C46}"/>
              </a:ext>
            </a:extLst>
          </p:cNvPr>
          <p:cNvSpPr>
            <a:spLocks noChangeArrowheads="1"/>
          </p:cNvSpPr>
          <p:nvPr/>
        </p:nvSpPr>
        <p:spPr bwMode="auto">
          <a:xfrm>
            <a:off x="2819400" y="1779588"/>
            <a:ext cx="50482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en-US" altLang="zh-CN" b="1">
                <a:solidFill>
                  <a:srgbClr val="FF0000"/>
                </a:solidFill>
                <a:latin typeface="Times New Roman" panose="02020603050405020304" pitchFamily="18" charset="0"/>
                <a:ea typeface="楷体_GB2312"/>
                <a:cs typeface="Times New Roman" panose="02020603050405020304" pitchFamily="18" charset="0"/>
              </a:rPr>
              <a:t>synch</a:t>
            </a:r>
          </a:p>
        </p:txBody>
      </p:sp>
      <p:sp>
        <p:nvSpPr>
          <p:cNvPr id="139358" name="Rectangle 31">
            <a:extLst>
              <a:ext uri="{FF2B5EF4-FFF2-40B4-BE49-F238E27FC236}">
                <a16:creationId xmlns:a16="http://schemas.microsoft.com/office/drawing/2014/main" id="{5FD4C072-86F6-45C5-832A-D6B9FF47D6BF}"/>
              </a:ext>
            </a:extLst>
          </p:cNvPr>
          <p:cNvSpPr>
            <a:spLocks noChangeArrowheads="1"/>
          </p:cNvSpPr>
          <p:nvPr/>
        </p:nvSpPr>
        <p:spPr bwMode="auto">
          <a:xfrm>
            <a:off x="5194300" y="1773238"/>
            <a:ext cx="504825"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en-US" altLang="zh-CN" b="1">
                <a:solidFill>
                  <a:srgbClr val="FF0000"/>
                </a:solidFill>
                <a:latin typeface="Times New Roman" panose="02020603050405020304" pitchFamily="18" charset="0"/>
                <a:ea typeface="楷体_GB2312"/>
                <a:cs typeface="Times New Roman" panose="02020603050405020304" pitchFamily="18" charset="0"/>
              </a:rPr>
              <a:t>synch</a:t>
            </a:r>
          </a:p>
        </p:txBody>
      </p:sp>
      <p:sp>
        <p:nvSpPr>
          <p:cNvPr id="139359" name="Rectangle 32">
            <a:extLst>
              <a:ext uri="{FF2B5EF4-FFF2-40B4-BE49-F238E27FC236}">
                <a16:creationId xmlns:a16="http://schemas.microsoft.com/office/drawing/2014/main" id="{1E8A0A3D-B282-4BD2-8DBC-003821B59978}"/>
              </a:ext>
            </a:extLst>
          </p:cNvPr>
          <p:cNvSpPr>
            <a:spLocks noChangeArrowheads="1"/>
          </p:cNvSpPr>
          <p:nvPr/>
        </p:nvSpPr>
        <p:spPr bwMode="auto">
          <a:xfrm>
            <a:off x="5911850" y="1773238"/>
            <a:ext cx="504825"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en-US" altLang="zh-CN" b="1">
                <a:solidFill>
                  <a:srgbClr val="FF0000"/>
                </a:solidFill>
                <a:latin typeface="Times New Roman" panose="02020603050405020304" pitchFamily="18" charset="0"/>
                <a:ea typeface="楷体_GB2312"/>
                <a:cs typeface="Times New Roman" panose="02020603050405020304" pitchFamily="18" charset="0"/>
              </a:rPr>
              <a:t>synch</a:t>
            </a:r>
          </a:p>
        </p:txBody>
      </p:sp>
      <p:sp>
        <p:nvSpPr>
          <p:cNvPr id="139360" name="Rectangle 33">
            <a:extLst>
              <a:ext uri="{FF2B5EF4-FFF2-40B4-BE49-F238E27FC236}">
                <a16:creationId xmlns:a16="http://schemas.microsoft.com/office/drawing/2014/main" id="{C98835AE-A9AB-4CED-9090-9610842DC1A3}"/>
              </a:ext>
            </a:extLst>
          </p:cNvPr>
          <p:cNvSpPr>
            <a:spLocks noChangeArrowheads="1"/>
          </p:cNvSpPr>
          <p:nvPr/>
        </p:nvSpPr>
        <p:spPr bwMode="auto">
          <a:xfrm>
            <a:off x="2819400" y="2362200"/>
            <a:ext cx="504825"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en-US" altLang="zh-CN" b="1">
                <a:solidFill>
                  <a:srgbClr val="FF0000"/>
                </a:solidFill>
                <a:latin typeface="Times New Roman" panose="02020603050405020304" pitchFamily="18" charset="0"/>
                <a:ea typeface="楷体_GB2312"/>
                <a:cs typeface="Times New Roman" panose="02020603050405020304" pitchFamily="18" charset="0"/>
              </a:rPr>
              <a:t>synch</a:t>
            </a:r>
          </a:p>
        </p:txBody>
      </p:sp>
      <p:sp>
        <p:nvSpPr>
          <p:cNvPr id="139361" name="Rectangle 34">
            <a:extLst>
              <a:ext uri="{FF2B5EF4-FFF2-40B4-BE49-F238E27FC236}">
                <a16:creationId xmlns:a16="http://schemas.microsoft.com/office/drawing/2014/main" id="{3871058B-816E-486E-8C2C-CCE9735CA11A}"/>
              </a:ext>
            </a:extLst>
          </p:cNvPr>
          <p:cNvSpPr>
            <a:spLocks noChangeArrowheads="1"/>
          </p:cNvSpPr>
          <p:nvPr/>
        </p:nvSpPr>
        <p:spPr bwMode="auto">
          <a:xfrm>
            <a:off x="3681413" y="2362200"/>
            <a:ext cx="50482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en-US" altLang="zh-CN" b="1">
                <a:solidFill>
                  <a:srgbClr val="FF0000"/>
                </a:solidFill>
                <a:latin typeface="Times New Roman" panose="02020603050405020304" pitchFamily="18" charset="0"/>
                <a:ea typeface="楷体_GB2312"/>
                <a:cs typeface="Times New Roman" panose="02020603050405020304" pitchFamily="18" charset="0"/>
              </a:rPr>
              <a:t>synch</a:t>
            </a:r>
          </a:p>
        </p:txBody>
      </p:sp>
      <p:sp>
        <p:nvSpPr>
          <p:cNvPr id="139362" name="Rectangle 35">
            <a:extLst>
              <a:ext uri="{FF2B5EF4-FFF2-40B4-BE49-F238E27FC236}">
                <a16:creationId xmlns:a16="http://schemas.microsoft.com/office/drawing/2014/main" id="{53DBD2E7-AA00-42AF-8303-F730BD2C3E74}"/>
              </a:ext>
            </a:extLst>
          </p:cNvPr>
          <p:cNvSpPr>
            <a:spLocks noChangeArrowheads="1"/>
          </p:cNvSpPr>
          <p:nvPr/>
        </p:nvSpPr>
        <p:spPr bwMode="auto">
          <a:xfrm>
            <a:off x="5199063" y="2351088"/>
            <a:ext cx="504825"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en-US" altLang="zh-CN" b="1">
                <a:solidFill>
                  <a:srgbClr val="FF0000"/>
                </a:solidFill>
                <a:latin typeface="Times New Roman" panose="02020603050405020304" pitchFamily="18" charset="0"/>
                <a:ea typeface="楷体_GB2312"/>
                <a:cs typeface="Times New Roman" panose="02020603050405020304" pitchFamily="18" charset="0"/>
              </a:rPr>
              <a:t>synch</a:t>
            </a:r>
          </a:p>
        </p:txBody>
      </p:sp>
      <p:sp>
        <p:nvSpPr>
          <p:cNvPr id="139363" name="Rectangle 36">
            <a:extLst>
              <a:ext uri="{FF2B5EF4-FFF2-40B4-BE49-F238E27FC236}">
                <a16:creationId xmlns:a16="http://schemas.microsoft.com/office/drawing/2014/main" id="{D70346E7-E946-4B4B-A032-0829C3959467}"/>
              </a:ext>
            </a:extLst>
          </p:cNvPr>
          <p:cNvSpPr>
            <a:spLocks noChangeArrowheads="1"/>
          </p:cNvSpPr>
          <p:nvPr/>
        </p:nvSpPr>
        <p:spPr bwMode="auto">
          <a:xfrm>
            <a:off x="5913438" y="2351088"/>
            <a:ext cx="504825"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en-US" altLang="zh-CN" b="1">
                <a:solidFill>
                  <a:srgbClr val="FF0000"/>
                </a:solidFill>
                <a:latin typeface="Times New Roman" panose="02020603050405020304" pitchFamily="18" charset="0"/>
                <a:ea typeface="楷体_GB2312"/>
                <a:cs typeface="Times New Roman" panose="02020603050405020304" pitchFamily="18" charset="0"/>
              </a:rPr>
              <a:t>synch</a:t>
            </a:r>
          </a:p>
        </p:txBody>
      </p:sp>
      <p:sp>
        <p:nvSpPr>
          <p:cNvPr id="143457" name="矩形 30">
            <a:extLst>
              <a:ext uri="{FF2B5EF4-FFF2-40B4-BE49-F238E27FC236}">
                <a16:creationId xmlns:a16="http://schemas.microsoft.com/office/drawing/2014/main" id="{DF5E30B1-7505-412F-A8E4-92976EE2360C}"/>
              </a:ext>
            </a:extLst>
          </p:cNvPr>
          <p:cNvSpPr>
            <a:spLocks noChangeArrowheads="1"/>
          </p:cNvSpPr>
          <p:nvPr/>
        </p:nvSpPr>
        <p:spPr bwMode="auto">
          <a:xfrm>
            <a:off x="1357313" y="458788"/>
            <a:ext cx="595312" cy="633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rgbClr val="5EAEFF"/>
              </a:buClr>
              <a:buSzPct val="60000"/>
            </a:pPr>
            <a:r>
              <a:rPr lang="zh-CN" altLang="en-US" sz="1600" b="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非终</a:t>
            </a:r>
            <a:endParaRPr lang="en-US" altLang="zh-CN" sz="1600" b="1">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spcBef>
                <a:spcPct val="20000"/>
              </a:spcBef>
              <a:buClr>
                <a:srgbClr val="5EAEFF"/>
              </a:buClr>
              <a:buSzPct val="60000"/>
            </a:pPr>
            <a:r>
              <a:rPr lang="zh-CN" altLang="en-US" sz="1600" b="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结符</a:t>
            </a:r>
          </a:p>
        </p:txBody>
      </p:sp>
      <p:sp>
        <p:nvSpPr>
          <p:cNvPr id="3" name="矩形 2">
            <a:extLst>
              <a:ext uri="{FF2B5EF4-FFF2-40B4-BE49-F238E27FC236}">
                <a16:creationId xmlns:a16="http://schemas.microsoft.com/office/drawing/2014/main" id="{2EAB9AF9-696C-4765-B137-D73CF511F5BF}"/>
              </a:ext>
            </a:extLst>
          </p:cNvPr>
          <p:cNvSpPr/>
          <p:nvPr/>
        </p:nvSpPr>
        <p:spPr>
          <a:xfrm>
            <a:off x="1258888" y="2787650"/>
            <a:ext cx="7356475" cy="400050"/>
          </a:xfrm>
          <a:prstGeom prst="rect">
            <a:avLst/>
          </a:prstGeom>
          <a:solidFill>
            <a:schemeClr val="accent5">
              <a:lumMod val="60000"/>
              <a:lumOff val="40000"/>
            </a:schemeClr>
          </a:solidFill>
          <a:ln w="12700">
            <a:solidFill>
              <a:schemeClr val="tx1"/>
            </a:solidFill>
          </a:ln>
        </p:spPr>
        <p:txBody>
          <a:bodyPr>
            <a:spAutoFit/>
          </a:bodyPr>
          <a:lstStyle/>
          <a:p>
            <a:pPr>
              <a:defRPr/>
            </a:pPr>
            <a:r>
              <a:rPr lang="en-US" altLang="zh-CN" sz="2000" b="1" i="1" dirty="0">
                <a:solidFill>
                  <a:srgbClr val="000000"/>
                </a:solidFill>
                <a:latin typeface="Times New Roman" pitchFamily="18" charset="0"/>
                <a:ea typeface="华文楷体" panose="02010600040101010101" pitchFamily="2" charset="-122"/>
                <a:cs typeface="Times New Roman" pitchFamily="18" charset="0"/>
              </a:rPr>
              <a:t>Synch</a:t>
            </a:r>
            <a:r>
              <a:rPr lang="zh-CN" altLang="en-US" sz="2000" b="1" dirty="0">
                <a:solidFill>
                  <a:srgbClr val="000000"/>
                </a:solidFill>
                <a:latin typeface="华文楷体" panose="02010600040101010101" pitchFamily="2" charset="-122"/>
                <a:ea typeface="华文楷体" panose="02010600040101010101" pitchFamily="2" charset="-122"/>
                <a:cs typeface="Times New Roman" pitchFamily="18" charset="0"/>
              </a:rPr>
              <a:t>表示根据相应非终结符的</a:t>
            </a:r>
            <a:r>
              <a:rPr lang="en-US" altLang="zh-CN" sz="2000" b="1" i="1" dirty="0">
                <a:solidFill>
                  <a:srgbClr val="3333FF"/>
                </a:solidFill>
                <a:latin typeface="Times New Roman" pitchFamily="18" charset="0"/>
                <a:ea typeface="华文楷体" panose="02010600040101010101" pitchFamily="2" charset="-122"/>
                <a:cs typeface="Times New Roman" pitchFamily="18" charset="0"/>
              </a:rPr>
              <a:t>FOLLOW</a:t>
            </a:r>
            <a:r>
              <a:rPr lang="zh-CN" altLang="en-US" sz="2000" b="1" dirty="0">
                <a:solidFill>
                  <a:srgbClr val="3333FF"/>
                </a:solidFill>
                <a:latin typeface="华文楷体" panose="02010600040101010101" pitchFamily="2" charset="-122"/>
                <a:ea typeface="华文楷体" panose="02010600040101010101" pitchFamily="2" charset="-122"/>
                <a:cs typeface="Times New Roman" pitchFamily="18" charset="0"/>
              </a:rPr>
              <a:t>集</a:t>
            </a:r>
            <a:r>
              <a:rPr lang="zh-CN" altLang="en-US" sz="2000" b="1" dirty="0">
                <a:solidFill>
                  <a:srgbClr val="000000"/>
                </a:solidFill>
                <a:latin typeface="华文楷体" panose="02010600040101010101" pitchFamily="2" charset="-122"/>
                <a:ea typeface="华文楷体" panose="02010600040101010101" pitchFamily="2" charset="-122"/>
                <a:cs typeface="Times New Roman" pitchFamily="18" charset="0"/>
              </a:rPr>
              <a:t>得到的同步词法单元</a:t>
            </a:r>
            <a:endParaRPr lang="zh-CN" altLang="en-US" sz="1600" dirty="0"/>
          </a:p>
        </p:txBody>
      </p:sp>
      <p:sp>
        <p:nvSpPr>
          <p:cNvPr id="4" name="矩形 3">
            <a:extLst>
              <a:ext uri="{FF2B5EF4-FFF2-40B4-BE49-F238E27FC236}">
                <a16:creationId xmlns:a16="http://schemas.microsoft.com/office/drawing/2014/main" id="{33460260-9D41-45F9-BFD4-05D1FB28AB01}"/>
              </a:ext>
            </a:extLst>
          </p:cNvPr>
          <p:cNvSpPr>
            <a:spLocks noChangeArrowheads="1"/>
          </p:cNvSpPr>
          <p:nvPr/>
        </p:nvSpPr>
        <p:spPr bwMode="auto">
          <a:xfrm>
            <a:off x="6842125" y="776288"/>
            <a:ext cx="1974850" cy="1939925"/>
          </a:xfrm>
          <a:prstGeom prst="rect">
            <a:avLst/>
          </a:prstGeom>
          <a:noFill/>
          <a:ln w="9525">
            <a:noFill/>
            <a:miter lim="800000"/>
            <a:headEnd/>
            <a:tailEnd/>
          </a:ln>
        </p:spPr>
        <p:txBody>
          <a:bodyPr>
            <a:spAutoFit/>
          </a:bodyPr>
          <a:lstStyle/>
          <a:p>
            <a:pPr eaLnBrk="1" hangingPunct="1">
              <a:spcBef>
                <a:spcPct val="30000"/>
              </a:spcBef>
              <a:defRPr/>
            </a:pPr>
            <a:r>
              <a:rPr kumimoji="1" lang="en-US" altLang="zh-CN" sz="1600" b="1" i="1" dirty="0">
                <a:solidFill>
                  <a:srgbClr val="000000"/>
                </a:solidFill>
                <a:latin typeface="Times New Roman" pitchFamily="18" charset="0"/>
                <a:cs typeface="Times New Roman" pitchFamily="18" charset="0"/>
              </a:rPr>
              <a:t>X</a:t>
            </a:r>
            <a:r>
              <a:rPr lang="en-US" altLang="zh-CN" sz="1600" dirty="0">
                <a:solidFill>
                  <a:srgbClr val="000000"/>
                </a:solidFill>
                <a:latin typeface="Times New Roman" pitchFamily="18" charset="0"/>
                <a:cs typeface="Times New Roman" pitchFamily="18" charset="0"/>
              </a:rPr>
              <a:t>        </a:t>
            </a:r>
            <a:r>
              <a:rPr lang="en-US" altLang="zh-CN" sz="1600" b="1" dirty="0">
                <a:solidFill>
                  <a:srgbClr val="000000"/>
                </a:solidFill>
                <a:latin typeface="Times New Roman" pitchFamily="18" charset="0"/>
                <a:cs typeface="Times New Roman" pitchFamily="18" charset="0"/>
              </a:rPr>
              <a:t>FOLLOW(</a:t>
            </a:r>
            <a:r>
              <a:rPr lang="en-US" altLang="zh-CN" sz="1600" b="1" i="1" dirty="0">
                <a:solidFill>
                  <a:srgbClr val="000000"/>
                </a:solidFill>
                <a:latin typeface="Times New Roman" pitchFamily="18" charset="0"/>
                <a:cs typeface="Times New Roman" pitchFamily="18" charset="0"/>
              </a:rPr>
              <a:t>X </a:t>
            </a:r>
            <a:r>
              <a:rPr lang="en-US" altLang="zh-CN" sz="1600" b="1" dirty="0">
                <a:solidFill>
                  <a:srgbClr val="000000"/>
                </a:solidFill>
                <a:latin typeface="Times New Roman" pitchFamily="18" charset="0"/>
                <a:cs typeface="Times New Roman" pitchFamily="18" charset="0"/>
              </a:rPr>
              <a:t>)</a:t>
            </a:r>
            <a:endParaRPr lang="zh-CN" altLang="zh-CN" sz="1600" dirty="0">
              <a:solidFill>
                <a:srgbClr val="000000"/>
              </a:solidFill>
              <a:latin typeface="Times New Roman" pitchFamily="18" charset="0"/>
              <a:cs typeface="Times New Roman" pitchFamily="18" charset="0"/>
            </a:endParaRPr>
          </a:p>
          <a:p>
            <a:pPr eaLnBrk="1" hangingPunct="1">
              <a:spcBef>
                <a:spcPct val="30000"/>
              </a:spcBef>
              <a:defRPr/>
            </a:pPr>
            <a:r>
              <a:rPr kumimoji="1" lang="en-US" altLang="zh-CN" sz="1600" b="1" i="1" dirty="0">
                <a:solidFill>
                  <a:srgbClr val="000000"/>
                </a:solidFill>
                <a:latin typeface="Times New Roman" pitchFamily="18" charset="0"/>
                <a:cs typeface="Times New Roman" pitchFamily="18" charset="0"/>
              </a:rPr>
              <a:t>E</a:t>
            </a:r>
            <a:r>
              <a:rPr lang="en-US" altLang="zh-CN" sz="1600" dirty="0">
                <a:solidFill>
                  <a:srgbClr val="000000"/>
                </a:solidFill>
                <a:latin typeface="Times New Roman" pitchFamily="18" charset="0"/>
                <a:cs typeface="Times New Roman" pitchFamily="18" charset="0"/>
              </a:rPr>
              <a:t>             </a:t>
            </a:r>
            <a:r>
              <a:rPr lang="en-US" altLang="zh-CN" sz="1600" b="1" dirty="0">
                <a:latin typeface="+mn-ea"/>
                <a:cs typeface="Times New Roman" pitchFamily="18" charset="0"/>
              </a:rPr>
              <a:t>$</a:t>
            </a:r>
            <a:r>
              <a:rPr lang="en-US" altLang="zh-CN" sz="1600" b="1" dirty="0">
                <a:solidFill>
                  <a:srgbClr val="000000"/>
                </a:solidFill>
                <a:latin typeface="Times New Roman" pitchFamily="18" charset="0"/>
                <a:cs typeface="Times New Roman" pitchFamily="18" charset="0"/>
              </a:rPr>
              <a:t>  )</a:t>
            </a:r>
            <a:endParaRPr lang="zh-CN" altLang="zh-CN" sz="1600" dirty="0">
              <a:solidFill>
                <a:srgbClr val="000000"/>
              </a:solidFill>
              <a:latin typeface="Times New Roman" pitchFamily="18" charset="0"/>
              <a:cs typeface="Times New Roman" pitchFamily="18" charset="0"/>
            </a:endParaRPr>
          </a:p>
          <a:p>
            <a:pPr eaLnBrk="1" hangingPunct="1">
              <a:spcBef>
                <a:spcPct val="30000"/>
              </a:spcBef>
              <a:defRPr/>
            </a:pPr>
            <a:r>
              <a:rPr kumimoji="1" lang="en-US" altLang="zh-CN" sz="1600" b="1" i="1" dirty="0">
                <a:solidFill>
                  <a:srgbClr val="0000FF"/>
                </a:solidFill>
                <a:latin typeface="Times New Roman" pitchFamily="18" charset="0"/>
                <a:cs typeface="Times New Roman" pitchFamily="18" charset="0"/>
              </a:rPr>
              <a:t>E</a:t>
            </a:r>
            <a:r>
              <a:rPr kumimoji="1" lang="en-US" altLang="zh-CN" sz="1600" b="1" i="1" dirty="0">
                <a:solidFill>
                  <a:srgbClr val="0000FF"/>
                </a:solidFill>
                <a:latin typeface="Times New Roman" pitchFamily="18" charset="0"/>
              </a:rPr>
              <a:t>'</a:t>
            </a:r>
            <a:r>
              <a:rPr lang="en-US" altLang="zh-CN" sz="1600" dirty="0">
                <a:solidFill>
                  <a:srgbClr val="0000FF"/>
                </a:solidFill>
                <a:latin typeface="Times New Roman" pitchFamily="18" charset="0"/>
                <a:cs typeface="Times New Roman" pitchFamily="18" charset="0"/>
              </a:rPr>
              <a:t>            </a:t>
            </a:r>
            <a:r>
              <a:rPr lang="en-US" altLang="zh-CN" sz="1600" b="1" dirty="0">
                <a:solidFill>
                  <a:srgbClr val="0000FF"/>
                </a:solidFill>
                <a:latin typeface="+mn-ea"/>
                <a:cs typeface="Times New Roman" pitchFamily="18" charset="0"/>
              </a:rPr>
              <a:t>$</a:t>
            </a:r>
            <a:r>
              <a:rPr lang="en-US" altLang="zh-CN" sz="1600" b="1" dirty="0">
                <a:solidFill>
                  <a:srgbClr val="0000FF"/>
                </a:solidFill>
                <a:latin typeface="Times New Roman" pitchFamily="18" charset="0"/>
                <a:cs typeface="Times New Roman" pitchFamily="18" charset="0"/>
              </a:rPr>
              <a:t>  )</a:t>
            </a:r>
            <a:endParaRPr lang="zh-CN" altLang="zh-CN" sz="1600" dirty="0">
              <a:solidFill>
                <a:srgbClr val="0000FF"/>
              </a:solidFill>
              <a:latin typeface="Times New Roman" pitchFamily="18" charset="0"/>
              <a:cs typeface="Times New Roman" pitchFamily="18" charset="0"/>
            </a:endParaRPr>
          </a:p>
          <a:p>
            <a:pPr eaLnBrk="1" hangingPunct="1">
              <a:spcBef>
                <a:spcPct val="30000"/>
              </a:spcBef>
              <a:defRPr/>
            </a:pPr>
            <a:r>
              <a:rPr kumimoji="1" lang="en-US" altLang="zh-CN" sz="1600" b="1" i="1" dirty="0">
                <a:solidFill>
                  <a:srgbClr val="000000"/>
                </a:solidFill>
                <a:latin typeface="Times New Roman" pitchFamily="18" charset="0"/>
                <a:cs typeface="Times New Roman" pitchFamily="18" charset="0"/>
              </a:rPr>
              <a:t>T</a:t>
            </a:r>
            <a:r>
              <a:rPr lang="en-US" altLang="zh-CN" sz="1600" dirty="0">
                <a:solidFill>
                  <a:srgbClr val="000000"/>
                </a:solidFill>
                <a:latin typeface="Times New Roman" pitchFamily="18" charset="0"/>
                <a:cs typeface="Times New Roman" pitchFamily="18" charset="0"/>
              </a:rPr>
              <a:t>              </a:t>
            </a:r>
            <a:r>
              <a:rPr lang="en-US" altLang="zh-CN" sz="1600" b="1" dirty="0">
                <a:solidFill>
                  <a:srgbClr val="000000"/>
                </a:solidFill>
                <a:latin typeface="Times New Roman" pitchFamily="18" charset="0"/>
                <a:cs typeface="Times New Roman" pitchFamily="18" charset="0"/>
              </a:rPr>
              <a:t>+  ) </a:t>
            </a:r>
            <a:r>
              <a:rPr lang="en-US" altLang="zh-CN" sz="1600" b="1" dirty="0">
                <a:latin typeface="+mn-ea"/>
                <a:cs typeface="Times New Roman" pitchFamily="18" charset="0"/>
              </a:rPr>
              <a:t>$</a:t>
            </a:r>
            <a:endParaRPr lang="zh-CN" altLang="zh-CN" sz="1600" dirty="0">
              <a:solidFill>
                <a:srgbClr val="000000"/>
              </a:solidFill>
              <a:latin typeface="Times New Roman" pitchFamily="18" charset="0"/>
              <a:cs typeface="Times New Roman" pitchFamily="18" charset="0"/>
            </a:endParaRPr>
          </a:p>
          <a:p>
            <a:pPr eaLnBrk="1" hangingPunct="1">
              <a:spcBef>
                <a:spcPct val="30000"/>
              </a:spcBef>
              <a:defRPr/>
            </a:pPr>
            <a:r>
              <a:rPr kumimoji="1" lang="en-US" altLang="zh-CN" sz="1600" b="1" i="1" dirty="0">
                <a:solidFill>
                  <a:srgbClr val="0000FF"/>
                </a:solidFill>
                <a:latin typeface="Times New Roman" pitchFamily="18" charset="0"/>
                <a:cs typeface="Times New Roman" pitchFamily="18" charset="0"/>
              </a:rPr>
              <a:t>T</a:t>
            </a:r>
            <a:r>
              <a:rPr kumimoji="1" lang="en-US" altLang="zh-CN" sz="1600" b="1" i="1" dirty="0">
                <a:solidFill>
                  <a:srgbClr val="0000FF"/>
                </a:solidFill>
                <a:latin typeface="Times New Roman" pitchFamily="18" charset="0"/>
              </a:rPr>
              <a:t>'</a:t>
            </a:r>
            <a:r>
              <a:rPr lang="en-US" altLang="zh-CN" sz="1600" dirty="0">
                <a:solidFill>
                  <a:srgbClr val="0000FF"/>
                </a:solidFill>
                <a:latin typeface="Times New Roman" pitchFamily="18" charset="0"/>
                <a:cs typeface="Times New Roman" pitchFamily="18" charset="0"/>
              </a:rPr>
              <a:t>             </a:t>
            </a:r>
            <a:r>
              <a:rPr lang="en-US" altLang="zh-CN" sz="1600" b="1" dirty="0">
                <a:solidFill>
                  <a:srgbClr val="0000FF"/>
                </a:solidFill>
                <a:latin typeface="Times New Roman" pitchFamily="18" charset="0"/>
                <a:cs typeface="Times New Roman" pitchFamily="18" charset="0"/>
              </a:rPr>
              <a:t>+  ) </a:t>
            </a:r>
            <a:r>
              <a:rPr lang="en-US" altLang="zh-CN" sz="1600" b="1" dirty="0">
                <a:solidFill>
                  <a:srgbClr val="0000FF"/>
                </a:solidFill>
                <a:latin typeface="+mn-ea"/>
                <a:cs typeface="Times New Roman" pitchFamily="18" charset="0"/>
              </a:rPr>
              <a:t>$</a:t>
            </a:r>
            <a:endParaRPr lang="zh-CN" altLang="zh-CN" sz="1600" dirty="0">
              <a:solidFill>
                <a:srgbClr val="0000FF"/>
              </a:solidFill>
              <a:latin typeface="Times New Roman" pitchFamily="18" charset="0"/>
              <a:cs typeface="Times New Roman" pitchFamily="18" charset="0"/>
            </a:endParaRPr>
          </a:p>
          <a:p>
            <a:pPr eaLnBrk="1" hangingPunct="1">
              <a:spcBef>
                <a:spcPct val="30000"/>
              </a:spcBef>
              <a:defRPr/>
            </a:pPr>
            <a:r>
              <a:rPr kumimoji="1" lang="en-US" altLang="zh-CN" sz="1600" b="1" i="1" dirty="0">
                <a:solidFill>
                  <a:srgbClr val="000000"/>
                </a:solidFill>
                <a:latin typeface="Times New Roman" pitchFamily="18" charset="0"/>
                <a:cs typeface="Times New Roman" pitchFamily="18" charset="0"/>
              </a:rPr>
              <a:t>F</a:t>
            </a:r>
            <a:r>
              <a:rPr lang="en-US" altLang="zh-CN" sz="1600" dirty="0">
                <a:solidFill>
                  <a:srgbClr val="000000"/>
                </a:solidFill>
                <a:latin typeface="Times New Roman" pitchFamily="18" charset="0"/>
                <a:cs typeface="Times New Roman" pitchFamily="18" charset="0"/>
              </a:rPr>
              <a:t>            </a:t>
            </a:r>
            <a:r>
              <a:rPr lang="en-US" altLang="zh-CN" sz="1600" b="1" dirty="0">
                <a:solidFill>
                  <a:srgbClr val="000000"/>
                </a:solidFill>
                <a:latin typeface="Times New Roman" pitchFamily="18" charset="0"/>
                <a:cs typeface="Times New Roman" pitchFamily="18" charset="0"/>
              </a:rPr>
              <a:t>* +  ) </a:t>
            </a:r>
            <a:r>
              <a:rPr lang="en-US" altLang="zh-CN" sz="1600" b="1" dirty="0">
                <a:latin typeface="+mn-ea"/>
                <a:cs typeface="Times New Roman" pitchFamily="18" charset="0"/>
              </a:rPr>
              <a:t>$</a:t>
            </a:r>
            <a:endParaRPr lang="zh-CN" altLang="zh-CN" sz="1600" dirty="0">
              <a:solidFill>
                <a:srgbClr val="000000"/>
              </a:solidFill>
              <a:latin typeface="Times New Roman" pitchFamily="18" charset="0"/>
              <a:cs typeface="Times New Roman" pitchFamily="18" charset="0"/>
            </a:endParaRPr>
          </a:p>
        </p:txBody>
      </p:sp>
      <p:sp>
        <p:nvSpPr>
          <p:cNvPr id="5" name="灯片编号占位符 4">
            <a:extLst>
              <a:ext uri="{FF2B5EF4-FFF2-40B4-BE49-F238E27FC236}">
                <a16:creationId xmlns:a16="http://schemas.microsoft.com/office/drawing/2014/main" id="{02A4F772-6124-481B-B61F-248796E54D01}"/>
              </a:ext>
            </a:extLst>
          </p:cNvPr>
          <p:cNvSpPr>
            <a:spLocks noGrp="1"/>
          </p:cNvSpPr>
          <p:nvPr>
            <p:ph type="sldNum" sz="quarter" idx="12"/>
          </p:nvPr>
        </p:nvSpPr>
        <p:spPr/>
        <p:txBody>
          <a:bodyPr/>
          <a:lstStyle/>
          <a:p>
            <a:pPr>
              <a:defRPr/>
            </a:pPr>
            <a:fld id="{EA567855-7F13-4FC5-AD61-2B82F6443E16}" type="slidenum">
              <a:rPr lang="zh-CN" altLang="en-US" smtClean="0"/>
              <a:pPr>
                <a:defRPr/>
              </a:pPr>
              <a:t>67</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p:cTn id="7" dur="500" fill="hold"/>
                                        <p:tgtEl>
                                          <p:spTgt spid="21"/>
                                        </p:tgtEl>
                                        <p:attrNameLst>
                                          <p:attrName>ppt_w</p:attrName>
                                        </p:attrNameLst>
                                      </p:cBhvr>
                                      <p:tavLst>
                                        <p:tav tm="0">
                                          <p:val>
                                            <p:fltVal val="0"/>
                                          </p:val>
                                        </p:tav>
                                        <p:tav tm="100000">
                                          <p:val>
                                            <p:strVal val="#ppt_w"/>
                                          </p:val>
                                        </p:tav>
                                      </p:tavLst>
                                    </p:anim>
                                    <p:anim calcmode="lin" valueType="num">
                                      <p:cBhvr>
                                        <p:cTn id="8" dur="500" fill="hold"/>
                                        <p:tgtEl>
                                          <p:spTgt spid="21"/>
                                        </p:tgtEl>
                                        <p:attrNameLst>
                                          <p:attrName>ppt_h</p:attrName>
                                        </p:attrNameLst>
                                      </p:cBhvr>
                                      <p:tavLst>
                                        <p:tav tm="0">
                                          <p:val>
                                            <p:fltVal val="0"/>
                                          </p:val>
                                        </p:tav>
                                        <p:tav tm="100000">
                                          <p:val>
                                            <p:strVal val="#ppt_h"/>
                                          </p:val>
                                        </p:tav>
                                      </p:tavLst>
                                    </p:anim>
                                    <p:animEffect transition="in" filter="fade">
                                      <p:cBhvr>
                                        <p:cTn id="9" dur="500"/>
                                        <p:tgtEl>
                                          <p:spTgt spid="21"/>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500" fill="hold"/>
                                        <p:tgtEl>
                                          <p:spTgt spid="4"/>
                                        </p:tgtEl>
                                        <p:attrNameLst>
                                          <p:attrName>ppt_w</p:attrName>
                                        </p:attrNameLst>
                                      </p:cBhvr>
                                      <p:tavLst>
                                        <p:tav tm="0">
                                          <p:val>
                                            <p:fltVal val="0"/>
                                          </p:val>
                                        </p:tav>
                                        <p:tav tm="100000">
                                          <p:val>
                                            <p:strVal val="#ppt_w"/>
                                          </p:val>
                                        </p:tav>
                                      </p:tavLst>
                                    </p:anim>
                                    <p:anim calcmode="lin" valueType="num">
                                      <p:cBhvr>
                                        <p:cTn id="13" dur="500" fill="hold"/>
                                        <p:tgtEl>
                                          <p:spTgt spid="4"/>
                                        </p:tgtEl>
                                        <p:attrNameLst>
                                          <p:attrName>ppt_h</p:attrName>
                                        </p:attrNameLst>
                                      </p:cBhvr>
                                      <p:tavLst>
                                        <p:tav tm="0">
                                          <p:val>
                                            <p:fltVal val="0"/>
                                          </p:val>
                                        </p:tav>
                                        <p:tav tm="100000">
                                          <p:val>
                                            <p:strVal val="#ppt_h"/>
                                          </p:val>
                                        </p:tav>
                                      </p:tavLst>
                                    </p:anim>
                                    <p:animEffect transition="in" filter="fade">
                                      <p:cBhvr>
                                        <p:cTn id="14" dur="500"/>
                                        <p:tgtEl>
                                          <p:spTgt spid="4"/>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139356"/>
                                        </p:tgtEl>
                                        <p:attrNameLst>
                                          <p:attrName>style.visibility</p:attrName>
                                        </p:attrNameLst>
                                      </p:cBhvr>
                                      <p:to>
                                        <p:strVal val="visible"/>
                                      </p:to>
                                    </p:set>
                                    <p:anim calcmode="lin" valueType="num">
                                      <p:cBhvr>
                                        <p:cTn id="19" dur="500" fill="hold"/>
                                        <p:tgtEl>
                                          <p:spTgt spid="139356"/>
                                        </p:tgtEl>
                                        <p:attrNameLst>
                                          <p:attrName>ppt_w</p:attrName>
                                        </p:attrNameLst>
                                      </p:cBhvr>
                                      <p:tavLst>
                                        <p:tav tm="0">
                                          <p:val>
                                            <p:fltVal val="0"/>
                                          </p:val>
                                        </p:tav>
                                        <p:tav tm="100000">
                                          <p:val>
                                            <p:strVal val="#ppt_w"/>
                                          </p:val>
                                        </p:tav>
                                      </p:tavLst>
                                    </p:anim>
                                    <p:anim calcmode="lin" valueType="num">
                                      <p:cBhvr>
                                        <p:cTn id="20" dur="500" fill="hold"/>
                                        <p:tgtEl>
                                          <p:spTgt spid="139356"/>
                                        </p:tgtEl>
                                        <p:attrNameLst>
                                          <p:attrName>ppt_h</p:attrName>
                                        </p:attrNameLst>
                                      </p:cBhvr>
                                      <p:tavLst>
                                        <p:tav tm="0">
                                          <p:val>
                                            <p:fltVal val="0"/>
                                          </p:val>
                                        </p:tav>
                                        <p:tav tm="100000">
                                          <p:val>
                                            <p:strVal val="#ppt_h"/>
                                          </p:val>
                                        </p:tav>
                                      </p:tavLst>
                                    </p:anim>
                                    <p:animEffect transition="in" filter="fade">
                                      <p:cBhvr>
                                        <p:cTn id="21" dur="500"/>
                                        <p:tgtEl>
                                          <p:spTgt spid="139356"/>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139355"/>
                                        </p:tgtEl>
                                        <p:attrNameLst>
                                          <p:attrName>style.visibility</p:attrName>
                                        </p:attrNameLst>
                                      </p:cBhvr>
                                      <p:to>
                                        <p:strVal val="visible"/>
                                      </p:to>
                                    </p:set>
                                    <p:anim calcmode="lin" valueType="num">
                                      <p:cBhvr>
                                        <p:cTn id="24" dur="500" fill="hold"/>
                                        <p:tgtEl>
                                          <p:spTgt spid="139355"/>
                                        </p:tgtEl>
                                        <p:attrNameLst>
                                          <p:attrName>ppt_w</p:attrName>
                                        </p:attrNameLst>
                                      </p:cBhvr>
                                      <p:tavLst>
                                        <p:tav tm="0">
                                          <p:val>
                                            <p:fltVal val="0"/>
                                          </p:val>
                                        </p:tav>
                                        <p:tav tm="100000">
                                          <p:val>
                                            <p:strVal val="#ppt_w"/>
                                          </p:val>
                                        </p:tav>
                                      </p:tavLst>
                                    </p:anim>
                                    <p:anim calcmode="lin" valueType="num">
                                      <p:cBhvr>
                                        <p:cTn id="25" dur="500" fill="hold"/>
                                        <p:tgtEl>
                                          <p:spTgt spid="139355"/>
                                        </p:tgtEl>
                                        <p:attrNameLst>
                                          <p:attrName>ppt_h</p:attrName>
                                        </p:attrNameLst>
                                      </p:cBhvr>
                                      <p:tavLst>
                                        <p:tav tm="0">
                                          <p:val>
                                            <p:fltVal val="0"/>
                                          </p:val>
                                        </p:tav>
                                        <p:tav tm="100000">
                                          <p:val>
                                            <p:strVal val="#ppt_h"/>
                                          </p:val>
                                        </p:tav>
                                      </p:tavLst>
                                    </p:anim>
                                    <p:animEffect transition="in" filter="fade">
                                      <p:cBhvr>
                                        <p:cTn id="26" dur="500"/>
                                        <p:tgtEl>
                                          <p:spTgt spid="139355"/>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139357"/>
                                        </p:tgtEl>
                                        <p:attrNameLst>
                                          <p:attrName>style.visibility</p:attrName>
                                        </p:attrNameLst>
                                      </p:cBhvr>
                                      <p:to>
                                        <p:strVal val="visible"/>
                                      </p:to>
                                    </p:set>
                                    <p:anim calcmode="lin" valueType="num">
                                      <p:cBhvr>
                                        <p:cTn id="31" dur="500" fill="hold"/>
                                        <p:tgtEl>
                                          <p:spTgt spid="139357"/>
                                        </p:tgtEl>
                                        <p:attrNameLst>
                                          <p:attrName>ppt_w</p:attrName>
                                        </p:attrNameLst>
                                      </p:cBhvr>
                                      <p:tavLst>
                                        <p:tav tm="0">
                                          <p:val>
                                            <p:fltVal val="0"/>
                                          </p:val>
                                        </p:tav>
                                        <p:tav tm="100000">
                                          <p:val>
                                            <p:strVal val="#ppt_w"/>
                                          </p:val>
                                        </p:tav>
                                      </p:tavLst>
                                    </p:anim>
                                    <p:anim calcmode="lin" valueType="num">
                                      <p:cBhvr>
                                        <p:cTn id="32" dur="500" fill="hold"/>
                                        <p:tgtEl>
                                          <p:spTgt spid="139357"/>
                                        </p:tgtEl>
                                        <p:attrNameLst>
                                          <p:attrName>ppt_h</p:attrName>
                                        </p:attrNameLst>
                                      </p:cBhvr>
                                      <p:tavLst>
                                        <p:tav tm="0">
                                          <p:val>
                                            <p:fltVal val="0"/>
                                          </p:val>
                                        </p:tav>
                                        <p:tav tm="100000">
                                          <p:val>
                                            <p:strVal val="#ppt_h"/>
                                          </p:val>
                                        </p:tav>
                                      </p:tavLst>
                                    </p:anim>
                                    <p:animEffect transition="in" filter="fade">
                                      <p:cBhvr>
                                        <p:cTn id="33" dur="500"/>
                                        <p:tgtEl>
                                          <p:spTgt spid="139357"/>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139358"/>
                                        </p:tgtEl>
                                        <p:attrNameLst>
                                          <p:attrName>style.visibility</p:attrName>
                                        </p:attrNameLst>
                                      </p:cBhvr>
                                      <p:to>
                                        <p:strVal val="visible"/>
                                      </p:to>
                                    </p:set>
                                    <p:anim calcmode="lin" valueType="num">
                                      <p:cBhvr>
                                        <p:cTn id="36" dur="500" fill="hold"/>
                                        <p:tgtEl>
                                          <p:spTgt spid="139358"/>
                                        </p:tgtEl>
                                        <p:attrNameLst>
                                          <p:attrName>ppt_w</p:attrName>
                                        </p:attrNameLst>
                                      </p:cBhvr>
                                      <p:tavLst>
                                        <p:tav tm="0">
                                          <p:val>
                                            <p:fltVal val="0"/>
                                          </p:val>
                                        </p:tav>
                                        <p:tav tm="100000">
                                          <p:val>
                                            <p:strVal val="#ppt_w"/>
                                          </p:val>
                                        </p:tav>
                                      </p:tavLst>
                                    </p:anim>
                                    <p:anim calcmode="lin" valueType="num">
                                      <p:cBhvr>
                                        <p:cTn id="37" dur="500" fill="hold"/>
                                        <p:tgtEl>
                                          <p:spTgt spid="139358"/>
                                        </p:tgtEl>
                                        <p:attrNameLst>
                                          <p:attrName>ppt_h</p:attrName>
                                        </p:attrNameLst>
                                      </p:cBhvr>
                                      <p:tavLst>
                                        <p:tav tm="0">
                                          <p:val>
                                            <p:fltVal val="0"/>
                                          </p:val>
                                        </p:tav>
                                        <p:tav tm="100000">
                                          <p:val>
                                            <p:strVal val="#ppt_h"/>
                                          </p:val>
                                        </p:tav>
                                      </p:tavLst>
                                    </p:anim>
                                    <p:animEffect transition="in" filter="fade">
                                      <p:cBhvr>
                                        <p:cTn id="38" dur="500"/>
                                        <p:tgtEl>
                                          <p:spTgt spid="139358"/>
                                        </p:tgtEl>
                                      </p:cBhvr>
                                    </p:animEffect>
                                  </p:childTnLst>
                                </p:cTn>
                              </p:par>
                              <p:par>
                                <p:cTn id="39" presetID="53" presetClass="entr" presetSubtype="16" fill="hold" grpId="0" nodeType="withEffect">
                                  <p:stCondLst>
                                    <p:cond delay="0"/>
                                  </p:stCondLst>
                                  <p:childTnLst>
                                    <p:set>
                                      <p:cBhvr>
                                        <p:cTn id="40" dur="1" fill="hold">
                                          <p:stCondLst>
                                            <p:cond delay="0"/>
                                          </p:stCondLst>
                                        </p:cTn>
                                        <p:tgtEl>
                                          <p:spTgt spid="139359"/>
                                        </p:tgtEl>
                                        <p:attrNameLst>
                                          <p:attrName>style.visibility</p:attrName>
                                        </p:attrNameLst>
                                      </p:cBhvr>
                                      <p:to>
                                        <p:strVal val="visible"/>
                                      </p:to>
                                    </p:set>
                                    <p:anim calcmode="lin" valueType="num">
                                      <p:cBhvr>
                                        <p:cTn id="41" dur="500" fill="hold"/>
                                        <p:tgtEl>
                                          <p:spTgt spid="139359"/>
                                        </p:tgtEl>
                                        <p:attrNameLst>
                                          <p:attrName>ppt_w</p:attrName>
                                        </p:attrNameLst>
                                      </p:cBhvr>
                                      <p:tavLst>
                                        <p:tav tm="0">
                                          <p:val>
                                            <p:fltVal val="0"/>
                                          </p:val>
                                        </p:tav>
                                        <p:tav tm="100000">
                                          <p:val>
                                            <p:strVal val="#ppt_w"/>
                                          </p:val>
                                        </p:tav>
                                      </p:tavLst>
                                    </p:anim>
                                    <p:anim calcmode="lin" valueType="num">
                                      <p:cBhvr>
                                        <p:cTn id="42" dur="500" fill="hold"/>
                                        <p:tgtEl>
                                          <p:spTgt spid="139359"/>
                                        </p:tgtEl>
                                        <p:attrNameLst>
                                          <p:attrName>ppt_h</p:attrName>
                                        </p:attrNameLst>
                                      </p:cBhvr>
                                      <p:tavLst>
                                        <p:tav tm="0">
                                          <p:val>
                                            <p:fltVal val="0"/>
                                          </p:val>
                                        </p:tav>
                                        <p:tav tm="100000">
                                          <p:val>
                                            <p:strVal val="#ppt_h"/>
                                          </p:val>
                                        </p:tav>
                                      </p:tavLst>
                                    </p:anim>
                                    <p:animEffect transition="in" filter="fade">
                                      <p:cBhvr>
                                        <p:cTn id="43" dur="500"/>
                                        <p:tgtEl>
                                          <p:spTgt spid="139359"/>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53" presetClass="entr" presetSubtype="16" fill="hold" grpId="0" nodeType="clickEffect">
                                  <p:stCondLst>
                                    <p:cond delay="0"/>
                                  </p:stCondLst>
                                  <p:childTnLst>
                                    <p:set>
                                      <p:cBhvr>
                                        <p:cTn id="47" dur="1" fill="hold">
                                          <p:stCondLst>
                                            <p:cond delay="0"/>
                                          </p:stCondLst>
                                        </p:cTn>
                                        <p:tgtEl>
                                          <p:spTgt spid="139360"/>
                                        </p:tgtEl>
                                        <p:attrNameLst>
                                          <p:attrName>style.visibility</p:attrName>
                                        </p:attrNameLst>
                                      </p:cBhvr>
                                      <p:to>
                                        <p:strVal val="visible"/>
                                      </p:to>
                                    </p:set>
                                    <p:anim calcmode="lin" valueType="num">
                                      <p:cBhvr>
                                        <p:cTn id="48" dur="500" fill="hold"/>
                                        <p:tgtEl>
                                          <p:spTgt spid="139360"/>
                                        </p:tgtEl>
                                        <p:attrNameLst>
                                          <p:attrName>ppt_w</p:attrName>
                                        </p:attrNameLst>
                                      </p:cBhvr>
                                      <p:tavLst>
                                        <p:tav tm="0">
                                          <p:val>
                                            <p:fltVal val="0"/>
                                          </p:val>
                                        </p:tav>
                                        <p:tav tm="100000">
                                          <p:val>
                                            <p:strVal val="#ppt_w"/>
                                          </p:val>
                                        </p:tav>
                                      </p:tavLst>
                                    </p:anim>
                                    <p:anim calcmode="lin" valueType="num">
                                      <p:cBhvr>
                                        <p:cTn id="49" dur="500" fill="hold"/>
                                        <p:tgtEl>
                                          <p:spTgt spid="139360"/>
                                        </p:tgtEl>
                                        <p:attrNameLst>
                                          <p:attrName>ppt_h</p:attrName>
                                        </p:attrNameLst>
                                      </p:cBhvr>
                                      <p:tavLst>
                                        <p:tav tm="0">
                                          <p:val>
                                            <p:fltVal val="0"/>
                                          </p:val>
                                        </p:tav>
                                        <p:tav tm="100000">
                                          <p:val>
                                            <p:strVal val="#ppt_h"/>
                                          </p:val>
                                        </p:tav>
                                      </p:tavLst>
                                    </p:anim>
                                    <p:animEffect transition="in" filter="fade">
                                      <p:cBhvr>
                                        <p:cTn id="50" dur="500"/>
                                        <p:tgtEl>
                                          <p:spTgt spid="139360"/>
                                        </p:tgtEl>
                                      </p:cBhvr>
                                    </p:animEffect>
                                  </p:childTnLst>
                                </p:cTn>
                              </p:par>
                              <p:par>
                                <p:cTn id="51" presetID="53" presetClass="entr" presetSubtype="16" fill="hold" grpId="0" nodeType="withEffect">
                                  <p:stCondLst>
                                    <p:cond delay="0"/>
                                  </p:stCondLst>
                                  <p:childTnLst>
                                    <p:set>
                                      <p:cBhvr>
                                        <p:cTn id="52" dur="1" fill="hold">
                                          <p:stCondLst>
                                            <p:cond delay="0"/>
                                          </p:stCondLst>
                                        </p:cTn>
                                        <p:tgtEl>
                                          <p:spTgt spid="139361"/>
                                        </p:tgtEl>
                                        <p:attrNameLst>
                                          <p:attrName>style.visibility</p:attrName>
                                        </p:attrNameLst>
                                      </p:cBhvr>
                                      <p:to>
                                        <p:strVal val="visible"/>
                                      </p:to>
                                    </p:set>
                                    <p:anim calcmode="lin" valueType="num">
                                      <p:cBhvr>
                                        <p:cTn id="53" dur="500" fill="hold"/>
                                        <p:tgtEl>
                                          <p:spTgt spid="139361"/>
                                        </p:tgtEl>
                                        <p:attrNameLst>
                                          <p:attrName>ppt_w</p:attrName>
                                        </p:attrNameLst>
                                      </p:cBhvr>
                                      <p:tavLst>
                                        <p:tav tm="0">
                                          <p:val>
                                            <p:fltVal val="0"/>
                                          </p:val>
                                        </p:tav>
                                        <p:tav tm="100000">
                                          <p:val>
                                            <p:strVal val="#ppt_w"/>
                                          </p:val>
                                        </p:tav>
                                      </p:tavLst>
                                    </p:anim>
                                    <p:anim calcmode="lin" valueType="num">
                                      <p:cBhvr>
                                        <p:cTn id="54" dur="500" fill="hold"/>
                                        <p:tgtEl>
                                          <p:spTgt spid="139361"/>
                                        </p:tgtEl>
                                        <p:attrNameLst>
                                          <p:attrName>ppt_h</p:attrName>
                                        </p:attrNameLst>
                                      </p:cBhvr>
                                      <p:tavLst>
                                        <p:tav tm="0">
                                          <p:val>
                                            <p:fltVal val="0"/>
                                          </p:val>
                                        </p:tav>
                                        <p:tav tm="100000">
                                          <p:val>
                                            <p:strVal val="#ppt_h"/>
                                          </p:val>
                                        </p:tav>
                                      </p:tavLst>
                                    </p:anim>
                                    <p:animEffect transition="in" filter="fade">
                                      <p:cBhvr>
                                        <p:cTn id="55" dur="500"/>
                                        <p:tgtEl>
                                          <p:spTgt spid="139361"/>
                                        </p:tgtEl>
                                      </p:cBhvr>
                                    </p:animEffect>
                                  </p:childTnLst>
                                </p:cTn>
                              </p:par>
                              <p:par>
                                <p:cTn id="56" presetID="53" presetClass="entr" presetSubtype="16" fill="hold" grpId="0" nodeType="withEffect">
                                  <p:stCondLst>
                                    <p:cond delay="0"/>
                                  </p:stCondLst>
                                  <p:childTnLst>
                                    <p:set>
                                      <p:cBhvr>
                                        <p:cTn id="57" dur="1" fill="hold">
                                          <p:stCondLst>
                                            <p:cond delay="0"/>
                                          </p:stCondLst>
                                        </p:cTn>
                                        <p:tgtEl>
                                          <p:spTgt spid="139362"/>
                                        </p:tgtEl>
                                        <p:attrNameLst>
                                          <p:attrName>style.visibility</p:attrName>
                                        </p:attrNameLst>
                                      </p:cBhvr>
                                      <p:to>
                                        <p:strVal val="visible"/>
                                      </p:to>
                                    </p:set>
                                    <p:anim calcmode="lin" valueType="num">
                                      <p:cBhvr>
                                        <p:cTn id="58" dur="500" fill="hold"/>
                                        <p:tgtEl>
                                          <p:spTgt spid="139362"/>
                                        </p:tgtEl>
                                        <p:attrNameLst>
                                          <p:attrName>ppt_w</p:attrName>
                                        </p:attrNameLst>
                                      </p:cBhvr>
                                      <p:tavLst>
                                        <p:tav tm="0">
                                          <p:val>
                                            <p:fltVal val="0"/>
                                          </p:val>
                                        </p:tav>
                                        <p:tav tm="100000">
                                          <p:val>
                                            <p:strVal val="#ppt_w"/>
                                          </p:val>
                                        </p:tav>
                                      </p:tavLst>
                                    </p:anim>
                                    <p:anim calcmode="lin" valueType="num">
                                      <p:cBhvr>
                                        <p:cTn id="59" dur="500" fill="hold"/>
                                        <p:tgtEl>
                                          <p:spTgt spid="139362"/>
                                        </p:tgtEl>
                                        <p:attrNameLst>
                                          <p:attrName>ppt_h</p:attrName>
                                        </p:attrNameLst>
                                      </p:cBhvr>
                                      <p:tavLst>
                                        <p:tav tm="0">
                                          <p:val>
                                            <p:fltVal val="0"/>
                                          </p:val>
                                        </p:tav>
                                        <p:tav tm="100000">
                                          <p:val>
                                            <p:strVal val="#ppt_h"/>
                                          </p:val>
                                        </p:tav>
                                      </p:tavLst>
                                    </p:anim>
                                    <p:animEffect transition="in" filter="fade">
                                      <p:cBhvr>
                                        <p:cTn id="60" dur="500"/>
                                        <p:tgtEl>
                                          <p:spTgt spid="139362"/>
                                        </p:tgtEl>
                                      </p:cBhvr>
                                    </p:animEffect>
                                  </p:childTnLst>
                                </p:cTn>
                              </p:par>
                              <p:par>
                                <p:cTn id="61" presetID="53" presetClass="entr" presetSubtype="16" fill="hold" grpId="0" nodeType="withEffect">
                                  <p:stCondLst>
                                    <p:cond delay="0"/>
                                  </p:stCondLst>
                                  <p:childTnLst>
                                    <p:set>
                                      <p:cBhvr>
                                        <p:cTn id="62" dur="1" fill="hold">
                                          <p:stCondLst>
                                            <p:cond delay="0"/>
                                          </p:stCondLst>
                                        </p:cTn>
                                        <p:tgtEl>
                                          <p:spTgt spid="139363"/>
                                        </p:tgtEl>
                                        <p:attrNameLst>
                                          <p:attrName>style.visibility</p:attrName>
                                        </p:attrNameLst>
                                      </p:cBhvr>
                                      <p:to>
                                        <p:strVal val="visible"/>
                                      </p:to>
                                    </p:set>
                                    <p:anim calcmode="lin" valueType="num">
                                      <p:cBhvr>
                                        <p:cTn id="63" dur="500" fill="hold"/>
                                        <p:tgtEl>
                                          <p:spTgt spid="139363"/>
                                        </p:tgtEl>
                                        <p:attrNameLst>
                                          <p:attrName>ppt_w</p:attrName>
                                        </p:attrNameLst>
                                      </p:cBhvr>
                                      <p:tavLst>
                                        <p:tav tm="0">
                                          <p:val>
                                            <p:fltVal val="0"/>
                                          </p:val>
                                        </p:tav>
                                        <p:tav tm="100000">
                                          <p:val>
                                            <p:strVal val="#ppt_w"/>
                                          </p:val>
                                        </p:tav>
                                      </p:tavLst>
                                    </p:anim>
                                    <p:anim calcmode="lin" valueType="num">
                                      <p:cBhvr>
                                        <p:cTn id="64" dur="500" fill="hold"/>
                                        <p:tgtEl>
                                          <p:spTgt spid="139363"/>
                                        </p:tgtEl>
                                        <p:attrNameLst>
                                          <p:attrName>ppt_h</p:attrName>
                                        </p:attrNameLst>
                                      </p:cBhvr>
                                      <p:tavLst>
                                        <p:tav tm="0">
                                          <p:val>
                                            <p:fltVal val="0"/>
                                          </p:val>
                                        </p:tav>
                                        <p:tav tm="100000">
                                          <p:val>
                                            <p:strVal val="#ppt_h"/>
                                          </p:val>
                                        </p:tav>
                                      </p:tavLst>
                                    </p:anim>
                                    <p:animEffect transition="in" filter="fade">
                                      <p:cBhvr>
                                        <p:cTn id="65" dur="500"/>
                                        <p:tgtEl>
                                          <p:spTgt spid="139363"/>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53" presetClass="entr" presetSubtype="16" fill="hold" grpId="0" nodeType="clickEffect">
                                  <p:stCondLst>
                                    <p:cond delay="0"/>
                                  </p:stCondLst>
                                  <p:childTnLst>
                                    <p:set>
                                      <p:cBhvr>
                                        <p:cTn id="69" dur="1" fill="hold">
                                          <p:stCondLst>
                                            <p:cond delay="0"/>
                                          </p:stCondLst>
                                        </p:cTn>
                                        <p:tgtEl>
                                          <p:spTgt spid="3"/>
                                        </p:tgtEl>
                                        <p:attrNameLst>
                                          <p:attrName>style.visibility</p:attrName>
                                        </p:attrNameLst>
                                      </p:cBhvr>
                                      <p:to>
                                        <p:strVal val="visible"/>
                                      </p:to>
                                    </p:set>
                                    <p:anim calcmode="lin" valueType="num">
                                      <p:cBhvr>
                                        <p:cTn id="70" dur="500" fill="hold"/>
                                        <p:tgtEl>
                                          <p:spTgt spid="3"/>
                                        </p:tgtEl>
                                        <p:attrNameLst>
                                          <p:attrName>ppt_w</p:attrName>
                                        </p:attrNameLst>
                                      </p:cBhvr>
                                      <p:tavLst>
                                        <p:tav tm="0">
                                          <p:val>
                                            <p:fltVal val="0"/>
                                          </p:val>
                                        </p:tav>
                                        <p:tav tm="100000">
                                          <p:val>
                                            <p:strVal val="#ppt_w"/>
                                          </p:val>
                                        </p:tav>
                                      </p:tavLst>
                                    </p:anim>
                                    <p:anim calcmode="lin" valueType="num">
                                      <p:cBhvr>
                                        <p:cTn id="71" dur="500" fill="hold"/>
                                        <p:tgtEl>
                                          <p:spTgt spid="3"/>
                                        </p:tgtEl>
                                        <p:attrNameLst>
                                          <p:attrName>ppt_h</p:attrName>
                                        </p:attrNameLst>
                                      </p:cBhvr>
                                      <p:tavLst>
                                        <p:tav tm="0">
                                          <p:val>
                                            <p:fltVal val="0"/>
                                          </p:val>
                                        </p:tav>
                                        <p:tav tm="100000">
                                          <p:val>
                                            <p:strVal val="#ppt_h"/>
                                          </p:val>
                                        </p:tav>
                                      </p:tavLst>
                                    </p:anim>
                                    <p:animEffect transition="in" filter="fade">
                                      <p:cBhvr>
                                        <p:cTn id="72" dur="500"/>
                                        <p:tgtEl>
                                          <p:spTgt spid="3"/>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53" presetClass="entr" presetSubtype="16" fill="hold" nodeType="clickEffect">
                                  <p:stCondLst>
                                    <p:cond delay="0"/>
                                  </p:stCondLst>
                                  <p:childTnLst>
                                    <p:set>
                                      <p:cBhvr>
                                        <p:cTn id="76" dur="1" fill="hold">
                                          <p:stCondLst>
                                            <p:cond delay="0"/>
                                          </p:stCondLst>
                                        </p:cTn>
                                        <p:tgtEl>
                                          <p:spTgt spid="5125">
                                            <p:txEl>
                                              <p:pRg st="0" end="0"/>
                                            </p:txEl>
                                          </p:spTgt>
                                        </p:tgtEl>
                                        <p:attrNameLst>
                                          <p:attrName>style.visibility</p:attrName>
                                        </p:attrNameLst>
                                      </p:cBhvr>
                                      <p:to>
                                        <p:strVal val="visible"/>
                                      </p:to>
                                    </p:set>
                                    <p:anim calcmode="lin" valueType="num">
                                      <p:cBhvr>
                                        <p:cTn id="77" dur="500" fill="hold"/>
                                        <p:tgtEl>
                                          <p:spTgt spid="5125">
                                            <p:txEl>
                                              <p:pRg st="0" end="0"/>
                                            </p:txEl>
                                          </p:spTgt>
                                        </p:tgtEl>
                                        <p:attrNameLst>
                                          <p:attrName>ppt_w</p:attrName>
                                        </p:attrNameLst>
                                      </p:cBhvr>
                                      <p:tavLst>
                                        <p:tav tm="0">
                                          <p:val>
                                            <p:fltVal val="0"/>
                                          </p:val>
                                        </p:tav>
                                        <p:tav tm="100000">
                                          <p:val>
                                            <p:strVal val="#ppt_w"/>
                                          </p:val>
                                        </p:tav>
                                      </p:tavLst>
                                    </p:anim>
                                    <p:anim calcmode="lin" valueType="num">
                                      <p:cBhvr>
                                        <p:cTn id="78" dur="500" fill="hold"/>
                                        <p:tgtEl>
                                          <p:spTgt spid="5125">
                                            <p:txEl>
                                              <p:pRg st="0" end="0"/>
                                            </p:txEl>
                                          </p:spTgt>
                                        </p:tgtEl>
                                        <p:attrNameLst>
                                          <p:attrName>ppt_h</p:attrName>
                                        </p:attrNameLst>
                                      </p:cBhvr>
                                      <p:tavLst>
                                        <p:tav tm="0">
                                          <p:val>
                                            <p:fltVal val="0"/>
                                          </p:val>
                                        </p:tav>
                                        <p:tav tm="100000">
                                          <p:val>
                                            <p:strVal val="#ppt_h"/>
                                          </p:val>
                                        </p:tav>
                                      </p:tavLst>
                                    </p:anim>
                                    <p:animEffect transition="in" filter="fade">
                                      <p:cBhvr>
                                        <p:cTn id="79" dur="500"/>
                                        <p:tgtEl>
                                          <p:spTgt spid="5125">
                                            <p:txEl>
                                              <p:pRg st="0" end="0"/>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53" presetClass="entr" presetSubtype="0" fill="hold" nodeType="clickEffect">
                                  <p:stCondLst>
                                    <p:cond delay="0"/>
                                  </p:stCondLst>
                                  <p:childTnLst>
                                    <p:set>
                                      <p:cBhvr>
                                        <p:cTn id="83" dur="1" fill="hold">
                                          <p:stCondLst>
                                            <p:cond delay="0"/>
                                          </p:stCondLst>
                                        </p:cTn>
                                        <p:tgtEl>
                                          <p:spTgt spid="5125">
                                            <p:txEl>
                                              <p:pRg st="1" end="1"/>
                                            </p:txEl>
                                          </p:spTgt>
                                        </p:tgtEl>
                                        <p:attrNameLst>
                                          <p:attrName>style.visibility</p:attrName>
                                        </p:attrNameLst>
                                      </p:cBhvr>
                                      <p:to>
                                        <p:strVal val="visible"/>
                                      </p:to>
                                    </p:set>
                                    <p:anim calcmode="lin" valueType="num">
                                      <p:cBhvr>
                                        <p:cTn id="84" dur="500" fill="hold"/>
                                        <p:tgtEl>
                                          <p:spTgt spid="5125">
                                            <p:txEl>
                                              <p:pRg st="1" end="1"/>
                                            </p:txEl>
                                          </p:spTgt>
                                        </p:tgtEl>
                                        <p:attrNameLst>
                                          <p:attrName>ppt_w</p:attrName>
                                        </p:attrNameLst>
                                      </p:cBhvr>
                                      <p:tavLst>
                                        <p:tav tm="0">
                                          <p:val>
                                            <p:fltVal val="0"/>
                                          </p:val>
                                        </p:tav>
                                        <p:tav tm="100000">
                                          <p:val>
                                            <p:strVal val="#ppt_w"/>
                                          </p:val>
                                        </p:tav>
                                      </p:tavLst>
                                    </p:anim>
                                    <p:anim calcmode="lin" valueType="num">
                                      <p:cBhvr>
                                        <p:cTn id="85" dur="500" fill="hold"/>
                                        <p:tgtEl>
                                          <p:spTgt spid="5125">
                                            <p:txEl>
                                              <p:pRg st="1" end="1"/>
                                            </p:txEl>
                                          </p:spTgt>
                                        </p:tgtEl>
                                        <p:attrNameLst>
                                          <p:attrName>ppt_h</p:attrName>
                                        </p:attrNameLst>
                                      </p:cBhvr>
                                      <p:tavLst>
                                        <p:tav tm="0">
                                          <p:val>
                                            <p:fltVal val="0"/>
                                          </p:val>
                                        </p:tav>
                                        <p:tav tm="100000">
                                          <p:val>
                                            <p:strVal val="#ppt_h"/>
                                          </p:val>
                                        </p:tav>
                                      </p:tavLst>
                                    </p:anim>
                                    <p:animEffect transition="in" filter="fade">
                                      <p:cBhvr>
                                        <p:cTn id="86" dur="500"/>
                                        <p:tgtEl>
                                          <p:spTgt spid="5125">
                                            <p:txEl>
                                              <p:pRg st="1" end="1"/>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53" presetClass="entr" presetSubtype="0" fill="hold" nodeType="clickEffect">
                                  <p:stCondLst>
                                    <p:cond delay="0"/>
                                  </p:stCondLst>
                                  <p:childTnLst>
                                    <p:set>
                                      <p:cBhvr>
                                        <p:cTn id="90" dur="1" fill="hold">
                                          <p:stCondLst>
                                            <p:cond delay="0"/>
                                          </p:stCondLst>
                                        </p:cTn>
                                        <p:tgtEl>
                                          <p:spTgt spid="5125">
                                            <p:txEl>
                                              <p:pRg st="2" end="2"/>
                                            </p:txEl>
                                          </p:spTgt>
                                        </p:tgtEl>
                                        <p:attrNameLst>
                                          <p:attrName>style.visibility</p:attrName>
                                        </p:attrNameLst>
                                      </p:cBhvr>
                                      <p:to>
                                        <p:strVal val="visible"/>
                                      </p:to>
                                    </p:set>
                                    <p:anim calcmode="lin" valueType="num">
                                      <p:cBhvr>
                                        <p:cTn id="91" dur="500" fill="hold"/>
                                        <p:tgtEl>
                                          <p:spTgt spid="5125">
                                            <p:txEl>
                                              <p:pRg st="2" end="2"/>
                                            </p:txEl>
                                          </p:spTgt>
                                        </p:tgtEl>
                                        <p:attrNameLst>
                                          <p:attrName>ppt_w</p:attrName>
                                        </p:attrNameLst>
                                      </p:cBhvr>
                                      <p:tavLst>
                                        <p:tav tm="0">
                                          <p:val>
                                            <p:fltVal val="0"/>
                                          </p:val>
                                        </p:tav>
                                        <p:tav tm="100000">
                                          <p:val>
                                            <p:strVal val="#ppt_w"/>
                                          </p:val>
                                        </p:tav>
                                      </p:tavLst>
                                    </p:anim>
                                    <p:anim calcmode="lin" valueType="num">
                                      <p:cBhvr>
                                        <p:cTn id="92" dur="500" fill="hold"/>
                                        <p:tgtEl>
                                          <p:spTgt spid="5125">
                                            <p:txEl>
                                              <p:pRg st="2" end="2"/>
                                            </p:txEl>
                                          </p:spTgt>
                                        </p:tgtEl>
                                        <p:attrNameLst>
                                          <p:attrName>ppt_h</p:attrName>
                                        </p:attrNameLst>
                                      </p:cBhvr>
                                      <p:tavLst>
                                        <p:tav tm="0">
                                          <p:val>
                                            <p:fltVal val="0"/>
                                          </p:val>
                                        </p:tav>
                                        <p:tav tm="100000">
                                          <p:val>
                                            <p:strVal val="#ppt_h"/>
                                          </p:val>
                                        </p:tav>
                                      </p:tavLst>
                                    </p:anim>
                                    <p:animEffect transition="in" filter="fade">
                                      <p:cBhvr>
                                        <p:cTn id="93" dur="500"/>
                                        <p:tgtEl>
                                          <p:spTgt spid="5125">
                                            <p:txEl>
                                              <p:pRg st="2" end="2"/>
                                            </p:txEl>
                                          </p:spTgt>
                                        </p:tgtEl>
                                      </p:cBhvr>
                                    </p:animEffect>
                                  </p:childTnLst>
                                </p:cTn>
                              </p:par>
                            </p:childTnLst>
                          </p:cTn>
                        </p:par>
                      </p:childTnLst>
                    </p:cTn>
                  </p:par>
                  <p:par>
                    <p:cTn id="94" fill="hold">
                      <p:stCondLst>
                        <p:cond delay="indefinite"/>
                      </p:stCondLst>
                      <p:childTnLst>
                        <p:par>
                          <p:cTn id="95" fill="hold">
                            <p:stCondLst>
                              <p:cond delay="0"/>
                            </p:stCondLst>
                            <p:childTnLst>
                              <p:par>
                                <p:cTn id="96" presetID="53" presetClass="entr" presetSubtype="0" fill="hold" nodeType="clickEffect">
                                  <p:stCondLst>
                                    <p:cond delay="0"/>
                                  </p:stCondLst>
                                  <p:childTnLst>
                                    <p:set>
                                      <p:cBhvr>
                                        <p:cTn id="97" dur="1" fill="hold">
                                          <p:stCondLst>
                                            <p:cond delay="0"/>
                                          </p:stCondLst>
                                        </p:cTn>
                                        <p:tgtEl>
                                          <p:spTgt spid="5125">
                                            <p:txEl>
                                              <p:pRg st="3" end="3"/>
                                            </p:txEl>
                                          </p:spTgt>
                                        </p:tgtEl>
                                        <p:attrNameLst>
                                          <p:attrName>style.visibility</p:attrName>
                                        </p:attrNameLst>
                                      </p:cBhvr>
                                      <p:to>
                                        <p:strVal val="visible"/>
                                      </p:to>
                                    </p:set>
                                    <p:anim calcmode="lin" valueType="num">
                                      <p:cBhvr>
                                        <p:cTn id="98" dur="500" fill="hold"/>
                                        <p:tgtEl>
                                          <p:spTgt spid="5125">
                                            <p:txEl>
                                              <p:pRg st="3" end="3"/>
                                            </p:txEl>
                                          </p:spTgt>
                                        </p:tgtEl>
                                        <p:attrNameLst>
                                          <p:attrName>ppt_w</p:attrName>
                                        </p:attrNameLst>
                                      </p:cBhvr>
                                      <p:tavLst>
                                        <p:tav tm="0">
                                          <p:val>
                                            <p:fltVal val="0"/>
                                          </p:val>
                                        </p:tav>
                                        <p:tav tm="100000">
                                          <p:val>
                                            <p:strVal val="#ppt_w"/>
                                          </p:val>
                                        </p:tav>
                                      </p:tavLst>
                                    </p:anim>
                                    <p:anim calcmode="lin" valueType="num">
                                      <p:cBhvr>
                                        <p:cTn id="99" dur="500" fill="hold"/>
                                        <p:tgtEl>
                                          <p:spTgt spid="5125">
                                            <p:txEl>
                                              <p:pRg st="3" end="3"/>
                                            </p:txEl>
                                          </p:spTgt>
                                        </p:tgtEl>
                                        <p:attrNameLst>
                                          <p:attrName>ppt_h</p:attrName>
                                        </p:attrNameLst>
                                      </p:cBhvr>
                                      <p:tavLst>
                                        <p:tav tm="0">
                                          <p:val>
                                            <p:fltVal val="0"/>
                                          </p:val>
                                        </p:tav>
                                        <p:tav tm="100000">
                                          <p:val>
                                            <p:strVal val="#ppt_h"/>
                                          </p:val>
                                        </p:tav>
                                      </p:tavLst>
                                    </p:anim>
                                    <p:animEffect transition="in" filter="fade">
                                      <p:cBhvr>
                                        <p:cTn id="100" dur="500"/>
                                        <p:tgtEl>
                                          <p:spTgt spid="5125">
                                            <p:txEl>
                                              <p:pRg st="3" end="3"/>
                                            </p:txEl>
                                          </p:spTgt>
                                        </p:tgtEl>
                                      </p:cBhvr>
                                    </p:animEffect>
                                  </p:childTnLst>
                                </p:cTn>
                              </p:par>
                            </p:childTnLst>
                          </p:cTn>
                        </p:par>
                      </p:childTnLst>
                    </p:cTn>
                  </p:par>
                  <p:par>
                    <p:cTn id="101" fill="hold">
                      <p:stCondLst>
                        <p:cond delay="indefinite"/>
                      </p:stCondLst>
                      <p:childTnLst>
                        <p:par>
                          <p:cTn id="102" fill="hold">
                            <p:stCondLst>
                              <p:cond delay="0"/>
                            </p:stCondLst>
                            <p:childTnLst>
                              <p:par>
                                <p:cTn id="103" presetID="53" presetClass="entr" presetSubtype="0" fill="hold" nodeType="clickEffect">
                                  <p:stCondLst>
                                    <p:cond delay="0"/>
                                  </p:stCondLst>
                                  <p:childTnLst>
                                    <p:set>
                                      <p:cBhvr>
                                        <p:cTn id="104" dur="1" fill="hold">
                                          <p:stCondLst>
                                            <p:cond delay="0"/>
                                          </p:stCondLst>
                                        </p:cTn>
                                        <p:tgtEl>
                                          <p:spTgt spid="5125">
                                            <p:txEl>
                                              <p:pRg st="4" end="4"/>
                                            </p:txEl>
                                          </p:spTgt>
                                        </p:tgtEl>
                                        <p:attrNameLst>
                                          <p:attrName>style.visibility</p:attrName>
                                        </p:attrNameLst>
                                      </p:cBhvr>
                                      <p:to>
                                        <p:strVal val="visible"/>
                                      </p:to>
                                    </p:set>
                                    <p:anim calcmode="lin" valueType="num">
                                      <p:cBhvr>
                                        <p:cTn id="105" dur="500" fill="hold"/>
                                        <p:tgtEl>
                                          <p:spTgt spid="5125">
                                            <p:txEl>
                                              <p:pRg st="4" end="4"/>
                                            </p:txEl>
                                          </p:spTgt>
                                        </p:tgtEl>
                                        <p:attrNameLst>
                                          <p:attrName>ppt_w</p:attrName>
                                        </p:attrNameLst>
                                      </p:cBhvr>
                                      <p:tavLst>
                                        <p:tav tm="0">
                                          <p:val>
                                            <p:fltVal val="0"/>
                                          </p:val>
                                        </p:tav>
                                        <p:tav tm="100000">
                                          <p:val>
                                            <p:strVal val="#ppt_w"/>
                                          </p:val>
                                        </p:tav>
                                      </p:tavLst>
                                    </p:anim>
                                    <p:anim calcmode="lin" valueType="num">
                                      <p:cBhvr>
                                        <p:cTn id="106" dur="500" fill="hold"/>
                                        <p:tgtEl>
                                          <p:spTgt spid="5125">
                                            <p:txEl>
                                              <p:pRg st="4" end="4"/>
                                            </p:txEl>
                                          </p:spTgt>
                                        </p:tgtEl>
                                        <p:attrNameLst>
                                          <p:attrName>ppt_h</p:attrName>
                                        </p:attrNameLst>
                                      </p:cBhvr>
                                      <p:tavLst>
                                        <p:tav tm="0">
                                          <p:val>
                                            <p:fltVal val="0"/>
                                          </p:val>
                                        </p:tav>
                                        <p:tav tm="100000">
                                          <p:val>
                                            <p:strVal val="#ppt_h"/>
                                          </p:val>
                                        </p:tav>
                                      </p:tavLst>
                                    </p:anim>
                                    <p:animEffect transition="in" filter="fade">
                                      <p:cBhvr>
                                        <p:cTn id="107" dur="500"/>
                                        <p:tgtEl>
                                          <p:spTgt spid="512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355" grpId="0"/>
      <p:bldP spid="139356" grpId="0"/>
      <p:bldP spid="139357" grpId="0"/>
      <p:bldP spid="139358" grpId="0"/>
      <p:bldP spid="139359" grpId="0"/>
      <p:bldP spid="139360" grpId="0"/>
      <p:bldP spid="139361" grpId="0"/>
      <p:bldP spid="139362" grpId="0"/>
      <p:bldP spid="139363" grpId="0"/>
      <p:bldP spid="3" grpId="0" animBg="1"/>
      <p:bldP spid="4" grpId="0"/>
    </p:bldLst>
  </p:timing>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66978" name="Rectangle 2">
            <a:extLst>
              <a:ext uri="{FF2B5EF4-FFF2-40B4-BE49-F238E27FC236}">
                <a16:creationId xmlns:a16="http://schemas.microsoft.com/office/drawing/2014/main" id="{80CD8E86-9B70-4E3A-A9D3-B5C968C6E3F1}"/>
              </a:ext>
            </a:extLst>
          </p:cNvPr>
          <p:cNvSpPr>
            <a:spLocks noGrp="1" noChangeArrowheads="1"/>
          </p:cNvSpPr>
          <p:nvPr>
            <p:ph type="body" sz="half" idx="4294967295"/>
          </p:nvPr>
        </p:nvSpPr>
        <p:spPr>
          <a:xfrm>
            <a:off x="5429250" y="176213"/>
            <a:ext cx="3606800" cy="4752975"/>
          </a:xfrm>
        </p:spPr>
        <p:txBody>
          <a:bodyPr lIns="92075" tIns="46038" rIns="92075" bIns="46038"/>
          <a:lstStyle/>
          <a:p>
            <a:pPr eaLnBrk="1" hangingPunct="1">
              <a:lnSpc>
                <a:spcPct val="90000"/>
              </a:lnSpc>
              <a:buFont typeface="Wingdings" pitchFamily="2" charset="2"/>
              <a:buNone/>
              <a:defRPr/>
            </a:pPr>
            <a:r>
              <a:rPr lang="zh-CN" altLang="en-US" sz="1600" b="1" dirty="0">
                <a:solidFill>
                  <a:schemeClr val="tx1"/>
                </a:solidFill>
                <a:latin typeface="楷体" pitchFamily="49" charset="-122"/>
                <a:ea typeface="楷体" pitchFamily="49" charset="-122"/>
                <a:cs typeface="Times New Roman" pitchFamily="18" charset="0"/>
              </a:rPr>
              <a:t>     </a:t>
            </a:r>
            <a:r>
              <a:rPr lang="zh-CN" altLang="en-US" sz="1800" b="1" dirty="0">
                <a:solidFill>
                  <a:schemeClr val="tx2">
                    <a:lumMod val="60000"/>
                    <a:lumOff val="40000"/>
                  </a:schemeClr>
                </a:solidFill>
                <a:latin typeface="楷体" pitchFamily="49" charset="-122"/>
                <a:ea typeface="楷体" pitchFamily="49" charset="-122"/>
                <a:cs typeface="Times New Roman" pitchFamily="18" charset="0"/>
              </a:rPr>
              <a:t>栈	  剩余输入</a:t>
            </a:r>
            <a:endParaRPr lang="en-US" altLang="zh-CN" sz="1800" b="1" dirty="0">
              <a:solidFill>
                <a:schemeClr val="tx2">
                  <a:lumMod val="60000"/>
                  <a:lumOff val="40000"/>
                </a:schemeClr>
              </a:solidFill>
              <a:latin typeface="楷体" pitchFamily="49" charset="-122"/>
              <a:ea typeface="楷体" pitchFamily="49" charset="-122"/>
              <a:cs typeface="Times New Roman" pitchFamily="18" charset="0"/>
            </a:endParaRPr>
          </a:p>
          <a:p>
            <a:pPr eaLnBrk="1" hangingPunct="1">
              <a:lnSpc>
                <a:spcPct val="90000"/>
              </a:lnSpc>
              <a:buFont typeface="Wingdings" pitchFamily="2" charset="2"/>
              <a:buNone/>
              <a:defRPr/>
            </a:pPr>
            <a:r>
              <a:rPr lang="en-US" altLang="zh-CN" sz="1600" b="1" dirty="0">
                <a:solidFill>
                  <a:schemeClr val="tx1"/>
                </a:solidFill>
                <a:latin typeface="Times New Roman" pitchFamily="18" charset="0"/>
                <a:ea typeface="楷体_GB2312" pitchFamily="49" charset="-122"/>
                <a:cs typeface="Times New Roman" pitchFamily="18" charset="0"/>
              </a:rPr>
              <a:t>         </a:t>
            </a:r>
            <a:r>
              <a:rPr lang="en-US" altLang="zh-CN" sz="1600" b="1" i="1" dirty="0">
                <a:solidFill>
                  <a:schemeClr val="tx1"/>
                </a:solidFill>
                <a:latin typeface="Times New Roman" pitchFamily="18" charset="0"/>
                <a:ea typeface="楷体_GB2312" pitchFamily="49" charset="-122"/>
                <a:cs typeface="Times New Roman" pitchFamily="18" charset="0"/>
              </a:rPr>
              <a:t>E</a:t>
            </a:r>
            <a:r>
              <a:rPr lang="en-US" altLang="zh-CN" sz="1600" b="1" dirty="0">
                <a:solidFill>
                  <a:schemeClr val="tx1"/>
                </a:solidFill>
                <a:latin typeface="Times New Roman" pitchFamily="18" charset="0"/>
                <a:ea typeface="楷体_GB2312" pitchFamily="49" charset="-122"/>
                <a:cs typeface="Times New Roman" pitchFamily="18" charset="0"/>
              </a:rPr>
              <a:t> </a:t>
            </a:r>
            <a:r>
              <a:rPr lang="en-US" altLang="zh-CN" sz="1600" b="1" dirty="0">
                <a:solidFill>
                  <a:schemeClr val="tx1"/>
                </a:solidFill>
                <a:latin typeface="+mn-ea"/>
                <a:cs typeface="Times New Roman" pitchFamily="18" charset="0"/>
              </a:rPr>
              <a:t>$</a:t>
            </a:r>
            <a:r>
              <a:rPr lang="zh-CN" altLang="en-US" sz="1600" b="1" dirty="0">
                <a:solidFill>
                  <a:schemeClr val="tx1"/>
                </a:solidFill>
                <a:latin typeface="Times New Roman" pitchFamily="18" charset="0"/>
                <a:ea typeface="楷体_GB2312" pitchFamily="49" charset="-122"/>
                <a:cs typeface="Times New Roman" pitchFamily="18" charset="0"/>
              </a:rPr>
              <a:t>          </a:t>
            </a:r>
            <a:r>
              <a:rPr lang="en-US" altLang="zh-CN" sz="1600" b="1" dirty="0">
                <a:solidFill>
                  <a:schemeClr val="tx1"/>
                </a:solidFill>
                <a:latin typeface="Times New Roman" pitchFamily="18" charset="0"/>
                <a:ea typeface="楷体_GB2312" pitchFamily="49" charset="-122"/>
                <a:cs typeface="Times New Roman" pitchFamily="18" charset="0"/>
              </a:rPr>
              <a:t>+id*+id </a:t>
            </a:r>
            <a:r>
              <a:rPr lang="en-US" altLang="zh-CN" sz="1600" b="1" dirty="0">
                <a:solidFill>
                  <a:schemeClr val="tx1"/>
                </a:solidFill>
                <a:latin typeface="+mn-ea"/>
                <a:cs typeface="Times New Roman" pitchFamily="18" charset="0"/>
              </a:rPr>
              <a:t>$</a:t>
            </a:r>
            <a:r>
              <a:rPr lang="en-US" altLang="zh-CN" sz="1600" b="1" dirty="0">
                <a:solidFill>
                  <a:schemeClr val="tx1"/>
                </a:solidFill>
                <a:latin typeface="Times New Roman" pitchFamily="18" charset="0"/>
                <a:ea typeface="楷体_GB2312" pitchFamily="49" charset="-122"/>
                <a:cs typeface="Times New Roman" pitchFamily="18" charset="0"/>
              </a:rPr>
              <a:t>            ignore +</a:t>
            </a:r>
          </a:p>
          <a:p>
            <a:pPr eaLnBrk="1" hangingPunct="1">
              <a:lnSpc>
                <a:spcPct val="90000"/>
              </a:lnSpc>
              <a:buFont typeface="Wingdings" pitchFamily="2" charset="2"/>
              <a:buNone/>
              <a:defRPr/>
            </a:pPr>
            <a:r>
              <a:rPr lang="en-US" altLang="zh-CN" sz="1600" b="1" dirty="0">
                <a:solidFill>
                  <a:schemeClr val="tx1"/>
                </a:solidFill>
                <a:latin typeface="Times New Roman" pitchFamily="18" charset="0"/>
                <a:ea typeface="楷体_GB2312" pitchFamily="49" charset="-122"/>
                <a:cs typeface="Times New Roman" pitchFamily="18" charset="0"/>
              </a:rPr>
              <a:t>         </a:t>
            </a:r>
            <a:r>
              <a:rPr lang="en-US" altLang="zh-CN" sz="1600" b="1" i="1" dirty="0">
                <a:solidFill>
                  <a:schemeClr val="tx1"/>
                </a:solidFill>
                <a:latin typeface="Times New Roman" pitchFamily="18" charset="0"/>
                <a:ea typeface="楷体_GB2312" pitchFamily="49" charset="-122"/>
                <a:cs typeface="Times New Roman" pitchFamily="18" charset="0"/>
              </a:rPr>
              <a:t>E</a:t>
            </a:r>
            <a:r>
              <a:rPr lang="en-US" altLang="zh-CN" sz="1600" b="1" dirty="0">
                <a:solidFill>
                  <a:schemeClr val="tx1"/>
                </a:solidFill>
                <a:latin typeface="Times New Roman" pitchFamily="18" charset="0"/>
                <a:ea typeface="楷体_GB2312" pitchFamily="49" charset="-122"/>
                <a:cs typeface="Times New Roman" pitchFamily="18" charset="0"/>
              </a:rPr>
              <a:t> </a:t>
            </a:r>
            <a:r>
              <a:rPr lang="en-US" altLang="zh-CN" sz="1600" b="1" dirty="0">
                <a:solidFill>
                  <a:schemeClr val="tx1"/>
                </a:solidFill>
                <a:latin typeface="+mn-ea"/>
                <a:cs typeface="Times New Roman" pitchFamily="18" charset="0"/>
              </a:rPr>
              <a:t>$</a:t>
            </a:r>
            <a:r>
              <a:rPr lang="en-US" altLang="zh-CN" sz="1600" b="1" dirty="0">
                <a:solidFill>
                  <a:schemeClr val="tx1"/>
                </a:solidFill>
                <a:latin typeface="Times New Roman" pitchFamily="18" charset="0"/>
                <a:ea typeface="楷体_GB2312" pitchFamily="49" charset="-122"/>
                <a:cs typeface="Times New Roman" pitchFamily="18" charset="0"/>
              </a:rPr>
              <a:t>            id*+id </a:t>
            </a:r>
            <a:r>
              <a:rPr lang="en-US" altLang="zh-CN" sz="1600" b="1" dirty="0">
                <a:solidFill>
                  <a:schemeClr val="tx1"/>
                </a:solidFill>
                <a:latin typeface="+mn-ea"/>
                <a:cs typeface="Times New Roman" pitchFamily="18" charset="0"/>
              </a:rPr>
              <a:t>$</a:t>
            </a:r>
            <a:r>
              <a:rPr lang="en-US" altLang="zh-CN" sz="1600" b="1" dirty="0">
                <a:solidFill>
                  <a:schemeClr val="tx1"/>
                </a:solidFill>
                <a:latin typeface="Times New Roman" pitchFamily="18" charset="0"/>
                <a:ea typeface="楷体_GB2312" pitchFamily="49" charset="-122"/>
                <a:cs typeface="Times New Roman" pitchFamily="18" charset="0"/>
              </a:rPr>
              <a:t> </a:t>
            </a:r>
          </a:p>
          <a:p>
            <a:pPr eaLnBrk="1" hangingPunct="1">
              <a:lnSpc>
                <a:spcPct val="90000"/>
              </a:lnSpc>
              <a:buFont typeface="Wingdings" pitchFamily="2" charset="2"/>
              <a:buNone/>
              <a:defRPr/>
            </a:pPr>
            <a:r>
              <a:rPr lang="en-US" altLang="zh-CN" sz="1600" b="1" dirty="0">
                <a:solidFill>
                  <a:schemeClr val="tx1"/>
                </a:solidFill>
                <a:latin typeface="Times New Roman" pitchFamily="18" charset="0"/>
                <a:ea typeface="楷体_GB2312" pitchFamily="49" charset="-122"/>
                <a:cs typeface="Times New Roman" pitchFamily="18" charset="0"/>
              </a:rPr>
              <a:t>      </a:t>
            </a:r>
            <a:r>
              <a:rPr lang="en-US" altLang="zh-CN" sz="1600" b="1" i="1" dirty="0">
                <a:solidFill>
                  <a:schemeClr val="tx1"/>
                </a:solidFill>
                <a:latin typeface="Times New Roman" pitchFamily="18" charset="0"/>
                <a:ea typeface="楷体_GB2312" pitchFamily="49" charset="-122"/>
                <a:cs typeface="Times New Roman" pitchFamily="18" charset="0"/>
              </a:rPr>
              <a:t>TE' </a:t>
            </a:r>
            <a:r>
              <a:rPr lang="en-US" altLang="zh-CN" sz="1600" b="1" dirty="0">
                <a:solidFill>
                  <a:schemeClr val="tx1"/>
                </a:solidFill>
                <a:latin typeface="+mn-ea"/>
                <a:cs typeface="Times New Roman" pitchFamily="18" charset="0"/>
              </a:rPr>
              <a:t>$</a:t>
            </a:r>
            <a:r>
              <a:rPr lang="en-US" altLang="zh-CN" sz="1600" b="1" dirty="0">
                <a:solidFill>
                  <a:schemeClr val="tx1"/>
                </a:solidFill>
                <a:latin typeface="Times New Roman" pitchFamily="18" charset="0"/>
                <a:ea typeface="楷体_GB2312" pitchFamily="49" charset="-122"/>
                <a:cs typeface="Times New Roman" pitchFamily="18" charset="0"/>
              </a:rPr>
              <a:t>            id*+id </a:t>
            </a:r>
            <a:r>
              <a:rPr lang="en-US" altLang="zh-CN" sz="1600" b="1" dirty="0">
                <a:solidFill>
                  <a:schemeClr val="tx1"/>
                </a:solidFill>
                <a:latin typeface="+mn-ea"/>
                <a:cs typeface="Times New Roman" pitchFamily="18" charset="0"/>
              </a:rPr>
              <a:t>$</a:t>
            </a:r>
            <a:r>
              <a:rPr lang="en-US" altLang="zh-CN" sz="1600" b="1" dirty="0">
                <a:solidFill>
                  <a:schemeClr val="tx1"/>
                </a:solidFill>
                <a:latin typeface="Times New Roman" pitchFamily="18" charset="0"/>
                <a:ea typeface="楷体_GB2312" pitchFamily="49" charset="-122"/>
                <a:cs typeface="Times New Roman" pitchFamily="18" charset="0"/>
              </a:rPr>
              <a:t> 	</a:t>
            </a:r>
          </a:p>
          <a:p>
            <a:pPr eaLnBrk="1" hangingPunct="1">
              <a:lnSpc>
                <a:spcPct val="90000"/>
              </a:lnSpc>
              <a:buFont typeface="Wingdings" pitchFamily="2" charset="2"/>
              <a:buNone/>
              <a:defRPr/>
            </a:pPr>
            <a:r>
              <a:rPr lang="en-US" altLang="zh-CN" sz="1600" b="1" dirty="0">
                <a:solidFill>
                  <a:schemeClr val="tx1"/>
                </a:solidFill>
                <a:latin typeface="Times New Roman" pitchFamily="18" charset="0"/>
                <a:ea typeface="楷体_GB2312" pitchFamily="49" charset="-122"/>
                <a:cs typeface="Times New Roman" pitchFamily="18" charset="0"/>
              </a:rPr>
              <a:t>  </a:t>
            </a:r>
            <a:r>
              <a:rPr lang="en-US" altLang="zh-CN" sz="1600" b="1" i="1" dirty="0">
                <a:solidFill>
                  <a:schemeClr val="tx1"/>
                </a:solidFill>
                <a:latin typeface="Times New Roman" pitchFamily="18" charset="0"/>
                <a:ea typeface="楷体_GB2312" pitchFamily="49" charset="-122"/>
                <a:cs typeface="Times New Roman" pitchFamily="18" charset="0"/>
              </a:rPr>
              <a:t>FT'E' </a:t>
            </a:r>
            <a:r>
              <a:rPr lang="en-US" altLang="zh-CN" sz="1600" b="1" dirty="0">
                <a:solidFill>
                  <a:schemeClr val="tx1"/>
                </a:solidFill>
                <a:latin typeface="+mn-ea"/>
                <a:cs typeface="Times New Roman" pitchFamily="18" charset="0"/>
              </a:rPr>
              <a:t>$</a:t>
            </a:r>
            <a:r>
              <a:rPr lang="en-US" altLang="zh-CN" sz="1600" b="1" dirty="0">
                <a:solidFill>
                  <a:schemeClr val="tx1"/>
                </a:solidFill>
                <a:latin typeface="Times New Roman" pitchFamily="18" charset="0"/>
                <a:ea typeface="楷体_GB2312" pitchFamily="49" charset="-122"/>
                <a:cs typeface="Times New Roman" pitchFamily="18" charset="0"/>
              </a:rPr>
              <a:t>            id*+id </a:t>
            </a:r>
            <a:r>
              <a:rPr lang="en-US" altLang="zh-CN" sz="1600" b="1" dirty="0">
                <a:solidFill>
                  <a:schemeClr val="tx1"/>
                </a:solidFill>
                <a:latin typeface="+mn-ea"/>
                <a:cs typeface="Times New Roman" pitchFamily="18" charset="0"/>
              </a:rPr>
              <a:t>$</a:t>
            </a:r>
            <a:r>
              <a:rPr lang="en-US" altLang="zh-CN" sz="1600" b="1" dirty="0">
                <a:solidFill>
                  <a:schemeClr val="tx1"/>
                </a:solidFill>
                <a:latin typeface="Times New Roman" pitchFamily="18" charset="0"/>
                <a:ea typeface="楷体_GB2312" pitchFamily="49" charset="-122"/>
                <a:cs typeface="Times New Roman" pitchFamily="18" charset="0"/>
              </a:rPr>
              <a:t> 	</a:t>
            </a:r>
          </a:p>
          <a:p>
            <a:pPr eaLnBrk="1" hangingPunct="1">
              <a:lnSpc>
                <a:spcPct val="90000"/>
              </a:lnSpc>
              <a:buFont typeface="Wingdings" pitchFamily="2" charset="2"/>
              <a:buNone/>
              <a:defRPr/>
            </a:pPr>
            <a:r>
              <a:rPr lang="en-US" altLang="zh-CN" sz="1600" b="1" dirty="0">
                <a:solidFill>
                  <a:schemeClr val="tx1"/>
                </a:solidFill>
                <a:latin typeface="Times New Roman" pitchFamily="18" charset="0"/>
                <a:ea typeface="楷体_GB2312" pitchFamily="49" charset="-122"/>
                <a:cs typeface="Times New Roman" pitchFamily="18" charset="0"/>
              </a:rPr>
              <a:t>  </a:t>
            </a:r>
            <a:r>
              <a:rPr lang="en-US" altLang="zh-CN" sz="1600" b="1" dirty="0" err="1">
                <a:solidFill>
                  <a:schemeClr val="tx1"/>
                </a:solidFill>
                <a:latin typeface="Times New Roman" pitchFamily="18" charset="0"/>
                <a:ea typeface="楷体_GB2312" pitchFamily="49" charset="-122"/>
                <a:cs typeface="Times New Roman" pitchFamily="18" charset="0"/>
              </a:rPr>
              <a:t>id</a:t>
            </a:r>
            <a:r>
              <a:rPr lang="en-US" altLang="zh-CN" sz="1600" b="1" i="1" dirty="0" err="1">
                <a:solidFill>
                  <a:schemeClr val="tx1"/>
                </a:solidFill>
                <a:latin typeface="Times New Roman" pitchFamily="18" charset="0"/>
                <a:ea typeface="楷体_GB2312" pitchFamily="49" charset="-122"/>
                <a:cs typeface="Times New Roman" pitchFamily="18" charset="0"/>
              </a:rPr>
              <a:t>T'E</a:t>
            </a:r>
            <a:r>
              <a:rPr lang="en-US" altLang="zh-CN" sz="1600" b="1" i="1" dirty="0">
                <a:solidFill>
                  <a:schemeClr val="tx1"/>
                </a:solidFill>
                <a:latin typeface="Times New Roman" pitchFamily="18" charset="0"/>
                <a:ea typeface="楷体_GB2312" pitchFamily="49" charset="-122"/>
                <a:cs typeface="Times New Roman" pitchFamily="18" charset="0"/>
              </a:rPr>
              <a:t>'</a:t>
            </a:r>
            <a:r>
              <a:rPr lang="en-US" altLang="zh-CN" sz="1600" b="1" dirty="0">
                <a:solidFill>
                  <a:schemeClr val="tx1"/>
                </a:solidFill>
                <a:latin typeface="Times New Roman" pitchFamily="18" charset="0"/>
                <a:ea typeface="楷体_GB2312" pitchFamily="49" charset="-122"/>
                <a:cs typeface="Times New Roman" pitchFamily="18" charset="0"/>
              </a:rPr>
              <a:t> </a:t>
            </a:r>
            <a:r>
              <a:rPr lang="en-US" altLang="zh-CN" sz="1600" b="1" dirty="0">
                <a:solidFill>
                  <a:schemeClr val="tx1"/>
                </a:solidFill>
                <a:latin typeface="+mn-ea"/>
                <a:cs typeface="Times New Roman" pitchFamily="18" charset="0"/>
              </a:rPr>
              <a:t>$</a:t>
            </a:r>
            <a:r>
              <a:rPr lang="en-US" altLang="zh-CN" sz="1600" b="1" dirty="0">
                <a:solidFill>
                  <a:schemeClr val="tx1"/>
                </a:solidFill>
                <a:latin typeface="Times New Roman" pitchFamily="18" charset="0"/>
                <a:ea typeface="楷体_GB2312" pitchFamily="49" charset="-122"/>
                <a:cs typeface="Times New Roman" pitchFamily="18" charset="0"/>
              </a:rPr>
              <a:t>           id*+id </a:t>
            </a:r>
            <a:r>
              <a:rPr lang="en-US" altLang="zh-CN" sz="1600" b="1" dirty="0">
                <a:solidFill>
                  <a:schemeClr val="tx1"/>
                </a:solidFill>
                <a:latin typeface="+mn-ea"/>
                <a:cs typeface="Times New Roman" pitchFamily="18" charset="0"/>
              </a:rPr>
              <a:t>$</a:t>
            </a:r>
            <a:r>
              <a:rPr lang="en-US" altLang="zh-CN" sz="1600" b="1" dirty="0">
                <a:solidFill>
                  <a:schemeClr val="tx1"/>
                </a:solidFill>
                <a:latin typeface="Times New Roman" pitchFamily="18" charset="0"/>
                <a:ea typeface="楷体_GB2312" pitchFamily="49" charset="-122"/>
                <a:cs typeface="Times New Roman" pitchFamily="18" charset="0"/>
              </a:rPr>
              <a:t> 	</a:t>
            </a:r>
          </a:p>
          <a:p>
            <a:pPr eaLnBrk="1" hangingPunct="1">
              <a:lnSpc>
                <a:spcPct val="90000"/>
              </a:lnSpc>
              <a:buFont typeface="Wingdings" pitchFamily="2" charset="2"/>
              <a:buNone/>
              <a:defRPr/>
            </a:pPr>
            <a:r>
              <a:rPr lang="en-US" altLang="zh-CN" sz="1600" b="1" i="1" dirty="0">
                <a:solidFill>
                  <a:schemeClr val="tx1"/>
                </a:solidFill>
                <a:latin typeface="Times New Roman" pitchFamily="18" charset="0"/>
                <a:ea typeface="楷体_GB2312" pitchFamily="49" charset="-122"/>
                <a:cs typeface="Times New Roman" pitchFamily="18" charset="0"/>
              </a:rPr>
              <a:t>     T'E' </a:t>
            </a:r>
            <a:r>
              <a:rPr lang="en-US" altLang="zh-CN" sz="1600" b="1" dirty="0">
                <a:solidFill>
                  <a:schemeClr val="tx1"/>
                </a:solidFill>
                <a:latin typeface="+mn-ea"/>
                <a:cs typeface="Times New Roman" pitchFamily="18" charset="0"/>
              </a:rPr>
              <a:t>$</a:t>
            </a:r>
            <a:r>
              <a:rPr lang="en-US" altLang="zh-CN" sz="1600" b="1" dirty="0">
                <a:solidFill>
                  <a:schemeClr val="tx1"/>
                </a:solidFill>
                <a:latin typeface="Times New Roman" pitchFamily="18" charset="0"/>
                <a:ea typeface="楷体_GB2312" pitchFamily="49" charset="-122"/>
                <a:cs typeface="Times New Roman" pitchFamily="18" charset="0"/>
              </a:rPr>
              <a:t>               *+id </a:t>
            </a:r>
            <a:r>
              <a:rPr lang="en-US" altLang="zh-CN" sz="1600" b="1" dirty="0">
                <a:solidFill>
                  <a:schemeClr val="tx1"/>
                </a:solidFill>
                <a:latin typeface="+mn-ea"/>
                <a:cs typeface="Times New Roman" pitchFamily="18" charset="0"/>
              </a:rPr>
              <a:t>$</a:t>
            </a:r>
            <a:r>
              <a:rPr lang="en-US" altLang="zh-CN" sz="1600" b="1" dirty="0">
                <a:solidFill>
                  <a:schemeClr val="tx1"/>
                </a:solidFill>
                <a:latin typeface="Times New Roman" pitchFamily="18" charset="0"/>
                <a:ea typeface="楷体_GB2312" pitchFamily="49" charset="-122"/>
                <a:cs typeface="Times New Roman" pitchFamily="18" charset="0"/>
              </a:rPr>
              <a:t> 	</a:t>
            </a:r>
          </a:p>
          <a:p>
            <a:pPr eaLnBrk="1" hangingPunct="1">
              <a:lnSpc>
                <a:spcPct val="90000"/>
              </a:lnSpc>
              <a:buFont typeface="Wingdings" pitchFamily="2" charset="2"/>
              <a:buNone/>
              <a:defRPr/>
            </a:pPr>
            <a:r>
              <a:rPr kumimoji="1" lang="en-US" altLang="zh-CN" sz="1600" b="1" dirty="0">
                <a:solidFill>
                  <a:schemeClr val="tx1"/>
                </a:solidFill>
                <a:latin typeface="Times New Roman" pitchFamily="18" charset="0"/>
                <a:ea typeface="楷体_GB2312" pitchFamily="49" charset="-122"/>
                <a:cs typeface="Times New Roman" pitchFamily="18" charset="0"/>
              </a:rPr>
              <a:t> *</a:t>
            </a:r>
            <a:r>
              <a:rPr kumimoji="1" lang="en-US" altLang="zh-CN" sz="1600" b="1" i="1" dirty="0">
                <a:solidFill>
                  <a:schemeClr val="tx1"/>
                </a:solidFill>
                <a:latin typeface="Times New Roman" pitchFamily="18" charset="0"/>
                <a:ea typeface="楷体_GB2312" pitchFamily="49" charset="-122"/>
                <a:cs typeface="Times New Roman" pitchFamily="18" charset="0"/>
              </a:rPr>
              <a:t>FT</a:t>
            </a:r>
            <a:r>
              <a:rPr lang="en-US" altLang="zh-CN" sz="1600" b="1" i="1" dirty="0">
                <a:solidFill>
                  <a:schemeClr val="tx1"/>
                </a:solidFill>
                <a:latin typeface="Times New Roman" pitchFamily="18" charset="0"/>
                <a:ea typeface="楷体_GB2312" pitchFamily="49" charset="-122"/>
                <a:cs typeface="Times New Roman" pitchFamily="18" charset="0"/>
              </a:rPr>
              <a:t>'E'</a:t>
            </a:r>
            <a:r>
              <a:rPr lang="en-US" altLang="zh-CN" sz="1600" b="1" dirty="0">
                <a:solidFill>
                  <a:schemeClr val="tx1"/>
                </a:solidFill>
                <a:latin typeface="Times New Roman" pitchFamily="18" charset="0"/>
                <a:ea typeface="楷体_GB2312" pitchFamily="49" charset="-122"/>
                <a:cs typeface="Times New Roman" pitchFamily="18" charset="0"/>
              </a:rPr>
              <a:t> </a:t>
            </a:r>
            <a:r>
              <a:rPr lang="en-US" altLang="zh-CN" sz="1600" b="1" dirty="0">
                <a:solidFill>
                  <a:schemeClr val="tx1"/>
                </a:solidFill>
                <a:latin typeface="+mn-ea"/>
                <a:cs typeface="Times New Roman" pitchFamily="18" charset="0"/>
              </a:rPr>
              <a:t>$</a:t>
            </a:r>
            <a:r>
              <a:rPr lang="en-US" altLang="zh-CN" sz="1600" b="1" dirty="0">
                <a:solidFill>
                  <a:schemeClr val="tx1"/>
                </a:solidFill>
                <a:latin typeface="Times New Roman" pitchFamily="18" charset="0"/>
                <a:ea typeface="楷体_GB2312" pitchFamily="49" charset="-122"/>
                <a:cs typeface="Times New Roman" pitchFamily="18" charset="0"/>
              </a:rPr>
              <a:t>               *+id </a:t>
            </a:r>
            <a:r>
              <a:rPr lang="en-US" altLang="zh-CN" sz="1600" b="1" dirty="0">
                <a:solidFill>
                  <a:schemeClr val="tx1"/>
                </a:solidFill>
                <a:latin typeface="+mn-ea"/>
                <a:cs typeface="Times New Roman" pitchFamily="18" charset="0"/>
              </a:rPr>
              <a:t>$</a:t>
            </a:r>
            <a:r>
              <a:rPr lang="en-US" altLang="zh-CN" sz="1600" b="1" dirty="0">
                <a:solidFill>
                  <a:schemeClr val="tx1"/>
                </a:solidFill>
                <a:latin typeface="Times New Roman" pitchFamily="18" charset="0"/>
                <a:ea typeface="楷体_GB2312" pitchFamily="49" charset="-122"/>
                <a:cs typeface="Times New Roman" pitchFamily="18" charset="0"/>
              </a:rPr>
              <a:t>            	</a:t>
            </a:r>
          </a:p>
          <a:p>
            <a:pPr eaLnBrk="1" hangingPunct="1">
              <a:lnSpc>
                <a:spcPct val="90000"/>
              </a:lnSpc>
              <a:buFont typeface="Wingdings" pitchFamily="2" charset="2"/>
              <a:buNone/>
              <a:defRPr/>
            </a:pPr>
            <a:r>
              <a:rPr kumimoji="1" lang="en-US" altLang="zh-CN" sz="1600" b="1" i="1" dirty="0">
                <a:solidFill>
                  <a:schemeClr val="tx1"/>
                </a:solidFill>
                <a:latin typeface="Times New Roman" pitchFamily="18" charset="0"/>
                <a:ea typeface="楷体_GB2312" pitchFamily="49" charset="-122"/>
                <a:cs typeface="Times New Roman" pitchFamily="18" charset="0"/>
              </a:rPr>
              <a:t>   FT</a:t>
            </a:r>
            <a:r>
              <a:rPr lang="en-US" altLang="zh-CN" sz="1600" b="1" i="1" dirty="0">
                <a:solidFill>
                  <a:schemeClr val="tx1"/>
                </a:solidFill>
                <a:latin typeface="Times New Roman" pitchFamily="18" charset="0"/>
                <a:ea typeface="楷体_GB2312" pitchFamily="49" charset="-122"/>
                <a:cs typeface="Times New Roman" pitchFamily="18" charset="0"/>
              </a:rPr>
              <a:t>'E' </a:t>
            </a:r>
            <a:r>
              <a:rPr lang="en-US" altLang="zh-CN" sz="1600" b="1" dirty="0">
                <a:solidFill>
                  <a:schemeClr val="tx1"/>
                </a:solidFill>
                <a:latin typeface="+mn-ea"/>
                <a:cs typeface="Times New Roman" pitchFamily="18" charset="0"/>
              </a:rPr>
              <a:t>$</a:t>
            </a:r>
            <a:r>
              <a:rPr lang="en-US" altLang="zh-CN" sz="1600" b="1" dirty="0">
                <a:solidFill>
                  <a:schemeClr val="tx1"/>
                </a:solidFill>
                <a:latin typeface="Times New Roman" pitchFamily="18" charset="0"/>
                <a:ea typeface="楷体_GB2312" pitchFamily="49" charset="-122"/>
                <a:cs typeface="Times New Roman" pitchFamily="18" charset="0"/>
              </a:rPr>
              <a:t>                 +id </a:t>
            </a:r>
            <a:r>
              <a:rPr lang="en-US" altLang="zh-CN" sz="1600" b="1" dirty="0">
                <a:solidFill>
                  <a:schemeClr val="tx1"/>
                </a:solidFill>
                <a:latin typeface="+mn-ea"/>
                <a:cs typeface="Times New Roman" pitchFamily="18" charset="0"/>
              </a:rPr>
              <a:t>$</a:t>
            </a:r>
            <a:r>
              <a:rPr lang="en-US" altLang="zh-CN" sz="1600" b="1" dirty="0">
                <a:solidFill>
                  <a:schemeClr val="tx1"/>
                </a:solidFill>
                <a:latin typeface="Times New Roman" pitchFamily="18" charset="0"/>
                <a:ea typeface="楷体_GB2312" pitchFamily="49" charset="-122"/>
                <a:cs typeface="Times New Roman" pitchFamily="18" charset="0"/>
              </a:rPr>
              <a:t>            error</a:t>
            </a:r>
            <a:endParaRPr lang="zh-CN" altLang="en-US" sz="1600" b="1" dirty="0">
              <a:solidFill>
                <a:schemeClr val="tx1"/>
              </a:solidFill>
              <a:latin typeface="Times New Roman" pitchFamily="18" charset="0"/>
              <a:ea typeface="楷体_GB2312" pitchFamily="49" charset="-122"/>
              <a:cs typeface="Times New Roman" pitchFamily="18" charset="0"/>
            </a:endParaRPr>
          </a:p>
          <a:p>
            <a:pPr eaLnBrk="1" hangingPunct="1">
              <a:lnSpc>
                <a:spcPct val="90000"/>
              </a:lnSpc>
              <a:buFont typeface="Wingdings" pitchFamily="2" charset="2"/>
              <a:buNone/>
              <a:defRPr/>
            </a:pPr>
            <a:r>
              <a:rPr kumimoji="1" lang="en-US" altLang="zh-CN" sz="1600" b="1" dirty="0">
                <a:solidFill>
                  <a:schemeClr val="tx1"/>
                </a:solidFill>
                <a:latin typeface="Times New Roman" pitchFamily="18" charset="0"/>
                <a:ea typeface="楷体_GB2312" pitchFamily="49" charset="-122"/>
                <a:cs typeface="Times New Roman" pitchFamily="18" charset="0"/>
              </a:rPr>
              <a:t>      </a:t>
            </a:r>
            <a:r>
              <a:rPr kumimoji="1" lang="en-US" altLang="zh-CN" sz="1600" b="1" i="1" dirty="0">
                <a:solidFill>
                  <a:schemeClr val="tx1"/>
                </a:solidFill>
                <a:latin typeface="Times New Roman" pitchFamily="18" charset="0"/>
                <a:ea typeface="楷体_GB2312" pitchFamily="49" charset="-122"/>
                <a:cs typeface="Times New Roman" pitchFamily="18" charset="0"/>
              </a:rPr>
              <a:t>T</a:t>
            </a:r>
            <a:r>
              <a:rPr lang="en-US" altLang="zh-CN" sz="1600" b="1" i="1" dirty="0">
                <a:solidFill>
                  <a:schemeClr val="tx1"/>
                </a:solidFill>
                <a:latin typeface="Times New Roman" pitchFamily="18" charset="0"/>
                <a:ea typeface="楷体_GB2312" pitchFamily="49" charset="-122"/>
                <a:cs typeface="Times New Roman" pitchFamily="18" charset="0"/>
              </a:rPr>
              <a:t>'E'</a:t>
            </a:r>
            <a:r>
              <a:rPr lang="en-US" altLang="zh-CN" sz="1600" b="1" dirty="0">
                <a:solidFill>
                  <a:schemeClr val="tx1"/>
                </a:solidFill>
                <a:latin typeface="Times New Roman" pitchFamily="18" charset="0"/>
                <a:ea typeface="楷体_GB2312" pitchFamily="49" charset="-122"/>
                <a:cs typeface="Times New Roman" pitchFamily="18" charset="0"/>
              </a:rPr>
              <a:t> </a:t>
            </a:r>
            <a:r>
              <a:rPr lang="en-US" altLang="zh-CN" sz="1600" b="1" dirty="0">
                <a:solidFill>
                  <a:schemeClr val="tx1"/>
                </a:solidFill>
                <a:latin typeface="+mn-ea"/>
                <a:cs typeface="Times New Roman" pitchFamily="18" charset="0"/>
              </a:rPr>
              <a:t>$</a:t>
            </a:r>
            <a:r>
              <a:rPr lang="en-US" altLang="zh-CN" sz="1600" b="1" dirty="0">
                <a:solidFill>
                  <a:schemeClr val="tx1"/>
                </a:solidFill>
                <a:latin typeface="Times New Roman" pitchFamily="18" charset="0"/>
                <a:ea typeface="楷体_GB2312" pitchFamily="49" charset="-122"/>
                <a:cs typeface="Times New Roman" pitchFamily="18" charset="0"/>
              </a:rPr>
              <a:t> 	               +id </a:t>
            </a:r>
            <a:r>
              <a:rPr lang="en-US" altLang="zh-CN" sz="1600" b="1" dirty="0">
                <a:solidFill>
                  <a:schemeClr val="tx1"/>
                </a:solidFill>
                <a:latin typeface="+mn-ea"/>
                <a:cs typeface="Times New Roman" pitchFamily="18" charset="0"/>
              </a:rPr>
              <a:t>$</a:t>
            </a:r>
            <a:r>
              <a:rPr lang="en-US" altLang="zh-CN" sz="1600" b="1" dirty="0">
                <a:solidFill>
                  <a:schemeClr val="tx1"/>
                </a:solidFill>
                <a:latin typeface="Times New Roman" pitchFamily="18" charset="0"/>
                <a:ea typeface="楷体_GB2312" pitchFamily="49" charset="-122"/>
                <a:cs typeface="Times New Roman" pitchFamily="18" charset="0"/>
              </a:rPr>
              <a:t> 	</a:t>
            </a:r>
            <a:endParaRPr lang="zh-CN" altLang="en-US" sz="1600" b="1" dirty="0">
              <a:solidFill>
                <a:schemeClr val="tx1"/>
              </a:solidFill>
              <a:latin typeface="Times New Roman" pitchFamily="18" charset="0"/>
              <a:ea typeface="楷体_GB2312" pitchFamily="49" charset="-122"/>
              <a:cs typeface="Times New Roman" pitchFamily="18" charset="0"/>
            </a:endParaRPr>
          </a:p>
          <a:p>
            <a:pPr eaLnBrk="1" hangingPunct="1">
              <a:lnSpc>
                <a:spcPct val="90000"/>
              </a:lnSpc>
              <a:buFont typeface="Wingdings" pitchFamily="2" charset="2"/>
              <a:buNone/>
              <a:defRPr/>
            </a:pPr>
            <a:r>
              <a:rPr lang="en-US" altLang="zh-CN" sz="1600" b="1" dirty="0">
                <a:solidFill>
                  <a:schemeClr val="tx1"/>
                </a:solidFill>
                <a:latin typeface="Times New Roman" pitchFamily="18" charset="0"/>
                <a:ea typeface="楷体_GB2312" pitchFamily="49" charset="-122"/>
                <a:cs typeface="Times New Roman" pitchFamily="18" charset="0"/>
              </a:rPr>
              <a:t>         </a:t>
            </a:r>
            <a:r>
              <a:rPr lang="en-US" altLang="zh-CN" sz="1600" b="1" i="1" dirty="0">
                <a:solidFill>
                  <a:schemeClr val="tx1"/>
                </a:solidFill>
                <a:latin typeface="Times New Roman" pitchFamily="18" charset="0"/>
                <a:ea typeface="楷体_GB2312" pitchFamily="49" charset="-122"/>
                <a:cs typeface="Times New Roman" pitchFamily="18" charset="0"/>
              </a:rPr>
              <a:t>E'</a:t>
            </a:r>
            <a:r>
              <a:rPr lang="en-US" altLang="zh-CN" sz="1600" b="1" i="1" dirty="0">
                <a:solidFill>
                  <a:schemeClr val="tx1"/>
                </a:solidFill>
                <a:latin typeface="Times New Roman" pitchFamily="18" charset="0"/>
                <a:ea typeface="楷体_GB2312" pitchFamily="49" charset="-122"/>
              </a:rPr>
              <a:t> </a:t>
            </a:r>
            <a:r>
              <a:rPr lang="en-US" altLang="zh-CN" sz="1600" b="1" dirty="0">
                <a:solidFill>
                  <a:schemeClr val="tx1"/>
                </a:solidFill>
                <a:latin typeface="+mn-ea"/>
                <a:cs typeface="Times New Roman" pitchFamily="18" charset="0"/>
              </a:rPr>
              <a:t>$</a:t>
            </a:r>
            <a:r>
              <a:rPr lang="en-US" altLang="zh-CN" sz="1600" b="1" dirty="0">
                <a:solidFill>
                  <a:schemeClr val="tx1"/>
                </a:solidFill>
                <a:latin typeface="Times New Roman" pitchFamily="18" charset="0"/>
                <a:ea typeface="楷体_GB2312" pitchFamily="49" charset="-122"/>
              </a:rPr>
              <a:t> 	               +id </a:t>
            </a:r>
            <a:r>
              <a:rPr lang="en-US" altLang="zh-CN" sz="1600" b="1" dirty="0">
                <a:solidFill>
                  <a:schemeClr val="tx1"/>
                </a:solidFill>
                <a:latin typeface="+mn-ea"/>
                <a:cs typeface="Times New Roman" pitchFamily="18" charset="0"/>
              </a:rPr>
              <a:t>$</a:t>
            </a:r>
            <a:r>
              <a:rPr lang="en-US" altLang="zh-CN" sz="1600" b="1" dirty="0">
                <a:solidFill>
                  <a:schemeClr val="tx1"/>
                </a:solidFill>
                <a:latin typeface="Times New Roman" pitchFamily="18" charset="0"/>
                <a:ea typeface="楷体_GB2312" pitchFamily="49" charset="-122"/>
              </a:rPr>
              <a:t>  	</a:t>
            </a:r>
          </a:p>
          <a:p>
            <a:pPr eaLnBrk="1" hangingPunct="1">
              <a:lnSpc>
                <a:spcPct val="90000"/>
              </a:lnSpc>
              <a:buFont typeface="Wingdings" pitchFamily="2" charset="2"/>
              <a:buNone/>
              <a:defRPr/>
            </a:pPr>
            <a:r>
              <a:rPr lang="en-US" altLang="zh-CN" sz="1600" b="1" dirty="0">
                <a:solidFill>
                  <a:schemeClr val="tx1"/>
                </a:solidFill>
                <a:latin typeface="Times New Roman" pitchFamily="18" charset="0"/>
                <a:ea typeface="楷体_GB2312" pitchFamily="49" charset="-122"/>
              </a:rPr>
              <a:t>     +</a:t>
            </a:r>
            <a:r>
              <a:rPr lang="en-US" altLang="zh-CN" sz="1600" b="1" i="1" dirty="0">
                <a:solidFill>
                  <a:schemeClr val="tx1"/>
                </a:solidFill>
                <a:latin typeface="Times New Roman" pitchFamily="18" charset="0"/>
                <a:ea typeface="楷体_GB2312" pitchFamily="49" charset="-122"/>
              </a:rPr>
              <a:t>TE'</a:t>
            </a:r>
            <a:r>
              <a:rPr lang="en-US" altLang="zh-CN" sz="1600" b="1" dirty="0">
                <a:solidFill>
                  <a:schemeClr val="tx1"/>
                </a:solidFill>
                <a:latin typeface="Times New Roman" pitchFamily="18" charset="0"/>
                <a:ea typeface="楷体_GB2312" pitchFamily="49" charset="-122"/>
              </a:rPr>
              <a:t> </a:t>
            </a:r>
            <a:r>
              <a:rPr lang="en-US" altLang="zh-CN" sz="1600" b="1" dirty="0">
                <a:solidFill>
                  <a:schemeClr val="tx1"/>
                </a:solidFill>
                <a:latin typeface="+mn-ea"/>
                <a:cs typeface="Times New Roman" pitchFamily="18" charset="0"/>
              </a:rPr>
              <a:t>$</a:t>
            </a:r>
            <a:r>
              <a:rPr lang="en-US" altLang="zh-CN" sz="1600" b="1" dirty="0">
                <a:solidFill>
                  <a:schemeClr val="tx1"/>
                </a:solidFill>
                <a:latin typeface="Times New Roman" pitchFamily="18" charset="0"/>
                <a:ea typeface="楷体_GB2312" pitchFamily="49" charset="-122"/>
              </a:rPr>
              <a:t> 	               +id </a:t>
            </a:r>
            <a:r>
              <a:rPr lang="en-US" altLang="zh-CN" sz="1600" b="1" dirty="0">
                <a:solidFill>
                  <a:schemeClr val="tx1"/>
                </a:solidFill>
                <a:latin typeface="+mn-ea"/>
                <a:cs typeface="Times New Roman" pitchFamily="18" charset="0"/>
              </a:rPr>
              <a:t>$</a:t>
            </a:r>
            <a:r>
              <a:rPr lang="en-US" altLang="zh-CN" sz="1600" b="1" dirty="0">
                <a:solidFill>
                  <a:schemeClr val="tx1"/>
                </a:solidFill>
                <a:latin typeface="Times New Roman" pitchFamily="18" charset="0"/>
                <a:ea typeface="楷体_GB2312" pitchFamily="49" charset="-122"/>
              </a:rPr>
              <a:t> 	</a:t>
            </a:r>
          </a:p>
          <a:p>
            <a:pPr eaLnBrk="1" hangingPunct="1">
              <a:lnSpc>
                <a:spcPct val="90000"/>
              </a:lnSpc>
              <a:buFont typeface="Wingdings" pitchFamily="2" charset="2"/>
              <a:buNone/>
              <a:defRPr/>
            </a:pPr>
            <a:r>
              <a:rPr lang="en-US" altLang="zh-CN" sz="1600" b="1" dirty="0">
                <a:solidFill>
                  <a:schemeClr val="tx1"/>
                </a:solidFill>
                <a:latin typeface="Times New Roman" pitchFamily="18" charset="0"/>
                <a:ea typeface="楷体_GB2312" pitchFamily="49" charset="-122"/>
              </a:rPr>
              <a:t>       </a:t>
            </a:r>
            <a:r>
              <a:rPr lang="en-US" altLang="zh-CN" sz="1600" b="1" i="1" dirty="0">
                <a:solidFill>
                  <a:schemeClr val="tx1"/>
                </a:solidFill>
                <a:latin typeface="Times New Roman" pitchFamily="18" charset="0"/>
                <a:ea typeface="楷体_GB2312" pitchFamily="49" charset="-122"/>
              </a:rPr>
              <a:t>TE'</a:t>
            </a:r>
            <a:r>
              <a:rPr lang="en-US" altLang="zh-CN" sz="1600" b="1" dirty="0">
                <a:solidFill>
                  <a:schemeClr val="tx1"/>
                </a:solidFill>
                <a:latin typeface="Times New Roman" pitchFamily="18" charset="0"/>
                <a:ea typeface="楷体_GB2312" pitchFamily="49" charset="-122"/>
              </a:rPr>
              <a:t> </a:t>
            </a:r>
            <a:r>
              <a:rPr lang="en-US" altLang="zh-CN" sz="1600" b="1" dirty="0">
                <a:solidFill>
                  <a:schemeClr val="tx1"/>
                </a:solidFill>
                <a:latin typeface="+mn-ea"/>
                <a:cs typeface="Times New Roman" pitchFamily="18" charset="0"/>
              </a:rPr>
              <a:t>$</a:t>
            </a:r>
            <a:r>
              <a:rPr lang="en-US" altLang="zh-CN" sz="1600" b="1" dirty="0">
                <a:solidFill>
                  <a:schemeClr val="tx1"/>
                </a:solidFill>
                <a:latin typeface="Times New Roman" pitchFamily="18" charset="0"/>
                <a:ea typeface="楷体_GB2312" pitchFamily="49" charset="-122"/>
              </a:rPr>
              <a:t> 	                 id </a:t>
            </a:r>
            <a:r>
              <a:rPr lang="en-US" altLang="zh-CN" sz="1600" b="1" dirty="0">
                <a:solidFill>
                  <a:schemeClr val="tx1"/>
                </a:solidFill>
                <a:latin typeface="+mn-ea"/>
                <a:cs typeface="Times New Roman" pitchFamily="18" charset="0"/>
              </a:rPr>
              <a:t>$</a:t>
            </a:r>
            <a:r>
              <a:rPr lang="en-US" altLang="zh-CN" sz="1600" b="1" dirty="0">
                <a:solidFill>
                  <a:schemeClr val="tx1"/>
                </a:solidFill>
                <a:latin typeface="Times New Roman" pitchFamily="18" charset="0"/>
                <a:ea typeface="楷体_GB2312" pitchFamily="49" charset="-122"/>
              </a:rPr>
              <a:t> 	</a:t>
            </a:r>
          </a:p>
          <a:p>
            <a:pPr eaLnBrk="1" hangingPunct="1">
              <a:lnSpc>
                <a:spcPct val="90000"/>
              </a:lnSpc>
              <a:buFont typeface="Wingdings" pitchFamily="2" charset="2"/>
              <a:buNone/>
              <a:defRPr/>
            </a:pPr>
            <a:r>
              <a:rPr kumimoji="1" lang="en-US" altLang="zh-CN" sz="1600" b="1" dirty="0">
                <a:solidFill>
                  <a:schemeClr val="tx1"/>
                </a:solidFill>
                <a:latin typeface="Times New Roman" pitchFamily="18" charset="0"/>
                <a:cs typeface="Times New Roman" pitchFamily="18" charset="0"/>
              </a:rPr>
              <a:t>   </a:t>
            </a:r>
            <a:r>
              <a:rPr kumimoji="1" lang="en-US" altLang="zh-CN" sz="1600" b="1" i="1" dirty="0">
                <a:solidFill>
                  <a:schemeClr val="tx1"/>
                </a:solidFill>
                <a:latin typeface="Times New Roman" pitchFamily="18" charset="0"/>
                <a:cs typeface="Times New Roman" pitchFamily="18" charset="0"/>
              </a:rPr>
              <a:t>FT</a:t>
            </a:r>
            <a:r>
              <a:rPr lang="en-US" altLang="zh-CN" sz="1600" b="1" i="1" dirty="0">
                <a:solidFill>
                  <a:schemeClr val="tx1"/>
                </a:solidFill>
                <a:latin typeface="Times New Roman" pitchFamily="18" charset="0"/>
                <a:ea typeface="楷体_GB2312" pitchFamily="49" charset="-122"/>
              </a:rPr>
              <a:t>'E'</a:t>
            </a:r>
            <a:r>
              <a:rPr lang="en-US" altLang="zh-CN" sz="1600" b="1" dirty="0">
                <a:solidFill>
                  <a:schemeClr val="tx1"/>
                </a:solidFill>
                <a:latin typeface="Times New Roman" pitchFamily="18" charset="0"/>
                <a:ea typeface="楷体_GB2312" pitchFamily="49" charset="-122"/>
              </a:rPr>
              <a:t> </a:t>
            </a:r>
            <a:r>
              <a:rPr lang="en-US" altLang="zh-CN" sz="1600" b="1" dirty="0">
                <a:solidFill>
                  <a:schemeClr val="tx1"/>
                </a:solidFill>
                <a:latin typeface="+mn-ea"/>
                <a:cs typeface="Times New Roman" pitchFamily="18" charset="0"/>
              </a:rPr>
              <a:t>$</a:t>
            </a:r>
            <a:r>
              <a:rPr lang="en-US" altLang="zh-CN" sz="1600" b="1" dirty="0">
                <a:solidFill>
                  <a:schemeClr val="tx1"/>
                </a:solidFill>
                <a:latin typeface="Times New Roman" pitchFamily="18" charset="0"/>
                <a:ea typeface="楷体_GB2312" pitchFamily="49" charset="-122"/>
              </a:rPr>
              <a:t> 	                 id </a:t>
            </a:r>
            <a:r>
              <a:rPr lang="en-US" altLang="zh-CN" sz="1600" b="1" dirty="0">
                <a:solidFill>
                  <a:schemeClr val="tx1"/>
                </a:solidFill>
                <a:latin typeface="+mn-ea"/>
                <a:cs typeface="Times New Roman" pitchFamily="18" charset="0"/>
              </a:rPr>
              <a:t>$</a:t>
            </a:r>
            <a:endParaRPr lang="en-US" altLang="zh-CN" sz="1600" b="1" dirty="0">
              <a:solidFill>
                <a:schemeClr val="tx1"/>
              </a:solidFill>
              <a:latin typeface="Times New Roman" pitchFamily="18" charset="0"/>
              <a:ea typeface="楷体_GB2312" pitchFamily="49" charset="-122"/>
            </a:endParaRPr>
          </a:p>
          <a:p>
            <a:pPr eaLnBrk="1" hangingPunct="1">
              <a:lnSpc>
                <a:spcPct val="90000"/>
              </a:lnSpc>
              <a:buFont typeface="Wingdings" pitchFamily="2" charset="2"/>
              <a:buNone/>
              <a:defRPr/>
            </a:pPr>
            <a:r>
              <a:rPr lang="en-US" altLang="zh-CN" sz="1600" b="1" dirty="0">
                <a:solidFill>
                  <a:schemeClr val="tx1"/>
                </a:solidFill>
                <a:latin typeface="Times New Roman" pitchFamily="18" charset="0"/>
                <a:ea typeface="楷体_GB2312" pitchFamily="49" charset="-122"/>
              </a:rPr>
              <a:t>  </a:t>
            </a:r>
            <a:r>
              <a:rPr lang="en-US" altLang="zh-CN" sz="1600" b="1" dirty="0" err="1">
                <a:solidFill>
                  <a:schemeClr val="tx1"/>
                </a:solidFill>
                <a:latin typeface="Times New Roman" pitchFamily="18" charset="0"/>
                <a:ea typeface="楷体_GB2312" pitchFamily="49" charset="-122"/>
              </a:rPr>
              <a:t>id</a:t>
            </a:r>
            <a:r>
              <a:rPr kumimoji="1" lang="en-US" altLang="zh-CN" sz="1600" b="1" i="1" dirty="0" err="1">
                <a:solidFill>
                  <a:schemeClr val="tx1"/>
                </a:solidFill>
                <a:latin typeface="Times New Roman" pitchFamily="18" charset="0"/>
                <a:cs typeface="Times New Roman" pitchFamily="18" charset="0"/>
              </a:rPr>
              <a:t>T</a:t>
            </a:r>
            <a:r>
              <a:rPr lang="en-US" altLang="zh-CN" sz="1600" b="1" i="1" dirty="0" err="1">
                <a:solidFill>
                  <a:schemeClr val="tx1"/>
                </a:solidFill>
                <a:latin typeface="Times New Roman" pitchFamily="18" charset="0"/>
                <a:ea typeface="楷体_GB2312" pitchFamily="49" charset="-122"/>
              </a:rPr>
              <a:t>'E</a:t>
            </a:r>
            <a:r>
              <a:rPr lang="en-US" altLang="zh-CN" sz="1600" b="1" i="1" dirty="0">
                <a:solidFill>
                  <a:schemeClr val="tx1"/>
                </a:solidFill>
                <a:latin typeface="Times New Roman" pitchFamily="18" charset="0"/>
                <a:ea typeface="楷体_GB2312" pitchFamily="49" charset="-122"/>
              </a:rPr>
              <a:t>' </a:t>
            </a:r>
            <a:r>
              <a:rPr lang="en-US" altLang="zh-CN" sz="1600" b="1" dirty="0">
                <a:solidFill>
                  <a:schemeClr val="tx1"/>
                </a:solidFill>
                <a:latin typeface="+mn-ea"/>
                <a:cs typeface="Times New Roman" pitchFamily="18" charset="0"/>
              </a:rPr>
              <a:t>$</a:t>
            </a:r>
            <a:r>
              <a:rPr lang="en-US" altLang="zh-CN" sz="1600" b="1" dirty="0">
                <a:solidFill>
                  <a:schemeClr val="tx1"/>
                </a:solidFill>
                <a:latin typeface="Times New Roman" pitchFamily="18" charset="0"/>
                <a:ea typeface="楷体_GB2312" pitchFamily="49" charset="-122"/>
              </a:rPr>
              <a:t> 	                 id </a:t>
            </a:r>
            <a:r>
              <a:rPr lang="en-US" altLang="zh-CN" sz="1600" b="1" dirty="0">
                <a:solidFill>
                  <a:schemeClr val="tx1"/>
                </a:solidFill>
                <a:latin typeface="+mn-ea"/>
                <a:cs typeface="Times New Roman" pitchFamily="18" charset="0"/>
              </a:rPr>
              <a:t>$</a:t>
            </a:r>
            <a:r>
              <a:rPr lang="en-US" altLang="zh-CN" sz="1600" b="1" dirty="0">
                <a:solidFill>
                  <a:schemeClr val="tx1"/>
                </a:solidFill>
                <a:latin typeface="Times New Roman" pitchFamily="18" charset="0"/>
                <a:ea typeface="楷体_GB2312" pitchFamily="49" charset="-122"/>
              </a:rPr>
              <a:t>            	</a:t>
            </a:r>
          </a:p>
          <a:p>
            <a:pPr eaLnBrk="1" hangingPunct="1">
              <a:lnSpc>
                <a:spcPct val="90000"/>
              </a:lnSpc>
              <a:buFont typeface="Wingdings" pitchFamily="2" charset="2"/>
              <a:buNone/>
              <a:defRPr/>
            </a:pPr>
            <a:r>
              <a:rPr kumimoji="1" lang="en-US" altLang="zh-CN" sz="1600" b="1" dirty="0">
                <a:solidFill>
                  <a:schemeClr val="tx1"/>
                </a:solidFill>
                <a:latin typeface="Times New Roman" pitchFamily="18" charset="0"/>
                <a:cs typeface="Times New Roman" pitchFamily="18" charset="0"/>
              </a:rPr>
              <a:t>      </a:t>
            </a:r>
            <a:r>
              <a:rPr kumimoji="1" lang="en-US" altLang="zh-CN" sz="1600" b="1" i="1" dirty="0">
                <a:solidFill>
                  <a:schemeClr val="tx1"/>
                </a:solidFill>
                <a:latin typeface="Times New Roman" pitchFamily="18" charset="0"/>
                <a:cs typeface="Times New Roman" pitchFamily="18" charset="0"/>
              </a:rPr>
              <a:t>T</a:t>
            </a:r>
            <a:r>
              <a:rPr lang="en-US" altLang="zh-CN" sz="1600" b="1" i="1" dirty="0">
                <a:solidFill>
                  <a:schemeClr val="tx1"/>
                </a:solidFill>
                <a:latin typeface="Times New Roman" pitchFamily="18" charset="0"/>
                <a:ea typeface="楷体_GB2312" pitchFamily="49" charset="-122"/>
              </a:rPr>
              <a:t>'E' </a:t>
            </a:r>
            <a:r>
              <a:rPr lang="en-US" altLang="zh-CN" sz="1600" b="1" dirty="0">
                <a:solidFill>
                  <a:schemeClr val="tx1"/>
                </a:solidFill>
                <a:latin typeface="+mn-ea"/>
                <a:cs typeface="Times New Roman" pitchFamily="18" charset="0"/>
              </a:rPr>
              <a:t>$</a:t>
            </a:r>
            <a:r>
              <a:rPr lang="en-US" altLang="zh-CN" sz="1600" b="1" dirty="0">
                <a:solidFill>
                  <a:schemeClr val="tx1"/>
                </a:solidFill>
                <a:latin typeface="华文楷体 (正文)"/>
                <a:ea typeface="楷体_GB2312" pitchFamily="49" charset="-122"/>
                <a:cs typeface="Times New Roman" pitchFamily="18" charset="0"/>
              </a:rPr>
              <a:t> </a:t>
            </a:r>
            <a:r>
              <a:rPr lang="en-US" altLang="zh-CN" sz="1600" b="1" dirty="0">
                <a:solidFill>
                  <a:schemeClr val="tx1"/>
                </a:solidFill>
                <a:latin typeface="Times New Roman" pitchFamily="18" charset="0"/>
                <a:ea typeface="楷体_GB2312" pitchFamily="49" charset="-122"/>
              </a:rPr>
              <a:t>	   	   </a:t>
            </a:r>
            <a:r>
              <a:rPr lang="en-US" altLang="zh-CN" sz="1600" b="1" dirty="0">
                <a:solidFill>
                  <a:schemeClr val="tx1"/>
                </a:solidFill>
                <a:latin typeface="+mn-ea"/>
                <a:cs typeface="Times New Roman" pitchFamily="18" charset="0"/>
              </a:rPr>
              <a:t>$</a:t>
            </a:r>
            <a:r>
              <a:rPr lang="en-US" altLang="zh-CN" sz="1600" b="1" dirty="0">
                <a:solidFill>
                  <a:schemeClr val="tx1"/>
                </a:solidFill>
                <a:latin typeface="Times New Roman" pitchFamily="18" charset="0"/>
                <a:ea typeface="楷体_GB2312" pitchFamily="49" charset="-122"/>
              </a:rPr>
              <a:t> 	  </a:t>
            </a:r>
          </a:p>
          <a:p>
            <a:pPr eaLnBrk="1" hangingPunct="1">
              <a:lnSpc>
                <a:spcPct val="90000"/>
              </a:lnSpc>
              <a:buFont typeface="Wingdings" pitchFamily="2" charset="2"/>
              <a:buNone/>
              <a:defRPr/>
            </a:pPr>
            <a:r>
              <a:rPr lang="en-US" altLang="zh-CN" sz="1600" b="1" dirty="0">
                <a:solidFill>
                  <a:schemeClr val="tx1"/>
                </a:solidFill>
                <a:latin typeface="Times New Roman" pitchFamily="18" charset="0"/>
                <a:ea typeface="楷体_GB2312" pitchFamily="49" charset="-122"/>
              </a:rPr>
              <a:t>       </a:t>
            </a:r>
            <a:r>
              <a:rPr lang="en-US" altLang="zh-CN" sz="1600" b="1" i="1" dirty="0">
                <a:solidFill>
                  <a:schemeClr val="tx1"/>
                </a:solidFill>
                <a:latin typeface="Times New Roman" pitchFamily="18" charset="0"/>
                <a:ea typeface="楷体_GB2312" pitchFamily="49" charset="-122"/>
              </a:rPr>
              <a:t>  E' </a:t>
            </a:r>
            <a:r>
              <a:rPr lang="en-US" altLang="zh-CN" sz="1600" b="1" dirty="0">
                <a:solidFill>
                  <a:schemeClr val="tx1"/>
                </a:solidFill>
                <a:latin typeface="+mn-ea"/>
                <a:cs typeface="Times New Roman" pitchFamily="18" charset="0"/>
              </a:rPr>
              <a:t>$</a:t>
            </a:r>
            <a:r>
              <a:rPr lang="en-US" altLang="zh-CN" sz="1600" b="1" dirty="0">
                <a:solidFill>
                  <a:schemeClr val="tx1"/>
                </a:solidFill>
                <a:latin typeface="Times New Roman" pitchFamily="18" charset="0"/>
                <a:ea typeface="楷体_GB2312" pitchFamily="49" charset="-122"/>
              </a:rPr>
              <a:t> 	                     </a:t>
            </a:r>
            <a:r>
              <a:rPr lang="en-US" altLang="zh-CN" sz="1600" b="1" dirty="0">
                <a:solidFill>
                  <a:schemeClr val="tx1"/>
                </a:solidFill>
                <a:latin typeface="+mn-ea"/>
                <a:cs typeface="Times New Roman" pitchFamily="18" charset="0"/>
              </a:rPr>
              <a:t>$</a:t>
            </a:r>
            <a:r>
              <a:rPr lang="en-US" altLang="zh-CN" sz="1600" b="1" dirty="0">
                <a:solidFill>
                  <a:schemeClr val="tx1"/>
                </a:solidFill>
                <a:latin typeface="Times New Roman" pitchFamily="18" charset="0"/>
                <a:ea typeface="楷体_GB2312" pitchFamily="49" charset="-122"/>
              </a:rPr>
              <a:t> </a:t>
            </a:r>
          </a:p>
          <a:p>
            <a:pPr eaLnBrk="1" hangingPunct="1">
              <a:lnSpc>
                <a:spcPct val="90000"/>
              </a:lnSpc>
              <a:buFont typeface="Wingdings" pitchFamily="2" charset="2"/>
              <a:buNone/>
              <a:defRPr/>
            </a:pPr>
            <a:r>
              <a:rPr lang="en-US" altLang="zh-CN" sz="1600" b="1" dirty="0">
                <a:solidFill>
                  <a:schemeClr val="tx1"/>
                </a:solidFill>
                <a:latin typeface="Times New Roman" pitchFamily="18" charset="0"/>
                <a:ea typeface="楷体_GB2312" pitchFamily="49" charset="-122"/>
              </a:rPr>
              <a:t> 	         </a:t>
            </a:r>
            <a:r>
              <a:rPr lang="en-US" altLang="zh-CN" sz="1600" b="1" dirty="0">
                <a:solidFill>
                  <a:schemeClr val="tx1"/>
                </a:solidFill>
                <a:latin typeface="+mn-ea"/>
                <a:cs typeface="Times New Roman" pitchFamily="18" charset="0"/>
              </a:rPr>
              <a:t>$</a:t>
            </a:r>
            <a:r>
              <a:rPr lang="en-US" altLang="zh-CN" sz="1600" b="1" dirty="0">
                <a:solidFill>
                  <a:schemeClr val="tx1"/>
                </a:solidFill>
                <a:latin typeface="Times New Roman" pitchFamily="18" charset="0"/>
                <a:ea typeface="楷体_GB2312" pitchFamily="49" charset="-122"/>
              </a:rPr>
              <a:t> 	                     </a:t>
            </a:r>
            <a:r>
              <a:rPr lang="en-US" altLang="zh-CN" sz="1600" b="1" dirty="0">
                <a:solidFill>
                  <a:schemeClr val="tx1"/>
                </a:solidFill>
                <a:latin typeface="+mn-ea"/>
                <a:cs typeface="Times New Roman" pitchFamily="18" charset="0"/>
              </a:rPr>
              <a:t>$</a:t>
            </a:r>
            <a:r>
              <a:rPr lang="en-US" altLang="zh-CN" sz="1600" b="1" dirty="0">
                <a:solidFill>
                  <a:schemeClr val="tx1"/>
                </a:solidFill>
                <a:latin typeface="Times New Roman" pitchFamily="18" charset="0"/>
                <a:ea typeface="楷体_GB2312" pitchFamily="49" charset="-122"/>
              </a:rPr>
              <a:t> </a:t>
            </a:r>
            <a:endParaRPr lang="en-US" altLang="zh-CN" sz="1800" dirty="0">
              <a:latin typeface="Times New Roman" pitchFamily="18" charset="0"/>
              <a:ea typeface="楷体_GB2312" pitchFamily="49" charset="-122"/>
            </a:endParaRPr>
          </a:p>
        </p:txBody>
      </p:sp>
      <p:graphicFrame>
        <p:nvGraphicFramePr>
          <p:cNvPr id="16" name="Group 18">
            <a:extLst>
              <a:ext uri="{FF2B5EF4-FFF2-40B4-BE49-F238E27FC236}">
                <a16:creationId xmlns:a16="http://schemas.microsoft.com/office/drawing/2014/main" id="{EF6D3BAD-312B-465C-87B5-8ECD49674DB7}"/>
              </a:ext>
            </a:extLst>
          </p:cNvPr>
          <p:cNvGraphicFramePr>
            <a:graphicFrameLocks noGrp="1"/>
          </p:cNvGraphicFramePr>
          <p:nvPr/>
        </p:nvGraphicFramePr>
        <p:xfrm>
          <a:off x="128588" y="1563688"/>
          <a:ext cx="5184775" cy="2203453"/>
        </p:xfrm>
        <a:graphic>
          <a:graphicData uri="http://schemas.openxmlformats.org/drawingml/2006/table">
            <a:tbl>
              <a:tblPr/>
              <a:tblGrid>
                <a:gridCol w="536575">
                  <a:extLst>
                    <a:ext uri="{9D8B030D-6E8A-4147-A177-3AD203B41FA5}">
                      <a16:colId xmlns:a16="http://schemas.microsoft.com/office/drawing/2014/main" val="20000"/>
                    </a:ext>
                  </a:extLst>
                </a:gridCol>
                <a:gridCol w="760412">
                  <a:extLst>
                    <a:ext uri="{9D8B030D-6E8A-4147-A177-3AD203B41FA5}">
                      <a16:colId xmlns:a16="http://schemas.microsoft.com/office/drawing/2014/main" val="20001"/>
                    </a:ext>
                  </a:extLst>
                </a:gridCol>
                <a:gridCol w="863600">
                  <a:extLst>
                    <a:ext uri="{9D8B030D-6E8A-4147-A177-3AD203B41FA5}">
                      <a16:colId xmlns:a16="http://schemas.microsoft.com/office/drawing/2014/main" val="20002"/>
                    </a:ext>
                  </a:extLst>
                </a:gridCol>
                <a:gridCol w="862013">
                  <a:extLst>
                    <a:ext uri="{9D8B030D-6E8A-4147-A177-3AD203B41FA5}">
                      <a16:colId xmlns:a16="http://schemas.microsoft.com/office/drawing/2014/main" val="20003"/>
                    </a:ext>
                  </a:extLst>
                </a:gridCol>
                <a:gridCol w="722312">
                  <a:extLst>
                    <a:ext uri="{9D8B030D-6E8A-4147-A177-3AD203B41FA5}">
                      <a16:colId xmlns:a16="http://schemas.microsoft.com/office/drawing/2014/main" val="20004"/>
                    </a:ext>
                  </a:extLst>
                </a:gridCol>
                <a:gridCol w="647700">
                  <a:extLst>
                    <a:ext uri="{9D8B030D-6E8A-4147-A177-3AD203B41FA5}">
                      <a16:colId xmlns:a16="http://schemas.microsoft.com/office/drawing/2014/main" val="20005"/>
                    </a:ext>
                  </a:extLst>
                </a:gridCol>
                <a:gridCol w="792163">
                  <a:extLst>
                    <a:ext uri="{9D8B030D-6E8A-4147-A177-3AD203B41FA5}">
                      <a16:colId xmlns:a16="http://schemas.microsoft.com/office/drawing/2014/main" val="20006"/>
                    </a:ext>
                  </a:extLst>
                </a:gridCol>
              </a:tblGrid>
              <a:tr h="312738">
                <a:tc rowSpan="2">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183565" marR="183565" marT="34303" marB="343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gridSpan="6">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16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输入符号</a:t>
                      </a: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312738">
                <a:tc vMerge="1">
                  <a:txBody>
                    <a:bodyPr/>
                    <a:lstStyle/>
                    <a:p>
                      <a:endParaRPr lang="zh-CN" altLang="en-US"/>
                    </a:p>
                  </a:txBody>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id</a:t>
                      </a:r>
                      <a:endParaRPr kumimoji="0" lang="zh-CN" altLang="en-US" sz="1600" b="1" i="0" u="none" strike="noStrike" cap="none" normalizeH="0" baseline="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1"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endParaRPr kumimoji="0" lang="zh-CN" altLang="en-US" sz="1600" b="1" i="0" u="none" strike="noStrike" cap="none" normalizeH="0" baseline="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0" lang="zh-CN" altLang="en-US" sz="1600" b="1" i="0" u="none" strike="noStrike" cap="none" normalizeH="0" baseline="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lang="en-US" altLang="zh-CN" sz="1600" b="1" dirty="0">
                          <a:solidFill>
                            <a:schemeClr val="tx1"/>
                          </a:solidFill>
                          <a:latin typeface="+mn-ea"/>
                          <a:ea typeface="+mn-ea"/>
                          <a:cs typeface="Times New Roman" pitchFamily="18" charset="0"/>
                        </a:rPr>
                        <a:t>$</a:t>
                      </a: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endParaRPr kumimoji="0" lang="zh-CN" altLang="en-US" sz="1600" b="0" i="0" u="none" strike="noStrike" cap="none" normalizeH="0" baseline="0" dirty="0">
                        <a:ln>
                          <a:noFill/>
                        </a:ln>
                        <a:solidFill>
                          <a:schemeClr val="tx1"/>
                        </a:solidFill>
                        <a:effectLst/>
                        <a:latin typeface="Candara" panose="020E0502030303020204" pitchFamily="34" charset="0"/>
                        <a:ea typeface="华文楷体" panose="0201060004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1"/>
                  </a:ext>
                </a:extLst>
              </a:tr>
              <a:tr h="314325">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1" lang="zh-CN" altLang="en-US"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1" lang="zh-CN" altLang="en-US"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5438">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2738">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1" lang="zh-CN" altLang="en-US"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12738">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1" lang="zh-CN" altLang="en-US"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1" lang="zh-CN" altLang="en-US"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1" lang="zh-CN" altLang="en-US"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12738">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1" lang="zh-CN" altLang="en-US"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1"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1" lang="zh-CN" altLang="en-US"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dirty="0">
                        <a:ln>
                          <a:noFill/>
                        </a:ln>
                        <a:solidFill>
                          <a:schemeClr val="tx1"/>
                        </a:solidFill>
                        <a:effectLst/>
                        <a:latin typeface="Candara" panose="020E0502030303020204" pitchFamily="34" charset="0"/>
                        <a:ea typeface="华文楷体" panose="0201060004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1"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Candara" panose="020E0502030303020204" pitchFamily="34" charset="0"/>
                        <a:ea typeface="华文楷体" panose="0201060004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dirty="0">
                        <a:ln>
                          <a:noFill/>
                        </a:ln>
                        <a:solidFill>
                          <a:schemeClr val="tx1"/>
                        </a:solidFill>
                        <a:effectLst/>
                        <a:latin typeface="Candara" panose="020E0502030303020204" pitchFamily="34" charset="0"/>
                        <a:ea typeface="华文楷体" panose="02010600040101010101" pitchFamily="2" charset="-122"/>
                      </a:endParaRPr>
                    </a:p>
                  </a:txBody>
                  <a:tcPr marL="183565" marR="183565" marT="34303" marB="343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grpSp>
        <p:nvGrpSpPr>
          <p:cNvPr id="145471" name="组合 4">
            <a:extLst>
              <a:ext uri="{FF2B5EF4-FFF2-40B4-BE49-F238E27FC236}">
                <a16:creationId xmlns:a16="http://schemas.microsoft.com/office/drawing/2014/main" id="{6EFBACFF-D508-4FD7-BC8D-1592768E6EF3}"/>
              </a:ext>
            </a:extLst>
          </p:cNvPr>
          <p:cNvGrpSpPr>
            <a:grpSpLocks/>
          </p:cNvGrpSpPr>
          <p:nvPr/>
        </p:nvGrpSpPr>
        <p:grpSpPr bwMode="auto">
          <a:xfrm>
            <a:off x="200025" y="2232025"/>
            <a:ext cx="5113338" cy="1546225"/>
            <a:chOff x="395536" y="3558112"/>
            <a:chExt cx="5112568" cy="1547090"/>
          </a:xfrm>
        </p:grpSpPr>
        <p:sp>
          <p:nvSpPr>
            <p:cNvPr id="145473" name="矩形 17">
              <a:extLst>
                <a:ext uri="{FF2B5EF4-FFF2-40B4-BE49-F238E27FC236}">
                  <a16:creationId xmlns:a16="http://schemas.microsoft.com/office/drawing/2014/main" id="{C4D2D477-5C89-47B1-BD53-77666604B58C}"/>
                </a:ext>
              </a:extLst>
            </p:cNvPr>
            <p:cNvSpPr>
              <a:spLocks noChangeArrowheads="1"/>
            </p:cNvSpPr>
            <p:nvPr/>
          </p:nvSpPr>
          <p:spPr bwMode="auto">
            <a:xfrm>
              <a:off x="395536" y="3558112"/>
              <a:ext cx="5112568" cy="1547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lnSpc>
                  <a:spcPts val="2000"/>
                </a:lnSpc>
                <a:spcBef>
                  <a:spcPct val="20000"/>
                </a:spcBef>
                <a:buClr>
                  <a:srgbClr val="5EAEFF"/>
                </a:buClr>
                <a:buSzPct val="60000"/>
              </a:pPr>
              <a:r>
                <a:rPr lang="en-US" altLang="zh-CN" sz="1400" b="1" i="1">
                  <a:latin typeface="Times New Roman" panose="02020603050405020304" pitchFamily="18" charset="0"/>
                </a:rPr>
                <a:t>E       </a:t>
              </a:r>
              <a:r>
                <a:rPr lang="en-US" altLang="zh-CN" sz="1400" b="1" i="1">
                  <a:solidFill>
                    <a:srgbClr val="000000"/>
                  </a:solidFill>
                  <a:latin typeface="Times New Roman" panose="02020603050405020304" pitchFamily="18" charset="0"/>
                </a:rPr>
                <a:t>E</a:t>
              </a:r>
              <a:r>
                <a:rPr kumimoji="1" lang="en-US" altLang="zh-CN" sz="1400" b="1" i="1">
                  <a:solidFill>
                    <a:srgbClr val="000000"/>
                  </a:solidFill>
                  <a:latin typeface="Times New Roman" panose="02020603050405020304" pitchFamily="18" charset="0"/>
                </a:rPr>
                <a:t>→TE</a:t>
              </a:r>
              <a:r>
                <a:rPr kumimoji="1" lang="en-US" altLang="zh-CN" sz="1400" b="1" i="1">
                  <a:latin typeface="Times New Roman" panose="02020603050405020304" pitchFamily="18" charset="0"/>
                </a:rPr>
                <a:t>'</a:t>
              </a:r>
              <a:r>
                <a:rPr kumimoji="1" lang="en-US" altLang="zh-CN" sz="1400" b="1" i="1">
                  <a:solidFill>
                    <a:srgbClr val="000000"/>
                  </a:solidFill>
                  <a:latin typeface="Times New Roman" panose="02020603050405020304" pitchFamily="18" charset="0"/>
                </a:rPr>
                <a:t>                                           </a:t>
              </a:r>
              <a:r>
                <a:rPr lang="en-US" altLang="zh-CN" sz="1400" b="1" i="1">
                  <a:latin typeface="Times New Roman" panose="02020603050405020304" pitchFamily="18" charset="0"/>
                </a:rPr>
                <a:t>E</a:t>
              </a:r>
              <a:r>
                <a:rPr kumimoji="1" lang="en-US" altLang="zh-CN" sz="1400" b="1" i="1">
                  <a:latin typeface="Times New Roman" panose="02020603050405020304" pitchFamily="18" charset="0"/>
                </a:rPr>
                <a:t>→TE'</a:t>
              </a:r>
              <a:endParaRPr kumimoji="1" lang="zh-CN" altLang="en-US" sz="1400" b="1" i="1">
                <a:latin typeface="Times New Roman" panose="02020603050405020304" pitchFamily="18" charset="0"/>
              </a:endParaRPr>
            </a:p>
            <a:p>
              <a:pPr eaLnBrk="1" hangingPunct="1">
                <a:lnSpc>
                  <a:spcPts val="2000"/>
                </a:lnSpc>
                <a:spcBef>
                  <a:spcPct val="20000"/>
                </a:spcBef>
                <a:buClr>
                  <a:srgbClr val="5EAEFF"/>
                </a:buClr>
                <a:buSzPct val="60000"/>
              </a:pPr>
              <a:r>
                <a:rPr kumimoji="1" lang="en-US" altLang="zh-CN" sz="1400" b="1" i="1">
                  <a:latin typeface="Times New Roman" panose="02020603050405020304" pitchFamily="18" charset="0"/>
                </a:rPr>
                <a:t>E'                       E'→+TE'                                       E'→ε</a:t>
              </a:r>
              <a:r>
                <a:rPr lang="zh-CN" altLang="en-US" sz="1400">
                  <a:latin typeface="Candara" panose="020E0502030303020204" pitchFamily="34" charset="0"/>
                  <a:ea typeface="华文楷体" panose="02010600040101010101" pitchFamily="2" charset="-122"/>
                </a:rPr>
                <a:t>      </a:t>
              </a:r>
              <a:r>
                <a:rPr kumimoji="1" lang="en-US" altLang="zh-CN" sz="1400" b="1" i="1">
                  <a:latin typeface="Times New Roman" panose="02020603050405020304" pitchFamily="18" charset="0"/>
                </a:rPr>
                <a:t>E'→ε</a:t>
              </a:r>
            </a:p>
            <a:p>
              <a:pPr eaLnBrk="1" hangingPunct="1">
                <a:lnSpc>
                  <a:spcPts val="2000"/>
                </a:lnSpc>
                <a:spcBef>
                  <a:spcPct val="20000"/>
                </a:spcBef>
                <a:buClr>
                  <a:srgbClr val="5EAEFF"/>
                </a:buClr>
                <a:buSzPct val="60000"/>
              </a:pPr>
              <a:r>
                <a:rPr kumimoji="1" lang="en-US" altLang="zh-CN" sz="1400" b="1" i="1">
                  <a:latin typeface="Times New Roman" panose="02020603050405020304" pitchFamily="18" charset="0"/>
                </a:rPr>
                <a:t>T       T→FT'                                           T→FT'</a:t>
              </a:r>
            </a:p>
            <a:p>
              <a:pPr eaLnBrk="1" hangingPunct="1">
                <a:lnSpc>
                  <a:spcPts val="2000"/>
                </a:lnSpc>
                <a:spcBef>
                  <a:spcPct val="20000"/>
                </a:spcBef>
                <a:buClr>
                  <a:srgbClr val="5EAEFF"/>
                </a:buClr>
                <a:buSzPct val="60000"/>
              </a:pPr>
              <a:r>
                <a:rPr kumimoji="1" lang="en-US" altLang="zh-CN" sz="1400" b="1" i="1">
                  <a:latin typeface="Times New Roman" panose="02020603050405020304" pitchFamily="18" charset="0"/>
                </a:rPr>
                <a:t>T'                         T'→ε          T'→*FT'                  T'→ε      T'→ε</a:t>
              </a:r>
            </a:p>
            <a:p>
              <a:pPr eaLnBrk="1" hangingPunct="1">
                <a:lnSpc>
                  <a:spcPts val="2000"/>
                </a:lnSpc>
                <a:spcBef>
                  <a:spcPct val="20000"/>
                </a:spcBef>
                <a:buClr>
                  <a:srgbClr val="5EAEFF"/>
                </a:buClr>
                <a:buSzPct val="60000"/>
              </a:pPr>
              <a:r>
                <a:rPr kumimoji="1" lang="en-US" altLang="zh-CN" sz="1400" b="1" i="1">
                  <a:latin typeface="Times New Roman" panose="02020603050405020304" pitchFamily="18" charset="0"/>
                </a:rPr>
                <a:t>F       F→</a:t>
              </a:r>
              <a:r>
                <a:rPr kumimoji="1" lang="en-US" altLang="zh-CN" sz="1400" b="1">
                  <a:latin typeface="Times New Roman" panose="02020603050405020304" pitchFamily="18" charset="0"/>
                </a:rPr>
                <a:t>id</a:t>
              </a:r>
              <a:r>
                <a:rPr kumimoji="1" lang="en-US" altLang="zh-CN" sz="1400" b="1" i="1">
                  <a:latin typeface="Times New Roman" panose="02020603050405020304" pitchFamily="18" charset="0"/>
                </a:rPr>
                <a:t>                                              F→</a:t>
              </a:r>
              <a:r>
                <a:rPr kumimoji="1" lang="en-US" altLang="zh-CN" sz="1400" b="1">
                  <a:latin typeface="Times New Roman" panose="02020603050405020304" pitchFamily="18" charset="0"/>
                </a:rPr>
                <a:t>( </a:t>
              </a:r>
              <a:r>
                <a:rPr kumimoji="1" lang="en-US" altLang="zh-CN" sz="1400" b="1" i="1">
                  <a:latin typeface="Times New Roman" panose="02020603050405020304" pitchFamily="18" charset="0"/>
                </a:rPr>
                <a:t>E </a:t>
              </a:r>
              <a:r>
                <a:rPr kumimoji="1" lang="en-US" altLang="zh-CN" sz="1400" b="1">
                  <a:latin typeface="Times New Roman" panose="02020603050405020304" pitchFamily="18" charset="0"/>
                </a:rPr>
                <a:t>)</a:t>
              </a:r>
              <a:endParaRPr kumimoji="1" lang="zh-CN" altLang="en-US" sz="1400" b="1">
                <a:latin typeface="Times New Roman" panose="02020603050405020304" pitchFamily="18" charset="0"/>
              </a:endParaRPr>
            </a:p>
          </p:txBody>
        </p:sp>
        <p:sp>
          <p:nvSpPr>
            <p:cNvPr id="145474" name="Rectangle 28">
              <a:extLst>
                <a:ext uri="{FF2B5EF4-FFF2-40B4-BE49-F238E27FC236}">
                  <a16:creationId xmlns:a16="http://schemas.microsoft.com/office/drawing/2014/main" id="{6C0AE990-DF3F-4190-AAE4-867BFB30434E}"/>
                </a:ext>
              </a:extLst>
            </p:cNvPr>
            <p:cNvSpPr>
              <a:spLocks noChangeArrowheads="1"/>
            </p:cNvSpPr>
            <p:nvPr/>
          </p:nvSpPr>
          <p:spPr bwMode="auto">
            <a:xfrm>
              <a:off x="4857748" y="3590486"/>
              <a:ext cx="504694" cy="21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en-US" altLang="zh-CN" b="1">
                  <a:solidFill>
                    <a:srgbClr val="FF0000"/>
                  </a:solidFill>
                  <a:latin typeface="Times New Roman" panose="02020603050405020304" pitchFamily="18" charset="0"/>
                  <a:ea typeface="楷体_GB2312"/>
                  <a:cs typeface="Times New Roman" panose="02020603050405020304" pitchFamily="18" charset="0"/>
                </a:rPr>
                <a:t>synch</a:t>
              </a:r>
            </a:p>
          </p:txBody>
        </p:sp>
        <p:sp>
          <p:nvSpPr>
            <p:cNvPr id="145475" name="Rectangle 29">
              <a:extLst>
                <a:ext uri="{FF2B5EF4-FFF2-40B4-BE49-F238E27FC236}">
                  <a16:creationId xmlns:a16="http://schemas.microsoft.com/office/drawing/2014/main" id="{50048061-5494-4E63-9041-2C283F438CC5}"/>
                </a:ext>
              </a:extLst>
            </p:cNvPr>
            <p:cNvSpPr>
              <a:spLocks noChangeArrowheads="1"/>
            </p:cNvSpPr>
            <p:nvPr/>
          </p:nvSpPr>
          <p:spPr bwMode="auto">
            <a:xfrm>
              <a:off x="4149654" y="3579862"/>
              <a:ext cx="504694" cy="21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en-US" altLang="zh-CN" b="1" dirty="0">
                  <a:solidFill>
                    <a:srgbClr val="FF0000"/>
                  </a:solidFill>
                  <a:latin typeface="Times New Roman" panose="02020603050405020304" pitchFamily="18" charset="0"/>
                  <a:ea typeface="楷体_GB2312"/>
                  <a:cs typeface="Times New Roman" panose="02020603050405020304" pitchFamily="18" charset="0"/>
                </a:rPr>
                <a:t>synch</a:t>
              </a:r>
            </a:p>
          </p:txBody>
        </p:sp>
        <p:sp>
          <p:nvSpPr>
            <p:cNvPr id="145476" name="Rectangle 30">
              <a:extLst>
                <a:ext uri="{FF2B5EF4-FFF2-40B4-BE49-F238E27FC236}">
                  <a16:creationId xmlns:a16="http://schemas.microsoft.com/office/drawing/2014/main" id="{9C98568F-E02F-44F2-BE50-22AFA0895DB3}"/>
                </a:ext>
              </a:extLst>
            </p:cNvPr>
            <p:cNvSpPr>
              <a:spLocks noChangeArrowheads="1"/>
            </p:cNvSpPr>
            <p:nvPr/>
          </p:nvSpPr>
          <p:spPr bwMode="auto">
            <a:xfrm>
              <a:off x="1763688" y="4221924"/>
              <a:ext cx="504694" cy="215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en-US" altLang="zh-CN" b="1">
                  <a:solidFill>
                    <a:srgbClr val="FF0000"/>
                  </a:solidFill>
                  <a:latin typeface="Times New Roman" panose="02020603050405020304" pitchFamily="18" charset="0"/>
                  <a:ea typeface="楷体_GB2312"/>
                  <a:cs typeface="Times New Roman" panose="02020603050405020304" pitchFamily="18" charset="0"/>
                </a:rPr>
                <a:t>synch</a:t>
              </a:r>
            </a:p>
          </p:txBody>
        </p:sp>
        <p:sp>
          <p:nvSpPr>
            <p:cNvPr id="145477" name="Rectangle 31">
              <a:extLst>
                <a:ext uri="{FF2B5EF4-FFF2-40B4-BE49-F238E27FC236}">
                  <a16:creationId xmlns:a16="http://schemas.microsoft.com/office/drawing/2014/main" id="{CC7C20D5-E850-4616-AED5-0BD09556E9B0}"/>
                </a:ext>
              </a:extLst>
            </p:cNvPr>
            <p:cNvSpPr>
              <a:spLocks noChangeArrowheads="1"/>
            </p:cNvSpPr>
            <p:nvPr/>
          </p:nvSpPr>
          <p:spPr bwMode="auto">
            <a:xfrm>
              <a:off x="4139952" y="4214650"/>
              <a:ext cx="504694" cy="215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en-US" altLang="zh-CN" b="1">
                  <a:solidFill>
                    <a:srgbClr val="FF0000"/>
                  </a:solidFill>
                  <a:latin typeface="Times New Roman" panose="02020603050405020304" pitchFamily="18" charset="0"/>
                  <a:ea typeface="楷体_GB2312"/>
                  <a:cs typeface="Times New Roman" panose="02020603050405020304" pitchFamily="18" charset="0"/>
                </a:rPr>
                <a:t>synch</a:t>
              </a:r>
            </a:p>
          </p:txBody>
        </p:sp>
        <p:sp>
          <p:nvSpPr>
            <p:cNvPr id="145478" name="Rectangle 32">
              <a:extLst>
                <a:ext uri="{FF2B5EF4-FFF2-40B4-BE49-F238E27FC236}">
                  <a16:creationId xmlns:a16="http://schemas.microsoft.com/office/drawing/2014/main" id="{A39D3846-C60C-42E8-BE60-22CCC7E869F8}"/>
                </a:ext>
              </a:extLst>
            </p:cNvPr>
            <p:cNvSpPr>
              <a:spLocks noChangeArrowheads="1"/>
            </p:cNvSpPr>
            <p:nvPr/>
          </p:nvSpPr>
          <p:spPr bwMode="auto">
            <a:xfrm>
              <a:off x="4857748" y="4214650"/>
              <a:ext cx="504694" cy="215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en-US" altLang="zh-CN" b="1">
                  <a:solidFill>
                    <a:srgbClr val="FF0000"/>
                  </a:solidFill>
                  <a:latin typeface="Times New Roman" panose="02020603050405020304" pitchFamily="18" charset="0"/>
                  <a:ea typeface="楷体_GB2312"/>
                  <a:cs typeface="Times New Roman" panose="02020603050405020304" pitchFamily="18" charset="0"/>
                </a:rPr>
                <a:t>synch</a:t>
              </a:r>
            </a:p>
          </p:txBody>
        </p:sp>
        <p:sp>
          <p:nvSpPr>
            <p:cNvPr id="145479" name="Rectangle 33">
              <a:extLst>
                <a:ext uri="{FF2B5EF4-FFF2-40B4-BE49-F238E27FC236}">
                  <a16:creationId xmlns:a16="http://schemas.microsoft.com/office/drawing/2014/main" id="{CCB8E3B2-07E1-4003-A674-75A78A78D326}"/>
                </a:ext>
              </a:extLst>
            </p:cNvPr>
            <p:cNvSpPr>
              <a:spLocks noChangeArrowheads="1"/>
            </p:cNvSpPr>
            <p:nvPr/>
          </p:nvSpPr>
          <p:spPr bwMode="auto">
            <a:xfrm>
              <a:off x="1763688" y="4803589"/>
              <a:ext cx="504694" cy="21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en-US" altLang="zh-CN" b="1">
                  <a:solidFill>
                    <a:srgbClr val="FF0000"/>
                  </a:solidFill>
                  <a:latin typeface="Times New Roman" panose="02020603050405020304" pitchFamily="18" charset="0"/>
                  <a:ea typeface="楷体_GB2312"/>
                  <a:cs typeface="Times New Roman" panose="02020603050405020304" pitchFamily="18" charset="0"/>
                </a:rPr>
                <a:t>synch</a:t>
              </a:r>
            </a:p>
          </p:txBody>
        </p:sp>
        <p:sp>
          <p:nvSpPr>
            <p:cNvPr id="145480" name="Rectangle 34">
              <a:extLst>
                <a:ext uri="{FF2B5EF4-FFF2-40B4-BE49-F238E27FC236}">
                  <a16:creationId xmlns:a16="http://schemas.microsoft.com/office/drawing/2014/main" id="{0D05C700-6A55-4F56-B0B9-EDD72A911B4B}"/>
                </a:ext>
              </a:extLst>
            </p:cNvPr>
            <p:cNvSpPr>
              <a:spLocks noChangeArrowheads="1"/>
            </p:cNvSpPr>
            <p:nvPr/>
          </p:nvSpPr>
          <p:spPr bwMode="auto">
            <a:xfrm>
              <a:off x="2627146" y="4804735"/>
              <a:ext cx="504694" cy="21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en-US" altLang="zh-CN" b="1">
                  <a:solidFill>
                    <a:srgbClr val="FF0000"/>
                  </a:solidFill>
                  <a:latin typeface="Times New Roman" panose="02020603050405020304" pitchFamily="18" charset="0"/>
                  <a:ea typeface="楷体_GB2312"/>
                  <a:cs typeface="Times New Roman" panose="02020603050405020304" pitchFamily="18" charset="0"/>
                </a:rPr>
                <a:t>synch</a:t>
              </a:r>
            </a:p>
          </p:txBody>
        </p:sp>
        <p:sp>
          <p:nvSpPr>
            <p:cNvPr id="145481" name="Rectangle 35">
              <a:extLst>
                <a:ext uri="{FF2B5EF4-FFF2-40B4-BE49-F238E27FC236}">
                  <a16:creationId xmlns:a16="http://schemas.microsoft.com/office/drawing/2014/main" id="{293888D1-2F40-456F-B1EF-1E546DEA1DAD}"/>
                </a:ext>
              </a:extLst>
            </p:cNvPr>
            <p:cNvSpPr>
              <a:spLocks noChangeArrowheads="1"/>
            </p:cNvSpPr>
            <p:nvPr/>
          </p:nvSpPr>
          <p:spPr bwMode="auto">
            <a:xfrm>
              <a:off x="4144659" y="4792179"/>
              <a:ext cx="504694" cy="21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en-US" altLang="zh-CN" b="1">
                  <a:solidFill>
                    <a:srgbClr val="FF0000"/>
                  </a:solidFill>
                  <a:latin typeface="Times New Roman" panose="02020603050405020304" pitchFamily="18" charset="0"/>
                  <a:ea typeface="楷体_GB2312"/>
                  <a:cs typeface="Times New Roman" panose="02020603050405020304" pitchFamily="18" charset="0"/>
                </a:rPr>
                <a:t>synch</a:t>
              </a:r>
            </a:p>
          </p:txBody>
        </p:sp>
        <p:sp>
          <p:nvSpPr>
            <p:cNvPr id="145482" name="Rectangle 36">
              <a:extLst>
                <a:ext uri="{FF2B5EF4-FFF2-40B4-BE49-F238E27FC236}">
                  <a16:creationId xmlns:a16="http://schemas.microsoft.com/office/drawing/2014/main" id="{AB815C64-6168-4642-BE4A-5FC573C1BD7E}"/>
                </a:ext>
              </a:extLst>
            </p:cNvPr>
            <p:cNvSpPr>
              <a:spLocks noChangeArrowheads="1"/>
            </p:cNvSpPr>
            <p:nvPr/>
          </p:nvSpPr>
          <p:spPr bwMode="auto">
            <a:xfrm>
              <a:off x="4859394" y="4792179"/>
              <a:ext cx="504694" cy="21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en-US" altLang="zh-CN" b="1">
                  <a:solidFill>
                    <a:srgbClr val="FF0000"/>
                  </a:solidFill>
                  <a:latin typeface="Times New Roman" panose="02020603050405020304" pitchFamily="18" charset="0"/>
                  <a:ea typeface="楷体_GB2312"/>
                  <a:cs typeface="Times New Roman" panose="02020603050405020304" pitchFamily="18" charset="0"/>
                </a:rPr>
                <a:t>synch</a:t>
              </a:r>
            </a:p>
          </p:txBody>
        </p:sp>
      </p:grpSp>
      <p:sp>
        <p:nvSpPr>
          <p:cNvPr id="145472" name="矩形 2">
            <a:extLst>
              <a:ext uri="{FF2B5EF4-FFF2-40B4-BE49-F238E27FC236}">
                <a16:creationId xmlns:a16="http://schemas.microsoft.com/office/drawing/2014/main" id="{7D615082-75BE-48A9-984D-40920CE3FA7C}"/>
              </a:ext>
            </a:extLst>
          </p:cNvPr>
          <p:cNvSpPr>
            <a:spLocks noChangeArrowheads="1"/>
          </p:cNvSpPr>
          <p:nvPr/>
        </p:nvSpPr>
        <p:spPr bwMode="auto">
          <a:xfrm>
            <a:off x="107950" y="1574800"/>
            <a:ext cx="595313" cy="633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rgbClr val="5EAEFF"/>
              </a:buClr>
              <a:buSzPct val="60000"/>
            </a:pPr>
            <a:r>
              <a:rPr lang="zh-CN" altLang="en-US" sz="1600" b="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非终</a:t>
            </a:r>
            <a:endParaRPr lang="en-US" altLang="zh-CN" sz="1600" b="1">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spcBef>
                <a:spcPct val="20000"/>
              </a:spcBef>
              <a:buClr>
                <a:srgbClr val="5EAEFF"/>
              </a:buClr>
              <a:buSzPct val="60000"/>
            </a:pPr>
            <a:r>
              <a:rPr lang="zh-CN" altLang="en-US" sz="1600" b="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结符</a:t>
            </a:r>
          </a:p>
        </p:txBody>
      </p:sp>
      <p:sp>
        <p:nvSpPr>
          <p:cNvPr id="3" name="灯片编号占位符 2">
            <a:extLst>
              <a:ext uri="{FF2B5EF4-FFF2-40B4-BE49-F238E27FC236}">
                <a16:creationId xmlns:a16="http://schemas.microsoft.com/office/drawing/2014/main" id="{556DDF19-2BF8-423E-AB62-5759E65B491C}"/>
              </a:ext>
            </a:extLst>
          </p:cNvPr>
          <p:cNvSpPr>
            <a:spLocks noGrp="1"/>
          </p:cNvSpPr>
          <p:nvPr>
            <p:ph type="sldNum" sz="quarter" idx="12"/>
          </p:nvPr>
        </p:nvSpPr>
        <p:spPr/>
        <p:txBody>
          <a:bodyPr/>
          <a:lstStyle/>
          <a:p>
            <a:pPr>
              <a:defRPr/>
            </a:pPr>
            <a:fld id="{EA567855-7F13-4FC5-AD61-2B82F6443E16}" type="slidenum">
              <a:rPr lang="zh-CN" altLang="en-US" smtClean="0"/>
              <a:pPr>
                <a:defRPr/>
              </a:pPr>
              <a:t>68</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nodeType="clickEffect">
                                  <p:stCondLst>
                                    <p:cond delay="0"/>
                                  </p:stCondLst>
                                  <p:childTnLst>
                                    <p:set>
                                      <p:cBhvr>
                                        <p:cTn id="6" dur="1" fill="hold">
                                          <p:stCondLst>
                                            <p:cond delay="0"/>
                                          </p:stCondLst>
                                        </p:cTn>
                                        <p:tgtEl>
                                          <p:spTgt spid="766978">
                                            <p:txEl>
                                              <p:pRg st="2" end="2"/>
                                            </p:txEl>
                                          </p:spTgt>
                                        </p:tgtEl>
                                        <p:attrNameLst>
                                          <p:attrName>style.visibility</p:attrName>
                                        </p:attrNameLst>
                                      </p:cBhvr>
                                      <p:to>
                                        <p:strVal val="visible"/>
                                      </p:to>
                                    </p:set>
                                    <p:anim calcmode="lin" valueType="num">
                                      <p:cBhvr>
                                        <p:cTn id="7" dur="500" fill="hold"/>
                                        <p:tgtEl>
                                          <p:spTgt spid="766978">
                                            <p:txEl>
                                              <p:pRg st="2" end="2"/>
                                            </p:txEl>
                                          </p:spTgt>
                                        </p:tgtEl>
                                        <p:attrNameLst>
                                          <p:attrName>ppt_w</p:attrName>
                                        </p:attrNameLst>
                                      </p:cBhvr>
                                      <p:tavLst>
                                        <p:tav tm="0">
                                          <p:val>
                                            <p:fltVal val="0"/>
                                          </p:val>
                                        </p:tav>
                                        <p:tav tm="100000">
                                          <p:val>
                                            <p:strVal val="#ppt_w"/>
                                          </p:val>
                                        </p:tav>
                                      </p:tavLst>
                                    </p:anim>
                                    <p:anim calcmode="lin" valueType="num">
                                      <p:cBhvr>
                                        <p:cTn id="8" dur="500" fill="hold"/>
                                        <p:tgtEl>
                                          <p:spTgt spid="766978">
                                            <p:txEl>
                                              <p:pRg st="2" end="2"/>
                                            </p:txEl>
                                          </p:spTgt>
                                        </p:tgtEl>
                                        <p:attrNameLst>
                                          <p:attrName>ppt_h</p:attrName>
                                        </p:attrNameLst>
                                      </p:cBhvr>
                                      <p:tavLst>
                                        <p:tav tm="0">
                                          <p:val>
                                            <p:fltVal val="0"/>
                                          </p:val>
                                        </p:tav>
                                        <p:tav tm="100000">
                                          <p:val>
                                            <p:strVal val="#ppt_h"/>
                                          </p:val>
                                        </p:tav>
                                      </p:tavLst>
                                    </p:anim>
                                    <p:animEffect transition="in" filter="fade">
                                      <p:cBhvr>
                                        <p:cTn id="9" dur="500"/>
                                        <p:tgtEl>
                                          <p:spTgt spid="766978">
                                            <p:txEl>
                                              <p:pRg st="2" end="2"/>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nodeType="clickEffect">
                                  <p:stCondLst>
                                    <p:cond delay="0"/>
                                  </p:stCondLst>
                                  <p:childTnLst>
                                    <p:set>
                                      <p:cBhvr>
                                        <p:cTn id="13" dur="1" fill="hold">
                                          <p:stCondLst>
                                            <p:cond delay="0"/>
                                          </p:stCondLst>
                                        </p:cTn>
                                        <p:tgtEl>
                                          <p:spTgt spid="766978">
                                            <p:txEl>
                                              <p:pRg st="3" end="3"/>
                                            </p:txEl>
                                          </p:spTgt>
                                        </p:tgtEl>
                                        <p:attrNameLst>
                                          <p:attrName>style.visibility</p:attrName>
                                        </p:attrNameLst>
                                      </p:cBhvr>
                                      <p:to>
                                        <p:strVal val="visible"/>
                                      </p:to>
                                    </p:set>
                                    <p:anim calcmode="lin" valueType="num">
                                      <p:cBhvr>
                                        <p:cTn id="14" dur="500" fill="hold"/>
                                        <p:tgtEl>
                                          <p:spTgt spid="766978">
                                            <p:txEl>
                                              <p:pRg st="3" end="3"/>
                                            </p:txEl>
                                          </p:spTgt>
                                        </p:tgtEl>
                                        <p:attrNameLst>
                                          <p:attrName>ppt_w</p:attrName>
                                        </p:attrNameLst>
                                      </p:cBhvr>
                                      <p:tavLst>
                                        <p:tav tm="0">
                                          <p:val>
                                            <p:fltVal val="0"/>
                                          </p:val>
                                        </p:tav>
                                        <p:tav tm="100000">
                                          <p:val>
                                            <p:strVal val="#ppt_w"/>
                                          </p:val>
                                        </p:tav>
                                      </p:tavLst>
                                    </p:anim>
                                    <p:anim calcmode="lin" valueType="num">
                                      <p:cBhvr>
                                        <p:cTn id="15" dur="500" fill="hold"/>
                                        <p:tgtEl>
                                          <p:spTgt spid="766978">
                                            <p:txEl>
                                              <p:pRg st="3" end="3"/>
                                            </p:txEl>
                                          </p:spTgt>
                                        </p:tgtEl>
                                        <p:attrNameLst>
                                          <p:attrName>ppt_h</p:attrName>
                                        </p:attrNameLst>
                                      </p:cBhvr>
                                      <p:tavLst>
                                        <p:tav tm="0">
                                          <p:val>
                                            <p:fltVal val="0"/>
                                          </p:val>
                                        </p:tav>
                                        <p:tav tm="100000">
                                          <p:val>
                                            <p:strVal val="#ppt_h"/>
                                          </p:val>
                                        </p:tav>
                                      </p:tavLst>
                                    </p:anim>
                                    <p:animEffect transition="in" filter="fade">
                                      <p:cBhvr>
                                        <p:cTn id="16" dur="500"/>
                                        <p:tgtEl>
                                          <p:spTgt spid="766978">
                                            <p:txEl>
                                              <p:pRg st="3" end="3"/>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0" fill="hold" nodeType="clickEffect">
                                  <p:stCondLst>
                                    <p:cond delay="0"/>
                                  </p:stCondLst>
                                  <p:childTnLst>
                                    <p:set>
                                      <p:cBhvr>
                                        <p:cTn id="20" dur="1" fill="hold">
                                          <p:stCondLst>
                                            <p:cond delay="0"/>
                                          </p:stCondLst>
                                        </p:cTn>
                                        <p:tgtEl>
                                          <p:spTgt spid="766978">
                                            <p:txEl>
                                              <p:pRg st="4" end="4"/>
                                            </p:txEl>
                                          </p:spTgt>
                                        </p:tgtEl>
                                        <p:attrNameLst>
                                          <p:attrName>style.visibility</p:attrName>
                                        </p:attrNameLst>
                                      </p:cBhvr>
                                      <p:to>
                                        <p:strVal val="visible"/>
                                      </p:to>
                                    </p:set>
                                    <p:anim calcmode="lin" valueType="num">
                                      <p:cBhvr>
                                        <p:cTn id="21" dur="500" fill="hold"/>
                                        <p:tgtEl>
                                          <p:spTgt spid="766978">
                                            <p:txEl>
                                              <p:pRg st="4" end="4"/>
                                            </p:txEl>
                                          </p:spTgt>
                                        </p:tgtEl>
                                        <p:attrNameLst>
                                          <p:attrName>ppt_w</p:attrName>
                                        </p:attrNameLst>
                                      </p:cBhvr>
                                      <p:tavLst>
                                        <p:tav tm="0">
                                          <p:val>
                                            <p:fltVal val="0"/>
                                          </p:val>
                                        </p:tav>
                                        <p:tav tm="100000">
                                          <p:val>
                                            <p:strVal val="#ppt_w"/>
                                          </p:val>
                                        </p:tav>
                                      </p:tavLst>
                                    </p:anim>
                                    <p:anim calcmode="lin" valueType="num">
                                      <p:cBhvr>
                                        <p:cTn id="22" dur="500" fill="hold"/>
                                        <p:tgtEl>
                                          <p:spTgt spid="766978">
                                            <p:txEl>
                                              <p:pRg st="4" end="4"/>
                                            </p:txEl>
                                          </p:spTgt>
                                        </p:tgtEl>
                                        <p:attrNameLst>
                                          <p:attrName>ppt_h</p:attrName>
                                        </p:attrNameLst>
                                      </p:cBhvr>
                                      <p:tavLst>
                                        <p:tav tm="0">
                                          <p:val>
                                            <p:fltVal val="0"/>
                                          </p:val>
                                        </p:tav>
                                        <p:tav tm="100000">
                                          <p:val>
                                            <p:strVal val="#ppt_h"/>
                                          </p:val>
                                        </p:tav>
                                      </p:tavLst>
                                    </p:anim>
                                    <p:animEffect transition="in" filter="fade">
                                      <p:cBhvr>
                                        <p:cTn id="23" dur="500"/>
                                        <p:tgtEl>
                                          <p:spTgt spid="766978">
                                            <p:txEl>
                                              <p:pRg st="4" end="4"/>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3" presetClass="entr" presetSubtype="0" fill="hold" nodeType="clickEffect">
                                  <p:stCondLst>
                                    <p:cond delay="0"/>
                                  </p:stCondLst>
                                  <p:childTnLst>
                                    <p:set>
                                      <p:cBhvr>
                                        <p:cTn id="27" dur="1" fill="hold">
                                          <p:stCondLst>
                                            <p:cond delay="0"/>
                                          </p:stCondLst>
                                        </p:cTn>
                                        <p:tgtEl>
                                          <p:spTgt spid="766978">
                                            <p:txEl>
                                              <p:pRg st="5" end="5"/>
                                            </p:txEl>
                                          </p:spTgt>
                                        </p:tgtEl>
                                        <p:attrNameLst>
                                          <p:attrName>style.visibility</p:attrName>
                                        </p:attrNameLst>
                                      </p:cBhvr>
                                      <p:to>
                                        <p:strVal val="visible"/>
                                      </p:to>
                                    </p:set>
                                    <p:anim calcmode="lin" valueType="num">
                                      <p:cBhvr>
                                        <p:cTn id="28" dur="500" fill="hold"/>
                                        <p:tgtEl>
                                          <p:spTgt spid="766978">
                                            <p:txEl>
                                              <p:pRg st="5" end="5"/>
                                            </p:txEl>
                                          </p:spTgt>
                                        </p:tgtEl>
                                        <p:attrNameLst>
                                          <p:attrName>ppt_w</p:attrName>
                                        </p:attrNameLst>
                                      </p:cBhvr>
                                      <p:tavLst>
                                        <p:tav tm="0">
                                          <p:val>
                                            <p:fltVal val="0"/>
                                          </p:val>
                                        </p:tav>
                                        <p:tav tm="100000">
                                          <p:val>
                                            <p:strVal val="#ppt_w"/>
                                          </p:val>
                                        </p:tav>
                                      </p:tavLst>
                                    </p:anim>
                                    <p:anim calcmode="lin" valueType="num">
                                      <p:cBhvr>
                                        <p:cTn id="29" dur="500" fill="hold"/>
                                        <p:tgtEl>
                                          <p:spTgt spid="766978">
                                            <p:txEl>
                                              <p:pRg st="5" end="5"/>
                                            </p:txEl>
                                          </p:spTgt>
                                        </p:tgtEl>
                                        <p:attrNameLst>
                                          <p:attrName>ppt_h</p:attrName>
                                        </p:attrNameLst>
                                      </p:cBhvr>
                                      <p:tavLst>
                                        <p:tav tm="0">
                                          <p:val>
                                            <p:fltVal val="0"/>
                                          </p:val>
                                        </p:tav>
                                        <p:tav tm="100000">
                                          <p:val>
                                            <p:strVal val="#ppt_h"/>
                                          </p:val>
                                        </p:tav>
                                      </p:tavLst>
                                    </p:anim>
                                    <p:animEffect transition="in" filter="fade">
                                      <p:cBhvr>
                                        <p:cTn id="30" dur="500"/>
                                        <p:tgtEl>
                                          <p:spTgt spid="766978">
                                            <p:txEl>
                                              <p:pRg st="5" end="5"/>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53" presetClass="entr" presetSubtype="0" fill="hold" nodeType="clickEffect">
                                  <p:stCondLst>
                                    <p:cond delay="0"/>
                                  </p:stCondLst>
                                  <p:childTnLst>
                                    <p:set>
                                      <p:cBhvr>
                                        <p:cTn id="34" dur="1" fill="hold">
                                          <p:stCondLst>
                                            <p:cond delay="0"/>
                                          </p:stCondLst>
                                        </p:cTn>
                                        <p:tgtEl>
                                          <p:spTgt spid="766978">
                                            <p:txEl>
                                              <p:pRg st="6" end="6"/>
                                            </p:txEl>
                                          </p:spTgt>
                                        </p:tgtEl>
                                        <p:attrNameLst>
                                          <p:attrName>style.visibility</p:attrName>
                                        </p:attrNameLst>
                                      </p:cBhvr>
                                      <p:to>
                                        <p:strVal val="visible"/>
                                      </p:to>
                                    </p:set>
                                    <p:anim calcmode="lin" valueType="num">
                                      <p:cBhvr>
                                        <p:cTn id="35" dur="500" fill="hold"/>
                                        <p:tgtEl>
                                          <p:spTgt spid="766978">
                                            <p:txEl>
                                              <p:pRg st="6" end="6"/>
                                            </p:txEl>
                                          </p:spTgt>
                                        </p:tgtEl>
                                        <p:attrNameLst>
                                          <p:attrName>ppt_w</p:attrName>
                                        </p:attrNameLst>
                                      </p:cBhvr>
                                      <p:tavLst>
                                        <p:tav tm="0">
                                          <p:val>
                                            <p:fltVal val="0"/>
                                          </p:val>
                                        </p:tav>
                                        <p:tav tm="100000">
                                          <p:val>
                                            <p:strVal val="#ppt_w"/>
                                          </p:val>
                                        </p:tav>
                                      </p:tavLst>
                                    </p:anim>
                                    <p:anim calcmode="lin" valueType="num">
                                      <p:cBhvr>
                                        <p:cTn id="36" dur="500" fill="hold"/>
                                        <p:tgtEl>
                                          <p:spTgt spid="766978">
                                            <p:txEl>
                                              <p:pRg st="6" end="6"/>
                                            </p:txEl>
                                          </p:spTgt>
                                        </p:tgtEl>
                                        <p:attrNameLst>
                                          <p:attrName>ppt_h</p:attrName>
                                        </p:attrNameLst>
                                      </p:cBhvr>
                                      <p:tavLst>
                                        <p:tav tm="0">
                                          <p:val>
                                            <p:fltVal val="0"/>
                                          </p:val>
                                        </p:tav>
                                        <p:tav tm="100000">
                                          <p:val>
                                            <p:strVal val="#ppt_h"/>
                                          </p:val>
                                        </p:tav>
                                      </p:tavLst>
                                    </p:anim>
                                    <p:animEffect transition="in" filter="fade">
                                      <p:cBhvr>
                                        <p:cTn id="37" dur="500"/>
                                        <p:tgtEl>
                                          <p:spTgt spid="766978">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3" presetClass="entr" presetSubtype="0" fill="hold" nodeType="clickEffect">
                                  <p:stCondLst>
                                    <p:cond delay="0"/>
                                  </p:stCondLst>
                                  <p:childTnLst>
                                    <p:set>
                                      <p:cBhvr>
                                        <p:cTn id="41" dur="1" fill="hold">
                                          <p:stCondLst>
                                            <p:cond delay="0"/>
                                          </p:stCondLst>
                                        </p:cTn>
                                        <p:tgtEl>
                                          <p:spTgt spid="766978">
                                            <p:txEl>
                                              <p:pRg st="7" end="7"/>
                                            </p:txEl>
                                          </p:spTgt>
                                        </p:tgtEl>
                                        <p:attrNameLst>
                                          <p:attrName>style.visibility</p:attrName>
                                        </p:attrNameLst>
                                      </p:cBhvr>
                                      <p:to>
                                        <p:strVal val="visible"/>
                                      </p:to>
                                    </p:set>
                                    <p:anim calcmode="lin" valueType="num">
                                      <p:cBhvr>
                                        <p:cTn id="42" dur="500" fill="hold"/>
                                        <p:tgtEl>
                                          <p:spTgt spid="766978">
                                            <p:txEl>
                                              <p:pRg st="7" end="7"/>
                                            </p:txEl>
                                          </p:spTgt>
                                        </p:tgtEl>
                                        <p:attrNameLst>
                                          <p:attrName>ppt_w</p:attrName>
                                        </p:attrNameLst>
                                      </p:cBhvr>
                                      <p:tavLst>
                                        <p:tav tm="0">
                                          <p:val>
                                            <p:fltVal val="0"/>
                                          </p:val>
                                        </p:tav>
                                        <p:tav tm="100000">
                                          <p:val>
                                            <p:strVal val="#ppt_w"/>
                                          </p:val>
                                        </p:tav>
                                      </p:tavLst>
                                    </p:anim>
                                    <p:anim calcmode="lin" valueType="num">
                                      <p:cBhvr>
                                        <p:cTn id="43" dur="500" fill="hold"/>
                                        <p:tgtEl>
                                          <p:spTgt spid="766978">
                                            <p:txEl>
                                              <p:pRg st="7" end="7"/>
                                            </p:txEl>
                                          </p:spTgt>
                                        </p:tgtEl>
                                        <p:attrNameLst>
                                          <p:attrName>ppt_h</p:attrName>
                                        </p:attrNameLst>
                                      </p:cBhvr>
                                      <p:tavLst>
                                        <p:tav tm="0">
                                          <p:val>
                                            <p:fltVal val="0"/>
                                          </p:val>
                                        </p:tav>
                                        <p:tav tm="100000">
                                          <p:val>
                                            <p:strVal val="#ppt_h"/>
                                          </p:val>
                                        </p:tav>
                                      </p:tavLst>
                                    </p:anim>
                                    <p:animEffect transition="in" filter="fade">
                                      <p:cBhvr>
                                        <p:cTn id="44" dur="500"/>
                                        <p:tgtEl>
                                          <p:spTgt spid="766978">
                                            <p:txEl>
                                              <p:pRg st="7" end="7"/>
                                            </p:txEl>
                                          </p:spTgt>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53" presetClass="entr" presetSubtype="0" fill="hold" nodeType="clickEffect">
                                  <p:stCondLst>
                                    <p:cond delay="0"/>
                                  </p:stCondLst>
                                  <p:childTnLst>
                                    <p:set>
                                      <p:cBhvr>
                                        <p:cTn id="48" dur="1" fill="hold">
                                          <p:stCondLst>
                                            <p:cond delay="0"/>
                                          </p:stCondLst>
                                        </p:cTn>
                                        <p:tgtEl>
                                          <p:spTgt spid="766978">
                                            <p:txEl>
                                              <p:pRg st="8" end="8"/>
                                            </p:txEl>
                                          </p:spTgt>
                                        </p:tgtEl>
                                        <p:attrNameLst>
                                          <p:attrName>style.visibility</p:attrName>
                                        </p:attrNameLst>
                                      </p:cBhvr>
                                      <p:to>
                                        <p:strVal val="visible"/>
                                      </p:to>
                                    </p:set>
                                    <p:anim calcmode="lin" valueType="num">
                                      <p:cBhvr>
                                        <p:cTn id="49" dur="500" fill="hold"/>
                                        <p:tgtEl>
                                          <p:spTgt spid="766978">
                                            <p:txEl>
                                              <p:pRg st="8" end="8"/>
                                            </p:txEl>
                                          </p:spTgt>
                                        </p:tgtEl>
                                        <p:attrNameLst>
                                          <p:attrName>ppt_w</p:attrName>
                                        </p:attrNameLst>
                                      </p:cBhvr>
                                      <p:tavLst>
                                        <p:tav tm="0">
                                          <p:val>
                                            <p:fltVal val="0"/>
                                          </p:val>
                                        </p:tav>
                                        <p:tav tm="100000">
                                          <p:val>
                                            <p:strVal val="#ppt_w"/>
                                          </p:val>
                                        </p:tav>
                                      </p:tavLst>
                                    </p:anim>
                                    <p:anim calcmode="lin" valueType="num">
                                      <p:cBhvr>
                                        <p:cTn id="50" dur="500" fill="hold"/>
                                        <p:tgtEl>
                                          <p:spTgt spid="766978">
                                            <p:txEl>
                                              <p:pRg st="8" end="8"/>
                                            </p:txEl>
                                          </p:spTgt>
                                        </p:tgtEl>
                                        <p:attrNameLst>
                                          <p:attrName>ppt_h</p:attrName>
                                        </p:attrNameLst>
                                      </p:cBhvr>
                                      <p:tavLst>
                                        <p:tav tm="0">
                                          <p:val>
                                            <p:fltVal val="0"/>
                                          </p:val>
                                        </p:tav>
                                        <p:tav tm="100000">
                                          <p:val>
                                            <p:strVal val="#ppt_h"/>
                                          </p:val>
                                        </p:tav>
                                      </p:tavLst>
                                    </p:anim>
                                    <p:animEffect transition="in" filter="fade">
                                      <p:cBhvr>
                                        <p:cTn id="51" dur="500"/>
                                        <p:tgtEl>
                                          <p:spTgt spid="766978">
                                            <p:txEl>
                                              <p:pRg st="8" end="8"/>
                                            </p:txEl>
                                          </p:spTgt>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53" presetClass="entr" presetSubtype="0" fill="hold" nodeType="clickEffect">
                                  <p:stCondLst>
                                    <p:cond delay="0"/>
                                  </p:stCondLst>
                                  <p:childTnLst>
                                    <p:set>
                                      <p:cBhvr>
                                        <p:cTn id="55" dur="1" fill="hold">
                                          <p:stCondLst>
                                            <p:cond delay="0"/>
                                          </p:stCondLst>
                                        </p:cTn>
                                        <p:tgtEl>
                                          <p:spTgt spid="766978">
                                            <p:txEl>
                                              <p:pRg st="9" end="9"/>
                                            </p:txEl>
                                          </p:spTgt>
                                        </p:tgtEl>
                                        <p:attrNameLst>
                                          <p:attrName>style.visibility</p:attrName>
                                        </p:attrNameLst>
                                      </p:cBhvr>
                                      <p:to>
                                        <p:strVal val="visible"/>
                                      </p:to>
                                    </p:set>
                                    <p:anim calcmode="lin" valueType="num">
                                      <p:cBhvr>
                                        <p:cTn id="56" dur="500" fill="hold"/>
                                        <p:tgtEl>
                                          <p:spTgt spid="766978">
                                            <p:txEl>
                                              <p:pRg st="9" end="9"/>
                                            </p:txEl>
                                          </p:spTgt>
                                        </p:tgtEl>
                                        <p:attrNameLst>
                                          <p:attrName>ppt_w</p:attrName>
                                        </p:attrNameLst>
                                      </p:cBhvr>
                                      <p:tavLst>
                                        <p:tav tm="0">
                                          <p:val>
                                            <p:fltVal val="0"/>
                                          </p:val>
                                        </p:tav>
                                        <p:tav tm="100000">
                                          <p:val>
                                            <p:strVal val="#ppt_w"/>
                                          </p:val>
                                        </p:tav>
                                      </p:tavLst>
                                    </p:anim>
                                    <p:anim calcmode="lin" valueType="num">
                                      <p:cBhvr>
                                        <p:cTn id="57" dur="500" fill="hold"/>
                                        <p:tgtEl>
                                          <p:spTgt spid="766978">
                                            <p:txEl>
                                              <p:pRg st="9" end="9"/>
                                            </p:txEl>
                                          </p:spTgt>
                                        </p:tgtEl>
                                        <p:attrNameLst>
                                          <p:attrName>ppt_h</p:attrName>
                                        </p:attrNameLst>
                                      </p:cBhvr>
                                      <p:tavLst>
                                        <p:tav tm="0">
                                          <p:val>
                                            <p:fltVal val="0"/>
                                          </p:val>
                                        </p:tav>
                                        <p:tav tm="100000">
                                          <p:val>
                                            <p:strVal val="#ppt_h"/>
                                          </p:val>
                                        </p:tav>
                                      </p:tavLst>
                                    </p:anim>
                                    <p:animEffect transition="in" filter="fade">
                                      <p:cBhvr>
                                        <p:cTn id="58" dur="500"/>
                                        <p:tgtEl>
                                          <p:spTgt spid="766978">
                                            <p:txEl>
                                              <p:pRg st="9" end="9"/>
                                            </p:txEl>
                                          </p:spTgt>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53" presetClass="entr" presetSubtype="0" fill="hold" nodeType="clickEffect">
                                  <p:stCondLst>
                                    <p:cond delay="0"/>
                                  </p:stCondLst>
                                  <p:childTnLst>
                                    <p:set>
                                      <p:cBhvr>
                                        <p:cTn id="62" dur="1" fill="hold">
                                          <p:stCondLst>
                                            <p:cond delay="0"/>
                                          </p:stCondLst>
                                        </p:cTn>
                                        <p:tgtEl>
                                          <p:spTgt spid="766978">
                                            <p:txEl>
                                              <p:pRg st="10" end="10"/>
                                            </p:txEl>
                                          </p:spTgt>
                                        </p:tgtEl>
                                        <p:attrNameLst>
                                          <p:attrName>style.visibility</p:attrName>
                                        </p:attrNameLst>
                                      </p:cBhvr>
                                      <p:to>
                                        <p:strVal val="visible"/>
                                      </p:to>
                                    </p:set>
                                    <p:anim calcmode="lin" valueType="num">
                                      <p:cBhvr>
                                        <p:cTn id="63" dur="500" fill="hold"/>
                                        <p:tgtEl>
                                          <p:spTgt spid="766978">
                                            <p:txEl>
                                              <p:pRg st="10" end="10"/>
                                            </p:txEl>
                                          </p:spTgt>
                                        </p:tgtEl>
                                        <p:attrNameLst>
                                          <p:attrName>ppt_w</p:attrName>
                                        </p:attrNameLst>
                                      </p:cBhvr>
                                      <p:tavLst>
                                        <p:tav tm="0">
                                          <p:val>
                                            <p:fltVal val="0"/>
                                          </p:val>
                                        </p:tav>
                                        <p:tav tm="100000">
                                          <p:val>
                                            <p:strVal val="#ppt_w"/>
                                          </p:val>
                                        </p:tav>
                                      </p:tavLst>
                                    </p:anim>
                                    <p:anim calcmode="lin" valueType="num">
                                      <p:cBhvr>
                                        <p:cTn id="64" dur="500" fill="hold"/>
                                        <p:tgtEl>
                                          <p:spTgt spid="766978">
                                            <p:txEl>
                                              <p:pRg st="10" end="10"/>
                                            </p:txEl>
                                          </p:spTgt>
                                        </p:tgtEl>
                                        <p:attrNameLst>
                                          <p:attrName>ppt_h</p:attrName>
                                        </p:attrNameLst>
                                      </p:cBhvr>
                                      <p:tavLst>
                                        <p:tav tm="0">
                                          <p:val>
                                            <p:fltVal val="0"/>
                                          </p:val>
                                        </p:tav>
                                        <p:tav tm="100000">
                                          <p:val>
                                            <p:strVal val="#ppt_h"/>
                                          </p:val>
                                        </p:tav>
                                      </p:tavLst>
                                    </p:anim>
                                    <p:animEffect transition="in" filter="fade">
                                      <p:cBhvr>
                                        <p:cTn id="65" dur="500"/>
                                        <p:tgtEl>
                                          <p:spTgt spid="766978">
                                            <p:txEl>
                                              <p:pRg st="10" end="10"/>
                                            </p:txEl>
                                          </p:spTgt>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53" presetClass="entr" presetSubtype="0" fill="hold" nodeType="clickEffect">
                                  <p:stCondLst>
                                    <p:cond delay="0"/>
                                  </p:stCondLst>
                                  <p:childTnLst>
                                    <p:set>
                                      <p:cBhvr>
                                        <p:cTn id="69" dur="1" fill="hold">
                                          <p:stCondLst>
                                            <p:cond delay="0"/>
                                          </p:stCondLst>
                                        </p:cTn>
                                        <p:tgtEl>
                                          <p:spTgt spid="766978">
                                            <p:txEl>
                                              <p:pRg st="11" end="11"/>
                                            </p:txEl>
                                          </p:spTgt>
                                        </p:tgtEl>
                                        <p:attrNameLst>
                                          <p:attrName>style.visibility</p:attrName>
                                        </p:attrNameLst>
                                      </p:cBhvr>
                                      <p:to>
                                        <p:strVal val="visible"/>
                                      </p:to>
                                    </p:set>
                                    <p:anim calcmode="lin" valueType="num">
                                      <p:cBhvr>
                                        <p:cTn id="70" dur="500" fill="hold"/>
                                        <p:tgtEl>
                                          <p:spTgt spid="766978">
                                            <p:txEl>
                                              <p:pRg st="11" end="11"/>
                                            </p:txEl>
                                          </p:spTgt>
                                        </p:tgtEl>
                                        <p:attrNameLst>
                                          <p:attrName>ppt_w</p:attrName>
                                        </p:attrNameLst>
                                      </p:cBhvr>
                                      <p:tavLst>
                                        <p:tav tm="0">
                                          <p:val>
                                            <p:fltVal val="0"/>
                                          </p:val>
                                        </p:tav>
                                        <p:tav tm="100000">
                                          <p:val>
                                            <p:strVal val="#ppt_w"/>
                                          </p:val>
                                        </p:tav>
                                      </p:tavLst>
                                    </p:anim>
                                    <p:anim calcmode="lin" valueType="num">
                                      <p:cBhvr>
                                        <p:cTn id="71" dur="500" fill="hold"/>
                                        <p:tgtEl>
                                          <p:spTgt spid="766978">
                                            <p:txEl>
                                              <p:pRg st="11" end="11"/>
                                            </p:txEl>
                                          </p:spTgt>
                                        </p:tgtEl>
                                        <p:attrNameLst>
                                          <p:attrName>ppt_h</p:attrName>
                                        </p:attrNameLst>
                                      </p:cBhvr>
                                      <p:tavLst>
                                        <p:tav tm="0">
                                          <p:val>
                                            <p:fltVal val="0"/>
                                          </p:val>
                                        </p:tav>
                                        <p:tav tm="100000">
                                          <p:val>
                                            <p:strVal val="#ppt_h"/>
                                          </p:val>
                                        </p:tav>
                                      </p:tavLst>
                                    </p:anim>
                                    <p:animEffect transition="in" filter="fade">
                                      <p:cBhvr>
                                        <p:cTn id="72" dur="500"/>
                                        <p:tgtEl>
                                          <p:spTgt spid="766978">
                                            <p:txEl>
                                              <p:pRg st="11" end="11"/>
                                            </p:txEl>
                                          </p:spTgt>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53" presetClass="entr" presetSubtype="0" fill="hold" nodeType="clickEffect">
                                  <p:stCondLst>
                                    <p:cond delay="0"/>
                                  </p:stCondLst>
                                  <p:childTnLst>
                                    <p:set>
                                      <p:cBhvr>
                                        <p:cTn id="76" dur="1" fill="hold">
                                          <p:stCondLst>
                                            <p:cond delay="0"/>
                                          </p:stCondLst>
                                        </p:cTn>
                                        <p:tgtEl>
                                          <p:spTgt spid="766978">
                                            <p:txEl>
                                              <p:pRg st="12" end="12"/>
                                            </p:txEl>
                                          </p:spTgt>
                                        </p:tgtEl>
                                        <p:attrNameLst>
                                          <p:attrName>style.visibility</p:attrName>
                                        </p:attrNameLst>
                                      </p:cBhvr>
                                      <p:to>
                                        <p:strVal val="visible"/>
                                      </p:to>
                                    </p:set>
                                    <p:anim calcmode="lin" valueType="num">
                                      <p:cBhvr>
                                        <p:cTn id="77" dur="500" fill="hold"/>
                                        <p:tgtEl>
                                          <p:spTgt spid="766978">
                                            <p:txEl>
                                              <p:pRg st="12" end="12"/>
                                            </p:txEl>
                                          </p:spTgt>
                                        </p:tgtEl>
                                        <p:attrNameLst>
                                          <p:attrName>ppt_w</p:attrName>
                                        </p:attrNameLst>
                                      </p:cBhvr>
                                      <p:tavLst>
                                        <p:tav tm="0">
                                          <p:val>
                                            <p:fltVal val="0"/>
                                          </p:val>
                                        </p:tav>
                                        <p:tav tm="100000">
                                          <p:val>
                                            <p:strVal val="#ppt_w"/>
                                          </p:val>
                                        </p:tav>
                                      </p:tavLst>
                                    </p:anim>
                                    <p:anim calcmode="lin" valueType="num">
                                      <p:cBhvr>
                                        <p:cTn id="78" dur="500" fill="hold"/>
                                        <p:tgtEl>
                                          <p:spTgt spid="766978">
                                            <p:txEl>
                                              <p:pRg st="12" end="12"/>
                                            </p:txEl>
                                          </p:spTgt>
                                        </p:tgtEl>
                                        <p:attrNameLst>
                                          <p:attrName>ppt_h</p:attrName>
                                        </p:attrNameLst>
                                      </p:cBhvr>
                                      <p:tavLst>
                                        <p:tav tm="0">
                                          <p:val>
                                            <p:fltVal val="0"/>
                                          </p:val>
                                        </p:tav>
                                        <p:tav tm="100000">
                                          <p:val>
                                            <p:strVal val="#ppt_h"/>
                                          </p:val>
                                        </p:tav>
                                      </p:tavLst>
                                    </p:anim>
                                    <p:animEffect transition="in" filter="fade">
                                      <p:cBhvr>
                                        <p:cTn id="79" dur="500"/>
                                        <p:tgtEl>
                                          <p:spTgt spid="766978">
                                            <p:txEl>
                                              <p:pRg st="12" end="12"/>
                                            </p:txEl>
                                          </p:spTgt>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53" presetClass="entr" presetSubtype="0" fill="hold" nodeType="clickEffect">
                                  <p:stCondLst>
                                    <p:cond delay="0"/>
                                  </p:stCondLst>
                                  <p:childTnLst>
                                    <p:set>
                                      <p:cBhvr>
                                        <p:cTn id="83" dur="1" fill="hold">
                                          <p:stCondLst>
                                            <p:cond delay="0"/>
                                          </p:stCondLst>
                                        </p:cTn>
                                        <p:tgtEl>
                                          <p:spTgt spid="766978">
                                            <p:txEl>
                                              <p:pRg st="13" end="13"/>
                                            </p:txEl>
                                          </p:spTgt>
                                        </p:tgtEl>
                                        <p:attrNameLst>
                                          <p:attrName>style.visibility</p:attrName>
                                        </p:attrNameLst>
                                      </p:cBhvr>
                                      <p:to>
                                        <p:strVal val="visible"/>
                                      </p:to>
                                    </p:set>
                                    <p:anim calcmode="lin" valueType="num">
                                      <p:cBhvr>
                                        <p:cTn id="84" dur="500" fill="hold"/>
                                        <p:tgtEl>
                                          <p:spTgt spid="766978">
                                            <p:txEl>
                                              <p:pRg st="13" end="13"/>
                                            </p:txEl>
                                          </p:spTgt>
                                        </p:tgtEl>
                                        <p:attrNameLst>
                                          <p:attrName>ppt_w</p:attrName>
                                        </p:attrNameLst>
                                      </p:cBhvr>
                                      <p:tavLst>
                                        <p:tav tm="0">
                                          <p:val>
                                            <p:fltVal val="0"/>
                                          </p:val>
                                        </p:tav>
                                        <p:tav tm="100000">
                                          <p:val>
                                            <p:strVal val="#ppt_w"/>
                                          </p:val>
                                        </p:tav>
                                      </p:tavLst>
                                    </p:anim>
                                    <p:anim calcmode="lin" valueType="num">
                                      <p:cBhvr>
                                        <p:cTn id="85" dur="500" fill="hold"/>
                                        <p:tgtEl>
                                          <p:spTgt spid="766978">
                                            <p:txEl>
                                              <p:pRg st="13" end="13"/>
                                            </p:txEl>
                                          </p:spTgt>
                                        </p:tgtEl>
                                        <p:attrNameLst>
                                          <p:attrName>ppt_h</p:attrName>
                                        </p:attrNameLst>
                                      </p:cBhvr>
                                      <p:tavLst>
                                        <p:tav tm="0">
                                          <p:val>
                                            <p:fltVal val="0"/>
                                          </p:val>
                                        </p:tav>
                                        <p:tav tm="100000">
                                          <p:val>
                                            <p:strVal val="#ppt_h"/>
                                          </p:val>
                                        </p:tav>
                                      </p:tavLst>
                                    </p:anim>
                                    <p:animEffect transition="in" filter="fade">
                                      <p:cBhvr>
                                        <p:cTn id="86" dur="500"/>
                                        <p:tgtEl>
                                          <p:spTgt spid="766978">
                                            <p:txEl>
                                              <p:pRg st="13" end="13"/>
                                            </p:txEl>
                                          </p:spTgt>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53" presetClass="entr" presetSubtype="0" fill="hold" nodeType="clickEffect">
                                  <p:stCondLst>
                                    <p:cond delay="0"/>
                                  </p:stCondLst>
                                  <p:childTnLst>
                                    <p:set>
                                      <p:cBhvr>
                                        <p:cTn id="90" dur="1" fill="hold">
                                          <p:stCondLst>
                                            <p:cond delay="0"/>
                                          </p:stCondLst>
                                        </p:cTn>
                                        <p:tgtEl>
                                          <p:spTgt spid="766978">
                                            <p:txEl>
                                              <p:pRg st="14" end="14"/>
                                            </p:txEl>
                                          </p:spTgt>
                                        </p:tgtEl>
                                        <p:attrNameLst>
                                          <p:attrName>style.visibility</p:attrName>
                                        </p:attrNameLst>
                                      </p:cBhvr>
                                      <p:to>
                                        <p:strVal val="visible"/>
                                      </p:to>
                                    </p:set>
                                    <p:anim calcmode="lin" valueType="num">
                                      <p:cBhvr>
                                        <p:cTn id="91" dur="500" fill="hold"/>
                                        <p:tgtEl>
                                          <p:spTgt spid="766978">
                                            <p:txEl>
                                              <p:pRg st="14" end="14"/>
                                            </p:txEl>
                                          </p:spTgt>
                                        </p:tgtEl>
                                        <p:attrNameLst>
                                          <p:attrName>ppt_w</p:attrName>
                                        </p:attrNameLst>
                                      </p:cBhvr>
                                      <p:tavLst>
                                        <p:tav tm="0">
                                          <p:val>
                                            <p:fltVal val="0"/>
                                          </p:val>
                                        </p:tav>
                                        <p:tav tm="100000">
                                          <p:val>
                                            <p:strVal val="#ppt_w"/>
                                          </p:val>
                                        </p:tav>
                                      </p:tavLst>
                                    </p:anim>
                                    <p:anim calcmode="lin" valueType="num">
                                      <p:cBhvr>
                                        <p:cTn id="92" dur="500" fill="hold"/>
                                        <p:tgtEl>
                                          <p:spTgt spid="766978">
                                            <p:txEl>
                                              <p:pRg st="14" end="14"/>
                                            </p:txEl>
                                          </p:spTgt>
                                        </p:tgtEl>
                                        <p:attrNameLst>
                                          <p:attrName>ppt_h</p:attrName>
                                        </p:attrNameLst>
                                      </p:cBhvr>
                                      <p:tavLst>
                                        <p:tav tm="0">
                                          <p:val>
                                            <p:fltVal val="0"/>
                                          </p:val>
                                        </p:tav>
                                        <p:tav tm="100000">
                                          <p:val>
                                            <p:strVal val="#ppt_h"/>
                                          </p:val>
                                        </p:tav>
                                      </p:tavLst>
                                    </p:anim>
                                    <p:animEffect transition="in" filter="fade">
                                      <p:cBhvr>
                                        <p:cTn id="93" dur="500"/>
                                        <p:tgtEl>
                                          <p:spTgt spid="766978">
                                            <p:txEl>
                                              <p:pRg st="14" end="14"/>
                                            </p:txEl>
                                          </p:spTgt>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53" presetClass="entr" presetSubtype="0" fill="hold" nodeType="clickEffect">
                                  <p:stCondLst>
                                    <p:cond delay="0"/>
                                  </p:stCondLst>
                                  <p:childTnLst>
                                    <p:set>
                                      <p:cBhvr>
                                        <p:cTn id="97" dur="1" fill="hold">
                                          <p:stCondLst>
                                            <p:cond delay="0"/>
                                          </p:stCondLst>
                                        </p:cTn>
                                        <p:tgtEl>
                                          <p:spTgt spid="766978">
                                            <p:txEl>
                                              <p:pRg st="15" end="15"/>
                                            </p:txEl>
                                          </p:spTgt>
                                        </p:tgtEl>
                                        <p:attrNameLst>
                                          <p:attrName>style.visibility</p:attrName>
                                        </p:attrNameLst>
                                      </p:cBhvr>
                                      <p:to>
                                        <p:strVal val="visible"/>
                                      </p:to>
                                    </p:set>
                                    <p:anim calcmode="lin" valueType="num">
                                      <p:cBhvr>
                                        <p:cTn id="98" dur="500" fill="hold"/>
                                        <p:tgtEl>
                                          <p:spTgt spid="766978">
                                            <p:txEl>
                                              <p:pRg st="15" end="15"/>
                                            </p:txEl>
                                          </p:spTgt>
                                        </p:tgtEl>
                                        <p:attrNameLst>
                                          <p:attrName>ppt_w</p:attrName>
                                        </p:attrNameLst>
                                      </p:cBhvr>
                                      <p:tavLst>
                                        <p:tav tm="0">
                                          <p:val>
                                            <p:fltVal val="0"/>
                                          </p:val>
                                        </p:tav>
                                        <p:tav tm="100000">
                                          <p:val>
                                            <p:strVal val="#ppt_w"/>
                                          </p:val>
                                        </p:tav>
                                      </p:tavLst>
                                    </p:anim>
                                    <p:anim calcmode="lin" valueType="num">
                                      <p:cBhvr>
                                        <p:cTn id="99" dur="500" fill="hold"/>
                                        <p:tgtEl>
                                          <p:spTgt spid="766978">
                                            <p:txEl>
                                              <p:pRg st="15" end="15"/>
                                            </p:txEl>
                                          </p:spTgt>
                                        </p:tgtEl>
                                        <p:attrNameLst>
                                          <p:attrName>ppt_h</p:attrName>
                                        </p:attrNameLst>
                                      </p:cBhvr>
                                      <p:tavLst>
                                        <p:tav tm="0">
                                          <p:val>
                                            <p:fltVal val="0"/>
                                          </p:val>
                                        </p:tav>
                                        <p:tav tm="100000">
                                          <p:val>
                                            <p:strVal val="#ppt_h"/>
                                          </p:val>
                                        </p:tav>
                                      </p:tavLst>
                                    </p:anim>
                                    <p:animEffect transition="in" filter="fade">
                                      <p:cBhvr>
                                        <p:cTn id="100" dur="500"/>
                                        <p:tgtEl>
                                          <p:spTgt spid="766978">
                                            <p:txEl>
                                              <p:pRg st="15" end="15"/>
                                            </p:txEl>
                                          </p:spTgt>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53" presetClass="entr" presetSubtype="0" fill="hold" nodeType="clickEffect">
                                  <p:stCondLst>
                                    <p:cond delay="0"/>
                                  </p:stCondLst>
                                  <p:childTnLst>
                                    <p:set>
                                      <p:cBhvr>
                                        <p:cTn id="104" dur="1" fill="hold">
                                          <p:stCondLst>
                                            <p:cond delay="0"/>
                                          </p:stCondLst>
                                        </p:cTn>
                                        <p:tgtEl>
                                          <p:spTgt spid="766978">
                                            <p:txEl>
                                              <p:pRg st="16" end="16"/>
                                            </p:txEl>
                                          </p:spTgt>
                                        </p:tgtEl>
                                        <p:attrNameLst>
                                          <p:attrName>style.visibility</p:attrName>
                                        </p:attrNameLst>
                                      </p:cBhvr>
                                      <p:to>
                                        <p:strVal val="visible"/>
                                      </p:to>
                                    </p:set>
                                    <p:anim calcmode="lin" valueType="num">
                                      <p:cBhvr>
                                        <p:cTn id="105" dur="500" fill="hold"/>
                                        <p:tgtEl>
                                          <p:spTgt spid="766978">
                                            <p:txEl>
                                              <p:pRg st="16" end="16"/>
                                            </p:txEl>
                                          </p:spTgt>
                                        </p:tgtEl>
                                        <p:attrNameLst>
                                          <p:attrName>ppt_w</p:attrName>
                                        </p:attrNameLst>
                                      </p:cBhvr>
                                      <p:tavLst>
                                        <p:tav tm="0">
                                          <p:val>
                                            <p:fltVal val="0"/>
                                          </p:val>
                                        </p:tav>
                                        <p:tav tm="100000">
                                          <p:val>
                                            <p:strVal val="#ppt_w"/>
                                          </p:val>
                                        </p:tav>
                                      </p:tavLst>
                                    </p:anim>
                                    <p:anim calcmode="lin" valueType="num">
                                      <p:cBhvr>
                                        <p:cTn id="106" dur="500" fill="hold"/>
                                        <p:tgtEl>
                                          <p:spTgt spid="766978">
                                            <p:txEl>
                                              <p:pRg st="16" end="16"/>
                                            </p:txEl>
                                          </p:spTgt>
                                        </p:tgtEl>
                                        <p:attrNameLst>
                                          <p:attrName>ppt_h</p:attrName>
                                        </p:attrNameLst>
                                      </p:cBhvr>
                                      <p:tavLst>
                                        <p:tav tm="0">
                                          <p:val>
                                            <p:fltVal val="0"/>
                                          </p:val>
                                        </p:tav>
                                        <p:tav tm="100000">
                                          <p:val>
                                            <p:strVal val="#ppt_h"/>
                                          </p:val>
                                        </p:tav>
                                      </p:tavLst>
                                    </p:anim>
                                    <p:animEffect transition="in" filter="fade">
                                      <p:cBhvr>
                                        <p:cTn id="107" dur="500"/>
                                        <p:tgtEl>
                                          <p:spTgt spid="766978">
                                            <p:txEl>
                                              <p:pRg st="16" end="16"/>
                                            </p:txEl>
                                          </p:spTgt>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53" presetClass="entr" presetSubtype="0" fill="hold" nodeType="clickEffect">
                                  <p:stCondLst>
                                    <p:cond delay="0"/>
                                  </p:stCondLst>
                                  <p:childTnLst>
                                    <p:set>
                                      <p:cBhvr>
                                        <p:cTn id="111" dur="1" fill="hold">
                                          <p:stCondLst>
                                            <p:cond delay="0"/>
                                          </p:stCondLst>
                                        </p:cTn>
                                        <p:tgtEl>
                                          <p:spTgt spid="766978">
                                            <p:txEl>
                                              <p:pRg st="17" end="17"/>
                                            </p:txEl>
                                          </p:spTgt>
                                        </p:tgtEl>
                                        <p:attrNameLst>
                                          <p:attrName>style.visibility</p:attrName>
                                        </p:attrNameLst>
                                      </p:cBhvr>
                                      <p:to>
                                        <p:strVal val="visible"/>
                                      </p:to>
                                    </p:set>
                                    <p:anim calcmode="lin" valueType="num">
                                      <p:cBhvr>
                                        <p:cTn id="112" dur="500" fill="hold"/>
                                        <p:tgtEl>
                                          <p:spTgt spid="766978">
                                            <p:txEl>
                                              <p:pRg st="17" end="17"/>
                                            </p:txEl>
                                          </p:spTgt>
                                        </p:tgtEl>
                                        <p:attrNameLst>
                                          <p:attrName>ppt_w</p:attrName>
                                        </p:attrNameLst>
                                      </p:cBhvr>
                                      <p:tavLst>
                                        <p:tav tm="0">
                                          <p:val>
                                            <p:fltVal val="0"/>
                                          </p:val>
                                        </p:tav>
                                        <p:tav tm="100000">
                                          <p:val>
                                            <p:strVal val="#ppt_w"/>
                                          </p:val>
                                        </p:tav>
                                      </p:tavLst>
                                    </p:anim>
                                    <p:anim calcmode="lin" valueType="num">
                                      <p:cBhvr>
                                        <p:cTn id="113" dur="500" fill="hold"/>
                                        <p:tgtEl>
                                          <p:spTgt spid="766978">
                                            <p:txEl>
                                              <p:pRg st="17" end="17"/>
                                            </p:txEl>
                                          </p:spTgt>
                                        </p:tgtEl>
                                        <p:attrNameLst>
                                          <p:attrName>ppt_h</p:attrName>
                                        </p:attrNameLst>
                                      </p:cBhvr>
                                      <p:tavLst>
                                        <p:tav tm="0">
                                          <p:val>
                                            <p:fltVal val="0"/>
                                          </p:val>
                                        </p:tav>
                                        <p:tav tm="100000">
                                          <p:val>
                                            <p:strVal val="#ppt_h"/>
                                          </p:val>
                                        </p:tav>
                                      </p:tavLst>
                                    </p:anim>
                                    <p:animEffect transition="in" filter="fade">
                                      <p:cBhvr>
                                        <p:cTn id="114" dur="500"/>
                                        <p:tgtEl>
                                          <p:spTgt spid="766978">
                                            <p:txEl>
                                              <p:pRg st="17" end="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53C2CCE8-56BF-4627-A4BB-CF78B93FE9C1}"/>
              </a:ext>
            </a:extLst>
          </p:cNvPr>
          <p:cNvSpPr>
            <a:spLocks noGrp="1"/>
          </p:cNvSpPr>
          <p:nvPr>
            <p:ph idx="1"/>
          </p:nvPr>
        </p:nvSpPr>
        <p:spPr/>
        <p:txBody>
          <a:bodyPr/>
          <a:lstStyle/>
          <a:p>
            <a:pPr marL="457200" indent="-457200">
              <a:buAutoNum type="arabicPeriod"/>
            </a:pPr>
            <a:r>
              <a:rPr lang="zh-CN" altLang="en-US" dirty="0"/>
              <a:t>为什么左递归文法不能进行确定的自顶向下分析？而右递归可以？</a:t>
            </a:r>
            <a:endParaRPr lang="en-US" altLang="zh-CN" dirty="0"/>
          </a:p>
          <a:p>
            <a:pPr marL="457200" indent="-457200">
              <a:buAutoNum type="arabicPeriod"/>
            </a:pPr>
            <a:r>
              <a:rPr lang="zh-CN" altLang="en-US" dirty="0"/>
              <a:t>错误恢复在什么时候进行？构建语法分析树在什么时候进行？</a:t>
            </a:r>
            <a:endParaRPr lang="en-US" altLang="zh-CN" dirty="0"/>
          </a:p>
          <a:p>
            <a:pPr marL="457200" indent="-457200">
              <a:buAutoNum type="arabicPeriod"/>
            </a:pPr>
            <a:r>
              <a:rPr lang="zh-CN" altLang="en-US" dirty="0"/>
              <a:t>在表驱动的预测分析中，什么情况下，是分析成功了，即确定输入串是文法生成的句子？</a:t>
            </a:r>
            <a:endParaRPr lang="en-US" altLang="zh-CN" dirty="0"/>
          </a:p>
          <a:p>
            <a:pPr marL="457200" indent="-457200">
              <a:buAutoNum type="arabicPeriod"/>
            </a:pPr>
            <a:r>
              <a:rPr lang="zh-CN" altLang="en-US" dirty="0"/>
              <a:t>若要自动生成表驱动的预测分析器，哪些组件是固定的，哪些组件是与文法相关的，需要自动生成？</a:t>
            </a:r>
          </a:p>
        </p:txBody>
      </p:sp>
      <p:sp>
        <p:nvSpPr>
          <p:cNvPr id="3" name="标题 2">
            <a:extLst>
              <a:ext uri="{FF2B5EF4-FFF2-40B4-BE49-F238E27FC236}">
                <a16:creationId xmlns:a16="http://schemas.microsoft.com/office/drawing/2014/main" id="{B4B085BE-FA93-4131-8E53-D42B776A3197}"/>
              </a:ext>
            </a:extLst>
          </p:cNvPr>
          <p:cNvSpPr>
            <a:spLocks noGrp="1"/>
          </p:cNvSpPr>
          <p:nvPr>
            <p:ph type="title"/>
          </p:nvPr>
        </p:nvSpPr>
        <p:spPr/>
        <p:txBody>
          <a:bodyPr/>
          <a:lstStyle/>
          <a:p>
            <a:r>
              <a:rPr lang="zh-CN" altLang="en-US" dirty="0"/>
              <a:t>思考题</a:t>
            </a:r>
          </a:p>
        </p:txBody>
      </p:sp>
      <p:sp>
        <p:nvSpPr>
          <p:cNvPr id="4" name="灯片编号占位符 3">
            <a:extLst>
              <a:ext uri="{FF2B5EF4-FFF2-40B4-BE49-F238E27FC236}">
                <a16:creationId xmlns:a16="http://schemas.microsoft.com/office/drawing/2014/main" id="{A3EAEFA5-ACF9-487B-B17D-39F601869AAF}"/>
              </a:ext>
            </a:extLst>
          </p:cNvPr>
          <p:cNvSpPr>
            <a:spLocks noGrp="1"/>
          </p:cNvSpPr>
          <p:nvPr>
            <p:ph type="sldNum" sz="quarter" idx="12"/>
          </p:nvPr>
        </p:nvSpPr>
        <p:spPr/>
        <p:txBody>
          <a:bodyPr/>
          <a:lstStyle/>
          <a:p>
            <a:pPr>
              <a:defRPr/>
            </a:pPr>
            <a:fld id="{EA567855-7F13-4FC5-AD61-2B82F6443E16}" type="slidenum">
              <a:rPr lang="zh-CN" altLang="en-US" smtClean="0"/>
              <a:pPr>
                <a:defRPr/>
              </a:pPr>
              <a:t>69</a:t>
            </a:fld>
            <a:endParaRPr lang="en-US" altLang="zh-CN"/>
          </a:p>
        </p:txBody>
      </p:sp>
    </p:spTree>
    <p:extLst>
      <p:ext uri="{BB962C8B-B14F-4D97-AF65-F5344CB8AC3E}">
        <p14:creationId xmlns:p14="http://schemas.microsoft.com/office/powerpoint/2010/main" val="3414780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down)">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down)">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down)">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down)">
                                      <p:cBhvr>
                                        <p:cTn id="2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79075" name="Rectangle 3"/>
          <p:cNvSpPr>
            <a:spLocks noGrp="1" noChangeArrowheads="1"/>
          </p:cNvSpPr>
          <p:nvPr>
            <p:ph idx="1"/>
          </p:nvPr>
        </p:nvSpPr>
        <p:spPr>
          <a:noFill/>
        </p:spPr>
        <p:txBody>
          <a:bodyPr vert="horz" wrap="square" lIns="69056" tIns="34529" rIns="69056" bIns="34529" numCol="1" anchor="t" anchorCtr="0" compatLnSpc="1">
            <a:prstTxWarp prst="textNoShape">
              <a:avLst/>
            </a:prstTxWarp>
          </a:bodyPr>
          <a:lstStyle/>
          <a:p>
            <a:pPr marL="457200" indent="-457200" eaLnBrk="1" hangingPunct="1">
              <a:spcBef>
                <a:spcPct val="40000"/>
              </a:spcBef>
              <a:buNone/>
            </a:pPr>
            <a:r>
              <a:rPr lang="en-US" altLang="zh-CN" dirty="0">
                <a:latin typeface="Times New Roman" panose="02020603050405020304" pitchFamily="18" charset="0"/>
              </a:rPr>
              <a:t>1.</a:t>
            </a:r>
            <a:r>
              <a:rPr lang="zh-CN" altLang="en-US" dirty="0">
                <a:latin typeface="Times New Roman" panose="02020603050405020304" pitchFamily="18" charset="0"/>
              </a:rPr>
              <a:t>自顶向下分析法和自底向上分析法分别寻找输入串的最左推导和最左归约</a:t>
            </a:r>
          </a:p>
          <a:p>
            <a:pPr marL="457200" indent="-457200" eaLnBrk="1" hangingPunct="1">
              <a:spcBef>
                <a:spcPct val="40000"/>
              </a:spcBef>
              <a:buNone/>
            </a:pPr>
            <a:r>
              <a:rPr lang="en-US" altLang="zh-CN" dirty="0">
                <a:latin typeface="Times New Roman" panose="02020603050405020304" pitchFamily="18" charset="0"/>
              </a:rPr>
              <a:t>2.</a:t>
            </a:r>
            <a:r>
              <a:rPr lang="zh-CN" altLang="en-US" dirty="0">
                <a:latin typeface="Times New Roman" panose="02020603050405020304" pitchFamily="18" charset="0"/>
              </a:rPr>
              <a:t>自顶向下分析会遇到二义性问题、回溯问题、左递归引起的无穷推导问题，需对文法进行改造：消除二义性、消除左递归、提取</a:t>
            </a:r>
            <a:r>
              <a:rPr lang="zh-CN" altLang="en-US" dirty="0"/>
              <a:t>左公因子</a:t>
            </a:r>
            <a:endParaRPr lang="zh-CN" altLang="en-US" i="1" dirty="0">
              <a:latin typeface="Times New Roman" panose="02020603050405020304" pitchFamily="18" charset="0"/>
            </a:endParaRPr>
          </a:p>
          <a:p>
            <a:pPr marL="457200" indent="-457200" eaLnBrk="1" hangingPunct="1">
              <a:spcBef>
                <a:spcPct val="40000"/>
              </a:spcBef>
              <a:buNone/>
            </a:pPr>
            <a:r>
              <a:rPr lang="en-US" altLang="zh-CN" dirty="0">
                <a:latin typeface="Times New Roman" panose="02020603050405020304" pitchFamily="18" charset="0"/>
              </a:rPr>
              <a:t>3. </a:t>
            </a:r>
            <a:r>
              <a:rPr lang="en-US" altLang="zh-CN" i="1" dirty="0">
                <a:latin typeface="Times New Roman" panose="02020603050405020304" pitchFamily="18" charset="0"/>
              </a:rPr>
              <a:t>LL</a:t>
            </a:r>
            <a:r>
              <a:rPr lang="en-US" altLang="zh-CN" dirty="0">
                <a:latin typeface="Times New Roman" panose="02020603050405020304" pitchFamily="18" charset="0"/>
              </a:rPr>
              <a:t>(1)</a:t>
            </a:r>
            <a:r>
              <a:rPr lang="zh-CN" altLang="en-US" dirty="0">
                <a:latin typeface="Times New Roman" panose="02020603050405020304" pitchFamily="18" charset="0"/>
              </a:rPr>
              <a:t>文法是一类可以进行确定分析的文法，利用</a:t>
            </a:r>
            <a:r>
              <a:rPr lang="en-US" altLang="zh-CN" dirty="0">
                <a:latin typeface="Times New Roman" panose="02020603050405020304" pitchFamily="18" charset="0"/>
              </a:rPr>
              <a:t>SELECT</a:t>
            </a:r>
            <a:r>
              <a:rPr lang="zh-CN" altLang="en-US" dirty="0">
                <a:latin typeface="Times New Roman" panose="02020603050405020304" pitchFamily="18" charset="0"/>
              </a:rPr>
              <a:t>集或</a:t>
            </a:r>
            <a:r>
              <a:rPr lang="en-US" altLang="zh-CN" dirty="0">
                <a:latin typeface="Times New Roman" panose="02020603050405020304" pitchFamily="18" charset="0"/>
              </a:rPr>
              <a:t>FIRST</a:t>
            </a:r>
            <a:r>
              <a:rPr lang="zh-CN" altLang="en-US" dirty="0">
                <a:latin typeface="Times New Roman" panose="02020603050405020304" pitchFamily="18" charset="0"/>
              </a:rPr>
              <a:t>集和</a:t>
            </a:r>
            <a:r>
              <a:rPr lang="en-US" altLang="zh-CN" dirty="0">
                <a:latin typeface="Times New Roman" panose="02020603050405020304" pitchFamily="18" charset="0"/>
              </a:rPr>
              <a:t>FOLLOW</a:t>
            </a:r>
            <a:r>
              <a:rPr lang="zh-CN" altLang="en-US" dirty="0">
                <a:latin typeface="Times New Roman" panose="02020603050405020304" pitchFamily="18" charset="0"/>
              </a:rPr>
              <a:t>集可以判定某个上下文无关文法是否为</a:t>
            </a:r>
            <a:r>
              <a:rPr lang="en-US" altLang="zh-CN" i="1" dirty="0">
                <a:latin typeface="Times New Roman" panose="02020603050405020304" pitchFamily="18" charset="0"/>
              </a:rPr>
              <a:t>LL</a:t>
            </a:r>
            <a:r>
              <a:rPr lang="en-US" altLang="zh-CN" dirty="0">
                <a:latin typeface="Times New Roman" panose="02020603050405020304" pitchFamily="18" charset="0"/>
              </a:rPr>
              <a:t>(1)</a:t>
            </a:r>
            <a:r>
              <a:rPr lang="zh-CN" altLang="en-US" dirty="0">
                <a:latin typeface="Times New Roman" panose="02020603050405020304" pitchFamily="18" charset="0"/>
              </a:rPr>
              <a:t>文法</a:t>
            </a:r>
            <a:endParaRPr lang="zh-CN" altLang="en-US" i="1" dirty="0">
              <a:latin typeface="Times New Roman" panose="02020603050405020304" pitchFamily="18" charset="0"/>
            </a:endParaRPr>
          </a:p>
        </p:txBody>
      </p:sp>
      <p:sp>
        <p:nvSpPr>
          <p:cNvPr id="83972" name="Rectangle 2"/>
          <p:cNvSpPr>
            <a:spLocks noGrp="1" noChangeArrowheads="1"/>
          </p:cNvSpPr>
          <p:nvPr>
            <p:ph type="title"/>
          </p:nvPr>
        </p:nvSpPr>
        <p:spPr>
          <a:noFill/>
        </p:spPr>
        <p:txBody>
          <a:bodyPr vert="horz" wrap="square" lIns="69056" tIns="34529" rIns="69056" bIns="34529" numCol="1" anchor="ctr" anchorCtr="0" compatLnSpc="1">
            <a:prstTxWarp prst="textNoShape">
              <a:avLst/>
            </a:prstTxWarp>
          </a:bodyPr>
          <a:lstStyle/>
          <a:p>
            <a:pPr eaLnBrk="1" hangingPunct="1"/>
            <a:r>
              <a:rPr lang="zh-CN" altLang="en-US" dirty="0"/>
              <a:t>小结</a:t>
            </a:r>
          </a:p>
        </p:txBody>
      </p:sp>
      <p:sp>
        <p:nvSpPr>
          <p:cNvPr id="83971" name="灯片编号占位符 5"/>
          <p:cNvSpPr>
            <a:spLocks noGrp="1"/>
          </p:cNvSpPr>
          <p:nvPr>
            <p:ph type="sldNum" sz="quarter" idx="12"/>
          </p:nvPr>
        </p:nvSpPr>
        <p:spPr>
          <a:noFill/>
        </p:spPr>
        <p:txBody>
          <a:bodyPr anchor="t"/>
          <a:lstStyle>
            <a:lvl1pPr>
              <a:spcBef>
                <a:spcPct val="20000"/>
              </a:spcBef>
              <a:buClr>
                <a:schemeClr val="folHlink"/>
              </a:buClr>
              <a:buSzPct val="60000"/>
              <a:buFont typeface="Wingdings" panose="05000000000000000000" pitchFamily="2" charset="2"/>
              <a:buChar char="n"/>
              <a:defRPr sz="2400" b="1">
                <a:solidFill>
                  <a:schemeClr val="tx1"/>
                </a:solidFill>
                <a:latin typeface="Tahoma" panose="020B0604030504040204" pitchFamily="34" charset="0"/>
                <a:ea typeface="楷体_GB2312" panose="02010609030101010101" pitchFamily="49" charset="-122"/>
              </a:defRPr>
            </a:lvl1pPr>
            <a:lvl2pPr marL="557213" indent="-214313">
              <a:spcBef>
                <a:spcPct val="20000"/>
              </a:spcBef>
              <a:buClr>
                <a:schemeClr val="hlink"/>
              </a:buClr>
              <a:buSzPct val="55000"/>
              <a:buFont typeface="Wingdings" panose="05000000000000000000" pitchFamily="2" charset="2"/>
              <a:buChar char="n"/>
              <a:defRPr sz="2100" b="1">
                <a:solidFill>
                  <a:schemeClr val="tx1"/>
                </a:solidFill>
                <a:latin typeface="Tahoma" panose="020B0604030504040204" pitchFamily="34" charset="0"/>
                <a:ea typeface="楷体_GB2312" panose="02010609030101010101" pitchFamily="49" charset="-122"/>
              </a:defRPr>
            </a:lvl2pPr>
            <a:lvl3pPr marL="857250" indent="-171450">
              <a:spcBef>
                <a:spcPct val="20000"/>
              </a:spcBef>
              <a:buClr>
                <a:schemeClr val="folHlink"/>
              </a:buClr>
              <a:buSzPct val="50000"/>
              <a:buFont typeface="Wingdings" panose="05000000000000000000" pitchFamily="2" charset="2"/>
              <a:buChar char="n"/>
              <a:defRPr sz="1800" b="1">
                <a:solidFill>
                  <a:schemeClr val="tx1"/>
                </a:solidFill>
                <a:latin typeface="Tahoma" panose="020B0604030504040204" pitchFamily="34" charset="0"/>
                <a:ea typeface="楷体_GB2312" panose="02010609030101010101" pitchFamily="49" charset="-122"/>
              </a:defRPr>
            </a:lvl3pPr>
            <a:lvl4pPr marL="1200150" indent="-171450">
              <a:spcBef>
                <a:spcPct val="20000"/>
              </a:spcBef>
              <a:buClr>
                <a:schemeClr val="accent2"/>
              </a:buClr>
              <a:buSzPct val="55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4pPr>
            <a:lvl5pPr marL="1543050" indent="-171450">
              <a:spcBef>
                <a:spcPct val="20000"/>
              </a:spcBef>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5pPr>
            <a:lvl6pPr marL="18859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6pPr>
            <a:lvl7pPr marL="22288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7pPr>
            <a:lvl8pPr marL="25717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8pPr>
            <a:lvl9pPr marL="29146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9pPr>
          </a:lstStyle>
          <a:p>
            <a:pPr>
              <a:spcBef>
                <a:spcPct val="0"/>
              </a:spcBef>
              <a:buClrTx/>
              <a:buSzTx/>
              <a:buFontTx/>
              <a:buNone/>
            </a:pPr>
            <a:fld id="{111AF2E7-193C-41C5-93B5-4E07C947DE17}" type="slidenum">
              <a:rPr lang="en-US" altLang="zh-CN" sz="1050" b="0">
                <a:latin typeface="Arial" panose="020B0604020202020204" pitchFamily="34" charset="0"/>
                <a:ea typeface="宋体" panose="02010600030101010101" pitchFamily="2" charset="-122"/>
              </a:rPr>
              <a:pPr>
                <a:spcBef>
                  <a:spcPct val="0"/>
                </a:spcBef>
                <a:buClrTx/>
                <a:buSzTx/>
                <a:buFontTx/>
                <a:buNone/>
              </a:pPr>
              <a:t>70</a:t>
            </a:fld>
            <a:endParaRPr lang="en-US" altLang="zh-CN" sz="1050" b="0">
              <a:latin typeface="Arial" panose="020B0604020202020204" pitchFamily="34" charset="0"/>
              <a:ea typeface="宋体" panose="02010600030101010101" pitchFamily="2" charset="-122"/>
            </a:endParaRPr>
          </a:p>
        </p:txBody>
      </p:sp>
      <p:sp>
        <p:nvSpPr>
          <p:cNvPr id="4" name="日期占位符 3"/>
          <p:cNvSpPr>
            <a:spLocks noGrp="1"/>
          </p:cNvSpPr>
          <p:nvPr>
            <p:ph type="dt" sz="quarter" idx="4294967295"/>
          </p:nvPr>
        </p:nvSpPr>
        <p:spPr>
          <a:xfrm>
            <a:off x="0" y="4684713"/>
            <a:ext cx="1600200" cy="357187"/>
          </a:xfrm>
          <a:ln>
            <a:miter lim="800000"/>
            <a:headEnd/>
            <a:tailEnd/>
          </a:ln>
        </p:spPr>
        <p:txBody>
          <a:bodyPr anchor="t"/>
          <a:lstStyle/>
          <a:p>
            <a:pPr>
              <a:defRPr/>
            </a:pPr>
            <a:fld id="{8852B1D5-6371-4356-A6C8-D34E210A232E}" type="datetime1">
              <a:rPr lang="zh-CN" altLang="en-US">
                <a:latin typeface="+mn-lt"/>
              </a:rPr>
              <a:pPr>
                <a:defRPr/>
              </a:pPr>
              <a:t>2024/3/5</a:t>
            </a:fld>
            <a:endParaRPr lang="en-US" altLang="zh-CN">
              <a:latin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iterate type="lt">
                                    <p:tmPct val="100000"/>
                                  </p:iterate>
                                  <p:childTnLst>
                                    <p:set>
                                      <p:cBhvr>
                                        <p:cTn id="6" dur="1" fill="hold">
                                          <p:stCondLst>
                                            <p:cond delay="0"/>
                                          </p:stCondLst>
                                        </p:cTn>
                                        <p:tgtEl>
                                          <p:spTgt spid="2179075">
                                            <p:txEl>
                                              <p:pRg st="0" end="0"/>
                                            </p:txEl>
                                          </p:spTgt>
                                        </p:tgtEl>
                                        <p:attrNameLst>
                                          <p:attrName>style.visibility</p:attrName>
                                        </p:attrNameLst>
                                      </p:cBhvr>
                                      <p:to>
                                        <p:strVal val="visible"/>
                                      </p:to>
                                    </p:set>
                                    <p:animEffect transition="in" filter="wipe(up)">
                                      <p:cBhvr>
                                        <p:cTn id="7" dur="75"/>
                                        <p:tgtEl>
                                          <p:spTgt spid="2179075">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3" name="TYPE.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iterate type="lt">
                                    <p:tmPct val="100000"/>
                                  </p:iterate>
                                  <p:childTnLst>
                                    <p:set>
                                      <p:cBhvr>
                                        <p:cTn id="11" dur="1" fill="hold">
                                          <p:stCondLst>
                                            <p:cond delay="0"/>
                                          </p:stCondLst>
                                        </p:cTn>
                                        <p:tgtEl>
                                          <p:spTgt spid="2179075">
                                            <p:txEl>
                                              <p:pRg st="1" end="1"/>
                                            </p:txEl>
                                          </p:spTgt>
                                        </p:tgtEl>
                                        <p:attrNameLst>
                                          <p:attrName>style.visibility</p:attrName>
                                        </p:attrNameLst>
                                      </p:cBhvr>
                                      <p:to>
                                        <p:strVal val="visible"/>
                                      </p:to>
                                    </p:set>
                                    <p:animEffect transition="in" filter="wipe(up)">
                                      <p:cBhvr>
                                        <p:cTn id="12" dur="75"/>
                                        <p:tgtEl>
                                          <p:spTgt spid="2179075">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3" name="TYPE.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iterate type="lt">
                                    <p:tmPct val="100000"/>
                                  </p:iterate>
                                  <p:childTnLst>
                                    <p:set>
                                      <p:cBhvr>
                                        <p:cTn id="16" dur="1" fill="hold">
                                          <p:stCondLst>
                                            <p:cond delay="0"/>
                                          </p:stCondLst>
                                        </p:cTn>
                                        <p:tgtEl>
                                          <p:spTgt spid="2179075">
                                            <p:txEl>
                                              <p:pRg st="2" end="2"/>
                                            </p:txEl>
                                          </p:spTgt>
                                        </p:tgtEl>
                                        <p:attrNameLst>
                                          <p:attrName>style.visibility</p:attrName>
                                        </p:attrNameLst>
                                      </p:cBhvr>
                                      <p:to>
                                        <p:strVal val="visible"/>
                                      </p:to>
                                    </p:set>
                                    <p:animEffect transition="in" filter="wipe(up)">
                                      <p:cBhvr>
                                        <p:cTn id="17" dur="75"/>
                                        <p:tgtEl>
                                          <p:spTgt spid="2179075">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3"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79075" grpId="0" build="p"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37859" name="Rectangle 3"/>
          <p:cNvSpPr>
            <a:spLocks noGrp="1" noChangeArrowheads="1"/>
          </p:cNvSpPr>
          <p:nvPr>
            <p:ph idx="1"/>
          </p:nvPr>
        </p:nvSpPr>
        <p:spPr>
          <a:xfrm>
            <a:off x="755576" y="1131590"/>
            <a:ext cx="7560840" cy="3240360"/>
          </a:xfrm>
          <a:noFill/>
        </p:spPr>
        <p:txBody>
          <a:bodyPr vert="horz" wrap="square" lIns="69056" tIns="34529" rIns="69056" bIns="34529" numCol="1" anchor="t" anchorCtr="0" compatLnSpc="1">
            <a:prstTxWarp prst="textNoShape">
              <a:avLst/>
            </a:prstTxWarp>
          </a:bodyPr>
          <a:lstStyle/>
          <a:p>
            <a:pPr marL="457200" indent="-457200" eaLnBrk="1" hangingPunct="1">
              <a:spcBef>
                <a:spcPts val="600"/>
              </a:spcBef>
              <a:buNone/>
            </a:pPr>
            <a:r>
              <a:rPr lang="en-US" altLang="zh-CN" sz="2000" dirty="0">
                <a:latin typeface="Times New Roman" panose="02020603050405020304" pitchFamily="18" charset="0"/>
              </a:rPr>
              <a:t>4. </a:t>
            </a:r>
            <a:r>
              <a:rPr lang="en-US" altLang="zh-CN" sz="2000" i="1" dirty="0">
                <a:latin typeface="Times New Roman" panose="02020603050405020304" pitchFamily="18" charset="0"/>
              </a:rPr>
              <a:t>LL</a:t>
            </a:r>
            <a:r>
              <a:rPr lang="en-US" altLang="zh-CN" sz="2000" dirty="0">
                <a:latin typeface="Times New Roman" panose="02020603050405020304" pitchFamily="18" charset="0"/>
              </a:rPr>
              <a:t>(1)</a:t>
            </a:r>
            <a:r>
              <a:rPr lang="zh-CN" altLang="en-US" sz="2000" dirty="0">
                <a:latin typeface="Times New Roman" panose="02020603050405020304" pitchFamily="18" charset="0"/>
              </a:rPr>
              <a:t>文法可以用预测分析法也称为</a:t>
            </a:r>
            <a:r>
              <a:rPr lang="en-US" altLang="zh-CN" sz="2000" i="1" dirty="0">
                <a:latin typeface="Times New Roman" panose="02020603050405020304" pitchFamily="18" charset="0"/>
              </a:rPr>
              <a:t>LL</a:t>
            </a:r>
            <a:r>
              <a:rPr lang="en-US" altLang="zh-CN" sz="2000" dirty="0">
                <a:latin typeface="Times New Roman" panose="02020603050405020304" pitchFamily="18" charset="0"/>
              </a:rPr>
              <a:t>(1)</a:t>
            </a:r>
            <a:r>
              <a:rPr lang="zh-CN" altLang="en-US" sz="2000" dirty="0">
                <a:latin typeface="Times New Roman" panose="02020603050405020304" pitchFamily="18" charset="0"/>
              </a:rPr>
              <a:t>分析法进行分析，对应的分析器称为预测分析器。此方法的核心是构造文法的预测分析表。</a:t>
            </a:r>
            <a:endParaRPr lang="en-US" altLang="zh-CN" sz="2000" dirty="0">
              <a:latin typeface="Times New Roman" panose="02020603050405020304" pitchFamily="18" charset="0"/>
            </a:endParaRPr>
          </a:p>
          <a:p>
            <a:pPr marL="457200" indent="-457200" eaLnBrk="1" hangingPunct="1">
              <a:spcBef>
                <a:spcPts val="600"/>
              </a:spcBef>
              <a:buNone/>
            </a:pPr>
            <a:r>
              <a:rPr lang="en-US" altLang="zh-CN" sz="2000" dirty="0">
                <a:latin typeface="Times New Roman" panose="02020603050405020304" pitchFamily="18" charset="0"/>
              </a:rPr>
              <a:t>5. </a:t>
            </a:r>
            <a:r>
              <a:rPr lang="zh-CN" altLang="en-US" sz="2000" dirty="0">
                <a:latin typeface="Times New Roman" panose="02020603050405020304" pitchFamily="18" charset="0"/>
              </a:rPr>
              <a:t>递归下降分析法根据各个候选式的结构为每个非终结符编写一个子程序。</a:t>
            </a:r>
          </a:p>
          <a:p>
            <a:pPr marL="457200" indent="-457200" eaLnBrk="1" hangingPunct="1">
              <a:spcBef>
                <a:spcPts val="600"/>
              </a:spcBef>
              <a:buNone/>
            </a:pPr>
            <a:r>
              <a:rPr lang="en-US" altLang="zh-CN" sz="2000" dirty="0"/>
              <a:t>6. </a:t>
            </a:r>
            <a:r>
              <a:rPr lang="zh-CN" altLang="en-US" sz="2000" dirty="0"/>
              <a:t>表驱动的预测分析维护一个栈，保存尚未分析的句型子串，通过栈顶符号和当前输入符号决定分析器的下一步动作。</a:t>
            </a:r>
            <a:endParaRPr lang="en-US" altLang="zh-CN" sz="2000" dirty="0"/>
          </a:p>
          <a:p>
            <a:pPr marL="457200" indent="-457200" eaLnBrk="1" hangingPunct="1">
              <a:spcBef>
                <a:spcPts val="600"/>
              </a:spcBef>
              <a:buNone/>
            </a:pPr>
            <a:r>
              <a:rPr lang="en-US" altLang="zh-CN" sz="2000" dirty="0"/>
              <a:t>7. </a:t>
            </a:r>
            <a:r>
              <a:rPr lang="zh-CN" altLang="en-US" sz="2000" dirty="0"/>
              <a:t>非</a:t>
            </a:r>
            <a:r>
              <a:rPr lang="en-US" altLang="zh-CN" sz="2000" dirty="0"/>
              <a:t>LL(1)</a:t>
            </a:r>
            <a:r>
              <a:rPr lang="zh-CN" altLang="en-US" sz="2000" dirty="0"/>
              <a:t>文法不能使用预测分析进行语法分析，可以考虑采用自底向上的语法分析。</a:t>
            </a:r>
            <a:endParaRPr lang="en-US" altLang="zh-CN" sz="2000" dirty="0"/>
          </a:p>
        </p:txBody>
      </p:sp>
      <p:sp>
        <p:nvSpPr>
          <p:cNvPr id="84996" name="Rectangle 2"/>
          <p:cNvSpPr>
            <a:spLocks noGrp="1" noChangeArrowheads="1"/>
          </p:cNvSpPr>
          <p:nvPr>
            <p:ph type="title"/>
          </p:nvPr>
        </p:nvSpPr>
        <p:spPr>
          <a:noFill/>
        </p:spPr>
        <p:txBody>
          <a:bodyPr vert="horz" wrap="square" lIns="69056" tIns="34529" rIns="69056" bIns="34529" numCol="1" anchor="ctr" anchorCtr="0" compatLnSpc="1">
            <a:prstTxWarp prst="textNoShape">
              <a:avLst/>
            </a:prstTxWarp>
          </a:bodyPr>
          <a:lstStyle/>
          <a:p>
            <a:pPr eaLnBrk="1" hangingPunct="1"/>
            <a:r>
              <a:rPr lang="zh-CN" altLang="en-US" dirty="0"/>
              <a:t>小结</a:t>
            </a:r>
          </a:p>
        </p:txBody>
      </p:sp>
      <p:sp>
        <p:nvSpPr>
          <p:cNvPr id="84995" name="灯片编号占位符 5"/>
          <p:cNvSpPr>
            <a:spLocks noGrp="1"/>
          </p:cNvSpPr>
          <p:nvPr>
            <p:ph type="sldNum" sz="quarter" idx="12"/>
          </p:nvPr>
        </p:nvSpPr>
        <p:spPr>
          <a:noFill/>
        </p:spPr>
        <p:txBody>
          <a:bodyPr anchor="t"/>
          <a:lstStyle>
            <a:lvl1pPr>
              <a:spcBef>
                <a:spcPct val="20000"/>
              </a:spcBef>
              <a:buClr>
                <a:schemeClr val="folHlink"/>
              </a:buClr>
              <a:buSzPct val="60000"/>
              <a:buFont typeface="Wingdings" panose="05000000000000000000" pitchFamily="2" charset="2"/>
              <a:buChar char="n"/>
              <a:defRPr sz="2400" b="1">
                <a:solidFill>
                  <a:schemeClr val="tx1"/>
                </a:solidFill>
                <a:latin typeface="Tahoma" panose="020B0604030504040204" pitchFamily="34" charset="0"/>
                <a:ea typeface="楷体_GB2312" panose="02010609030101010101" pitchFamily="49" charset="-122"/>
              </a:defRPr>
            </a:lvl1pPr>
            <a:lvl2pPr marL="557213" indent="-214313">
              <a:spcBef>
                <a:spcPct val="20000"/>
              </a:spcBef>
              <a:buClr>
                <a:schemeClr val="hlink"/>
              </a:buClr>
              <a:buSzPct val="55000"/>
              <a:buFont typeface="Wingdings" panose="05000000000000000000" pitchFamily="2" charset="2"/>
              <a:buChar char="n"/>
              <a:defRPr sz="2100" b="1">
                <a:solidFill>
                  <a:schemeClr val="tx1"/>
                </a:solidFill>
                <a:latin typeface="Tahoma" panose="020B0604030504040204" pitchFamily="34" charset="0"/>
                <a:ea typeface="楷体_GB2312" panose="02010609030101010101" pitchFamily="49" charset="-122"/>
              </a:defRPr>
            </a:lvl2pPr>
            <a:lvl3pPr marL="857250" indent="-171450">
              <a:spcBef>
                <a:spcPct val="20000"/>
              </a:spcBef>
              <a:buClr>
                <a:schemeClr val="folHlink"/>
              </a:buClr>
              <a:buSzPct val="50000"/>
              <a:buFont typeface="Wingdings" panose="05000000000000000000" pitchFamily="2" charset="2"/>
              <a:buChar char="n"/>
              <a:defRPr sz="1800" b="1">
                <a:solidFill>
                  <a:schemeClr val="tx1"/>
                </a:solidFill>
                <a:latin typeface="Tahoma" panose="020B0604030504040204" pitchFamily="34" charset="0"/>
                <a:ea typeface="楷体_GB2312" panose="02010609030101010101" pitchFamily="49" charset="-122"/>
              </a:defRPr>
            </a:lvl3pPr>
            <a:lvl4pPr marL="1200150" indent="-171450">
              <a:spcBef>
                <a:spcPct val="20000"/>
              </a:spcBef>
              <a:buClr>
                <a:schemeClr val="accent2"/>
              </a:buClr>
              <a:buSzPct val="55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4pPr>
            <a:lvl5pPr marL="1543050" indent="-171450">
              <a:spcBef>
                <a:spcPct val="20000"/>
              </a:spcBef>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5pPr>
            <a:lvl6pPr marL="18859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6pPr>
            <a:lvl7pPr marL="22288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7pPr>
            <a:lvl8pPr marL="25717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8pPr>
            <a:lvl9pPr marL="29146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9pPr>
          </a:lstStyle>
          <a:p>
            <a:pPr>
              <a:spcBef>
                <a:spcPct val="0"/>
              </a:spcBef>
              <a:buClrTx/>
              <a:buSzTx/>
              <a:buFontTx/>
              <a:buNone/>
            </a:pPr>
            <a:fld id="{323A98DA-D7B2-4DF6-A4E4-E9F10FCF5AC9}" type="slidenum">
              <a:rPr lang="en-US" altLang="zh-CN" sz="1050" b="0">
                <a:latin typeface="Arial" panose="020B0604020202020204" pitchFamily="34" charset="0"/>
                <a:ea typeface="宋体" panose="02010600030101010101" pitchFamily="2" charset="-122"/>
              </a:rPr>
              <a:pPr>
                <a:spcBef>
                  <a:spcPct val="0"/>
                </a:spcBef>
                <a:buClrTx/>
                <a:buSzTx/>
                <a:buFontTx/>
                <a:buNone/>
              </a:pPr>
              <a:t>71</a:t>
            </a:fld>
            <a:endParaRPr lang="en-US" altLang="zh-CN" sz="1050" b="0">
              <a:latin typeface="Arial" panose="020B0604020202020204" pitchFamily="34" charset="0"/>
              <a:ea typeface="宋体" panose="02010600030101010101" pitchFamily="2" charset="-122"/>
            </a:endParaRPr>
          </a:p>
        </p:txBody>
      </p:sp>
      <p:sp>
        <p:nvSpPr>
          <p:cNvPr id="4" name="日期占位符 3"/>
          <p:cNvSpPr>
            <a:spLocks noGrp="1"/>
          </p:cNvSpPr>
          <p:nvPr>
            <p:ph type="dt" sz="quarter" idx="4294967295"/>
          </p:nvPr>
        </p:nvSpPr>
        <p:spPr>
          <a:xfrm>
            <a:off x="0" y="4684713"/>
            <a:ext cx="1600200" cy="357187"/>
          </a:xfrm>
          <a:ln>
            <a:miter lim="800000"/>
            <a:headEnd/>
            <a:tailEnd/>
          </a:ln>
        </p:spPr>
        <p:txBody>
          <a:bodyPr anchor="t"/>
          <a:lstStyle/>
          <a:p>
            <a:pPr>
              <a:defRPr/>
            </a:pPr>
            <a:fld id="{FE11F256-2609-48E0-8A53-7016A708A6A1}" type="datetime1">
              <a:rPr lang="zh-CN" altLang="en-US">
                <a:latin typeface="+mn-lt"/>
              </a:rPr>
              <a:pPr>
                <a:defRPr/>
              </a:pPr>
              <a:t>2024/3/5</a:t>
            </a:fld>
            <a:endParaRPr lang="en-US" altLang="zh-CN">
              <a:latin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iterate type="lt">
                                    <p:tmPct val="100000"/>
                                  </p:iterate>
                                  <p:childTnLst>
                                    <p:set>
                                      <p:cBhvr>
                                        <p:cTn id="6" dur="1" fill="hold">
                                          <p:stCondLst>
                                            <p:cond delay="0"/>
                                          </p:stCondLst>
                                        </p:cTn>
                                        <p:tgtEl>
                                          <p:spTgt spid="2937859">
                                            <p:txEl>
                                              <p:pRg st="0" end="0"/>
                                            </p:txEl>
                                          </p:spTgt>
                                        </p:tgtEl>
                                        <p:attrNameLst>
                                          <p:attrName>style.visibility</p:attrName>
                                        </p:attrNameLst>
                                      </p:cBhvr>
                                      <p:to>
                                        <p:strVal val="visible"/>
                                      </p:to>
                                    </p:set>
                                    <p:animEffect transition="in" filter="wipe(up)">
                                      <p:cBhvr>
                                        <p:cTn id="7" dur="75"/>
                                        <p:tgtEl>
                                          <p:spTgt spid="2937859">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TYPE.WAV"/>
                                        </p:tgtEl>
                                      </p:cMediaNode>
                                    </p:audio>
                                  </p:sub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iterate type="lt">
                                    <p:tmPct val="100000"/>
                                  </p:iterate>
                                  <p:childTnLst>
                                    <p:set>
                                      <p:cBhvr>
                                        <p:cTn id="11" dur="1" fill="hold">
                                          <p:stCondLst>
                                            <p:cond delay="0"/>
                                          </p:stCondLst>
                                        </p:cTn>
                                        <p:tgtEl>
                                          <p:spTgt spid="2937859">
                                            <p:txEl>
                                              <p:pRg st="1" end="1"/>
                                            </p:txEl>
                                          </p:spTgt>
                                        </p:tgtEl>
                                        <p:attrNameLst>
                                          <p:attrName>style.visibility</p:attrName>
                                        </p:attrNameLst>
                                      </p:cBhvr>
                                      <p:to>
                                        <p:strVal val="visible"/>
                                      </p:to>
                                    </p:set>
                                    <p:animEffect transition="in" filter="wipe(up)">
                                      <p:cBhvr>
                                        <p:cTn id="12" dur="75"/>
                                        <p:tgtEl>
                                          <p:spTgt spid="2937859">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TYPE.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iterate type="lt">
                                    <p:tmPct val="100000"/>
                                  </p:iterate>
                                  <p:childTnLst>
                                    <p:set>
                                      <p:cBhvr>
                                        <p:cTn id="16" dur="1" fill="hold">
                                          <p:stCondLst>
                                            <p:cond delay="0"/>
                                          </p:stCondLst>
                                        </p:cTn>
                                        <p:tgtEl>
                                          <p:spTgt spid="2937859">
                                            <p:txEl>
                                              <p:pRg st="2" end="2"/>
                                            </p:txEl>
                                          </p:spTgt>
                                        </p:tgtEl>
                                        <p:attrNameLst>
                                          <p:attrName>style.visibility</p:attrName>
                                        </p:attrNameLst>
                                      </p:cBhvr>
                                      <p:to>
                                        <p:strVal val="visible"/>
                                      </p:to>
                                    </p:set>
                                    <p:animEffect transition="in" filter="wipe(up)">
                                      <p:cBhvr>
                                        <p:cTn id="17" dur="75"/>
                                        <p:tgtEl>
                                          <p:spTgt spid="2937859">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TYPE.WAV"/>
                                        </p:tgtEl>
                                      </p:cMediaNode>
                                    </p:audio>
                                  </p:sub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iterate type="lt">
                                    <p:tmPct val="100000"/>
                                  </p:iterate>
                                  <p:childTnLst>
                                    <p:set>
                                      <p:cBhvr>
                                        <p:cTn id="21" dur="1" fill="hold">
                                          <p:stCondLst>
                                            <p:cond delay="0"/>
                                          </p:stCondLst>
                                        </p:cTn>
                                        <p:tgtEl>
                                          <p:spTgt spid="2937859">
                                            <p:txEl>
                                              <p:pRg st="3" end="3"/>
                                            </p:txEl>
                                          </p:spTgt>
                                        </p:tgtEl>
                                        <p:attrNameLst>
                                          <p:attrName>style.visibility</p:attrName>
                                        </p:attrNameLst>
                                      </p:cBhvr>
                                      <p:to>
                                        <p:strVal val="visible"/>
                                      </p:to>
                                    </p:set>
                                    <p:animEffect transition="in" filter="wipe(up)">
                                      <p:cBhvr>
                                        <p:cTn id="22" dur="75"/>
                                        <p:tgtEl>
                                          <p:spTgt spid="2937859">
                                            <p:txEl>
                                              <p:pRg st="3" end="3"/>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37859" grpId="0" build="p"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a:extLst>
              <a:ext uri="{FF2B5EF4-FFF2-40B4-BE49-F238E27FC236}">
                <a16:creationId xmlns:a16="http://schemas.microsoft.com/office/drawing/2014/main" id="{E09787C9-99E8-494F-8A9B-719A608F3F87}"/>
              </a:ext>
            </a:extLst>
          </p:cNvPr>
          <p:cNvSpPr>
            <a:spLocks noGrp="1"/>
          </p:cNvSpPr>
          <p:nvPr>
            <p:ph idx="1"/>
          </p:nvPr>
        </p:nvSpPr>
        <p:spPr/>
        <p:txBody>
          <a:bodyPr/>
          <a:lstStyle/>
          <a:p>
            <a:r>
              <a:rPr lang="zh-CN" altLang="en-US" dirty="0"/>
              <a:t>平台：头歌</a:t>
            </a:r>
            <a:endParaRPr lang="en-US" altLang="zh-CN" dirty="0"/>
          </a:p>
          <a:p>
            <a:r>
              <a:rPr lang="en-US" altLang="zh-CN" dirty="0"/>
              <a:t> </a:t>
            </a:r>
            <a:r>
              <a:rPr lang="zh-CN" altLang="en-US" dirty="0"/>
              <a:t>发布时间：</a:t>
            </a:r>
            <a:r>
              <a:rPr lang="en-US" altLang="zh-CN" dirty="0"/>
              <a:t>2023-3-7</a:t>
            </a:r>
          </a:p>
          <a:p>
            <a:r>
              <a:rPr lang="en-US" altLang="zh-CN" dirty="0"/>
              <a:t> </a:t>
            </a:r>
            <a:r>
              <a:rPr lang="zh-CN" altLang="en-US" dirty="0"/>
              <a:t>提交截止时间：</a:t>
            </a:r>
            <a:r>
              <a:rPr lang="en-US" altLang="zh-CN" dirty="0"/>
              <a:t>2023-3-19-23:50</a:t>
            </a:r>
          </a:p>
          <a:p>
            <a:r>
              <a:rPr lang="zh-CN" altLang="en-US" dirty="0"/>
              <a:t>内容：</a:t>
            </a:r>
            <a:endParaRPr lang="en-US" altLang="zh-CN" dirty="0"/>
          </a:p>
          <a:p>
            <a:pPr lvl="1"/>
            <a:r>
              <a:rPr lang="zh-CN" altLang="en-US" dirty="0"/>
              <a:t>对文法进行改造</a:t>
            </a:r>
            <a:endParaRPr lang="en-US" altLang="zh-CN" dirty="0"/>
          </a:p>
          <a:p>
            <a:pPr lvl="1"/>
            <a:r>
              <a:rPr lang="zh-CN" altLang="en-US" dirty="0"/>
              <a:t>判断是否为</a:t>
            </a:r>
            <a:r>
              <a:rPr lang="en-US" altLang="zh-CN" dirty="0"/>
              <a:t>LL(1)</a:t>
            </a:r>
            <a:r>
              <a:rPr lang="zh-CN" altLang="en-US" dirty="0"/>
              <a:t>文法</a:t>
            </a:r>
            <a:endParaRPr lang="en-US" altLang="zh-CN" dirty="0"/>
          </a:p>
          <a:p>
            <a:pPr lvl="1"/>
            <a:r>
              <a:rPr lang="zh-CN" altLang="en-US"/>
              <a:t>画预测分析表</a:t>
            </a:r>
            <a:endParaRPr lang="zh-CN" altLang="en-US" dirty="0"/>
          </a:p>
        </p:txBody>
      </p:sp>
      <p:sp>
        <p:nvSpPr>
          <p:cNvPr id="5" name="标题 4">
            <a:extLst>
              <a:ext uri="{FF2B5EF4-FFF2-40B4-BE49-F238E27FC236}">
                <a16:creationId xmlns:a16="http://schemas.microsoft.com/office/drawing/2014/main" id="{F95500DF-BB63-4F19-879A-C504E7AE7B91}"/>
              </a:ext>
            </a:extLst>
          </p:cNvPr>
          <p:cNvSpPr>
            <a:spLocks noGrp="1"/>
          </p:cNvSpPr>
          <p:nvPr>
            <p:ph type="title"/>
          </p:nvPr>
        </p:nvSpPr>
        <p:spPr/>
        <p:txBody>
          <a:bodyPr/>
          <a:lstStyle/>
          <a:p>
            <a:r>
              <a:rPr lang="zh-CN" altLang="en-US" dirty="0"/>
              <a:t>第</a:t>
            </a:r>
            <a:r>
              <a:rPr lang="en-US" altLang="zh-CN" dirty="0"/>
              <a:t>03</a:t>
            </a:r>
            <a:r>
              <a:rPr lang="zh-CN" altLang="en-US" dirty="0"/>
              <a:t>次作业 自顶向下的语法分析</a:t>
            </a:r>
          </a:p>
        </p:txBody>
      </p:sp>
      <p:sp>
        <p:nvSpPr>
          <p:cNvPr id="4" name="灯片编号占位符 3">
            <a:extLst>
              <a:ext uri="{FF2B5EF4-FFF2-40B4-BE49-F238E27FC236}">
                <a16:creationId xmlns:a16="http://schemas.microsoft.com/office/drawing/2014/main" id="{33036C35-D6BB-479A-B1CE-BA50EDF1F81D}"/>
              </a:ext>
            </a:extLst>
          </p:cNvPr>
          <p:cNvSpPr>
            <a:spLocks noGrp="1"/>
          </p:cNvSpPr>
          <p:nvPr>
            <p:ph type="sldNum" sz="quarter" idx="12"/>
          </p:nvPr>
        </p:nvSpPr>
        <p:spPr/>
        <p:txBody>
          <a:bodyPr/>
          <a:lstStyle/>
          <a:p>
            <a:pPr>
              <a:defRPr/>
            </a:pPr>
            <a:fld id="{EA567855-7F13-4FC5-AD61-2B82F6443E16}" type="slidenum">
              <a:rPr lang="zh-CN" altLang="en-US" smtClean="0"/>
              <a:pPr>
                <a:defRPr/>
              </a:pPr>
              <a:t>72</a:t>
            </a:fld>
            <a:endParaRPr lang="en-US" altLang="zh-CN"/>
          </a:p>
        </p:txBody>
      </p:sp>
    </p:spTree>
    <p:extLst>
      <p:ext uri="{BB962C8B-B14F-4D97-AF65-F5344CB8AC3E}">
        <p14:creationId xmlns:p14="http://schemas.microsoft.com/office/powerpoint/2010/main" val="231937558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
            <a:extLst>
              <a:ext uri="{FF2B5EF4-FFF2-40B4-BE49-F238E27FC236}">
                <a16:creationId xmlns:a16="http://schemas.microsoft.com/office/drawing/2014/main" id="{638240D3-056D-410E-A888-9D42ACAE7A5F}"/>
              </a:ext>
            </a:extLst>
          </p:cNvPr>
          <p:cNvSpPr>
            <a:spLocks noGrp="1" noChangeArrowheads="1"/>
          </p:cNvSpPr>
          <p:nvPr>
            <p:ph idx="1"/>
          </p:nvPr>
        </p:nvSpPr>
        <p:spPr>
          <a:xfrm>
            <a:off x="4357688" y="1263650"/>
            <a:ext cx="5927725" cy="3522663"/>
          </a:xfrm>
        </p:spPr>
        <p:txBody>
          <a:bodyPr anchor="ctr"/>
          <a:lstStyle/>
          <a:p>
            <a:pPr eaLnBrk="1" hangingPunct="1">
              <a:lnSpc>
                <a:spcPts val="4500"/>
              </a:lnSpc>
              <a:buFont typeface="Symbol" panose="05050102010706020507" pitchFamily="18" charset="2"/>
              <a:buNone/>
              <a:defRPr/>
            </a:pPr>
            <a:r>
              <a:rPr lang="en-US" altLang="zh-CN" sz="2800" dirty="0">
                <a:solidFill>
                  <a:schemeClr val="bg1">
                    <a:lumMod val="50000"/>
                  </a:schemeClr>
                </a:solidFill>
                <a:latin typeface="微软雅黑" pitchFamily="34" charset="-122"/>
                <a:ea typeface="微软雅黑" pitchFamily="34" charset="-122"/>
                <a:cs typeface="Times New Roman" pitchFamily="18" charset="0"/>
              </a:rPr>
              <a:t>4.1 </a:t>
            </a:r>
            <a:r>
              <a:rPr lang="zh-CN" altLang="en-US" sz="2800" dirty="0">
                <a:solidFill>
                  <a:schemeClr val="bg1">
                    <a:lumMod val="50000"/>
                  </a:schemeClr>
                </a:solidFill>
                <a:latin typeface="微软雅黑" pitchFamily="34" charset="-122"/>
                <a:ea typeface="微软雅黑" pitchFamily="34" charset="-122"/>
                <a:cs typeface="Times New Roman" pitchFamily="18" charset="0"/>
              </a:rPr>
              <a:t>自顶向下的分析</a:t>
            </a:r>
          </a:p>
          <a:p>
            <a:pPr eaLnBrk="1" hangingPunct="1">
              <a:lnSpc>
                <a:spcPts val="4500"/>
              </a:lnSpc>
              <a:buFont typeface="Symbol" panose="05050102010706020507" pitchFamily="18" charset="2"/>
              <a:buNone/>
              <a:defRPr/>
            </a:pPr>
            <a:r>
              <a:rPr lang="en-US" altLang="zh-CN" sz="2800" dirty="0">
                <a:solidFill>
                  <a:schemeClr val="bg1">
                    <a:lumMod val="50000"/>
                  </a:schemeClr>
                </a:solidFill>
                <a:latin typeface="微软雅黑" pitchFamily="34" charset="-122"/>
                <a:ea typeface="微软雅黑" pitchFamily="34" charset="-122"/>
                <a:cs typeface="Times New Roman" pitchFamily="18" charset="0"/>
              </a:rPr>
              <a:t>4.2 </a:t>
            </a:r>
            <a:r>
              <a:rPr lang="zh-CN" altLang="en-US" sz="2800" dirty="0">
                <a:solidFill>
                  <a:schemeClr val="bg1">
                    <a:lumMod val="50000"/>
                  </a:schemeClr>
                </a:solidFill>
                <a:latin typeface="微软雅黑" pitchFamily="34" charset="-122"/>
                <a:ea typeface="微软雅黑" pitchFamily="34" charset="-122"/>
                <a:cs typeface="Times New Roman" pitchFamily="18" charset="0"/>
              </a:rPr>
              <a:t>预测分析法</a:t>
            </a:r>
            <a:endParaRPr lang="en-US" altLang="zh-CN" sz="2800" dirty="0">
              <a:solidFill>
                <a:schemeClr val="bg1">
                  <a:lumMod val="50000"/>
                </a:schemeClr>
              </a:solidFill>
              <a:latin typeface="微软雅黑" pitchFamily="34" charset="-122"/>
              <a:ea typeface="微软雅黑" pitchFamily="34" charset="-122"/>
              <a:cs typeface="Times New Roman" pitchFamily="18" charset="0"/>
            </a:endParaRPr>
          </a:p>
          <a:p>
            <a:pPr eaLnBrk="1" hangingPunct="1">
              <a:lnSpc>
                <a:spcPts val="4500"/>
              </a:lnSpc>
              <a:buFont typeface="Symbol" panose="05050102010706020507" pitchFamily="18" charset="2"/>
              <a:buNone/>
              <a:defRPr/>
            </a:pPr>
            <a:r>
              <a:rPr lang="en-US" altLang="zh-CN" sz="2800" b="1" dirty="0">
                <a:solidFill>
                  <a:schemeClr val="tx2">
                    <a:lumMod val="60000"/>
                    <a:lumOff val="40000"/>
                  </a:schemeClr>
                </a:solidFill>
                <a:latin typeface="微软雅黑" pitchFamily="34" charset="-122"/>
                <a:ea typeface="微软雅黑" pitchFamily="34" charset="-122"/>
                <a:cs typeface="Times New Roman" pitchFamily="18" charset="0"/>
              </a:rPr>
              <a:t>4.3 </a:t>
            </a:r>
            <a:r>
              <a:rPr lang="zh-CN" altLang="en-US" sz="2800" b="1" dirty="0">
                <a:solidFill>
                  <a:schemeClr val="tx2">
                    <a:lumMod val="60000"/>
                    <a:lumOff val="40000"/>
                  </a:schemeClr>
                </a:solidFill>
                <a:latin typeface="微软雅黑" pitchFamily="34" charset="-122"/>
                <a:ea typeface="微软雅黑" pitchFamily="34" charset="-122"/>
                <a:cs typeface="Times New Roman" pitchFamily="18" charset="0"/>
              </a:rPr>
              <a:t>自底向上的分析</a:t>
            </a:r>
          </a:p>
          <a:p>
            <a:pPr eaLnBrk="1" hangingPunct="1">
              <a:lnSpc>
                <a:spcPts val="4500"/>
              </a:lnSpc>
              <a:buFont typeface="Symbol" panose="05050102010706020507" pitchFamily="18" charset="2"/>
              <a:buNone/>
              <a:defRPr/>
            </a:pPr>
            <a:r>
              <a:rPr lang="en-US" altLang="zh-CN" sz="2800" dirty="0">
                <a:solidFill>
                  <a:schemeClr val="bg1">
                    <a:lumMod val="50000"/>
                  </a:schemeClr>
                </a:solidFill>
                <a:latin typeface="微软雅黑" pitchFamily="34" charset="-122"/>
                <a:ea typeface="微软雅黑" pitchFamily="34" charset="-122"/>
                <a:cs typeface="Times New Roman" pitchFamily="18" charset="0"/>
              </a:rPr>
              <a:t>4.4 LR</a:t>
            </a:r>
            <a:r>
              <a:rPr lang="zh-CN" altLang="en-US" sz="2800" dirty="0">
                <a:solidFill>
                  <a:schemeClr val="bg1">
                    <a:lumMod val="50000"/>
                  </a:schemeClr>
                </a:solidFill>
                <a:latin typeface="微软雅黑" pitchFamily="34" charset="-122"/>
                <a:ea typeface="微软雅黑" pitchFamily="34" charset="-122"/>
                <a:cs typeface="Times New Roman" pitchFamily="18" charset="0"/>
              </a:rPr>
              <a:t>分析法</a:t>
            </a:r>
          </a:p>
          <a:p>
            <a:pPr eaLnBrk="1" hangingPunct="1">
              <a:lnSpc>
                <a:spcPts val="4500"/>
              </a:lnSpc>
              <a:buFont typeface="Symbol" panose="05050102010706020507" pitchFamily="18" charset="2"/>
              <a:buNone/>
              <a:defRPr/>
            </a:pPr>
            <a:r>
              <a:rPr lang="en-US" altLang="zh-CN" sz="2800" dirty="0">
                <a:solidFill>
                  <a:schemeClr val="bg1">
                    <a:lumMod val="50000"/>
                  </a:schemeClr>
                </a:solidFill>
                <a:latin typeface="微软雅黑" pitchFamily="34" charset="-122"/>
                <a:ea typeface="微软雅黑" pitchFamily="34" charset="-122"/>
                <a:cs typeface="Times New Roman" pitchFamily="18" charset="0"/>
              </a:rPr>
              <a:t>4.5 </a:t>
            </a:r>
            <a:r>
              <a:rPr lang="zh-CN" altLang="en-US" sz="2800" dirty="0">
                <a:solidFill>
                  <a:schemeClr val="bg1">
                    <a:lumMod val="50000"/>
                  </a:schemeClr>
                </a:solidFill>
                <a:latin typeface="微软雅黑" pitchFamily="34" charset="-122"/>
                <a:ea typeface="微软雅黑" pitchFamily="34" charset="-122"/>
                <a:cs typeface="Times New Roman" pitchFamily="18" charset="0"/>
              </a:rPr>
              <a:t>语法分析器自动生成工具</a:t>
            </a:r>
          </a:p>
        </p:txBody>
      </p:sp>
      <p:pic>
        <p:nvPicPr>
          <p:cNvPr id="147459" name="Picture 7" descr="E:\工大编译\ppt\制作\0330e9c554c768200000158fc50d53d.jpg">
            <a:extLst>
              <a:ext uri="{FF2B5EF4-FFF2-40B4-BE49-F238E27FC236}">
                <a16:creationId xmlns:a16="http://schemas.microsoft.com/office/drawing/2014/main" id="{379B7688-C265-4F9F-9A57-1BC034598E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5538" r="21837"/>
          <a:stretch>
            <a:fillRect/>
          </a:stretch>
        </p:blipFill>
        <p:spPr bwMode="auto">
          <a:xfrm>
            <a:off x="-6350" y="0"/>
            <a:ext cx="4295775"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矩形 10">
            <a:extLst>
              <a:ext uri="{FF2B5EF4-FFF2-40B4-BE49-F238E27FC236}">
                <a16:creationId xmlns:a16="http://schemas.microsoft.com/office/drawing/2014/main" id="{C5D78B98-6661-4FBE-ABEE-B0E2E46E1F96}"/>
              </a:ext>
            </a:extLst>
          </p:cNvPr>
          <p:cNvSpPr/>
          <p:nvPr/>
        </p:nvSpPr>
        <p:spPr>
          <a:xfrm>
            <a:off x="4143375" y="357188"/>
            <a:ext cx="1928813" cy="785812"/>
          </a:xfrm>
          <a:prstGeom prst="rect">
            <a:avLst/>
          </a:prstGeom>
          <a:solidFill>
            <a:schemeClr val="accent2">
              <a:lumMod val="60000"/>
              <a:lumOff val="40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02870" tIns="51435" rIns="102870" bIns="51435" anchor="ctr"/>
          <a:lstStyle/>
          <a:p>
            <a:pPr algn="ctr" fontAlgn="auto">
              <a:spcBef>
                <a:spcPts val="0"/>
              </a:spcBef>
              <a:spcAft>
                <a:spcPts val="0"/>
              </a:spcAft>
              <a:defRPr/>
            </a:pPr>
            <a:r>
              <a:rPr lang="zh-CN" altLang="en-US" sz="4000" b="1" spc="600" dirty="0">
                <a:solidFill>
                  <a:schemeClr val="bg1"/>
                </a:solidFill>
                <a:latin typeface="微软雅黑" pitchFamily="34" charset="-122"/>
                <a:ea typeface="微软雅黑" pitchFamily="34" charset="-122"/>
              </a:rPr>
              <a:t>提纲</a:t>
            </a:r>
            <a:endParaRPr lang="zh-CN" altLang="en-US" sz="1600" dirty="0">
              <a:solidFill>
                <a:schemeClr val="tx1">
                  <a:lumMod val="85000"/>
                  <a:lumOff val="15000"/>
                </a:schemeClr>
              </a:solidFill>
            </a:endParaRPr>
          </a:p>
        </p:txBody>
      </p:sp>
      <p:sp>
        <p:nvSpPr>
          <p:cNvPr id="3" name="灯片编号占位符 2">
            <a:extLst>
              <a:ext uri="{FF2B5EF4-FFF2-40B4-BE49-F238E27FC236}">
                <a16:creationId xmlns:a16="http://schemas.microsoft.com/office/drawing/2014/main" id="{2F1C668F-85F2-4BAC-B171-DD79D1958ABB}"/>
              </a:ext>
            </a:extLst>
          </p:cNvPr>
          <p:cNvSpPr>
            <a:spLocks noGrp="1"/>
          </p:cNvSpPr>
          <p:nvPr>
            <p:ph type="sldNum" sz="quarter" idx="12"/>
          </p:nvPr>
        </p:nvSpPr>
        <p:spPr/>
        <p:txBody>
          <a:bodyPr/>
          <a:lstStyle/>
          <a:p>
            <a:pPr>
              <a:defRPr/>
            </a:pPr>
            <a:fld id="{EA567855-7F13-4FC5-AD61-2B82F6443E16}" type="slidenum">
              <a:rPr lang="zh-CN" altLang="en-US" smtClean="0"/>
              <a:pPr>
                <a:defRPr/>
              </a:pPr>
              <a:t>73</a:t>
            </a:fld>
            <a:endParaRPr lang="en-US" altLang="zh-CN"/>
          </a:p>
        </p:txBody>
      </p:sp>
    </p:spTree>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_rels/theme4.xml.rels><?xml version="1.0" encoding="UTF-8" standalone="yes"?>
<Relationships xmlns="http://schemas.openxmlformats.org/package/2006/relationships"><Relationship Id="rId1" Type="http://schemas.openxmlformats.org/officeDocument/2006/relationships/image" Target="../media/image1.jpeg"/></Relationships>
</file>

<file path=ppt/theme/_rels/theme5.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自定义设计方案">
  <a:themeElements>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主题1">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3.xml><?xml version="1.0" encoding="utf-8"?>
<a:theme xmlns:a="http://schemas.openxmlformats.org/drawingml/2006/main" name="1_波形">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lnDef>
      <a:spPr bwMode="auto">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4.xml><?xml version="1.0" encoding="utf-8"?>
<a:theme xmlns:a="http://schemas.openxmlformats.org/drawingml/2006/main" name="4_波形">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5.xml><?xml version="1.0" encoding="utf-8"?>
<a:theme xmlns:a="http://schemas.openxmlformats.org/drawingml/2006/main" name="2_波形">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6.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35546</TotalTime>
  <Words>8086</Words>
  <Application>Microsoft Office PowerPoint</Application>
  <PresentationFormat>全屏显示(16:9)</PresentationFormat>
  <Paragraphs>1309</Paragraphs>
  <Slides>73</Slides>
  <Notes>62</Notes>
  <HiddenSlides>0</HiddenSlides>
  <MMClips>0</MMClips>
  <ScaleCrop>false</ScaleCrop>
  <HeadingPairs>
    <vt:vector size="6" baseType="variant">
      <vt:variant>
        <vt:lpstr>已用的字体</vt:lpstr>
      </vt:variant>
      <vt:variant>
        <vt:i4>17</vt:i4>
      </vt:variant>
      <vt:variant>
        <vt:lpstr>主题</vt:lpstr>
      </vt:variant>
      <vt:variant>
        <vt:i4>5</vt:i4>
      </vt:variant>
      <vt:variant>
        <vt:lpstr>幻灯片标题</vt:lpstr>
      </vt:variant>
      <vt:variant>
        <vt:i4>73</vt:i4>
      </vt:variant>
    </vt:vector>
  </HeadingPairs>
  <TitlesOfParts>
    <vt:vector size="95" baseType="lpstr">
      <vt:lpstr>Monotype Sorts</vt:lpstr>
      <vt:lpstr>等线</vt:lpstr>
      <vt:lpstr>黑体</vt:lpstr>
      <vt:lpstr>华文楷体</vt:lpstr>
      <vt:lpstr>华文楷体 (正文)</vt:lpstr>
      <vt:lpstr>华文新魏</vt:lpstr>
      <vt:lpstr>楷体</vt:lpstr>
      <vt:lpstr>楷体_GB2312</vt:lpstr>
      <vt:lpstr>宋体</vt:lpstr>
      <vt:lpstr>微软雅黑</vt:lpstr>
      <vt:lpstr>Arial</vt:lpstr>
      <vt:lpstr>Calibri</vt:lpstr>
      <vt:lpstr>Candara</vt:lpstr>
      <vt:lpstr>Symbol</vt:lpstr>
      <vt:lpstr>Tahoma</vt:lpstr>
      <vt:lpstr>Times New Roman</vt:lpstr>
      <vt:lpstr>Wingdings</vt:lpstr>
      <vt:lpstr>自定义设计方案</vt:lpstr>
      <vt:lpstr>主题1</vt:lpstr>
      <vt:lpstr>1_波形</vt:lpstr>
      <vt:lpstr>4_波形</vt:lpstr>
      <vt:lpstr>2_波形</vt:lpstr>
      <vt:lpstr>PowerPoint 演示文稿</vt:lpstr>
      <vt:lpstr>引言</vt:lpstr>
      <vt:lpstr>引言</vt:lpstr>
      <vt:lpstr>语法分析的种类</vt:lpstr>
      <vt:lpstr>引言</vt:lpstr>
      <vt:lpstr>PowerPoint 演示文稿</vt:lpstr>
      <vt:lpstr>4.1 自顶向下的分析(Top-Down Parsing)</vt:lpstr>
      <vt:lpstr>最左推导(Left-most Derivation)</vt:lpstr>
      <vt:lpstr>PowerPoint 演示文稿</vt:lpstr>
      <vt:lpstr>最左推导和最右推导的唯一性</vt:lpstr>
      <vt:lpstr>自顶向下的语法分析采用最左推导方式</vt:lpstr>
      <vt:lpstr>例</vt:lpstr>
      <vt:lpstr>自顶向下分析过程中的问题</vt:lpstr>
      <vt:lpstr>自顶向下分析过程中的问题</vt:lpstr>
      <vt:lpstr>自顶向下分析过程中的问题</vt:lpstr>
      <vt:lpstr>自顶向下分析过程中的问题</vt:lpstr>
      <vt:lpstr>自顶向下分析过程中的问题</vt:lpstr>
      <vt:lpstr>对上下文无关文法的改造 </vt:lpstr>
      <vt:lpstr>对上下文无关文法的改造 </vt:lpstr>
      <vt:lpstr>对上下文无关文法的改造 </vt:lpstr>
      <vt:lpstr>对上下文无关文法的改造 </vt:lpstr>
      <vt:lpstr>消除直接左递归</vt:lpstr>
      <vt:lpstr>消除直接左递归的一般形式</vt:lpstr>
      <vt:lpstr>消除间接左递归</vt:lpstr>
      <vt:lpstr>消除左递归算法</vt:lpstr>
      <vt:lpstr>对上下文无关文法的改造</vt:lpstr>
      <vt:lpstr>提取左公因子算法</vt:lpstr>
      <vt:lpstr>自顶向下语法分析的通用形式</vt:lpstr>
      <vt:lpstr>预测分析 (Predictive Parsing)</vt:lpstr>
      <vt:lpstr>PowerPoint 演示文稿</vt:lpstr>
      <vt:lpstr>4.2 预测分析法</vt:lpstr>
      <vt:lpstr>4.2.1 LL(1) 文法</vt:lpstr>
      <vt:lpstr>例</vt:lpstr>
      <vt:lpstr>非终结符的后继符号集</vt:lpstr>
      <vt:lpstr>产生式的可选集</vt:lpstr>
      <vt:lpstr>串首终结符集</vt:lpstr>
      <vt:lpstr>计算文法符号X的FIRST(X )</vt:lpstr>
      <vt:lpstr>计算文法符号X的FIRST(X )</vt:lpstr>
      <vt:lpstr>算法——计算文法符号X的FIRST(X )</vt:lpstr>
      <vt:lpstr>计算串X1X2 …Xn的FIRST 集合</vt:lpstr>
      <vt:lpstr>产生式A→α的可选集</vt:lpstr>
      <vt:lpstr>LL(1)文法</vt:lpstr>
      <vt:lpstr>判断文法是否是LL(1)文法</vt:lpstr>
      <vt:lpstr>计算非终结符A的FOLLOW(A)</vt:lpstr>
      <vt:lpstr>算法</vt:lpstr>
      <vt:lpstr>例：表达式文法各产生式的SELECT 集</vt:lpstr>
      <vt:lpstr>为文法构造预测分析表</vt:lpstr>
      <vt:lpstr>预测分析表的构造算法</vt:lpstr>
      <vt:lpstr>LL(1)文法的分析方法</vt:lpstr>
      <vt:lpstr>4.2.2 递归的预测分析法</vt:lpstr>
      <vt:lpstr>例：假设已构建了预测分析表</vt:lpstr>
      <vt:lpstr>例：假设已构建了预测分析表</vt:lpstr>
      <vt:lpstr>例：假设已构建了预测分析表</vt:lpstr>
      <vt:lpstr>例：假设已构建了预测分析表</vt:lpstr>
      <vt:lpstr>例：假设已构建了预测分析表</vt:lpstr>
      <vt:lpstr>例：假设已构建了预测分析表</vt:lpstr>
      <vt:lpstr>例：假设已构建了预测分析表</vt:lpstr>
      <vt:lpstr>4.2.3 非递归的预测分析法</vt:lpstr>
      <vt:lpstr>例: 预测分析器的工作过程</vt:lpstr>
      <vt:lpstr>表驱动的预测分析法</vt:lpstr>
      <vt:lpstr>递归的预测分析法vs.非递归的预测分析法</vt:lpstr>
      <vt:lpstr>二义性文法的预测分析表冲突处理</vt:lpstr>
      <vt:lpstr>二义性文法的预测分析表冲突处理</vt:lpstr>
      <vt:lpstr>预测分析法的实现步骤</vt:lpstr>
      <vt:lpstr>4.2.4 预测分析中的错误处理</vt:lpstr>
      <vt:lpstr>预测分析中的错误恢复</vt:lpstr>
      <vt:lpstr>例</vt:lpstr>
      <vt:lpstr>PowerPoint 演示文稿</vt:lpstr>
      <vt:lpstr>思考题</vt:lpstr>
      <vt:lpstr>小结</vt:lpstr>
      <vt:lpstr>小结</vt:lpstr>
      <vt:lpstr>第03次作业 自顶向下的语法分析</vt:lpstr>
      <vt:lpstr>PowerPoint 演示文稿</vt:lpstr>
    </vt:vector>
  </TitlesOfParts>
  <Company>HIT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编译原理</dc:title>
  <dc:creator>jsx</dc:creator>
  <cp:lastModifiedBy>Shanlili</cp:lastModifiedBy>
  <cp:revision>2056</cp:revision>
  <cp:lastPrinted>2018-09-10T01:52:51Z</cp:lastPrinted>
  <dcterms:created xsi:type="dcterms:W3CDTF">2003-07-09T14:46:46Z</dcterms:created>
  <dcterms:modified xsi:type="dcterms:W3CDTF">2024-03-05T08:38:05Z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5</vt:i4>
  </property>
</Properties>
</file>